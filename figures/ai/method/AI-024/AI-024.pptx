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1860c26ebe4ae5" /><Relationship Type="http://schemas.openxmlformats.org/officeDocument/2006/relationships/extended-properties" Target="/docProps/app.xml" Id="Rcd152f311f5a4880" /><Relationship Type="http://schemas.openxmlformats.org/officeDocument/2006/relationships/officeDocument" Target="/ppt/presentation.xml" Id="R22e7565c510649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f92827a4ac4d9c"/>
  </p:sldMasterIdLst>
  <p:notesMasterIdLst>
    <p:notesMasterId xmlns:r="http://schemas.openxmlformats.org/officeDocument/2006/relationships" r:id="Rbcabde7e789341ee"/>
  </p:notesMasterIdLst>
  <p:sldIdLst>
    <p:sldId xmlns:r="http://schemas.openxmlformats.org/officeDocument/2006/relationships" id="256" r:id="R324ac653be374770"/>
  </p:sldIdLst>
  <p:sldSz cx="12630150" cy="3743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73dcc3ee2f41c2" /><Relationship Type="http://schemas.openxmlformats.org/officeDocument/2006/relationships/slideMaster" Target="/ppt/slideMasters/slideMaster1.xml" Id="R3df92827a4ac4d9c" /><Relationship Type="http://schemas.openxmlformats.org/officeDocument/2006/relationships/notesMaster" Target="/ppt/notesMasters/notesMaster1.xml" Id="Rbcabde7e789341ee" /><Relationship Type="http://schemas.openxmlformats.org/officeDocument/2006/relationships/presProps" Target="/ppt/presProps.xml" Id="Rc18459cba85f496b" /><Relationship Type="http://schemas.openxmlformats.org/officeDocument/2006/relationships/tableStyles" Target="/ppt/tableStyles.xml" Id="R8598ace8ca9349da" /><Relationship Type="http://schemas.openxmlformats.org/officeDocument/2006/relationships/slide" Target="/ppt/slides/slide1.xml" Id="R324ac653be3747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83c14b9ed2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c911464a364f93" /><Relationship Type="http://schemas.openxmlformats.org/officeDocument/2006/relationships/notesMaster" Target="/ppt/notesMasters/notesMaster1.xml" Id="R1556025d2d604a4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素材ID：AI-024</ns1:t>
            </ns1:r>
          </ns1:p>
          <ns1:p>
            <ns1:r>
              <ns1:t>论文：Infini-gram mini: Exact n-gram Search at the Internet Scale with FM-Index</ns1:t>
            </ns1:r>
          </ns1:p>
          <ns1:p>
            <ns1:r>
              <ns1:t>会议：EMNLP 2025</ns1:t>
            </ns1:r>
          </ns1:p>
          <ns1:p>
            <ns1:r>
              <ns1:t>奖项：Best Paper</ns1:t>
            </ns1:r>
          </ns1:p>
          <ns1:p>
            <ns1:r>
              <ns1:t>图号：Figure 4，PDF第14页</ns1:t>
            </ns1:r>
          </ns1:p>
          <ns1:p>
            <ns1:r>
              <ns1:t>类型：方法细节</ns1:t>
            </ns1:r>
          </ns1:p>
          <ns1:p>
            <ns1:r>
              <ns1:t>借鉴点：以同一banana字符串贯穿索引查找、后缀定位和上下文重建，使用标色字符和跨列表连线解释算法。</ns1:t>
            </ns1:r>
          </ns1:p>
          <ns1:p>
            <ns1:r>
              <ns1:t>论文URL：https://aclanthology.org/2025.emnlp-main.1268/</ns1:t>
            </ns1:r>
          </ns1:p>
          <ns1:p>
            <ns1:r>
              <ns1:t>官方获奖URL：https://2025.emnlp.org/program/awards/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编辑与保真说明：按论文图像重建字符、框线与映射关系；曲线使用原生多段线近似，字体采用Arial。</ns1:t>
            </ns1:r>
          </ns1:p>
          <ns1:p>
            <ns1:r>
              <ns1:t>复刻方式：native_figure_reconstruction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b8fb9d72447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5122cfe644dd7" /><Relationship Type="http://schemas.openxmlformats.org/officeDocument/2006/relationships/slideLayout" Target="/ppt/slideLayouts/slideLayout1.xml" Id="R5a5893d6ca7942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5893d6ca7942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f73c11afb4b93" /><Relationship Type="http://schemas.openxmlformats.org/officeDocument/2006/relationships/notesSlide" Target="/ppt/notesSlides/notesSlide1.xml" Id="R89bb85cd466945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4" name="AI-024-1">
            <a:extLst xmlns:a="http://schemas.openxmlformats.org/drawingml/2006/main">
              <a:ext uri="{FF2B5EF4-FFF2-40B4-BE49-F238E27FC236}">
                <a16:creationId xmlns:a16="http://schemas.microsoft.com/office/drawing/2014/main" id="{20E9BB05-9A06-4FBC-9112-3E698B82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76200"/>
            <a:ext cx="5191125" cy="2752725"/>
          </a:xfrm>
          <a:prstGeom xmlns:a="http://schemas.openxmlformats.org/drawingml/2006/main" prst="roundRect">
            <a:avLst>
              <a:gd name="adj" fmla="val 7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718">
            <a:solidFill>
              <a:srgbClr val="8058C2"/>
            </a:solidFill>
          </a:ln>
        </p:spPr>
      </p:sp>
      <p:sp>
        <p:nvSpPr>
          <p:cNvPr id="2" name="AI-024-2">
            <a:extLst xmlns:a="http://schemas.openxmlformats.org/drawingml/2006/main">
              <a:ext uri="{FF2B5EF4-FFF2-40B4-BE49-F238E27FC236}">
                <a16:creationId xmlns:a16="http://schemas.microsoft.com/office/drawing/2014/main" id="{74D9B17B-51E4-430F-8E59-38FFCC8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95250"/>
            <a:ext cx="3152775" cy="2743200"/>
          </a:xfrm>
          <a:prstGeom xmlns:a="http://schemas.openxmlformats.org/drawingml/2006/main" prst="roundRect">
            <a:avLst>
              <a:gd name="adj" fmla="val 72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718">
            <a:solidFill>
              <a:srgbClr val="8058C2"/>
            </a:solidFill>
          </a:ln>
        </p:spPr>
      </p:sp>
      <p:sp>
        <p:nvSpPr>
          <p:cNvPr id="3" name="AI-024-3">
            <a:extLst xmlns:a="http://schemas.openxmlformats.org/drawingml/2006/main">
              <a:ext uri="{FF2B5EF4-FFF2-40B4-BE49-F238E27FC236}">
                <a16:creationId xmlns:a16="http://schemas.microsoft.com/office/drawing/2014/main" id="{495C3117-27F8-4F06-A54D-48F5C6D4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114300"/>
            <a:ext cx="3524250" cy="2676525"/>
          </a:xfrm>
          <a:prstGeom xmlns:a="http://schemas.openxmlformats.org/drawingml/2006/main" prst="roundRect">
            <a:avLst>
              <a:gd name="adj" fmla="val 74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718">
            <a:solidFill>
              <a:srgbClr val="8058C2"/>
            </a:solidFill>
          </a:ln>
        </p:spPr>
      </p:sp>
      <p:sp>
        <p:nvSpPr>
          <p:cNvPr id="4" name="AI-024-4">
            <a:extLst xmlns:a="http://schemas.openxmlformats.org/drawingml/2006/main">
              <a:ext uri="{FF2B5EF4-FFF2-40B4-BE49-F238E27FC236}">
                <a16:creationId xmlns:a16="http://schemas.microsoft.com/office/drawing/2014/main" id="{771C3611-9442-49E8-9291-F36E0209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" y="22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</a:ln>
        </p:spPr>
      </p:sp>
      <p:sp>
        <p:nvSpPr>
          <p:cNvPr id="5" name="AI-024-5">
            <a:extLst xmlns:a="http://schemas.openxmlformats.org/drawingml/2006/main">
              <a:ext uri="{FF2B5EF4-FFF2-40B4-BE49-F238E27FC236}">
                <a16:creationId xmlns:a16="http://schemas.microsoft.com/office/drawing/2014/main" id="{6C6FF996-FEB1-438B-B8BF-ACF5F67C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2286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AI-024-6">
            <a:extLst xmlns:a="http://schemas.openxmlformats.org/drawingml/2006/main">
              <a:ext uri="{FF2B5EF4-FFF2-40B4-BE49-F238E27FC236}">
                <a16:creationId xmlns:a16="http://schemas.microsoft.com/office/drawing/2014/main" id="{79023D66-04EE-482B-9177-79B7B741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38125"/>
            <a:ext cx="152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7" name="AI-024-7">
            <a:extLst xmlns:a="http://schemas.openxmlformats.org/drawingml/2006/main">
              <a:ext uri="{FF2B5EF4-FFF2-40B4-BE49-F238E27FC236}">
                <a16:creationId xmlns:a16="http://schemas.microsoft.com/office/drawing/2014/main" id="{9798DEF6-52B6-4CCA-92B5-074FC676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238125"/>
            <a:ext cx="13811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AI-024-8">
            <a:extLst xmlns:a="http://schemas.openxmlformats.org/drawingml/2006/main">
              <a:ext uri="{FF2B5EF4-FFF2-40B4-BE49-F238E27FC236}">
                <a16:creationId xmlns:a16="http://schemas.microsoft.com/office/drawing/2014/main" id="{C9D771B1-C131-41ED-8164-2C4E7F19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238125"/>
            <a:ext cx="13811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9" name="AI-024-9">
            <a:extLst xmlns:a="http://schemas.openxmlformats.org/drawingml/2006/main">
              <a:ext uri="{FF2B5EF4-FFF2-40B4-BE49-F238E27FC236}">
                <a16:creationId xmlns:a16="http://schemas.microsoft.com/office/drawing/2014/main" id="{16383AE0-82D8-45F8-8C37-298DDC93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238125"/>
            <a:ext cx="13811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AI-024-10">
            <a:extLst xmlns:a="http://schemas.openxmlformats.org/drawingml/2006/main">
              <a:ext uri="{FF2B5EF4-FFF2-40B4-BE49-F238E27FC236}">
                <a16:creationId xmlns:a16="http://schemas.microsoft.com/office/drawing/2014/main" id="{E0622649-70AA-4603-99EE-C9727667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38125"/>
            <a:ext cx="152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  <p:sp>
        <p:nvSpPr>
          <p:cNvPr id="11" name="AI-024-11">
            <a:extLst xmlns:a="http://schemas.openxmlformats.org/drawingml/2006/main">
              <a:ext uri="{FF2B5EF4-FFF2-40B4-BE49-F238E27FC236}">
                <a16:creationId xmlns:a16="http://schemas.microsoft.com/office/drawing/2014/main" id="{618F2247-7106-4A34-B2AB-F179739A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2" name="AI-024-12">
            <a:extLst xmlns:a="http://schemas.openxmlformats.org/drawingml/2006/main">
              <a:ext uri="{FF2B5EF4-FFF2-40B4-BE49-F238E27FC236}">
                <a16:creationId xmlns:a16="http://schemas.microsoft.com/office/drawing/2014/main" id="{5766A24D-6AD1-4F90-96A5-A35896F7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" name="AI-024-13">
            <a:extLst xmlns:a="http://schemas.openxmlformats.org/drawingml/2006/main">
              <a:ext uri="{FF2B5EF4-FFF2-40B4-BE49-F238E27FC236}">
                <a16:creationId xmlns:a16="http://schemas.microsoft.com/office/drawing/2014/main" id="{2546318C-3777-46E0-A783-30E6806B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AI-024-14">
            <a:extLst xmlns:a="http://schemas.openxmlformats.org/drawingml/2006/main">
              <a:ext uri="{FF2B5EF4-FFF2-40B4-BE49-F238E27FC236}">
                <a16:creationId xmlns:a16="http://schemas.microsoft.com/office/drawing/2014/main" id="{F6AB1965-2B63-4AD4-BAA3-E76AD3E0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AI-024-15">
            <a:extLst xmlns:a="http://schemas.openxmlformats.org/drawingml/2006/main">
              <a:ext uri="{FF2B5EF4-FFF2-40B4-BE49-F238E27FC236}">
                <a16:creationId xmlns:a16="http://schemas.microsoft.com/office/drawing/2014/main" id="{5D32D49C-252B-4645-B0BA-40BEA417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340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" name="AI-024-16">
            <a:extLst xmlns:a="http://schemas.openxmlformats.org/drawingml/2006/main">
              <a:ext uri="{FF2B5EF4-FFF2-40B4-BE49-F238E27FC236}">
                <a16:creationId xmlns:a16="http://schemas.microsoft.com/office/drawing/2014/main" id="{98FB392F-CC46-4766-82E0-F41EA9CD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7" name="AI-024-17">
            <a:extLst xmlns:a="http://schemas.openxmlformats.org/drawingml/2006/main">
              <a:ext uri="{FF2B5EF4-FFF2-40B4-BE49-F238E27FC236}">
                <a16:creationId xmlns:a16="http://schemas.microsoft.com/office/drawing/2014/main" id="{9945A7A4-2F73-44C6-95C6-C2B56F04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710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8" name="AI-024-18">
            <a:extLst xmlns:a="http://schemas.openxmlformats.org/drawingml/2006/main">
              <a:ext uri="{FF2B5EF4-FFF2-40B4-BE49-F238E27FC236}">
                <a16:creationId xmlns:a16="http://schemas.microsoft.com/office/drawing/2014/main" id="{528252A7-505B-4861-B6CD-E9D808A0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AI-024-19">
            <a:extLst xmlns:a="http://schemas.openxmlformats.org/drawingml/2006/main">
              <a:ext uri="{FF2B5EF4-FFF2-40B4-BE49-F238E27FC236}">
                <a16:creationId xmlns:a16="http://schemas.microsoft.com/office/drawing/2014/main" id="{7A55C4C4-85EE-448C-AEBD-28777CF4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0" name="AI-024-20">
            <a:extLst xmlns:a="http://schemas.openxmlformats.org/drawingml/2006/main">
              <a:ext uri="{FF2B5EF4-FFF2-40B4-BE49-F238E27FC236}">
                <a16:creationId xmlns:a16="http://schemas.microsoft.com/office/drawing/2014/main" id="{5DA27848-ADD3-4660-9B50-34CF4A18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AI-024-21">
            <a:extLst xmlns:a="http://schemas.openxmlformats.org/drawingml/2006/main">
              <a:ext uri="{FF2B5EF4-FFF2-40B4-BE49-F238E27FC236}">
                <a16:creationId xmlns:a16="http://schemas.microsoft.com/office/drawing/2014/main" id="{3854FACC-D71E-406D-A5AC-071BAEAE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AI-024-22">
            <a:extLst xmlns:a="http://schemas.openxmlformats.org/drawingml/2006/main">
              <a:ext uri="{FF2B5EF4-FFF2-40B4-BE49-F238E27FC236}">
                <a16:creationId xmlns:a16="http://schemas.microsoft.com/office/drawing/2014/main" id="{53D54BC2-C85B-4994-BA87-F31F6528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340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3" name="AI-024-23">
            <a:extLst xmlns:a="http://schemas.openxmlformats.org/drawingml/2006/main">
              <a:ext uri="{FF2B5EF4-FFF2-40B4-BE49-F238E27FC236}">
                <a16:creationId xmlns:a16="http://schemas.microsoft.com/office/drawing/2014/main" id="{DA05C6FB-7DF4-429E-84DB-DC063009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4" name="AI-024-24">
            <a:extLst xmlns:a="http://schemas.openxmlformats.org/drawingml/2006/main">
              <a:ext uri="{FF2B5EF4-FFF2-40B4-BE49-F238E27FC236}">
                <a16:creationId xmlns:a16="http://schemas.microsoft.com/office/drawing/2014/main" id="{7A83AA72-DC62-4BAD-B7BE-50527DC1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710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5" name="AI-024-25">
            <a:extLst xmlns:a="http://schemas.openxmlformats.org/drawingml/2006/main">
              <a:ext uri="{FF2B5EF4-FFF2-40B4-BE49-F238E27FC236}">
                <a16:creationId xmlns:a16="http://schemas.microsoft.com/office/drawing/2014/main" id="{CE53A267-EFCD-4F7B-B71E-5F1117C9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6" name="AI-024-26">
            <a:extLst xmlns:a="http://schemas.openxmlformats.org/drawingml/2006/main">
              <a:ext uri="{FF2B5EF4-FFF2-40B4-BE49-F238E27FC236}">
                <a16:creationId xmlns:a16="http://schemas.microsoft.com/office/drawing/2014/main" id="{21492F33-F33C-4188-8A33-A05EBAD4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7" name="AI-024-27">
            <a:extLst xmlns:a="http://schemas.openxmlformats.org/drawingml/2006/main">
              <a:ext uri="{FF2B5EF4-FFF2-40B4-BE49-F238E27FC236}">
                <a16:creationId xmlns:a16="http://schemas.microsoft.com/office/drawing/2014/main" id="{F0D6AC57-00F2-48D2-98F1-C9EAC8EF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" name="AI-024-28">
            <a:extLst xmlns:a="http://schemas.openxmlformats.org/drawingml/2006/main">
              <a:ext uri="{FF2B5EF4-FFF2-40B4-BE49-F238E27FC236}">
                <a16:creationId xmlns:a16="http://schemas.microsoft.com/office/drawing/2014/main" id="{3BB9FB89-C193-40A6-9E72-035E8768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9" name="AI-024-29">
            <a:extLst xmlns:a="http://schemas.openxmlformats.org/drawingml/2006/main">
              <a:ext uri="{FF2B5EF4-FFF2-40B4-BE49-F238E27FC236}">
                <a16:creationId xmlns:a16="http://schemas.microsoft.com/office/drawing/2014/main" id="{CC9DA839-42CF-4A43-A73F-3018EE50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340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0" name="AI-024-30">
            <a:extLst xmlns:a="http://schemas.openxmlformats.org/drawingml/2006/main">
              <a:ext uri="{FF2B5EF4-FFF2-40B4-BE49-F238E27FC236}">
                <a16:creationId xmlns:a16="http://schemas.microsoft.com/office/drawing/2014/main" id="{6535A320-91EB-4415-8A90-DEA80632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1" name="AI-024-31">
            <a:extLst xmlns:a="http://schemas.openxmlformats.org/drawingml/2006/main">
              <a:ext uri="{FF2B5EF4-FFF2-40B4-BE49-F238E27FC236}">
                <a16:creationId xmlns:a16="http://schemas.microsoft.com/office/drawing/2014/main" id="{A13AC9BB-0346-4869-B532-C3112C2E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710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2" name="AI-024-32">
            <a:extLst xmlns:a="http://schemas.openxmlformats.org/drawingml/2006/main">
              <a:ext uri="{FF2B5EF4-FFF2-40B4-BE49-F238E27FC236}">
                <a16:creationId xmlns:a16="http://schemas.microsoft.com/office/drawing/2014/main" id="{77DF91E4-6AEB-4517-8566-CEB16C55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AI-024-33">
            <a:extLst xmlns:a="http://schemas.openxmlformats.org/drawingml/2006/main">
              <a:ext uri="{FF2B5EF4-FFF2-40B4-BE49-F238E27FC236}">
                <a16:creationId xmlns:a16="http://schemas.microsoft.com/office/drawing/2014/main" id="{98A1FB06-CD18-4D54-9C01-549F2E09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4" name="AI-024-34">
            <a:extLst xmlns:a="http://schemas.openxmlformats.org/drawingml/2006/main">
              <a:ext uri="{FF2B5EF4-FFF2-40B4-BE49-F238E27FC236}">
                <a16:creationId xmlns:a16="http://schemas.microsoft.com/office/drawing/2014/main" id="{3D96DAE0-0FDF-473F-AA32-DD9E9E2A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5" name="AI-024-35">
            <a:extLst xmlns:a="http://schemas.openxmlformats.org/drawingml/2006/main">
              <a:ext uri="{FF2B5EF4-FFF2-40B4-BE49-F238E27FC236}">
                <a16:creationId xmlns:a16="http://schemas.microsoft.com/office/drawing/2014/main" id="{EC88E6D4-317A-4B0D-A3E1-ECF31C30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6" name="AI-024-36">
            <a:extLst xmlns:a="http://schemas.openxmlformats.org/drawingml/2006/main">
              <a:ext uri="{FF2B5EF4-FFF2-40B4-BE49-F238E27FC236}">
                <a16:creationId xmlns:a16="http://schemas.microsoft.com/office/drawing/2014/main" id="{C0F0CE01-C966-4AC4-B6F4-787B7B98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340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7" name="AI-024-37">
            <a:extLst xmlns:a="http://schemas.openxmlformats.org/drawingml/2006/main">
              <a:ext uri="{FF2B5EF4-FFF2-40B4-BE49-F238E27FC236}">
                <a16:creationId xmlns:a16="http://schemas.microsoft.com/office/drawing/2014/main" id="{085CE035-8162-416D-A74A-6BA3EE54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38" name="AI-024-38">
            <a:extLst xmlns:a="http://schemas.openxmlformats.org/drawingml/2006/main">
              <a:ext uri="{FF2B5EF4-FFF2-40B4-BE49-F238E27FC236}">
                <a16:creationId xmlns:a16="http://schemas.microsoft.com/office/drawing/2014/main" id="{F0AA07F4-0CB0-4E76-858C-B743B6DA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710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9" name="AI-024-39">
            <a:extLst xmlns:a="http://schemas.openxmlformats.org/drawingml/2006/main">
              <a:ext uri="{FF2B5EF4-FFF2-40B4-BE49-F238E27FC236}">
                <a16:creationId xmlns:a16="http://schemas.microsoft.com/office/drawing/2014/main" id="{11EAE441-D2B4-4C7C-8311-D599566C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0" name="AI-024-40">
            <a:extLst xmlns:a="http://schemas.openxmlformats.org/drawingml/2006/main">
              <a:ext uri="{FF2B5EF4-FFF2-40B4-BE49-F238E27FC236}">
                <a16:creationId xmlns:a16="http://schemas.microsoft.com/office/drawing/2014/main" id="{EB3223F8-9A0B-4B09-AE66-FC419A7B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1" name="AI-024-41">
            <a:extLst xmlns:a="http://schemas.openxmlformats.org/drawingml/2006/main">
              <a:ext uri="{FF2B5EF4-FFF2-40B4-BE49-F238E27FC236}">
                <a16:creationId xmlns:a16="http://schemas.microsoft.com/office/drawing/2014/main" id="{A57B8126-F599-4D2D-B5EB-03F5448B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2" name="AI-024-42">
            <a:extLst xmlns:a="http://schemas.openxmlformats.org/drawingml/2006/main">
              <a:ext uri="{FF2B5EF4-FFF2-40B4-BE49-F238E27FC236}">
                <a16:creationId xmlns:a16="http://schemas.microsoft.com/office/drawing/2014/main" id="{366F897E-FCFF-4BFB-AF2C-B170EF44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3" name="AI-024-43">
            <a:extLst xmlns:a="http://schemas.openxmlformats.org/drawingml/2006/main">
              <a:ext uri="{FF2B5EF4-FFF2-40B4-BE49-F238E27FC236}">
                <a16:creationId xmlns:a16="http://schemas.microsoft.com/office/drawing/2014/main" id="{5E35CCE1-A080-4559-840C-E8D0BF46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340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4" name="AI-024-44">
            <a:extLst xmlns:a="http://schemas.openxmlformats.org/drawingml/2006/main">
              <a:ext uri="{FF2B5EF4-FFF2-40B4-BE49-F238E27FC236}">
                <a16:creationId xmlns:a16="http://schemas.microsoft.com/office/drawing/2014/main" id="{511310FF-A059-42E4-9A10-A09751D1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5" name="AI-024-45">
            <a:extLst xmlns:a="http://schemas.openxmlformats.org/drawingml/2006/main">
              <a:ext uri="{FF2B5EF4-FFF2-40B4-BE49-F238E27FC236}">
                <a16:creationId xmlns:a16="http://schemas.microsoft.com/office/drawing/2014/main" id="{0ED19807-6736-40DC-BAAC-1411956B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710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46" name="AI-024-46">
            <a:extLst xmlns:a="http://schemas.openxmlformats.org/drawingml/2006/main">
              <a:ext uri="{FF2B5EF4-FFF2-40B4-BE49-F238E27FC236}">
                <a16:creationId xmlns:a16="http://schemas.microsoft.com/office/drawing/2014/main" id="{4E1BEF44-F511-4B0D-80F7-C9C184E5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7" name="AI-024-47">
            <a:extLst xmlns:a="http://schemas.openxmlformats.org/drawingml/2006/main">
              <a:ext uri="{FF2B5EF4-FFF2-40B4-BE49-F238E27FC236}">
                <a16:creationId xmlns:a16="http://schemas.microsoft.com/office/drawing/2014/main" id="{7AD0CDEE-98F5-45A9-BE40-107869F3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AI-024-48">
            <a:extLst xmlns:a="http://schemas.openxmlformats.org/drawingml/2006/main">
              <a:ext uri="{FF2B5EF4-FFF2-40B4-BE49-F238E27FC236}">
                <a16:creationId xmlns:a16="http://schemas.microsoft.com/office/drawing/2014/main" id="{2774F4FE-14B0-4E9E-BA97-6FADB780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49" name="AI-024-49">
            <a:extLst xmlns:a="http://schemas.openxmlformats.org/drawingml/2006/main">
              <a:ext uri="{FF2B5EF4-FFF2-40B4-BE49-F238E27FC236}">
                <a16:creationId xmlns:a16="http://schemas.microsoft.com/office/drawing/2014/main" id="{D1F1DB1D-7DC4-48B3-9E32-55BDBD0E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0" name="AI-024-50">
            <a:extLst xmlns:a="http://schemas.openxmlformats.org/drawingml/2006/main">
              <a:ext uri="{FF2B5EF4-FFF2-40B4-BE49-F238E27FC236}">
                <a16:creationId xmlns:a16="http://schemas.microsoft.com/office/drawing/2014/main" id="{C3132D33-8A7B-48DE-A33A-439971AE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340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" name="AI-024-51">
            <a:extLst xmlns:a="http://schemas.openxmlformats.org/drawingml/2006/main">
              <a:ext uri="{FF2B5EF4-FFF2-40B4-BE49-F238E27FC236}">
                <a16:creationId xmlns:a16="http://schemas.microsoft.com/office/drawing/2014/main" id="{6E928FF7-2A68-4F24-A039-A487634E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52" name="AI-024-52">
            <a:extLst xmlns:a="http://schemas.openxmlformats.org/drawingml/2006/main">
              <a:ext uri="{FF2B5EF4-FFF2-40B4-BE49-F238E27FC236}">
                <a16:creationId xmlns:a16="http://schemas.microsoft.com/office/drawing/2014/main" id="{FA66770C-BC28-40C6-9898-F09B75EA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710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3" name="AI-024-53">
            <a:extLst xmlns:a="http://schemas.openxmlformats.org/drawingml/2006/main">
              <a:ext uri="{FF2B5EF4-FFF2-40B4-BE49-F238E27FC236}">
                <a16:creationId xmlns:a16="http://schemas.microsoft.com/office/drawing/2014/main" id="{0A3EDED9-192E-4C7D-8837-7B27C5C2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54" name="AI-024-54">
            <a:extLst xmlns:a="http://schemas.openxmlformats.org/drawingml/2006/main">
              <a:ext uri="{FF2B5EF4-FFF2-40B4-BE49-F238E27FC236}">
                <a16:creationId xmlns:a16="http://schemas.microsoft.com/office/drawing/2014/main" id="{2BCDBCEE-376D-4C9E-974D-2BE5E0C2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AI-024-55">
            <a:extLst xmlns:a="http://schemas.openxmlformats.org/drawingml/2006/main">
              <a:ext uri="{FF2B5EF4-FFF2-40B4-BE49-F238E27FC236}">
                <a16:creationId xmlns:a16="http://schemas.microsoft.com/office/drawing/2014/main" id="{9C5390F4-F3F9-473C-B237-B9892811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56" name="AI-024-56">
            <a:extLst xmlns:a="http://schemas.openxmlformats.org/drawingml/2006/main">
              <a:ext uri="{FF2B5EF4-FFF2-40B4-BE49-F238E27FC236}">
                <a16:creationId xmlns:a16="http://schemas.microsoft.com/office/drawing/2014/main" id="{B568DE17-A915-44A6-957B-BAB34E63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7" name="AI-024-57">
            <a:extLst xmlns:a="http://schemas.openxmlformats.org/drawingml/2006/main">
              <a:ext uri="{FF2B5EF4-FFF2-40B4-BE49-F238E27FC236}">
                <a16:creationId xmlns:a16="http://schemas.microsoft.com/office/drawing/2014/main" id="{49478769-FAD3-4808-812D-1D2D7857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340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58" name="AI-024-58">
            <a:extLst xmlns:a="http://schemas.openxmlformats.org/drawingml/2006/main">
              <a:ext uri="{FF2B5EF4-FFF2-40B4-BE49-F238E27FC236}">
                <a16:creationId xmlns:a16="http://schemas.microsoft.com/office/drawing/2014/main" id="{EE019A06-DC29-4926-8BA0-EF711CB6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9" name="AI-024-59">
            <a:extLst xmlns:a="http://schemas.openxmlformats.org/drawingml/2006/main">
              <a:ext uri="{FF2B5EF4-FFF2-40B4-BE49-F238E27FC236}">
                <a16:creationId xmlns:a16="http://schemas.microsoft.com/office/drawing/2014/main" id="{95B0D1A3-735B-434D-98EF-7F276962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710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0" name="AI-024-60">
            <a:extLst xmlns:a="http://schemas.openxmlformats.org/drawingml/2006/main">
              <a:ext uri="{FF2B5EF4-FFF2-40B4-BE49-F238E27FC236}">
                <a16:creationId xmlns:a16="http://schemas.microsoft.com/office/drawing/2014/main" id="{CEBBBE89-73FD-42AE-B196-77CEB197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2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</a:ln>
        </p:spPr>
      </p:sp>
      <p:sp>
        <p:nvSpPr>
          <p:cNvPr id="61" name="AI-024-61">
            <a:extLst xmlns:a="http://schemas.openxmlformats.org/drawingml/2006/main">
              <a:ext uri="{FF2B5EF4-FFF2-40B4-BE49-F238E27FC236}">
                <a16:creationId xmlns:a16="http://schemas.microsoft.com/office/drawing/2014/main" id="{D28A3544-5E85-443C-AD4F-CE4A9EFB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2286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2" name="AI-024-62">
            <a:extLst xmlns:a="http://schemas.openxmlformats.org/drawingml/2006/main">
              <a:ext uri="{FF2B5EF4-FFF2-40B4-BE49-F238E27FC236}">
                <a16:creationId xmlns:a16="http://schemas.microsoft.com/office/drawing/2014/main" id="{46D25538-E0F6-4091-B219-4F45F995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238125"/>
            <a:ext cx="152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63" name="AI-024-63">
            <a:extLst xmlns:a="http://schemas.openxmlformats.org/drawingml/2006/main">
              <a:ext uri="{FF2B5EF4-FFF2-40B4-BE49-F238E27FC236}">
                <a16:creationId xmlns:a16="http://schemas.microsoft.com/office/drawing/2014/main" id="{1131EA3A-D71A-4E21-A1E7-FFA67750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238125"/>
            <a:ext cx="13811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4" name="AI-024-64">
            <a:extLst xmlns:a="http://schemas.openxmlformats.org/drawingml/2006/main">
              <a:ext uri="{FF2B5EF4-FFF2-40B4-BE49-F238E27FC236}">
                <a16:creationId xmlns:a16="http://schemas.microsoft.com/office/drawing/2014/main" id="{3225A997-DF36-4877-B521-A2465C65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238125"/>
            <a:ext cx="13811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65" name="AI-024-65">
            <a:extLst xmlns:a="http://schemas.openxmlformats.org/drawingml/2006/main">
              <a:ext uri="{FF2B5EF4-FFF2-40B4-BE49-F238E27FC236}">
                <a16:creationId xmlns:a16="http://schemas.microsoft.com/office/drawing/2014/main" id="{1AB00F32-31EF-4DAF-A04E-477E092A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238125"/>
            <a:ext cx="13811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6" name="AI-024-66">
            <a:extLst xmlns:a="http://schemas.openxmlformats.org/drawingml/2006/main">
              <a:ext uri="{FF2B5EF4-FFF2-40B4-BE49-F238E27FC236}">
                <a16:creationId xmlns:a16="http://schemas.microsoft.com/office/drawing/2014/main" id="{EC46A6DE-5FA1-4DE7-9D81-EF68104D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38125"/>
            <a:ext cx="152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  <p:sp>
        <p:nvSpPr>
          <p:cNvPr id="67" name="AI-024-67">
            <a:extLst xmlns:a="http://schemas.openxmlformats.org/drawingml/2006/main">
              <a:ext uri="{FF2B5EF4-FFF2-40B4-BE49-F238E27FC236}">
                <a16:creationId xmlns:a16="http://schemas.microsoft.com/office/drawing/2014/main" id="{1B4CF032-0017-45E9-8DC9-83E29C64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68" name="AI-024-68">
            <a:extLst xmlns:a="http://schemas.openxmlformats.org/drawingml/2006/main">
              <a:ext uri="{FF2B5EF4-FFF2-40B4-BE49-F238E27FC236}">
                <a16:creationId xmlns:a16="http://schemas.microsoft.com/office/drawing/2014/main" id="{FEB0E72C-0426-42ED-9DAB-37E10451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6985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9" name="AI-024-69">
            <a:extLst xmlns:a="http://schemas.openxmlformats.org/drawingml/2006/main">
              <a:ext uri="{FF2B5EF4-FFF2-40B4-BE49-F238E27FC236}">
                <a16:creationId xmlns:a16="http://schemas.microsoft.com/office/drawing/2014/main" id="{D8D825B4-2B9A-4798-9AD6-FCAA285B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670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0" name="AI-024-70">
            <a:extLst xmlns:a="http://schemas.openxmlformats.org/drawingml/2006/main">
              <a:ext uri="{FF2B5EF4-FFF2-40B4-BE49-F238E27FC236}">
                <a16:creationId xmlns:a16="http://schemas.microsoft.com/office/drawing/2014/main" id="{14D075B6-0A85-4AA3-B8D8-4C9DBC01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0355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71" name="AI-024-71">
            <a:extLst xmlns:a="http://schemas.openxmlformats.org/drawingml/2006/main">
              <a:ext uri="{FF2B5EF4-FFF2-40B4-BE49-F238E27FC236}">
                <a16:creationId xmlns:a16="http://schemas.microsoft.com/office/drawing/2014/main" id="{C8FE2E5D-4B7D-41FD-BDF2-383E900F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7040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2" name="AI-024-72">
            <a:extLst xmlns:a="http://schemas.openxmlformats.org/drawingml/2006/main">
              <a:ext uri="{FF2B5EF4-FFF2-40B4-BE49-F238E27FC236}">
                <a16:creationId xmlns:a16="http://schemas.microsoft.com/office/drawing/2014/main" id="{F7952551-7408-4EA0-874C-EF93ABF1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73" name="AI-024-73">
            <a:extLst xmlns:a="http://schemas.openxmlformats.org/drawingml/2006/main">
              <a:ext uri="{FF2B5EF4-FFF2-40B4-BE49-F238E27FC236}">
                <a16:creationId xmlns:a16="http://schemas.microsoft.com/office/drawing/2014/main" id="{5478A5C7-9D84-4892-BF19-3608576D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0410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4" name="AI-024-74">
            <a:extLst xmlns:a="http://schemas.openxmlformats.org/drawingml/2006/main">
              <a:ext uri="{FF2B5EF4-FFF2-40B4-BE49-F238E27FC236}">
                <a16:creationId xmlns:a16="http://schemas.microsoft.com/office/drawing/2014/main" id="{71F273EB-5290-4105-8784-AB67B21D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5" name="AI-024-75">
            <a:extLst xmlns:a="http://schemas.openxmlformats.org/drawingml/2006/main">
              <a:ext uri="{FF2B5EF4-FFF2-40B4-BE49-F238E27FC236}">
                <a16:creationId xmlns:a16="http://schemas.microsoft.com/office/drawing/2014/main" id="{60391B9C-925C-443F-8849-5207CF43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6985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76" name="AI-024-76">
            <a:extLst xmlns:a="http://schemas.openxmlformats.org/drawingml/2006/main">
              <a:ext uri="{FF2B5EF4-FFF2-40B4-BE49-F238E27FC236}">
                <a16:creationId xmlns:a16="http://schemas.microsoft.com/office/drawing/2014/main" id="{8EADDBFA-423A-4379-8B82-EFC15C61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670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7" name="AI-024-77">
            <a:extLst xmlns:a="http://schemas.openxmlformats.org/drawingml/2006/main">
              <a:ext uri="{FF2B5EF4-FFF2-40B4-BE49-F238E27FC236}">
                <a16:creationId xmlns:a16="http://schemas.microsoft.com/office/drawing/2014/main" id="{ACAD0A4C-6610-4D3B-BE5B-E8DFA45E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0355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AI-024-78">
            <a:extLst xmlns:a="http://schemas.openxmlformats.org/drawingml/2006/main">
              <a:ext uri="{FF2B5EF4-FFF2-40B4-BE49-F238E27FC236}">
                <a16:creationId xmlns:a16="http://schemas.microsoft.com/office/drawing/2014/main" id="{1287585E-8FDE-4129-AEA0-BD777139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7040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79" name="AI-024-79">
            <a:extLst xmlns:a="http://schemas.openxmlformats.org/drawingml/2006/main">
              <a:ext uri="{FF2B5EF4-FFF2-40B4-BE49-F238E27FC236}">
                <a16:creationId xmlns:a16="http://schemas.microsoft.com/office/drawing/2014/main" id="{B932DC2A-2971-4ACA-9AA3-BCF6E905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0" name="AI-024-80">
            <a:extLst xmlns:a="http://schemas.openxmlformats.org/drawingml/2006/main">
              <a:ext uri="{FF2B5EF4-FFF2-40B4-BE49-F238E27FC236}">
                <a16:creationId xmlns:a16="http://schemas.microsoft.com/office/drawing/2014/main" id="{807AE380-F23C-4101-883F-83A674E1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0410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81" name="AI-024-81">
            <a:extLst xmlns:a="http://schemas.openxmlformats.org/drawingml/2006/main">
              <a:ext uri="{FF2B5EF4-FFF2-40B4-BE49-F238E27FC236}">
                <a16:creationId xmlns:a16="http://schemas.microsoft.com/office/drawing/2014/main" id="{AE8E0C30-22CA-42A6-80DA-2E3CE19D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2" name="AI-024-82">
            <a:extLst xmlns:a="http://schemas.openxmlformats.org/drawingml/2006/main">
              <a:ext uri="{FF2B5EF4-FFF2-40B4-BE49-F238E27FC236}">
                <a16:creationId xmlns:a16="http://schemas.microsoft.com/office/drawing/2014/main" id="{9691567A-E3D9-4CE8-A804-9CBDC272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6985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83" name="AI-024-83">
            <a:extLst xmlns:a="http://schemas.openxmlformats.org/drawingml/2006/main">
              <a:ext uri="{FF2B5EF4-FFF2-40B4-BE49-F238E27FC236}">
                <a16:creationId xmlns:a16="http://schemas.microsoft.com/office/drawing/2014/main" id="{CB128038-CCD4-4D98-8D72-C6E51D5E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670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4" name="AI-024-84">
            <a:extLst xmlns:a="http://schemas.openxmlformats.org/drawingml/2006/main">
              <a:ext uri="{FF2B5EF4-FFF2-40B4-BE49-F238E27FC236}">
                <a16:creationId xmlns:a16="http://schemas.microsoft.com/office/drawing/2014/main" id="{D5DF11D4-0E38-4318-962E-EAEE358D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0355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85" name="AI-024-85">
            <a:extLst xmlns:a="http://schemas.openxmlformats.org/drawingml/2006/main">
              <a:ext uri="{FF2B5EF4-FFF2-40B4-BE49-F238E27FC236}">
                <a16:creationId xmlns:a16="http://schemas.microsoft.com/office/drawing/2014/main" id="{4E4A0D5A-60AC-45CE-95DD-4323E832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7040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6" name="AI-024-86">
            <a:extLst xmlns:a="http://schemas.openxmlformats.org/drawingml/2006/main">
              <a:ext uri="{FF2B5EF4-FFF2-40B4-BE49-F238E27FC236}">
                <a16:creationId xmlns:a16="http://schemas.microsoft.com/office/drawing/2014/main" id="{61E0C51D-B626-48DD-B2A1-746A1D87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7" name="AI-024-87">
            <a:extLst xmlns:a="http://schemas.openxmlformats.org/drawingml/2006/main">
              <a:ext uri="{FF2B5EF4-FFF2-40B4-BE49-F238E27FC236}">
                <a16:creationId xmlns:a16="http://schemas.microsoft.com/office/drawing/2014/main" id="{96F4BBF3-387D-4DA2-9883-72F04C29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0410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88" name="AI-024-88">
            <a:extLst xmlns:a="http://schemas.openxmlformats.org/drawingml/2006/main">
              <a:ext uri="{FF2B5EF4-FFF2-40B4-BE49-F238E27FC236}">
                <a16:creationId xmlns:a16="http://schemas.microsoft.com/office/drawing/2014/main" id="{A8BBC929-FAF7-48F4-ABAC-65A026FE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9" name="AI-024-89">
            <a:extLst xmlns:a="http://schemas.openxmlformats.org/drawingml/2006/main">
              <a:ext uri="{FF2B5EF4-FFF2-40B4-BE49-F238E27FC236}">
                <a16:creationId xmlns:a16="http://schemas.microsoft.com/office/drawing/2014/main" id="{EE2DF166-B326-40CF-B365-B96E208B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6985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90" name="AI-024-90">
            <a:extLst xmlns:a="http://schemas.openxmlformats.org/drawingml/2006/main">
              <a:ext uri="{FF2B5EF4-FFF2-40B4-BE49-F238E27FC236}">
                <a16:creationId xmlns:a16="http://schemas.microsoft.com/office/drawing/2014/main" id="{D8BCC761-A40E-498C-B464-97C74DEA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670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1" name="AI-024-91">
            <a:extLst xmlns:a="http://schemas.openxmlformats.org/drawingml/2006/main">
              <a:ext uri="{FF2B5EF4-FFF2-40B4-BE49-F238E27FC236}">
                <a16:creationId xmlns:a16="http://schemas.microsoft.com/office/drawing/2014/main" id="{B40F9109-EC3A-43C4-A7E0-A3FC4C99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0355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92" name="AI-024-92">
            <a:extLst xmlns:a="http://schemas.openxmlformats.org/drawingml/2006/main">
              <a:ext uri="{FF2B5EF4-FFF2-40B4-BE49-F238E27FC236}">
                <a16:creationId xmlns:a16="http://schemas.microsoft.com/office/drawing/2014/main" id="{71DA1C3E-A19B-4972-9352-90B5D319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7040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3" name="AI-024-93">
            <a:extLst xmlns:a="http://schemas.openxmlformats.org/drawingml/2006/main">
              <a:ext uri="{FF2B5EF4-FFF2-40B4-BE49-F238E27FC236}">
                <a16:creationId xmlns:a16="http://schemas.microsoft.com/office/drawing/2014/main" id="{EA387CE5-E37B-4F67-AA80-EB9DFD70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94" name="AI-024-94">
            <a:extLst xmlns:a="http://schemas.openxmlformats.org/drawingml/2006/main">
              <a:ext uri="{FF2B5EF4-FFF2-40B4-BE49-F238E27FC236}">
                <a16:creationId xmlns:a16="http://schemas.microsoft.com/office/drawing/2014/main" id="{F809891D-B5C8-45FB-A1A0-E9773828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0410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5" name="AI-024-95">
            <a:extLst xmlns:a="http://schemas.openxmlformats.org/drawingml/2006/main">
              <a:ext uri="{FF2B5EF4-FFF2-40B4-BE49-F238E27FC236}">
                <a16:creationId xmlns:a16="http://schemas.microsoft.com/office/drawing/2014/main" id="{738687FB-6C92-488B-BBDB-64BE69F3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6" name="AI-024-96">
            <a:extLst xmlns:a="http://schemas.openxmlformats.org/drawingml/2006/main">
              <a:ext uri="{FF2B5EF4-FFF2-40B4-BE49-F238E27FC236}">
                <a16:creationId xmlns:a16="http://schemas.microsoft.com/office/drawing/2014/main" id="{42802CB7-42FA-4100-872F-EC11B441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6985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7" name="AI-024-97">
            <a:extLst xmlns:a="http://schemas.openxmlformats.org/drawingml/2006/main">
              <a:ext uri="{FF2B5EF4-FFF2-40B4-BE49-F238E27FC236}">
                <a16:creationId xmlns:a16="http://schemas.microsoft.com/office/drawing/2014/main" id="{EEB1A113-FFAC-471A-B581-BE1CB4B9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670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98" name="AI-024-98">
            <a:extLst xmlns:a="http://schemas.openxmlformats.org/drawingml/2006/main">
              <a:ext uri="{FF2B5EF4-FFF2-40B4-BE49-F238E27FC236}">
                <a16:creationId xmlns:a16="http://schemas.microsoft.com/office/drawing/2014/main" id="{3B13F11E-35AF-483C-9903-DE2F7A36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0355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9" name="AI-024-99">
            <a:extLst xmlns:a="http://schemas.openxmlformats.org/drawingml/2006/main">
              <a:ext uri="{FF2B5EF4-FFF2-40B4-BE49-F238E27FC236}">
                <a16:creationId xmlns:a16="http://schemas.microsoft.com/office/drawing/2014/main" id="{3F495B78-9FBA-4072-B94E-8E9A426A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7040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0" name="AI-024-100">
            <a:extLst xmlns:a="http://schemas.openxmlformats.org/drawingml/2006/main">
              <a:ext uri="{FF2B5EF4-FFF2-40B4-BE49-F238E27FC236}">
                <a16:creationId xmlns:a16="http://schemas.microsoft.com/office/drawing/2014/main" id="{70A32FCE-953F-4769-9E3E-37EB929A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1" name="AI-024-101">
            <a:extLst xmlns:a="http://schemas.openxmlformats.org/drawingml/2006/main">
              <a:ext uri="{FF2B5EF4-FFF2-40B4-BE49-F238E27FC236}">
                <a16:creationId xmlns:a16="http://schemas.microsoft.com/office/drawing/2014/main" id="{637B0080-CD53-47BF-92DD-F35138D1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0410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02" name="AI-024-102">
            <a:extLst xmlns:a="http://schemas.openxmlformats.org/drawingml/2006/main">
              <a:ext uri="{FF2B5EF4-FFF2-40B4-BE49-F238E27FC236}">
                <a16:creationId xmlns:a16="http://schemas.microsoft.com/office/drawing/2014/main" id="{3C37A8B6-A53D-43B2-8F88-60A962AD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3" name="AI-024-103">
            <a:extLst xmlns:a="http://schemas.openxmlformats.org/drawingml/2006/main">
              <a:ext uri="{FF2B5EF4-FFF2-40B4-BE49-F238E27FC236}">
                <a16:creationId xmlns:a16="http://schemas.microsoft.com/office/drawing/2014/main" id="{DFC7D6E4-37EA-4657-800F-59654D46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6985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4" name="AI-024-104">
            <a:extLst xmlns:a="http://schemas.openxmlformats.org/drawingml/2006/main">
              <a:ext uri="{FF2B5EF4-FFF2-40B4-BE49-F238E27FC236}">
                <a16:creationId xmlns:a16="http://schemas.microsoft.com/office/drawing/2014/main" id="{110898C1-482E-4255-AE73-C0F3771B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670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05" name="AI-024-105">
            <a:extLst xmlns:a="http://schemas.openxmlformats.org/drawingml/2006/main">
              <a:ext uri="{FF2B5EF4-FFF2-40B4-BE49-F238E27FC236}">
                <a16:creationId xmlns:a16="http://schemas.microsoft.com/office/drawing/2014/main" id="{BED5AEC6-D81C-49AB-8EE6-42C27CDE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0355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6" name="AI-024-106">
            <a:extLst xmlns:a="http://schemas.openxmlformats.org/drawingml/2006/main">
              <a:ext uri="{FF2B5EF4-FFF2-40B4-BE49-F238E27FC236}">
                <a16:creationId xmlns:a16="http://schemas.microsoft.com/office/drawing/2014/main" id="{6D732386-75E9-46CF-8D94-F41100CA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7040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7" name="AI-024-107">
            <a:extLst xmlns:a="http://schemas.openxmlformats.org/drawingml/2006/main">
              <a:ext uri="{FF2B5EF4-FFF2-40B4-BE49-F238E27FC236}">
                <a16:creationId xmlns:a16="http://schemas.microsoft.com/office/drawing/2014/main" id="{B331EA00-0EFC-4683-A950-01A8DF3D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8" name="AI-024-108">
            <a:extLst xmlns:a="http://schemas.openxmlformats.org/drawingml/2006/main">
              <a:ext uri="{FF2B5EF4-FFF2-40B4-BE49-F238E27FC236}">
                <a16:creationId xmlns:a16="http://schemas.microsoft.com/office/drawing/2014/main" id="{396AD7BB-E8B2-4795-87D5-C4730B7D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0410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9" name="AI-024-109">
            <a:extLst xmlns:a="http://schemas.openxmlformats.org/drawingml/2006/main">
              <a:ext uri="{FF2B5EF4-FFF2-40B4-BE49-F238E27FC236}">
                <a16:creationId xmlns:a16="http://schemas.microsoft.com/office/drawing/2014/main" id="{38F37185-257A-417F-9975-84885640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10" name="AI-024-110">
            <a:extLst xmlns:a="http://schemas.openxmlformats.org/drawingml/2006/main">
              <a:ext uri="{FF2B5EF4-FFF2-40B4-BE49-F238E27FC236}">
                <a16:creationId xmlns:a16="http://schemas.microsoft.com/office/drawing/2014/main" id="{753C3A42-53F5-44B9-8C82-C30127D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6985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1" name="AI-024-111">
            <a:extLst xmlns:a="http://schemas.openxmlformats.org/drawingml/2006/main">
              <a:ext uri="{FF2B5EF4-FFF2-40B4-BE49-F238E27FC236}">
                <a16:creationId xmlns:a16="http://schemas.microsoft.com/office/drawing/2014/main" id="{4BA02653-51B0-4B8B-9E3C-78F3261D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670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12" name="AI-024-112">
            <a:extLst xmlns:a="http://schemas.openxmlformats.org/drawingml/2006/main">
              <a:ext uri="{FF2B5EF4-FFF2-40B4-BE49-F238E27FC236}">
                <a16:creationId xmlns:a16="http://schemas.microsoft.com/office/drawing/2014/main" id="{8E34B2D8-9651-4FB3-9EEC-E50CDC4A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0355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3" name="AI-024-113">
            <a:extLst xmlns:a="http://schemas.openxmlformats.org/drawingml/2006/main">
              <a:ext uri="{FF2B5EF4-FFF2-40B4-BE49-F238E27FC236}">
                <a16:creationId xmlns:a16="http://schemas.microsoft.com/office/drawing/2014/main" id="{5AEAADBA-7459-4A0D-8069-EEF7F0B3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7040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14" name="AI-024-114">
            <a:extLst xmlns:a="http://schemas.openxmlformats.org/drawingml/2006/main">
              <a:ext uri="{FF2B5EF4-FFF2-40B4-BE49-F238E27FC236}">
                <a16:creationId xmlns:a16="http://schemas.microsoft.com/office/drawing/2014/main" id="{5E4BCD2E-753B-49E5-B372-6AA5DB7B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5" name="AI-024-115">
            <a:extLst xmlns:a="http://schemas.openxmlformats.org/drawingml/2006/main">
              <a:ext uri="{FF2B5EF4-FFF2-40B4-BE49-F238E27FC236}">
                <a16:creationId xmlns:a16="http://schemas.microsoft.com/office/drawing/2014/main" id="{246220D9-BAC4-4B12-914B-9A639CAF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0410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6" name="AI-024-116">
            <a:extLst xmlns:a="http://schemas.openxmlformats.org/drawingml/2006/main">
              <a:ext uri="{FF2B5EF4-FFF2-40B4-BE49-F238E27FC236}">
                <a16:creationId xmlns:a16="http://schemas.microsoft.com/office/drawing/2014/main" id="{9B6CCE3E-5FD6-4953-9F36-AFC4678E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0925" y="22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</a:ln>
        </p:spPr>
      </p:sp>
      <p:sp>
        <p:nvSpPr>
          <p:cNvPr id="117" name="AI-024-117">
            <a:extLst xmlns:a="http://schemas.openxmlformats.org/drawingml/2006/main">
              <a:ext uri="{FF2B5EF4-FFF2-40B4-BE49-F238E27FC236}">
                <a16:creationId xmlns:a16="http://schemas.microsoft.com/office/drawing/2014/main" id="{3F2518BB-516C-4A80-B69D-927FDE3F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2286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8" name="AI-024-118">
            <a:extLst xmlns:a="http://schemas.openxmlformats.org/drawingml/2006/main">
              <a:ext uri="{FF2B5EF4-FFF2-40B4-BE49-F238E27FC236}">
                <a16:creationId xmlns:a16="http://schemas.microsoft.com/office/drawing/2014/main" id="{06685B74-1B67-40D9-B8FD-825EF2D2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238125"/>
            <a:ext cx="152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19" name="AI-024-119">
            <a:extLst xmlns:a="http://schemas.openxmlformats.org/drawingml/2006/main">
              <a:ext uri="{FF2B5EF4-FFF2-40B4-BE49-F238E27FC236}">
                <a16:creationId xmlns:a16="http://schemas.microsoft.com/office/drawing/2014/main" id="{30EEED60-5B95-479D-93AC-1E07E644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238125"/>
            <a:ext cx="13811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0" name="AI-024-120">
            <a:extLst xmlns:a="http://schemas.openxmlformats.org/drawingml/2006/main">
              <a:ext uri="{FF2B5EF4-FFF2-40B4-BE49-F238E27FC236}">
                <a16:creationId xmlns:a16="http://schemas.microsoft.com/office/drawing/2014/main" id="{D9302F3B-7E1D-4CB5-9158-C93A9F97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238125"/>
            <a:ext cx="13811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21" name="AI-024-121">
            <a:extLst xmlns:a="http://schemas.openxmlformats.org/drawingml/2006/main">
              <a:ext uri="{FF2B5EF4-FFF2-40B4-BE49-F238E27FC236}">
                <a16:creationId xmlns:a16="http://schemas.microsoft.com/office/drawing/2014/main" id="{385A6431-E9C9-4C92-B256-73221740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238125"/>
            <a:ext cx="13811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2" name="AI-024-122">
            <a:extLst xmlns:a="http://schemas.openxmlformats.org/drawingml/2006/main">
              <a:ext uri="{FF2B5EF4-FFF2-40B4-BE49-F238E27FC236}">
                <a16:creationId xmlns:a16="http://schemas.microsoft.com/office/drawing/2014/main" id="{2F9C480F-C483-4D84-898B-B3B1C0D8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38125"/>
            <a:ext cx="152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  <p:sp>
        <p:nvSpPr>
          <p:cNvPr id="123" name="AI-024-123">
            <a:extLst xmlns:a="http://schemas.openxmlformats.org/drawingml/2006/main">
              <a:ext uri="{FF2B5EF4-FFF2-40B4-BE49-F238E27FC236}">
                <a16:creationId xmlns:a16="http://schemas.microsoft.com/office/drawing/2014/main" id="{3B2E0762-7E4C-41C0-A737-BAFD8DEE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24" name="AI-024-124">
            <a:extLst xmlns:a="http://schemas.openxmlformats.org/drawingml/2006/main">
              <a:ext uri="{FF2B5EF4-FFF2-40B4-BE49-F238E27FC236}">
                <a16:creationId xmlns:a16="http://schemas.microsoft.com/office/drawing/2014/main" id="{E754D02A-C1BC-44AF-8221-1A2A3DDE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1485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5" name="AI-024-125">
            <a:extLst xmlns:a="http://schemas.openxmlformats.org/drawingml/2006/main">
              <a:ext uri="{FF2B5EF4-FFF2-40B4-BE49-F238E27FC236}">
                <a16:creationId xmlns:a16="http://schemas.microsoft.com/office/drawing/2014/main" id="{284116FE-D23C-4103-AD70-CD21C4ED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8170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6" name="AI-024-126">
            <a:extLst xmlns:a="http://schemas.openxmlformats.org/drawingml/2006/main">
              <a:ext uri="{FF2B5EF4-FFF2-40B4-BE49-F238E27FC236}">
                <a16:creationId xmlns:a16="http://schemas.microsoft.com/office/drawing/2014/main" id="{D71E8681-A195-49C8-8116-5289D772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4855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27" name="AI-024-127">
            <a:extLst xmlns:a="http://schemas.openxmlformats.org/drawingml/2006/main">
              <a:ext uri="{FF2B5EF4-FFF2-40B4-BE49-F238E27FC236}">
                <a16:creationId xmlns:a16="http://schemas.microsoft.com/office/drawing/2014/main" id="{D8A04BD9-A0DF-451B-8F55-5AD341F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1540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8" name="AI-024-128">
            <a:extLst xmlns:a="http://schemas.openxmlformats.org/drawingml/2006/main">
              <a:ext uri="{FF2B5EF4-FFF2-40B4-BE49-F238E27FC236}">
                <a16:creationId xmlns:a16="http://schemas.microsoft.com/office/drawing/2014/main" id="{C81A8F60-C29D-41FB-9B9B-29E84479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29" name="AI-024-129">
            <a:extLst xmlns:a="http://schemas.openxmlformats.org/drawingml/2006/main">
              <a:ext uri="{FF2B5EF4-FFF2-40B4-BE49-F238E27FC236}">
                <a16:creationId xmlns:a16="http://schemas.microsoft.com/office/drawing/2014/main" id="{BDB0A12A-23DF-468B-B3F8-C45B27CF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4910" y="6572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0" name="AI-024-130">
            <a:extLst xmlns:a="http://schemas.openxmlformats.org/drawingml/2006/main">
              <a:ext uri="{FF2B5EF4-FFF2-40B4-BE49-F238E27FC236}">
                <a16:creationId xmlns:a16="http://schemas.microsoft.com/office/drawing/2014/main" id="{BBA05DCA-5B1E-42F4-B654-E1800A9C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1" name="AI-024-131">
            <a:extLst xmlns:a="http://schemas.openxmlformats.org/drawingml/2006/main">
              <a:ext uri="{FF2B5EF4-FFF2-40B4-BE49-F238E27FC236}">
                <a16:creationId xmlns:a16="http://schemas.microsoft.com/office/drawing/2014/main" id="{D42DF601-E1D5-4890-887A-07A31885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1485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32" name="AI-024-132">
            <a:extLst xmlns:a="http://schemas.openxmlformats.org/drawingml/2006/main">
              <a:ext uri="{FF2B5EF4-FFF2-40B4-BE49-F238E27FC236}">
                <a16:creationId xmlns:a16="http://schemas.microsoft.com/office/drawing/2014/main" id="{DA2501FE-3FB1-4CC7-B598-AD2BF7F3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8170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3" name="AI-024-133">
            <a:extLst xmlns:a="http://schemas.openxmlformats.org/drawingml/2006/main">
              <a:ext uri="{FF2B5EF4-FFF2-40B4-BE49-F238E27FC236}">
                <a16:creationId xmlns:a16="http://schemas.microsoft.com/office/drawing/2014/main" id="{0AC58268-A021-4639-AF6B-1F64C253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4855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4" name="AI-024-134">
            <a:extLst xmlns:a="http://schemas.openxmlformats.org/drawingml/2006/main">
              <a:ext uri="{FF2B5EF4-FFF2-40B4-BE49-F238E27FC236}">
                <a16:creationId xmlns:a16="http://schemas.microsoft.com/office/drawing/2014/main" id="{33F676A8-6D38-4612-A954-64A44BF5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1540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35" name="AI-024-135">
            <a:extLst xmlns:a="http://schemas.openxmlformats.org/drawingml/2006/main">
              <a:ext uri="{FF2B5EF4-FFF2-40B4-BE49-F238E27FC236}">
                <a16:creationId xmlns:a16="http://schemas.microsoft.com/office/drawing/2014/main" id="{4751970C-ADE8-4F0A-9288-11542519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6" name="AI-024-136">
            <a:extLst xmlns:a="http://schemas.openxmlformats.org/drawingml/2006/main">
              <a:ext uri="{FF2B5EF4-FFF2-40B4-BE49-F238E27FC236}">
                <a16:creationId xmlns:a16="http://schemas.microsoft.com/office/drawing/2014/main" id="{B7C5C16F-E126-443D-A654-2E31B61E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4910" y="9334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37" name="AI-024-137">
            <a:extLst xmlns:a="http://schemas.openxmlformats.org/drawingml/2006/main">
              <a:ext uri="{FF2B5EF4-FFF2-40B4-BE49-F238E27FC236}">
                <a16:creationId xmlns:a16="http://schemas.microsoft.com/office/drawing/2014/main" id="{C5C3AE41-D34E-4E8E-A6FD-FA9E8604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8" name="AI-024-138">
            <a:extLst xmlns:a="http://schemas.openxmlformats.org/drawingml/2006/main">
              <a:ext uri="{FF2B5EF4-FFF2-40B4-BE49-F238E27FC236}">
                <a16:creationId xmlns:a16="http://schemas.microsoft.com/office/drawing/2014/main" id="{12ADFAF3-00C8-46A9-9027-45633441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1485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39" name="AI-024-139">
            <a:extLst xmlns:a="http://schemas.openxmlformats.org/drawingml/2006/main">
              <a:ext uri="{FF2B5EF4-FFF2-40B4-BE49-F238E27FC236}">
                <a16:creationId xmlns:a16="http://schemas.microsoft.com/office/drawing/2014/main" id="{956CEDC4-CF89-4053-92D5-EC4DC40B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8170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0" name="AI-024-140">
            <a:extLst xmlns:a="http://schemas.openxmlformats.org/drawingml/2006/main">
              <a:ext uri="{FF2B5EF4-FFF2-40B4-BE49-F238E27FC236}">
                <a16:creationId xmlns:a16="http://schemas.microsoft.com/office/drawing/2014/main" id="{902803AB-09D5-4B76-9CA0-72EA4413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4855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41" name="AI-024-141">
            <a:extLst xmlns:a="http://schemas.openxmlformats.org/drawingml/2006/main">
              <a:ext uri="{FF2B5EF4-FFF2-40B4-BE49-F238E27FC236}">
                <a16:creationId xmlns:a16="http://schemas.microsoft.com/office/drawing/2014/main" id="{152E0EF6-6729-470F-81EA-C3C5DDCC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1540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2" name="AI-024-142">
            <a:extLst xmlns:a="http://schemas.openxmlformats.org/drawingml/2006/main">
              <a:ext uri="{FF2B5EF4-FFF2-40B4-BE49-F238E27FC236}">
                <a16:creationId xmlns:a16="http://schemas.microsoft.com/office/drawing/2014/main" id="{0974F3CE-BF15-4F1D-983B-3F47C02A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3" name="AI-024-143">
            <a:extLst xmlns:a="http://schemas.openxmlformats.org/drawingml/2006/main">
              <a:ext uri="{FF2B5EF4-FFF2-40B4-BE49-F238E27FC236}">
                <a16:creationId xmlns:a16="http://schemas.microsoft.com/office/drawing/2014/main" id="{F3C8EB61-9107-4014-A31F-F5746E0B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4910" y="12096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44" name="AI-024-144">
            <a:extLst xmlns:a="http://schemas.openxmlformats.org/drawingml/2006/main">
              <a:ext uri="{FF2B5EF4-FFF2-40B4-BE49-F238E27FC236}">
                <a16:creationId xmlns:a16="http://schemas.microsoft.com/office/drawing/2014/main" id="{3D2C92B3-7982-4E15-BC93-8204EAEF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5" name="AI-024-145">
            <a:extLst xmlns:a="http://schemas.openxmlformats.org/drawingml/2006/main">
              <a:ext uri="{FF2B5EF4-FFF2-40B4-BE49-F238E27FC236}">
                <a16:creationId xmlns:a16="http://schemas.microsoft.com/office/drawing/2014/main" id="{9F48AD9E-0DA0-452B-8529-9B73213F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1485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46" name="AI-024-146">
            <a:extLst xmlns:a="http://schemas.openxmlformats.org/drawingml/2006/main">
              <a:ext uri="{FF2B5EF4-FFF2-40B4-BE49-F238E27FC236}">
                <a16:creationId xmlns:a16="http://schemas.microsoft.com/office/drawing/2014/main" id="{034EBB2D-617B-4CCB-90DC-8885A198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8170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7" name="AI-024-147">
            <a:extLst xmlns:a="http://schemas.openxmlformats.org/drawingml/2006/main">
              <a:ext uri="{FF2B5EF4-FFF2-40B4-BE49-F238E27FC236}">
                <a16:creationId xmlns:a16="http://schemas.microsoft.com/office/drawing/2014/main" id="{325417FB-2BC6-48BA-A192-D55E61CD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4855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48" name="AI-024-148">
            <a:extLst xmlns:a="http://schemas.openxmlformats.org/drawingml/2006/main">
              <a:ext uri="{FF2B5EF4-FFF2-40B4-BE49-F238E27FC236}">
                <a16:creationId xmlns:a16="http://schemas.microsoft.com/office/drawing/2014/main" id="{F553727D-5D58-410C-9A5E-6C69BC99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1540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9" name="AI-024-149">
            <a:extLst xmlns:a="http://schemas.openxmlformats.org/drawingml/2006/main">
              <a:ext uri="{FF2B5EF4-FFF2-40B4-BE49-F238E27FC236}">
                <a16:creationId xmlns:a16="http://schemas.microsoft.com/office/drawing/2014/main" id="{6215BAF9-B93F-4B00-AE48-8984FEF8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50" name="AI-024-150">
            <a:extLst xmlns:a="http://schemas.openxmlformats.org/drawingml/2006/main">
              <a:ext uri="{FF2B5EF4-FFF2-40B4-BE49-F238E27FC236}">
                <a16:creationId xmlns:a16="http://schemas.microsoft.com/office/drawing/2014/main" id="{C37179EB-6DCD-4976-98DB-8B69FF8D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4910" y="148590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1" name="AI-024-151">
            <a:extLst xmlns:a="http://schemas.openxmlformats.org/drawingml/2006/main">
              <a:ext uri="{FF2B5EF4-FFF2-40B4-BE49-F238E27FC236}">
                <a16:creationId xmlns:a16="http://schemas.microsoft.com/office/drawing/2014/main" id="{122BA642-169D-4E49-93F0-1C2AA001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2" name="AI-024-152">
            <a:extLst xmlns:a="http://schemas.openxmlformats.org/drawingml/2006/main">
              <a:ext uri="{FF2B5EF4-FFF2-40B4-BE49-F238E27FC236}">
                <a16:creationId xmlns:a16="http://schemas.microsoft.com/office/drawing/2014/main" id="{BB731049-7252-4A8A-BB38-97C31FD7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1485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3" name="AI-024-153">
            <a:extLst xmlns:a="http://schemas.openxmlformats.org/drawingml/2006/main">
              <a:ext uri="{FF2B5EF4-FFF2-40B4-BE49-F238E27FC236}">
                <a16:creationId xmlns:a16="http://schemas.microsoft.com/office/drawing/2014/main" id="{387271E8-DCC7-48DC-BCED-7ED220A6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8170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4" name="AI-024-154">
            <a:extLst xmlns:a="http://schemas.openxmlformats.org/drawingml/2006/main">
              <a:ext uri="{FF2B5EF4-FFF2-40B4-BE49-F238E27FC236}">
                <a16:creationId xmlns:a16="http://schemas.microsoft.com/office/drawing/2014/main" id="{33799006-B8BB-42D5-AFFE-136F461B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4855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5" name="AI-024-155">
            <a:extLst xmlns:a="http://schemas.openxmlformats.org/drawingml/2006/main">
              <a:ext uri="{FF2B5EF4-FFF2-40B4-BE49-F238E27FC236}">
                <a16:creationId xmlns:a16="http://schemas.microsoft.com/office/drawing/2014/main" id="{B348F469-25C2-479B-BD84-2D4AEB56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1540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6" name="AI-024-156">
            <a:extLst xmlns:a="http://schemas.openxmlformats.org/drawingml/2006/main">
              <a:ext uri="{FF2B5EF4-FFF2-40B4-BE49-F238E27FC236}">
                <a16:creationId xmlns:a16="http://schemas.microsoft.com/office/drawing/2014/main" id="{D8259A1B-75BC-4B92-AA3F-ACA855C5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7" name="AI-024-157">
            <a:extLst xmlns:a="http://schemas.openxmlformats.org/drawingml/2006/main">
              <a:ext uri="{FF2B5EF4-FFF2-40B4-BE49-F238E27FC236}">
                <a16:creationId xmlns:a16="http://schemas.microsoft.com/office/drawing/2014/main" id="{C3167D69-CA0A-4C01-AFD4-E24A10E9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4910" y="176212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58" name="AI-024-158">
            <a:extLst xmlns:a="http://schemas.openxmlformats.org/drawingml/2006/main">
              <a:ext uri="{FF2B5EF4-FFF2-40B4-BE49-F238E27FC236}">
                <a16:creationId xmlns:a16="http://schemas.microsoft.com/office/drawing/2014/main" id="{3DA3E536-4593-4D95-B4FC-7C7A0579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9" name="AI-024-159">
            <a:extLst xmlns:a="http://schemas.openxmlformats.org/drawingml/2006/main">
              <a:ext uri="{FF2B5EF4-FFF2-40B4-BE49-F238E27FC236}">
                <a16:creationId xmlns:a16="http://schemas.microsoft.com/office/drawing/2014/main" id="{965CF0F9-6E22-4640-B1C2-3064B8A1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1485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0" name="AI-024-160">
            <a:extLst xmlns:a="http://schemas.openxmlformats.org/drawingml/2006/main">
              <a:ext uri="{FF2B5EF4-FFF2-40B4-BE49-F238E27FC236}">
                <a16:creationId xmlns:a16="http://schemas.microsoft.com/office/drawing/2014/main" id="{703E2078-2C9D-4F6B-9E81-60F400F4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8170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61" name="AI-024-161">
            <a:extLst xmlns:a="http://schemas.openxmlformats.org/drawingml/2006/main">
              <a:ext uri="{FF2B5EF4-FFF2-40B4-BE49-F238E27FC236}">
                <a16:creationId xmlns:a16="http://schemas.microsoft.com/office/drawing/2014/main" id="{AF135C20-6ECE-4750-B1BA-03E7BD03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4855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2" name="AI-024-162">
            <a:extLst xmlns:a="http://schemas.openxmlformats.org/drawingml/2006/main">
              <a:ext uri="{FF2B5EF4-FFF2-40B4-BE49-F238E27FC236}">
                <a16:creationId xmlns:a16="http://schemas.microsoft.com/office/drawing/2014/main" id="{4FF26BFF-92EA-4E9F-AA9D-6A938248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1540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3" name="AI-024-163">
            <a:extLst xmlns:a="http://schemas.openxmlformats.org/drawingml/2006/main">
              <a:ext uri="{FF2B5EF4-FFF2-40B4-BE49-F238E27FC236}">
                <a16:creationId xmlns:a16="http://schemas.microsoft.com/office/drawing/2014/main" id="{6887DEF1-6F7D-4796-B24C-6148C43F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4" name="AI-024-164">
            <a:extLst xmlns:a="http://schemas.openxmlformats.org/drawingml/2006/main">
              <a:ext uri="{FF2B5EF4-FFF2-40B4-BE49-F238E27FC236}">
                <a16:creationId xmlns:a16="http://schemas.microsoft.com/office/drawing/2014/main" id="{F9166D89-D591-4977-983C-33B8F41D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4910" y="2038350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5" name="AI-024-165">
            <a:extLst xmlns:a="http://schemas.openxmlformats.org/drawingml/2006/main">
              <a:ext uri="{FF2B5EF4-FFF2-40B4-BE49-F238E27FC236}">
                <a16:creationId xmlns:a16="http://schemas.microsoft.com/office/drawing/2014/main" id="{D2F05AB2-EAD0-41C3-B5FD-B21B5696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6" name="AI-024-166">
            <a:extLst xmlns:a="http://schemas.openxmlformats.org/drawingml/2006/main">
              <a:ext uri="{FF2B5EF4-FFF2-40B4-BE49-F238E27FC236}">
                <a16:creationId xmlns:a16="http://schemas.microsoft.com/office/drawing/2014/main" id="{149E9019-C519-41AF-9F1B-01293321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1485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7" name="AI-024-167">
            <a:extLst xmlns:a="http://schemas.openxmlformats.org/drawingml/2006/main">
              <a:ext uri="{FF2B5EF4-FFF2-40B4-BE49-F238E27FC236}">
                <a16:creationId xmlns:a16="http://schemas.microsoft.com/office/drawing/2014/main" id="{1A8042D7-67FF-487C-B881-2D9B5061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8170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8" name="AI-024-168">
            <a:extLst xmlns:a="http://schemas.openxmlformats.org/drawingml/2006/main">
              <a:ext uri="{FF2B5EF4-FFF2-40B4-BE49-F238E27FC236}">
                <a16:creationId xmlns:a16="http://schemas.microsoft.com/office/drawing/2014/main" id="{103F7BB8-EFA9-4AA6-AA70-D0392FA2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4855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9" name="AI-024-169">
            <a:extLst xmlns:a="http://schemas.openxmlformats.org/drawingml/2006/main">
              <a:ext uri="{FF2B5EF4-FFF2-40B4-BE49-F238E27FC236}">
                <a16:creationId xmlns:a16="http://schemas.microsoft.com/office/drawing/2014/main" id="{71EE2BB0-C8C4-4358-92E1-1C394629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1540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70" name="AI-024-170">
            <a:extLst xmlns:a="http://schemas.openxmlformats.org/drawingml/2006/main">
              <a:ext uri="{FF2B5EF4-FFF2-40B4-BE49-F238E27FC236}">
                <a16:creationId xmlns:a16="http://schemas.microsoft.com/office/drawing/2014/main" id="{07CA077E-D32E-4667-BDC4-6441C232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1" name="AI-024-171">
            <a:extLst xmlns:a="http://schemas.openxmlformats.org/drawingml/2006/main">
              <a:ext uri="{FF2B5EF4-FFF2-40B4-BE49-F238E27FC236}">
                <a16:creationId xmlns:a16="http://schemas.microsoft.com/office/drawing/2014/main" id="{3AB8019F-525B-431D-A163-8D998747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4910" y="2314575"/>
            <a:ext cx="1562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2" name="AI-024-172">
            <a:extLst xmlns:a="http://schemas.openxmlformats.org/drawingml/2006/main">
              <a:ext uri="{FF2B5EF4-FFF2-40B4-BE49-F238E27FC236}">
                <a16:creationId xmlns:a16="http://schemas.microsoft.com/office/drawing/2014/main" id="{26840369-9824-471B-B071-1E2FBCBC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962025"/>
            <a:ext cx="2190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8C2"/>
            </a:solidFill>
            <a:prstDash val="dash"/>
          </a:ln>
        </p:spPr>
      </p:sp>
      <p:sp>
        <p:nvSpPr>
          <p:cNvPr id="173" name="AI-024-173">
            <a:extLst xmlns:a="http://schemas.openxmlformats.org/drawingml/2006/main">
              <a:ext uri="{FF2B5EF4-FFF2-40B4-BE49-F238E27FC236}">
                <a16:creationId xmlns:a16="http://schemas.microsoft.com/office/drawing/2014/main" id="{00823263-8040-4CA7-9CD1-489C6C43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2095500"/>
            <a:ext cx="23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8C2"/>
            </a:solidFill>
            <a:prstDash val="dash"/>
          </a:ln>
        </p:spPr>
      </p:sp>
      <p:sp>
        <p:nvSpPr>
          <p:cNvPr id="174" name="AI-024-174">
            <a:extLst xmlns:a="http://schemas.openxmlformats.org/drawingml/2006/main">
              <a:ext uri="{FF2B5EF4-FFF2-40B4-BE49-F238E27FC236}">
                <a16:creationId xmlns:a16="http://schemas.microsoft.com/office/drawing/2014/main" id="{31B98EF8-2BEF-4A8B-8CBE-40D533C7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128587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058C2"/>
            </a:solidFill>
          </a:ln>
        </p:spPr>
      </p:sp>
      <p:sp>
        <p:nvSpPr>
          <p:cNvPr id="175" name="AI-024-175">
            <a:extLst xmlns:a="http://schemas.openxmlformats.org/drawingml/2006/main">
              <a:ext uri="{FF2B5EF4-FFF2-40B4-BE49-F238E27FC236}">
                <a16:creationId xmlns:a16="http://schemas.microsoft.com/office/drawing/2014/main" id="{32FC0CF3-32F9-473F-8331-CD7BE6CA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156210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058C2"/>
            </a:solidFill>
          </a:ln>
        </p:spPr>
      </p:sp>
      <p:sp>
        <p:nvSpPr>
          <p:cNvPr id="176" name="AI-024-176">
            <a:extLst xmlns:a="http://schemas.openxmlformats.org/drawingml/2006/main">
              <a:ext uri="{FF2B5EF4-FFF2-40B4-BE49-F238E27FC236}">
                <a16:creationId xmlns:a16="http://schemas.microsoft.com/office/drawing/2014/main" id="{D811D8BB-A396-4186-8EE9-3D7CD204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1104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77" name="AI-024-177">
            <a:extLst xmlns:a="http://schemas.openxmlformats.org/drawingml/2006/main">
              <a:ext uri="{FF2B5EF4-FFF2-40B4-BE49-F238E27FC236}">
                <a16:creationId xmlns:a16="http://schemas.microsoft.com/office/drawing/2014/main" id="{1C536387-E4CB-4FFF-8948-35F54DD2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4775" y="17621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8058C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8058C2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78" name="AI-024-178">
            <a:extLst xmlns:a="http://schemas.openxmlformats.org/drawingml/2006/main">
              <a:ext uri="{FF2B5EF4-FFF2-40B4-BE49-F238E27FC236}">
                <a16:creationId xmlns:a16="http://schemas.microsoft.com/office/drawing/2014/main" id="{68EA16D1-6144-4A02-B092-4F544CFB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1495425"/>
            <a:ext cx="542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rank()</a:t>
            </a:r>
          </a:p>
        </p:txBody>
      </p:sp>
      <p:sp>
        <p:nvSpPr>
          <p:cNvPr id="179" name="line-179">
            <a:extLst xmlns:a="http://schemas.openxmlformats.org/drawingml/2006/main">
              <a:ext uri="{FF2B5EF4-FFF2-40B4-BE49-F238E27FC236}">
                <a16:creationId xmlns:a16="http://schemas.microsoft.com/office/drawing/2014/main" id="{BA87E957-8D3B-4238-BBBC-9F649C5E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76350"/>
            <a:ext cx="190500" cy="228600"/>
          </a:xfrm>
          <a:custGeom xmlns:a="http://schemas.openxmlformats.org/drawingml/2006/main">
            <a:pathLst>
              <a:path w="190500" h="228600">
                <a:moveTo>
                  <a:pt x="0" y="22860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99999"/>
            </a:solidFill>
          </a:ln>
        </p:spPr>
      </p:sp>
      <p:sp>
        <p:nvSpPr>
          <p:cNvPr id="180" name="path-180">
            <a:extLst xmlns:a="http://schemas.openxmlformats.org/drawingml/2006/main">
              <a:ext uri="{FF2B5EF4-FFF2-40B4-BE49-F238E27FC236}">
                <a16:creationId xmlns:a16="http://schemas.microsoft.com/office/drawing/2014/main" id="{D172F3CC-ABE3-4F61-9FA7-CBBE774C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49" y="1276350"/>
            <a:ext cx="60151" cy="64352"/>
          </a:xfrm>
          <a:custGeom xmlns:a="http://schemas.openxmlformats.org/drawingml/2006/main">
            <a:pathLst>
              <a:path w="60151" h="64352">
                <a:moveTo>
                  <a:pt x="60151" y="0"/>
                </a:moveTo>
                <a:lnTo>
                  <a:pt x="42705" y="64352"/>
                </a:lnTo>
                <a:lnTo>
                  <a:pt x="0" y="28764"/>
                </a:ln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4288">
            <a:solidFill>
              <a:srgbClr val="999999"/>
            </a:solidFill>
          </a:ln>
        </p:spPr>
      </p:sp>
      <p:sp>
        <p:nvSpPr>
          <p:cNvPr id="181" name="line-181">
            <a:extLst xmlns:a="http://schemas.openxmlformats.org/drawingml/2006/main">
              <a:ext uri="{FF2B5EF4-FFF2-40B4-BE49-F238E27FC236}">
                <a16:creationId xmlns:a16="http://schemas.microsoft.com/office/drawing/2014/main" id="{7277EA19-9618-4DC8-8AD2-049A31F4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466850"/>
            <a:ext cx="685800" cy="895350"/>
          </a:xfrm>
          <a:custGeom xmlns:a="http://schemas.openxmlformats.org/drawingml/2006/main">
            <a:pathLst>
              <a:path w="685800" h="895350">
                <a:moveTo>
                  <a:pt x="0" y="0"/>
                </a:moveTo>
                <a:lnTo>
                  <a:pt x="685800" y="895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82" name="path-182">
            <a:extLst xmlns:a="http://schemas.openxmlformats.org/drawingml/2006/main">
              <a:ext uri="{FF2B5EF4-FFF2-40B4-BE49-F238E27FC236}">
                <a16:creationId xmlns:a16="http://schemas.microsoft.com/office/drawing/2014/main" id="{872A8E07-70CB-4981-9318-5B395053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973" y="2278610"/>
            <a:ext cx="75752" cy="83590"/>
          </a:xfrm>
          <a:custGeom xmlns:a="http://schemas.openxmlformats.org/drawingml/2006/main">
            <a:pathLst>
              <a:path w="75752" h="83590">
                <a:moveTo>
                  <a:pt x="75752" y="83590"/>
                </a:moveTo>
                <a:lnTo>
                  <a:pt x="0" y="43461"/>
                </a:lnTo>
                <a:lnTo>
                  <a:pt x="56740" y="0"/>
                </a:ln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83" name="AI-024-183">
            <a:extLst xmlns:a="http://schemas.openxmlformats.org/drawingml/2006/main">
              <a:ext uri="{FF2B5EF4-FFF2-40B4-BE49-F238E27FC236}">
                <a16:creationId xmlns:a16="http://schemas.microsoft.com/office/drawing/2014/main" id="{FA42B525-02DD-493E-8C73-E9289C04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240000">
            <a:off x="1514475" y="17430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LF mapping</a:t>
            </a:r>
          </a:p>
        </p:txBody>
      </p:sp>
      <p:sp>
        <p:nvSpPr>
          <p:cNvPr id="184" name="line-184">
            <a:extLst xmlns:a="http://schemas.openxmlformats.org/drawingml/2006/main">
              <a:ext uri="{FF2B5EF4-FFF2-40B4-BE49-F238E27FC236}">
                <a16:creationId xmlns:a16="http://schemas.microsoft.com/office/drawing/2014/main" id="{32F7116F-42FF-4582-A14A-41D79117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571625"/>
            <a:ext cx="514350" cy="781050"/>
          </a:xfrm>
          <a:custGeom xmlns:a="http://schemas.openxmlformats.org/drawingml/2006/main">
            <a:pathLst>
              <a:path w="514350" h="781050">
                <a:moveTo>
                  <a:pt x="0" y="78105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85" name="path-185">
            <a:extLst xmlns:a="http://schemas.openxmlformats.org/drawingml/2006/main">
              <a:ext uri="{FF2B5EF4-FFF2-40B4-BE49-F238E27FC236}">
                <a16:creationId xmlns:a16="http://schemas.microsoft.com/office/drawing/2014/main" id="{0B7AD746-E078-43B9-BF9E-DFF454C2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423" y="1571625"/>
            <a:ext cx="72702" cy="84732"/>
          </a:xfrm>
          <a:custGeom xmlns:a="http://schemas.openxmlformats.org/drawingml/2006/main">
            <a:pathLst>
              <a:path w="72702" h="84732">
                <a:moveTo>
                  <a:pt x="72702" y="0"/>
                </a:moveTo>
                <a:lnTo>
                  <a:pt x="59692" y="84732"/>
                </a:lnTo>
                <a:lnTo>
                  <a:pt x="0" y="45423"/>
                </a:ln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86" name="AI-024-186">
            <a:extLst xmlns:a="http://schemas.openxmlformats.org/drawingml/2006/main">
              <a:ext uri="{FF2B5EF4-FFF2-40B4-BE49-F238E27FC236}">
                <a16:creationId xmlns:a16="http://schemas.microsoft.com/office/drawing/2014/main" id="{61ECB8F8-291C-44BD-A7D9-FE1A7B89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3286125" y="1790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LF mapping</a:t>
            </a:r>
          </a:p>
        </p:txBody>
      </p:sp>
      <p:sp>
        <p:nvSpPr>
          <p:cNvPr id="187" name="AI-024-187">
            <a:extLst xmlns:a="http://schemas.openxmlformats.org/drawingml/2006/main">
              <a:ext uri="{FF2B5EF4-FFF2-40B4-BE49-F238E27FC236}">
                <a16:creationId xmlns:a16="http://schemas.microsoft.com/office/drawing/2014/main" id="{A9E393F8-2FCC-4700-AE0C-F2D929CB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895600"/>
            <a:ext cx="3952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find(“ana”)=[2,4)</a:t>
            </a:r>
          </a:p>
        </p:txBody>
      </p:sp>
      <p:sp>
        <p:nvSpPr>
          <p:cNvPr id="188" name="AI-024-188">
            <a:extLst xmlns:a="http://schemas.openxmlformats.org/drawingml/2006/main">
              <a:ext uri="{FF2B5EF4-FFF2-40B4-BE49-F238E27FC236}">
                <a16:creationId xmlns:a16="http://schemas.microsoft.com/office/drawing/2014/main" id="{17D1A763-939B-41CE-A89A-6F6F43E1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32289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count = 2</a:t>
            </a:r>
          </a:p>
        </p:txBody>
      </p:sp>
      <p:sp>
        <p:nvSpPr>
          <p:cNvPr id="189" name="AI-024-189">
            <a:extLst xmlns:a="http://schemas.openxmlformats.org/drawingml/2006/main">
              <a:ext uri="{FF2B5EF4-FFF2-40B4-BE49-F238E27FC236}">
                <a16:creationId xmlns:a16="http://schemas.microsoft.com/office/drawing/2014/main" id="{3F1EBA0C-CFFC-44CE-8E16-0B2710FB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7143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90" name="AI-024-190">
            <a:extLst xmlns:a="http://schemas.openxmlformats.org/drawingml/2006/main">
              <a:ext uri="{FF2B5EF4-FFF2-40B4-BE49-F238E27FC236}">
                <a16:creationId xmlns:a16="http://schemas.microsoft.com/office/drawing/2014/main" id="{12441C79-AC7E-48DD-AE81-0D1B0B2F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475" y="71437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91" name="AI-024-191">
            <a:extLst xmlns:a="http://schemas.openxmlformats.org/drawingml/2006/main">
              <a:ext uri="{FF2B5EF4-FFF2-40B4-BE49-F238E27FC236}">
                <a16:creationId xmlns:a16="http://schemas.microsoft.com/office/drawing/2014/main" id="{1F613CAC-4DEB-4A15-939A-7F853585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990600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2" name="AI-024-192">
            <a:extLst xmlns:a="http://schemas.openxmlformats.org/drawingml/2006/main">
              <a:ext uri="{FF2B5EF4-FFF2-40B4-BE49-F238E27FC236}">
                <a16:creationId xmlns:a16="http://schemas.microsoft.com/office/drawing/2014/main" id="{61D1BD60-1CDC-467B-8774-8BCD77D1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475" y="990600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3" name="AI-024-193">
            <a:extLst xmlns:a="http://schemas.openxmlformats.org/drawingml/2006/main">
              <a:ext uri="{FF2B5EF4-FFF2-40B4-BE49-F238E27FC236}">
                <a16:creationId xmlns:a16="http://schemas.microsoft.com/office/drawing/2014/main" id="{5E1C166D-9C09-46E2-AE29-145F67CA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5113" y="990600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94" name="AI-024-194">
            <a:extLst xmlns:a="http://schemas.openxmlformats.org/drawingml/2006/main">
              <a:ext uri="{FF2B5EF4-FFF2-40B4-BE49-F238E27FC236}">
                <a16:creationId xmlns:a16="http://schemas.microsoft.com/office/drawing/2014/main" id="{5A90ABC8-22E0-4783-B670-8FDD29FA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12668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5" name="AI-024-195">
            <a:extLst xmlns:a="http://schemas.openxmlformats.org/drawingml/2006/main">
              <a:ext uri="{FF2B5EF4-FFF2-40B4-BE49-F238E27FC236}">
                <a16:creationId xmlns:a16="http://schemas.microsoft.com/office/drawing/2014/main" id="{5B794C54-735F-466A-A206-A634E185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475" y="126682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6" name="AI-024-196">
            <a:extLst xmlns:a="http://schemas.openxmlformats.org/drawingml/2006/main">
              <a:ext uri="{FF2B5EF4-FFF2-40B4-BE49-F238E27FC236}">
                <a16:creationId xmlns:a16="http://schemas.microsoft.com/office/drawing/2014/main" id="{00574916-F036-41F9-804B-C09A056F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5113" y="126682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97" name="AI-024-197">
            <a:extLst xmlns:a="http://schemas.openxmlformats.org/drawingml/2006/main">
              <a:ext uri="{FF2B5EF4-FFF2-40B4-BE49-F238E27FC236}">
                <a16:creationId xmlns:a16="http://schemas.microsoft.com/office/drawing/2014/main" id="{5455B6C0-F404-4A24-BE06-70880942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126682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8" name="AI-024-198">
            <a:extLst xmlns:a="http://schemas.openxmlformats.org/drawingml/2006/main">
              <a:ext uri="{FF2B5EF4-FFF2-40B4-BE49-F238E27FC236}">
                <a16:creationId xmlns:a16="http://schemas.microsoft.com/office/drawing/2014/main" id="{074A19C0-E98F-4060-8DA4-4ED0743A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0388" y="126682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99" name="AI-024-199">
            <a:extLst xmlns:a="http://schemas.openxmlformats.org/drawingml/2006/main">
              <a:ext uri="{FF2B5EF4-FFF2-40B4-BE49-F238E27FC236}">
                <a16:creationId xmlns:a16="http://schemas.microsoft.com/office/drawing/2014/main" id="{1BB62278-AA79-44C9-80E4-C81920FD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1543050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0" name="AI-024-200">
            <a:extLst xmlns:a="http://schemas.openxmlformats.org/drawingml/2006/main">
              <a:ext uri="{FF2B5EF4-FFF2-40B4-BE49-F238E27FC236}">
                <a16:creationId xmlns:a16="http://schemas.microsoft.com/office/drawing/2014/main" id="{D155EC9B-14A2-4F65-A422-0ED64D48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475" y="1543050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1" name="AI-024-201">
            <a:extLst xmlns:a="http://schemas.openxmlformats.org/drawingml/2006/main">
              <a:ext uri="{FF2B5EF4-FFF2-40B4-BE49-F238E27FC236}">
                <a16:creationId xmlns:a16="http://schemas.microsoft.com/office/drawing/2014/main" id="{512F3796-533D-4FB1-A1C7-9B44BA9F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5113" y="1543050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2" name="AI-024-202">
            <a:extLst xmlns:a="http://schemas.openxmlformats.org/drawingml/2006/main">
              <a:ext uri="{FF2B5EF4-FFF2-40B4-BE49-F238E27FC236}">
                <a16:creationId xmlns:a16="http://schemas.microsoft.com/office/drawing/2014/main" id="{6BA09476-7FFD-428D-B438-093551DE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1543050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3" name="AI-024-203">
            <a:extLst xmlns:a="http://schemas.openxmlformats.org/drawingml/2006/main">
              <a:ext uri="{FF2B5EF4-FFF2-40B4-BE49-F238E27FC236}">
                <a16:creationId xmlns:a16="http://schemas.microsoft.com/office/drawing/2014/main" id="{1A1EBD69-0D4A-4DD3-9BA6-F93489B5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0388" y="1543050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4" name="AI-024-204">
            <a:extLst xmlns:a="http://schemas.openxmlformats.org/drawingml/2006/main">
              <a:ext uri="{FF2B5EF4-FFF2-40B4-BE49-F238E27FC236}">
                <a16:creationId xmlns:a16="http://schemas.microsoft.com/office/drawing/2014/main" id="{57131FE3-B7B0-403C-8166-1909F8C3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1543050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5" name="AI-024-205">
            <a:extLst xmlns:a="http://schemas.openxmlformats.org/drawingml/2006/main">
              <a:ext uri="{FF2B5EF4-FFF2-40B4-BE49-F238E27FC236}">
                <a16:creationId xmlns:a16="http://schemas.microsoft.com/office/drawing/2014/main" id="{7E253BCE-5EB4-46A6-8B71-D7EB63C9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5663" y="1543050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06" name="AI-024-206">
            <a:extLst xmlns:a="http://schemas.openxmlformats.org/drawingml/2006/main">
              <a:ext uri="{FF2B5EF4-FFF2-40B4-BE49-F238E27FC236}">
                <a16:creationId xmlns:a16="http://schemas.microsoft.com/office/drawing/2014/main" id="{4040BD2B-71A4-493C-B7D9-1C843B8B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18192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7" name="AI-024-207">
            <a:extLst xmlns:a="http://schemas.openxmlformats.org/drawingml/2006/main">
              <a:ext uri="{FF2B5EF4-FFF2-40B4-BE49-F238E27FC236}">
                <a16:creationId xmlns:a16="http://schemas.microsoft.com/office/drawing/2014/main" id="{8D52AEE7-EC0F-471F-A1D9-4DEB9DC5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475" y="181927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8" name="AI-024-208">
            <a:extLst xmlns:a="http://schemas.openxmlformats.org/drawingml/2006/main">
              <a:ext uri="{FF2B5EF4-FFF2-40B4-BE49-F238E27FC236}">
                <a16:creationId xmlns:a16="http://schemas.microsoft.com/office/drawing/2014/main" id="{F3181803-F5CE-4737-9271-1C40A42A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5113" y="181927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9" name="AI-024-209">
            <a:extLst xmlns:a="http://schemas.openxmlformats.org/drawingml/2006/main">
              <a:ext uri="{FF2B5EF4-FFF2-40B4-BE49-F238E27FC236}">
                <a16:creationId xmlns:a16="http://schemas.microsoft.com/office/drawing/2014/main" id="{269C46E0-3944-48A1-840C-313D3A8C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181927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10" name="AI-024-210">
            <a:extLst xmlns:a="http://schemas.openxmlformats.org/drawingml/2006/main">
              <a:ext uri="{FF2B5EF4-FFF2-40B4-BE49-F238E27FC236}">
                <a16:creationId xmlns:a16="http://schemas.microsoft.com/office/drawing/2014/main" id="{A955C2FC-EED5-4820-A6FC-925522C3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0388" y="181927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11" name="AI-024-211">
            <a:extLst xmlns:a="http://schemas.openxmlformats.org/drawingml/2006/main">
              <a:ext uri="{FF2B5EF4-FFF2-40B4-BE49-F238E27FC236}">
                <a16:creationId xmlns:a16="http://schemas.microsoft.com/office/drawing/2014/main" id="{3CF507E9-C7DA-4D11-B84C-3B413553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181927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12" name="AI-024-212">
            <a:extLst xmlns:a="http://schemas.openxmlformats.org/drawingml/2006/main">
              <a:ext uri="{FF2B5EF4-FFF2-40B4-BE49-F238E27FC236}">
                <a16:creationId xmlns:a16="http://schemas.microsoft.com/office/drawing/2014/main" id="{FD958097-BFDA-4900-BDB1-48DE97FA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5663" y="181927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13" name="AI-024-213">
            <a:extLst xmlns:a="http://schemas.openxmlformats.org/drawingml/2006/main">
              <a:ext uri="{FF2B5EF4-FFF2-40B4-BE49-F238E27FC236}">
                <a16:creationId xmlns:a16="http://schemas.microsoft.com/office/drawing/2014/main" id="{087928A9-FD74-450C-A457-004A38F8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181927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14" name="AI-024-214">
            <a:extLst xmlns:a="http://schemas.openxmlformats.org/drawingml/2006/main">
              <a:ext uri="{FF2B5EF4-FFF2-40B4-BE49-F238E27FC236}">
                <a16:creationId xmlns:a16="http://schemas.microsoft.com/office/drawing/2014/main" id="{732A7E20-5247-4B56-A7AD-2818D82A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2095500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5" name="AI-024-215">
            <a:extLst xmlns:a="http://schemas.openxmlformats.org/drawingml/2006/main">
              <a:ext uri="{FF2B5EF4-FFF2-40B4-BE49-F238E27FC236}">
                <a16:creationId xmlns:a16="http://schemas.microsoft.com/office/drawing/2014/main" id="{64315696-7652-4899-A1F6-A765EBDA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475" y="2095500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16" name="AI-024-216">
            <a:extLst xmlns:a="http://schemas.openxmlformats.org/drawingml/2006/main">
              <a:ext uri="{FF2B5EF4-FFF2-40B4-BE49-F238E27FC236}">
                <a16:creationId xmlns:a16="http://schemas.microsoft.com/office/drawing/2014/main" id="{3B3592F2-26D6-4B70-BA30-3C80FCAD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5113" y="2095500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17" name="AI-024-217">
            <a:extLst xmlns:a="http://schemas.openxmlformats.org/drawingml/2006/main">
              <a:ext uri="{FF2B5EF4-FFF2-40B4-BE49-F238E27FC236}">
                <a16:creationId xmlns:a16="http://schemas.microsoft.com/office/drawing/2014/main" id="{3C542F97-3F36-4BAF-BF71-B8524EFA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095500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BBBBBB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BBBBBB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18" name="AI-024-218">
            <a:extLst xmlns:a="http://schemas.openxmlformats.org/drawingml/2006/main">
              <a:ext uri="{FF2B5EF4-FFF2-40B4-BE49-F238E27FC236}">
                <a16:creationId xmlns:a16="http://schemas.microsoft.com/office/drawing/2014/main" id="{96D60F73-64F1-49A7-8B43-6F7DF1C1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23717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9" name="AI-024-219">
            <a:extLst xmlns:a="http://schemas.openxmlformats.org/drawingml/2006/main">
              <a:ext uri="{FF2B5EF4-FFF2-40B4-BE49-F238E27FC236}">
                <a16:creationId xmlns:a16="http://schemas.microsoft.com/office/drawing/2014/main" id="{35CDB92D-D05B-4DFF-84AE-663B7971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475" y="237172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20" name="AI-024-220">
            <a:extLst xmlns:a="http://schemas.openxmlformats.org/drawingml/2006/main">
              <a:ext uri="{FF2B5EF4-FFF2-40B4-BE49-F238E27FC236}">
                <a16:creationId xmlns:a16="http://schemas.microsoft.com/office/drawing/2014/main" id="{6CFB6FBE-DE8C-4B15-B34F-C9713E4C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5113" y="237172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1" name="AI-024-221">
            <a:extLst xmlns:a="http://schemas.openxmlformats.org/drawingml/2006/main">
              <a:ext uri="{FF2B5EF4-FFF2-40B4-BE49-F238E27FC236}">
                <a16:creationId xmlns:a16="http://schemas.microsoft.com/office/drawing/2014/main" id="{DAD12FAF-5008-4045-9F76-E2C21988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37172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22" name="AI-024-222">
            <a:extLst xmlns:a="http://schemas.openxmlformats.org/drawingml/2006/main">
              <a:ext uri="{FF2B5EF4-FFF2-40B4-BE49-F238E27FC236}">
                <a16:creationId xmlns:a16="http://schemas.microsoft.com/office/drawing/2014/main" id="{9DE9A796-8675-4552-8367-F9A09583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0388" y="237172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3" name="AI-024-223">
            <a:extLst xmlns:a="http://schemas.openxmlformats.org/drawingml/2006/main">
              <a:ext uri="{FF2B5EF4-FFF2-40B4-BE49-F238E27FC236}">
                <a16:creationId xmlns:a16="http://schemas.microsoft.com/office/drawing/2014/main" id="{DF4EF277-ADC8-447C-8080-203F43AC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2371725"/>
            <a:ext cx="1571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24" name="AI-024-224">
            <a:extLst xmlns:a="http://schemas.openxmlformats.org/drawingml/2006/main">
              <a:ext uri="{FF2B5EF4-FFF2-40B4-BE49-F238E27FC236}">
                <a16:creationId xmlns:a16="http://schemas.microsoft.com/office/drawing/2014/main" id="{C1EBC26F-3881-4388-8FCD-0A6B9F75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1809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banana$</a:t>
            </a:r>
          </a:p>
        </p:txBody>
      </p:sp>
      <p:sp>
        <p:nvSpPr>
          <p:cNvPr id="225" name="line-225">
            <a:extLst xmlns:a="http://schemas.openxmlformats.org/drawingml/2006/main">
              <a:ext uri="{FF2B5EF4-FFF2-40B4-BE49-F238E27FC236}">
                <a16:creationId xmlns:a16="http://schemas.microsoft.com/office/drawing/2014/main" id="{5A52EABA-3CB0-471F-B7E0-CD388606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390650"/>
            <a:ext cx="914400" cy="10"/>
          </a:xfrm>
          <a:custGeom xmlns:a="http://schemas.openxmlformats.org/drawingml/2006/main">
            <a:pathLst>
              <a:path w="914400" h="1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0AAFF"/>
            </a:solidFill>
            <a:prstDash val="dash"/>
          </a:ln>
        </p:spPr>
      </p:sp>
      <p:sp>
        <p:nvSpPr>
          <p:cNvPr id="226" name="path-226">
            <a:extLst xmlns:a="http://schemas.openxmlformats.org/drawingml/2006/main">
              <a:ext uri="{FF2B5EF4-FFF2-40B4-BE49-F238E27FC236}">
                <a16:creationId xmlns:a16="http://schemas.microsoft.com/office/drawing/2014/main" id="{73EAB88B-4766-46BB-A96F-6401DB8A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23975"/>
            <a:ext cx="76200" cy="133350"/>
          </a:xfrm>
          <a:custGeom xmlns:a="http://schemas.openxmlformats.org/drawingml/2006/main">
            <a:pathLst>
              <a:path w="76200" h="133350">
                <a:moveTo>
                  <a:pt x="0" y="0"/>
                </a:moveTo>
                <a:lnTo>
                  <a:pt x="76200" y="66675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0AAFF"/>
            </a:solidFill>
          </a:ln>
        </p:spPr>
      </p:sp>
      <p:sp>
        <p:nvSpPr>
          <p:cNvPr id="227" name="AI-024-227">
            <a:extLst xmlns:a="http://schemas.openxmlformats.org/drawingml/2006/main">
              <a:ext uri="{FF2B5EF4-FFF2-40B4-BE49-F238E27FC236}">
                <a16:creationId xmlns:a16="http://schemas.microsoft.com/office/drawing/2014/main" id="{60599B78-998F-4380-ACDE-C957453A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122872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28" name="line-228">
            <a:extLst xmlns:a="http://schemas.openxmlformats.org/drawingml/2006/main">
              <a:ext uri="{FF2B5EF4-FFF2-40B4-BE49-F238E27FC236}">
                <a16:creationId xmlns:a16="http://schemas.microsoft.com/office/drawing/2014/main" id="{6FA72DBA-DAEA-410E-8B2D-EBD63905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676400"/>
            <a:ext cx="1000125" cy="10"/>
          </a:xfrm>
          <a:custGeom xmlns:a="http://schemas.openxmlformats.org/drawingml/2006/main">
            <a:pathLst>
              <a:path w="1000125" h="10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5BA88B"/>
            </a:solidFill>
          </a:ln>
        </p:spPr>
      </p:sp>
      <p:sp>
        <p:nvSpPr>
          <p:cNvPr id="229" name="path-229">
            <a:extLst xmlns:a="http://schemas.openxmlformats.org/drawingml/2006/main">
              <a:ext uri="{FF2B5EF4-FFF2-40B4-BE49-F238E27FC236}">
                <a16:creationId xmlns:a16="http://schemas.microsoft.com/office/drawing/2014/main" id="{0B997081-3F9B-490E-8A1A-8B0DD40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621" y="163669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A88B"/>
          </a:solidFill>
          <a:ln xmlns:a="http://schemas.openxmlformats.org/drawingml/2006/main" w="21908">
            <a:solidFill>
              <a:srgbClr val="5BA88B"/>
            </a:solidFill>
          </a:ln>
        </p:spPr>
      </p:sp>
      <p:sp>
        <p:nvSpPr>
          <p:cNvPr id="230" name="path-230">
            <a:extLst xmlns:a="http://schemas.openxmlformats.org/drawingml/2006/main">
              <a:ext uri="{FF2B5EF4-FFF2-40B4-BE49-F238E27FC236}">
                <a16:creationId xmlns:a16="http://schemas.microsoft.com/office/drawing/2014/main" id="{303502A2-DAFE-4053-AF1F-892C36FA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495425"/>
            <a:ext cx="85725" cy="981075"/>
          </a:xfrm>
          <a:custGeom xmlns:a="http://schemas.openxmlformats.org/drawingml/2006/main">
            <a:pathLst>
              <a:path w="85725" h="981075">
                <a:moveTo>
                  <a:pt x="0" y="0"/>
                </a:moveTo>
                <a:lnTo>
                  <a:pt x="0" y="790575"/>
                </a:lnTo>
                <a:lnTo>
                  <a:pt x="85725" y="9810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0AAFF"/>
            </a:solidFill>
            <a:prstDash val="dash"/>
          </a:ln>
        </p:spPr>
      </p:sp>
      <p:sp>
        <p:nvSpPr>
          <p:cNvPr id="231" name="AI-024-231">
            <a:extLst xmlns:a="http://schemas.openxmlformats.org/drawingml/2006/main">
              <a:ext uri="{FF2B5EF4-FFF2-40B4-BE49-F238E27FC236}">
                <a16:creationId xmlns:a16="http://schemas.microsoft.com/office/drawing/2014/main" id="{8F1772CA-E44C-4229-898A-DC9C6562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638800" y="2047875"/>
            <a:ext cx="866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80AA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0AAFF"/>
                </a:solidFill>
                <a:latin typeface="Arial"/>
                <a:ea typeface="Arial"/>
                <a:cs typeface="Arial"/>
              </a:rPr>
              <a:t>LF mapping</a:t>
            </a:r>
          </a:p>
        </p:txBody>
      </p:sp>
      <p:sp>
        <p:nvSpPr>
          <p:cNvPr id="232" name="line-232">
            <a:extLst xmlns:a="http://schemas.openxmlformats.org/drawingml/2006/main">
              <a:ext uri="{FF2B5EF4-FFF2-40B4-BE49-F238E27FC236}">
                <a16:creationId xmlns:a16="http://schemas.microsoft.com/office/drawing/2014/main" id="{78D5C4C1-C770-4EE7-8AA2-F0491D4B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"/>
            <a:ext cx="866775" cy="895350"/>
          </a:xfrm>
          <a:custGeom xmlns:a="http://schemas.openxmlformats.org/drawingml/2006/main">
            <a:pathLst>
              <a:path w="866775" h="895350">
                <a:moveTo>
                  <a:pt x="0" y="895350"/>
                </a:moveTo>
                <a:lnTo>
                  <a:pt x="866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0AAFF"/>
            </a:solidFill>
            <a:prstDash val="dash"/>
          </a:ln>
        </p:spPr>
      </p:sp>
      <p:sp>
        <p:nvSpPr>
          <p:cNvPr id="233" name="path-233">
            <a:extLst xmlns:a="http://schemas.openxmlformats.org/drawingml/2006/main">
              <a:ext uri="{FF2B5EF4-FFF2-40B4-BE49-F238E27FC236}">
                <a16:creationId xmlns:a16="http://schemas.microsoft.com/office/drawing/2014/main" id="{D0E20861-EEF1-4C18-8CFA-3BDFDE88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953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19050"/>
                </a:moveTo>
                <a:lnTo>
                  <a:pt x="95250" y="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AAFF"/>
            </a:solidFill>
          </a:ln>
        </p:spPr>
      </p:sp>
      <p:sp>
        <p:nvSpPr>
          <p:cNvPr id="234" name="line-234">
            <a:extLst xmlns:a="http://schemas.openxmlformats.org/drawingml/2006/main">
              <a:ext uri="{FF2B5EF4-FFF2-40B4-BE49-F238E27FC236}">
                <a16:creationId xmlns:a16="http://schemas.microsoft.com/office/drawing/2014/main" id="{8760E6B1-EA76-4121-B528-4C66A007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6725"/>
            <a:ext cx="333375" cy="1219200"/>
          </a:xfrm>
          <a:custGeom xmlns:a="http://schemas.openxmlformats.org/drawingml/2006/main">
            <a:pathLst>
              <a:path w="333375" h="1219200">
                <a:moveTo>
                  <a:pt x="0" y="121920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BA88B"/>
            </a:solidFill>
          </a:ln>
        </p:spPr>
      </p:sp>
      <p:sp>
        <p:nvSpPr>
          <p:cNvPr id="235" name="path-235">
            <a:extLst xmlns:a="http://schemas.openxmlformats.org/drawingml/2006/main">
              <a:ext uri="{FF2B5EF4-FFF2-40B4-BE49-F238E27FC236}">
                <a16:creationId xmlns:a16="http://schemas.microsoft.com/office/drawing/2014/main" id="{54D3C83A-85D3-48C6-AD13-E27C51BF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752" y="466725"/>
            <a:ext cx="68942" cy="84587"/>
          </a:xfrm>
          <a:custGeom xmlns:a="http://schemas.openxmlformats.org/drawingml/2006/main">
            <a:pathLst>
              <a:path w="68942" h="84587">
                <a:moveTo>
                  <a:pt x="55023" y="0"/>
                </a:moveTo>
                <a:lnTo>
                  <a:pt x="68942" y="84587"/>
                </a:lnTo>
                <a:lnTo>
                  <a:pt x="0" y="65736"/>
                </a:lnTo>
                <a:close/>
              </a:path>
            </a:pathLst>
          </a:custGeom>
          <a:solidFill xmlns:a="http://schemas.openxmlformats.org/drawingml/2006/main">
            <a:srgbClr val="5BA88B"/>
          </a:solidFill>
          <a:ln xmlns:a="http://schemas.openxmlformats.org/drawingml/2006/main" w="18098">
            <a:solidFill>
              <a:srgbClr val="5BA88B"/>
            </a:solidFill>
          </a:ln>
        </p:spPr>
      </p:sp>
      <p:sp>
        <p:nvSpPr>
          <p:cNvPr id="236" name="line-236">
            <a:extLst xmlns:a="http://schemas.openxmlformats.org/drawingml/2006/main">
              <a:ext uri="{FF2B5EF4-FFF2-40B4-BE49-F238E27FC236}">
                <a16:creationId xmlns:a16="http://schemas.microsoft.com/office/drawing/2014/main" id="{167CB9C6-3A93-47E7-8BB0-F26BF093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4825"/>
            <a:ext cx="762000" cy="1981200"/>
          </a:xfrm>
          <a:custGeom xmlns:a="http://schemas.openxmlformats.org/drawingml/2006/main">
            <a:pathLst>
              <a:path w="762000" h="1981200">
                <a:moveTo>
                  <a:pt x="0" y="198120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80AAFF"/>
            </a:solidFill>
          </a:ln>
        </p:spPr>
      </p:sp>
      <p:sp>
        <p:nvSpPr>
          <p:cNvPr id="237" name="path-237">
            <a:extLst xmlns:a="http://schemas.openxmlformats.org/drawingml/2006/main">
              <a:ext uri="{FF2B5EF4-FFF2-40B4-BE49-F238E27FC236}">
                <a16:creationId xmlns:a16="http://schemas.microsoft.com/office/drawing/2014/main" id="{4CA3FA8C-F79E-416B-A11D-2350111D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199" y="504825"/>
            <a:ext cx="66709" cy="85556"/>
          </a:xfrm>
          <a:custGeom xmlns:a="http://schemas.openxmlformats.org/drawingml/2006/main">
            <a:pathLst>
              <a:path w="66709" h="85556">
                <a:moveTo>
                  <a:pt x="61326" y="0"/>
                </a:moveTo>
                <a:lnTo>
                  <a:pt x="66709" y="85556"/>
                </a:lnTo>
                <a:lnTo>
                  <a:pt x="0" y="59899"/>
                </a:lnTo>
                <a:close/>
              </a:path>
            </a:pathLst>
          </a:custGeom>
          <a:solidFill xmlns:a="http://schemas.openxmlformats.org/drawingml/2006/main">
            <a:srgbClr val="80AAFF"/>
          </a:solidFill>
          <a:ln xmlns:a="http://schemas.openxmlformats.org/drawingml/2006/main" w="12383">
            <a:solidFill>
              <a:srgbClr val="80AAFF"/>
            </a:solidFill>
          </a:ln>
        </p:spPr>
      </p:sp>
      <p:sp>
        <p:nvSpPr>
          <p:cNvPr id="238" name="line-238">
            <a:extLst xmlns:a="http://schemas.openxmlformats.org/drawingml/2006/main">
              <a:ext uri="{FF2B5EF4-FFF2-40B4-BE49-F238E27FC236}">
                <a16:creationId xmlns:a16="http://schemas.microsoft.com/office/drawing/2014/main" id="{8C42B710-AB89-42A6-8062-4EB871F6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1371600" cy="9525"/>
          </a:xfrm>
          <a:custGeom xmlns:a="http://schemas.openxmlformats.org/drawingml/2006/main">
            <a:pathLst>
              <a:path w="1371600" h="9525">
                <a:moveTo>
                  <a:pt x="0" y="0"/>
                </a:moveTo>
                <a:lnTo>
                  <a:pt x="13716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BA88B"/>
            </a:solidFill>
          </a:ln>
        </p:spPr>
      </p:sp>
      <p:sp>
        <p:nvSpPr>
          <p:cNvPr id="239" name="path-239">
            <a:extLst xmlns:a="http://schemas.openxmlformats.org/drawingml/2006/main">
              <a:ext uri="{FF2B5EF4-FFF2-40B4-BE49-F238E27FC236}">
                <a16:creationId xmlns:a16="http://schemas.microsoft.com/office/drawing/2014/main" id="{79E2FDB0-FB29-4A48-B589-3734E66F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612" y="1641587"/>
            <a:ext cx="95538" cy="87353"/>
          </a:xfrm>
          <a:custGeom xmlns:a="http://schemas.openxmlformats.org/drawingml/2006/main">
            <a:pathLst>
              <a:path w="95538" h="87353">
                <a:moveTo>
                  <a:pt x="95538" y="44338"/>
                </a:moveTo>
                <a:lnTo>
                  <a:pt x="0" y="87353"/>
                </a:lnTo>
                <a:lnTo>
                  <a:pt x="607" y="0"/>
                </a:lnTo>
                <a:close/>
              </a:path>
            </a:pathLst>
          </a:custGeom>
          <a:solidFill xmlns:a="http://schemas.openxmlformats.org/drawingml/2006/main">
            <a:srgbClr val="5BA88B"/>
          </a:solidFill>
          <a:ln xmlns:a="http://schemas.openxmlformats.org/drawingml/2006/main" w="23813">
            <a:solidFill>
              <a:srgbClr val="5BA88B"/>
            </a:solidFill>
          </a:ln>
        </p:spPr>
      </p:sp>
      <p:sp>
        <p:nvSpPr>
          <p:cNvPr id="240" name="AI-024-240">
            <a:extLst xmlns:a="http://schemas.openxmlformats.org/drawingml/2006/main">
              <a:ext uri="{FF2B5EF4-FFF2-40B4-BE49-F238E27FC236}">
                <a16:creationId xmlns:a16="http://schemas.microsoft.com/office/drawing/2014/main" id="{F486B4BF-92CB-4F59-ADD9-F75D9CB3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29146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locate</a:t>
            </a:r>
          </a:p>
        </p:txBody>
      </p:sp>
      <p:sp>
        <p:nvSpPr>
          <p:cNvPr id="241" name="AI-024-241">
            <a:extLst xmlns:a="http://schemas.openxmlformats.org/drawingml/2006/main">
              <a:ext uri="{FF2B5EF4-FFF2-40B4-BE49-F238E27FC236}">
                <a16:creationId xmlns:a16="http://schemas.microsoft.com/office/drawing/2014/main" id="{16AEFAE5-BFE9-4B30-9246-4902D178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3219450"/>
            <a:ext cx="2219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 i="0">
                <a:solidFill>
                  <a:srgbClr val="80AAFF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80AAFF"/>
                </a:solidFill>
                <a:latin typeface="Arial"/>
                <a:ea typeface="Arial"/>
                <a:cs typeface="Arial"/>
              </a:rPr>
              <a:t>locate(“ana”,1)=3</a:t>
            </a:r>
          </a:p>
        </p:txBody>
      </p:sp>
      <p:sp>
        <p:nvSpPr>
          <p:cNvPr id="242" name="AI-024-242">
            <a:extLst xmlns:a="http://schemas.openxmlformats.org/drawingml/2006/main">
              <a:ext uri="{FF2B5EF4-FFF2-40B4-BE49-F238E27FC236}">
                <a16:creationId xmlns:a16="http://schemas.microsoft.com/office/drawing/2014/main" id="{05796E7F-92CC-4EB3-AC1C-8BBCF78F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3476625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locate(“ana”,2)=1</a:t>
            </a:r>
          </a:p>
        </p:txBody>
      </p:sp>
      <p:sp>
        <p:nvSpPr>
          <p:cNvPr id="243" name="AI-024-243">
            <a:extLst xmlns:a="http://schemas.openxmlformats.org/drawingml/2006/main">
              <a:ext uri="{FF2B5EF4-FFF2-40B4-BE49-F238E27FC236}">
                <a16:creationId xmlns:a16="http://schemas.microsoft.com/office/drawing/2014/main" id="{3090342C-5365-49A8-A6E8-1879C167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2000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start = 0</a:t>
            </a:r>
          </a:p>
        </p:txBody>
      </p:sp>
      <p:sp>
        <p:nvSpPr>
          <p:cNvPr id="244" name="AI-024-244">
            <a:extLst xmlns:a="http://schemas.openxmlformats.org/drawingml/2006/main">
              <a:ext uri="{FF2B5EF4-FFF2-40B4-BE49-F238E27FC236}">
                <a16:creationId xmlns:a16="http://schemas.microsoft.com/office/drawing/2014/main" id="{73DB8DA4-4F9C-4793-B5EE-C4FBC34D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438150"/>
            <a:ext cx="847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end = 5</a:t>
            </a:r>
          </a:p>
        </p:txBody>
      </p:sp>
      <p:sp>
        <p:nvSpPr>
          <p:cNvPr id="245" name="AI-024-245">
            <a:extLst xmlns:a="http://schemas.openxmlformats.org/drawingml/2006/main">
              <a:ext uri="{FF2B5EF4-FFF2-40B4-BE49-F238E27FC236}">
                <a16:creationId xmlns:a16="http://schemas.microsoft.com/office/drawing/2014/main" id="{68581C68-CF6B-42D4-8AB9-1DAF30DA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1225" y="4286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46" name="AI-024-246">
            <a:extLst xmlns:a="http://schemas.openxmlformats.org/drawingml/2006/main">
              <a:ext uri="{FF2B5EF4-FFF2-40B4-BE49-F238E27FC236}">
                <a16:creationId xmlns:a16="http://schemas.microsoft.com/office/drawing/2014/main" id="{465000E4-9D52-4A0C-95E4-72E8253D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6958" y="4286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47" name="AI-024-247">
            <a:extLst xmlns:a="http://schemas.openxmlformats.org/drawingml/2006/main">
              <a:ext uri="{FF2B5EF4-FFF2-40B4-BE49-F238E27FC236}">
                <a16:creationId xmlns:a16="http://schemas.microsoft.com/office/drawing/2014/main" id="{FF3E8F70-C95C-4648-AE33-A2A8E0B1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2690" y="4286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48" name="AI-024-248">
            <a:extLst xmlns:a="http://schemas.openxmlformats.org/drawingml/2006/main">
              <a:ext uri="{FF2B5EF4-FFF2-40B4-BE49-F238E27FC236}">
                <a16:creationId xmlns:a16="http://schemas.microsoft.com/office/drawing/2014/main" id="{217AB9F4-B013-4035-825E-FF295D3E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8423" y="4286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49" name="AI-024-249">
            <a:extLst xmlns:a="http://schemas.openxmlformats.org/drawingml/2006/main">
              <a:ext uri="{FF2B5EF4-FFF2-40B4-BE49-F238E27FC236}">
                <a16:creationId xmlns:a16="http://schemas.microsoft.com/office/drawing/2014/main" id="{03710362-3830-439E-BA1A-D46EF3BA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4155" y="4286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0" name="AI-024-250">
            <a:extLst xmlns:a="http://schemas.openxmlformats.org/drawingml/2006/main">
              <a:ext uri="{FF2B5EF4-FFF2-40B4-BE49-F238E27FC236}">
                <a16:creationId xmlns:a16="http://schemas.microsoft.com/office/drawing/2014/main" id="{01B3D810-5D9E-4A1C-A57E-E979C7E9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9888" y="4286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51" name="AI-024-251">
            <a:extLst xmlns:a="http://schemas.openxmlformats.org/drawingml/2006/main">
              <a:ext uri="{FF2B5EF4-FFF2-40B4-BE49-F238E27FC236}">
                <a16:creationId xmlns:a16="http://schemas.microsoft.com/office/drawing/2014/main" id="{CB63C761-7480-4F57-BAF3-B68E0B01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620" y="4286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2" name="AI-024-252">
            <a:extLst xmlns:a="http://schemas.openxmlformats.org/drawingml/2006/main">
              <a:ext uri="{FF2B5EF4-FFF2-40B4-BE49-F238E27FC236}">
                <a16:creationId xmlns:a16="http://schemas.microsoft.com/office/drawing/2014/main" id="{33F083E8-6A59-42EE-B455-C3EC045E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1225" y="7524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3" name="AI-024-253">
            <a:extLst xmlns:a="http://schemas.openxmlformats.org/drawingml/2006/main">
              <a:ext uri="{FF2B5EF4-FFF2-40B4-BE49-F238E27FC236}">
                <a16:creationId xmlns:a16="http://schemas.microsoft.com/office/drawing/2014/main" id="{F547E261-26C3-4F46-BDAE-08EBAA2F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6958" y="7524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54" name="AI-024-254">
            <a:extLst xmlns:a="http://schemas.openxmlformats.org/drawingml/2006/main">
              <a:ext uri="{FF2B5EF4-FFF2-40B4-BE49-F238E27FC236}">
                <a16:creationId xmlns:a16="http://schemas.microsoft.com/office/drawing/2014/main" id="{438567F3-8F9D-4F8D-A206-04DDC59F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2690" y="7524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55" name="AI-024-255">
            <a:extLst xmlns:a="http://schemas.openxmlformats.org/drawingml/2006/main">
              <a:ext uri="{FF2B5EF4-FFF2-40B4-BE49-F238E27FC236}">
                <a16:creationId xmlns:a16="http://schemas.microsoft.com/office/drawing/2014/main" id="{249F773D-2FEF-4042-B8CD-97724929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8423" y="7524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6" name="AI-024-256">
            <a:extLst xmlns:a="http://schemas.openxmlformats.org/drawingml/2006/main">
              <a:ext uri="{FF2B5EF4-FFF2-40B4-BE49-F238E27FC236}">
                <a16:creationId xmlns:a16="http://schemas.microsoft.com/office/drawing/2014/main" id="{600AFBCF-7D09-4AD8-ACD3-F615A1D1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4155" y="7524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57" name="AI-024-257">
            <a:extLst xmlns:a="http://schemas.openxmlformats.org/drawingml/2006/main">
              <a:ext uri="{FF2B5EF4-FFF2-40B4-BE49-F238E27FC236}">
                <a16:creationId xmlns:a16="http://schemas.microsoft.com/office/drawing/2014/main" id="{49145345-D8FF-4977-BA5C-42467EA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9888" y="7524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8" name="AI-024-258">
            <a:extLst xmlns:a="http://schemas.openxmlformats.org/drawingml/2006/main">
              <a:ext uri="{FF2B5EF4-FFF2-40B4-BE49-F238E27FC236}">
                <a16:creationId xmlns:a16="http://schemas.microsoft.com/office/drawing/2014/main" id="{AF3D09AD-958F-4EFC-8DD3-F3DD5776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620" y="7524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59" name="AI-024-259">
            <a:extLst xmlns:a="http://schemas.openxmlformats.org/drawingml/2006/main">
              <a:ext uri="{FF2B5EF4-FFF2-40B4-BE49-F238E27FC236}">
                <a16:creationId xmlns:a16="http://schemas.microsoft.com/office/drawing/2014/main" id="{333AE701-4F5A-4AF6-AAEB-6832BCB8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1225" y="10763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60" name="AI-024-260">
            <a:extLst xmlns:a="http://schemas.openxmlformats.org/drawingml/2006/main">
              <a:ext uri="{FF2B5EF4-FFF2-40B4-BE49-F238E27FC236}">
                <a16:creationId xmlns:a16="http://schemas.microsoft.com/office/drawing/2014/main" id="{15000384-8BD0-4F11-AA54-015874F8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6958" y="10763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61" name="AI-024-261">
            <a:extLst xmlns:a="http://schemas.openxmlformats.org/drawingml/2006/main">
              <a:ext uri="{FF2B5EF4-FFF2-40B4-BE49-F238E27FC236}">
                <a16:creationId xmlns:a16="http://schemas.microsoft.com/office/drawing/2014/main" id="{8C6C0652-3B5E-4A48-88B3-C5ECE346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2690" y="10763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62" name="AI-024-262">
            <a:extLst xmlns:a="http://schemas.openxmlformats.org/drawingml/2006/main">
              <a:ext uri="{FF2B5EF4-FFF2-40B4-BE49-F238E27FC236}">
                <a16:creationId xmlns:a16="http://schemas.microsoft.com/office/drawing/2014/main" id="{F2A0F78F-B7C9-45A8-858C-98E58848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8423" y="10763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63" name="AI-024-263">
            <a:extLst xmlns:a="http://schemas.openxmlformats.org/drawingml/2006/main">
              <a:ext uri="{FF2B5EF4-FFF2-40B4-BE49-F238E27FC236}">
                <a16:creationId xmlns:a16="http://schemas.microsoft.com/office/drawing/2014/main" id="{FFD0FE84-3AEB-4E53-9EEB-7C9F4C86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4155" y="10763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64" name="AI-024-264">
            <a:extLst xmlns:a="http://schemas.openxmlformats.org/drawingml/2006/main">
              <a:ext uri="{FF2B5EF4-FFF2-40B4-BE49-F238E27FC236}">
                <a16:creationId xmlns:a16="http://schemas.microsoft.com/office/drawing/2014/main" id="{0D390032-F264-4C6C-9390-1A4E5CED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9888" y="10763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65" name="AI-024-265">
            <a:extLst xmlns:a="http://schemas.openxmlformats.org/drawingml/2006/main">
              <a:ext uri="{FF2B5EF4-FFF2-40B4-BE49-F238E27FC236}">
                <a16:creationId xmlns:a16="http://schemas.microsoft.com/office/drawing/2014/main" id="{F50A966A-FA01-4643-8B1C-F228AC2F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620" y="10763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66" name="AI-024-266">
            <a:extLst xmlns:a="http://schemas.openxmlformats.org/drawingml/2006/main">
              <a:ext uri="{FF2B5EF4-FFF2-40B4-BE49-F238E27FC236}">
                <a16:creationId xmlns:a16="http://schemas.microsoft.com/office/drawing/2014/main" id="{70343BE5-00AA-4119-8161-BB7CC9C7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1225" y="14001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67" name="AI-024-267">
            <a:extLst xmlns:a="http://schemas.openxmlformats.org/drawingml/2006/main">
              <a:ext uri="{FF2B5EF4-FFF2-40B4-BE49-F238E27FC236}">
                <a16:creationId xmlns:a16="http://schemas.microsoft.com/office/drawing/2014/main" id="{13DD40AC-8279-4D25-AED4-CE9A680E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6958" y="14001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68" name="AI-024-268">
            <a:extLst xmlns:a="http://schemas.openxmlformats.org/drawingml/2006/main">
              <a:ext uri="{FF2B5EF4-FFF2-40B4-BE49-F238E27FC236}">
                <a16:creationId xmlns:a16="http://schemas.microsoft.com/office/drawing/2014/main" id="{410C2320-9277-4832-9D36-BC9BB3DC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2690" y="14001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69" name="AI-024-269">
            <a:extLst xmlns:a="http://schemas.openxmlformats.org/drawingml/2006/main">
              <a:ext uri="{FF2B5EF4-FFF2-40B4-BE49-F238E27FC236}">
                <a16:creationId xmlns:a16="http://schemas.microsoft.com/office/drawing/2014/main" id="{A56D723C-FE1B-48F7-A505-16155F2F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8423" y="14001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70" name="AI-024-270">
            <a:extLst xmlns:a="http://schemas.openxmlformats.org/drawingml/2006/main">
              <a:ext uri="{FF2B5EF4-FFF2-40B4-BE49-F238E27FC236}">
                <a16:creationId xmlns:a16="http://schemas.microsoft.com/office/drawing/2014/main" id="{A7B34395-4CE1-4E42-A60A-CABA2C05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4155" y="14001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1" name="AI-024-271">
            <a:extLst xmlns:a="http://schemas.openxmlformats.org/drawingml/2006/main">
              <a:ext uri="{FF2B5EF4-FFF2-40B4-BE49-F238E27FC236}">
                <a16:creationId xmlns:a16="http://schemas.microsoft.com/office/drawing/2014/main" id="{F83DEE5B-9D8C-443B-9158-C058EE63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9888" y="14001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72" name="AI-024-272">
            <a:extLst xmlns:a="http://schemas.openxmlformats.org/drawingml/2006/main">
              <a:ext uri="{FF2B5EF4-FFF2-40B4-BE49-F238E27FC236}">
                <a16:creationId xmlns:a16="http://schemas.microsoft.com/office/drawing/2014/main" id="{61A57A09-586C-44D9-BA6C-A929F3A7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620" y="14001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73" name="AI-024-273">
            <a:extLst xmlns:a="http://schemas.openxmlformats.org/drawingml/2006/main">
              <a:ext uri="{FF2B5EF4-FFF2-40B4-BE49-F238E27FC236}">
                <a16:creationId xmlns:a16="http://schemas.microsoft.com/office/drawing/2014/main" id="{D7618DD7-31A7-41FA-8582-E01A5DEE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1225" y="17240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74" name="AI-024-274">
            <a:extLst xmlns:a="http://schemas.openxmlformats.org/drawingml/2006/main">
              <a:ext uri="{FF2B5EF4-FFF2-40B4-BE49-F238E27FC236}">
                <a16:creationId xmlns:a16="http://schemas.microsoft.com/office/drawing/2014/main" id="{0FC10E2C-1702-4770-8375-0F9A4D20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6958" y="17240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5" name="AI-024-275">
            <a:extLst xmlns:a="http://schemas.openxmlformats.org/drawingml/2006/main">
              <a:ext uri="{FF2B5EF4-FFF2-40B4-BE49-F238E27FC236}">
                <a16:creationId xmlns:a16="http://schemas.microsoft.com/office/drawing/2014/main" id="{DD30044D-4C24-44A1-AEB1-78C95086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2690" y="17240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76" name="AI-024-276">
            <a:extLst xmlns:a="http://schemas.openxmlformats.org/drawingml/2006/main">
              <a:ext uri="{FF2B5EF4-FFF2-40B4-BE49-F238E27FC236}">
                <a16:creationId xmlns:a16="http://schemas.microsoft.com/office/drawing/2014/main" id="{EC2895FB-0C07-4F43-B7E2-3AC823A1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8423" y="17240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7" name="AI-024-277">
            <a:extLst xmlns:a="http://schemas.openxmlformats.org/drawingml/2006/main">
              <a:ext uri="{FF2B5EF4-FFF2-40B4-BE49-F238E27FC236}">
                <a16:creationId xmlns:a16="http://schemas.microsoft.com/office/drawing/2014/main" id="{73FBE412-6AC2-495D-AF43-FAC874CD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4155" y="17240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78" name="AI-024-278">
            <a:extLst xmlns:a="http://schemas.openxmlformats.org/drawingml/2006/main">
              <a:ext uri="{FF2B5EF4-FFF2-40B4-BE49-F238E27FC236}">
                <a16:creationId xmlns:a16="http://schemas.microsoft.com/office/drawing/2014/main" id="{9A678205-5BD2-49A0-96A7-CB89B70E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9888" y="17240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9" name="AI-024-279">
            <a:extLst xmlns:a="http://schemas.openxmlformats.org/drawingml/2006/main">
              <a:ext uri="{FF2B5EF4-FFF2-40B4-BE49-F238E27FC236}">
                <a16:creationId xmlns:a16="http://schemas.microsoft.com/office/drawing/2014/main" id="{74FF799A-6E09-4FEE-BD23-60465188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620" y="17240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80" name="AI-024-280">
            <a:extLst xmlns:a="http://schemas.openxmlformats.org/drawingml/2006/main">
              <a:ext uri="{FF2B5EF4-FFF2-40B4-BE49-F238E27FC236}">
                <a16:creationId xmlns:a16="http://schemas.microsoft.com/office/drawing/2014/main" id="{FD2A4153-3A33-4DC8-A455-72ABD1A7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1225" y="20478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81" name="AI-024-281">
            <a:extLst xmlns:a="http://schemas.openxmlformats.org/drawingml/2006/main">
              <a:ext uri="{FF2B5EF4-FFF2-40B4-BE49-F238E27FC236}">
                <a16:creationId xmlns:a16="http://schemas.microsoft.com/office/drawing/2014/main" id="{0E23D416-54EA-44C4-A87D-98C18DD7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6958" y="20478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2" name="AI-024-282">
            <a:extLst xmlns:a="http://schemas.openxmlformats.org/drawingml/2006/main">
              <a:ext uri="{FF2B5EF4-FFF2-40B4-BE49-F238E27FC236}">
                <a16:creationId xmlns:a16="http://schemas.microsoft.com/office/drawing/2014/main" id="{77D1118D-70DA-44DA-A9CE-5E0C0620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2690" y="20478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83" name="AI-024-283">
            <a:extLst xmlns:a="http://schemas.openxmlformats.org/drawingml/2006/main">
              <a:ext uri="{FF2B5EF4-FFF2-40B4-BE49-F238E27FC236}">
                <a16:creationId xmlns:a16="http://schemas.microsoft.com/office/drawing/2014/main" id="{31ED1E52-5205-4338-BEE1-AB6E4F73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8423" y="20478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84" name="AI-024-284">
            <a:extLst xmlns:a="http://schemas.openxmlformats.org/drawingml/2006/main">
              <a:ext uri="{FF2B5EF4-FFF2-40B4-BE49-F238E27FC236}">
                <a16:creationId xmlns:a16="http://schemas.microsoft.com/office/drawing/2014/main" id="{6FEE7B8E-1C9F-40C6-9B04-27EF94D1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4155" y="20478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5" name="AI-024-285">
            <a:extLst xmlns:a="http://schemas.openxmlformats.org/drawingml/2006/main">
              <a:ext uri="{FF2B5EF4-FFF2-40B4-BE49-F238E27FC236}">
                <a16:creationId xmlns:a16="http://schemas.microsoft.com/office/drawing/2014/main" id="{264D91B5-A5FC-4539-A722-C7F9DDDA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9888" y="20478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86" name="AI-024-286">
            <a:extLst xmlns:a="http://schemas.openxmlformats.org/drawingml/2006/main">
              <a:ext uri="{FF2B5EF4-FFF2-40B4-BE49-F238E27FC236}">
                <a16:creationId xmlns:a16="http://schemas.microsoft.com/office/drawing/2014/main" id="{CCA8BB00-6859-4E85-AE12-CBB5BADF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620" y="204787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7" name="AI-024-287">
            <a:extLst xmlns:a="http://schemas.openxmlformats.org/drawingml/2006/main">
              <a:ext uri="{FF2B5EF4-FFF2-40B4-BE49-F238E27FC236}">
                <a16:creationId xmlns:a16="http://schemas.microsoft.com/office/drawing/2014/main" id="{0D247409-F498-4011-ADAE-2EBEC37B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1225" y="23717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88" name="AI-024-288">
            <a:extLst xmlns:a="http://schemas.openxmlformats.org/drawingml/2006/main">
              <a:ext uri="{FF2B5EF4-FFF2-40B4-BE49-F238E27FC236}">
                <a16:creationId xmlns:a16="http://schemas.microsoft.com/office/drawing/2014/main" id="{F2051B08-C976-4668-BDEC-839AD0A7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6958" y="23717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9" name="AI-024-289">
            <a:extLst xmlns:a="http://schemas.openxmlformats.org/drawingml/2006/main">
              <a:ext uri="{FF2B5EF4-FFF2-40B4-BE49-F238E27FC236}">
                <a16:creationId xmlns:a16="http://schemas.microsoft.com/office/drawing/2014/main" id="{C7A9F617-E4BC-4615-9989-8B0CF1E7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2690" y="23717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90" name="AI-024-290">
            <a:extLst xmlns:a="http://schemas.openxmlformats.org/drawingml/2006/main">
              <a:ext uri="{FF2B5EF4-FFF2-40B4-BE49-F238E27FC236}">
                <a16:creationId xmlns:a16="http://schemas.microsoft.com/office/drawing/2014/main" id="{55ED7069-057C-4970-A192-2F6F0CBA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8423" y="23717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91" name="AI-024-291">
            <a:extLst xmlns:a="http://schemas.openxmlformats.org/drawingml/2006/main">
              <a:ext uri="{FF2B5EF4-FFF2-40B4-BE49-F238E27FC236}">
                <a16:creationId xmlns:a16="http://schemas.microsoft.com/office/drawing/2014/main" id="{B3BD3E11-2935-4CD1-8475-6D5A4A40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4155" y="23717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292" name="AI-024-292">
            <a:extLst xmlns:a="http://schemas.openxmlformats.org/drawingml/2006/main">
              <a:ext uri="{FF2B5EF4-FFF2-40B4-BE49-F238E27FC236}">
                <a16:creationId xmlns:a16="http://schemas.microsoft.com/office/drawing/2014/main" id="{E997C91C-42F4-44E1-AADE-8EFFB86E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9888" y="23717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93" name="AI-024-293">
            <a:extLst xmlns:a="http://schemas.openxmlformats.org/drawingml/2006/main">
              <a:ext uri="{FF2B5EF4-FFF2-40B4-BE49-F238E27FC236}">
                <a16:creationId xmlns:a16="http://schemas.microsoft.com/office/drawing/2014/main" id="{497C5A04-CCA9-4D00-8C21-D9037231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620" y="2371725"/>
            <a:ext cx="1552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94" name="AI-024-294">
            <a:extLst xmlns:a="http://schemas.openxmlformats.org/drawingml/2006/main">
              <a:ext uri="{FF2B5EF4-FFF2-40B4-BE49-F238E27FC236}">
                <a16:creationId xmlns:a16="http://schemas.microsoft.com/office/drawing/2014/main" id="{5DDDF299-20A0-4080-802D-A4DA470B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075" y="714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295" name="path-295">
            <a:extLst xmlns:a="http://schemas.openxmlformats.org/drawingml/2006/main">
              <a:ext uri="{FF2B5EF4-FFF2-40B4-BE49-F238E27FC236}">
                <a16:creationId xmlns:a16="http://schemas.microsoft.com/office/drawing/2014/main" id="{DA2EA285-07D6-4987-9193-AC249CBD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9125"/>
            <a:ext cx="161925" cy="276225"/>
          </a:xfrm>
          <a:custGeom xmlns:a="http://schemas.openxmlformats.org/drawingml/2006/main">
            <a:pathLst>
              <a:path w="161925" h="276225">
                <a:moveTo>
                  <a:pt x="0" y="0"/>
                </a:moveTo>
                <a:lnTo>
                  <a:pt x="38100" y="133350"/>
                </a:lnTo>
                <a:lnTo>
                  <a:pt x="76200" y="219075"/>
                </a:lnTo>
                <a:lnTo>
                  <a:pt x="161925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296" name="path-296">
            <a:extLst xmlns:a="http://schemas.openxmlformats.org/drawingml/2006/main">
              <a:ext uri="{FF2B5EF4-FFF2-40B4-BE49-F238E27FC236}">
                <a16:creationId xmlns:a16="http://schemas.microsoft.com/office/drawing/2014/main" id="{711CDA63-E190-4D34-AAFB-6603395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847725"/>
            <a:ext cx="76200" cy="66675"/>
          </a:xfrm>
          <a:custGeom xmlns:a="http://schemas.openxmlformats.org/drawingml/2006/main">
            <a:pathLst>
              <a:path w="76200" h="66675">
                <a:moveTo>
                  <a:pt x="9525" y="0"/>
                </a:moveTo>
                <a:lnTo>
                  <a:pt x="76200" y="47625"/>
                </a:ln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297" name="line-297">
            <a:extLst xmlns:a="http://schemas.openxmlformats.org/drawingml/2006/main">
              <a:ext uri="{FF2B5EF4-FFF2-40B4-BE49-F238E27FC236}">
                <a16:creationId xmlns:a16="http://schemas.microsoft.com/office/drawing/2014/main" id="{E1A299CD-F901-4526-9DAA-BB0C0051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95350"/>
            <a:ext cx="828675" cy="10"/>
          </a:xfrm>
          <a:custGeom xmlns:a="http://schemas.openxmlformats.org/drawingml/2006/main">
            <a:pathLst>
              <a:path w="828675" h="10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BA88B"/>
            </a:solidFill>
          </a:ln>
        </p:spPr>
      </p:sp>
      <p:sp>
        <p:nvSpPr>
          <p:cNvPr id="298" name="path-298">
            <a:extLst xmlns:a="http://schemas.openxmlformats.org/drawingml/2006/main">
              <a:ext uri="{FF2B5EF4-FFF2-40B4-BE49-F238E27FC236}">
                <a16:creationId xmlns:a16="http://schemas.microsoft.com/office/drawing/2014/main" id="{8511F753-2303-4083-A90B-284BE278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412" y="863584"/>
            <a:ext cx="69263" cy="63531"/>
          </a:xfrm>
          <a:custGeom xmlns:a="http://schemas.openxmlformats.org/drawingml/2006/main">
            <a:pathLst>
              <a:path w="69263" h="63531">
                <a:moveTo>
                  <a:pt x="69263" y="31766"/>
                </a:moveTo>
                <a:lnTo>
                  <a:pt x="0" y="63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A88B"/>
          </a:solidFill>
          <a:ln xmlns:a="http://schemas.openxmlformats.org/drawingml/2006/main" w="17145">
            <a:solidFill>
              <a:srgbClr val="5BA88B"/>
            </a:solidFill>
          </a:ln>
        </p:spPr>
      </p:sp>
      <p:sp>
        <p:nvSpPr>
          <p:cNvPr id="299" name="line-299">
            <a:extLst xmlns:a="http://schemas.openxmlformats.org/drawingml/2006/main">
              <a:ext uri="{FF2B5EF4-FFF2-40B4-BE49-F238E27FC236}">
                <a16:creationId xmlns:a16="http://schemas.microsoft.com/office/drawing/2014/main" id="{37585B91-E23F-44FD-A603-6CBDDAD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828675" cy="10"/>
          </a:xfrm>
          <a:custGeom xmlns:a="http://schemas.openxmlformats.org/drawingml/2006/main">
            <a:pathLst>
              <a:path w="828675" h="10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BA88B"/>
            </a:solidFill>
          </a:ln>
        </p:spPr>
      </p:sp>
      <p:sp>
        <p:nvSpPr>
          <p:cNvPr id="300" name="path-300">
            <a:extLst xmlns:a="http://schemas.openxmlformats.org/drawingml/2006/main">
              <a:ext uri="{FF2B5EF4-FFF2-40B4-BE49-F238E27FC236}">
                <a16:creationId xmlns:a16="http://schemas.microsoft.com/office/drawing/2014/main" id="{4836B476-25E1-4BC3-A587-08EA6EAF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412" y="2120884"/>
            <a:ext cx="69263" cy="63531"/>
          </a:xfrm>
          <a:custGeom xmlns:a="http://schemas.openxmlformats.org/drawingml/2006/main">
            <a:pathLst>
              <a:path w="69263" h="63531">
                <a:moveTo>
                  <a:pt x="69263" y="31766"/>
                </a:moveTo>
                <a:lnTo>
                  <a:pt x="0" y="63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A88B"/>
          </a:solidFill>
          <a:ln xmlns:a="http://schemas.openxmlformats.org/drawingml/2006/main" w="17145">
            <a:solidFill>
              <a:srgbClr val="5BA88B"/>
            </a:solidFill>
          </a:ln>
        </p:spPr>
      </p:sp>
      <p:sp>
        <p:nvSpPr>
          <p:cNvPr id="301" name="line-301">
            <a:extLst xmlns:a="http://schemas.openxmlformats.org/drawingml/2006/main">
              <a:ext uri="{FF2B5EF4-FFF2-40B4-BE49-F238E27FC236}">
                <a16:creationId xmlns:a16="http://schemas.microsoft.com/office/drawing/2014/main" id="{2660008E-7A95-4E80-B6AE-72FB278D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828675" cy="10"/>
          </a:xfrm>
          <a:custGeom xmlns:a="http://schemas.openxmlformats.org/drawingml/2006/main">
            <a:pathLst>
              <a:path w="828675" h="10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BA88B"/>
            </a:solidFill>
          </a:ln>
        </p:spPr>
      </p:sp>
      <p:sp>
        <p:nvSpPr>
          <p:cNvPr id="302" name="path-302">
            <a:extLst xmlns:a="http://schemas.openxmlformats.org/drawingml/2006/main">
              <a:ext uri="{FF2B5EF4-FFF2-40B4-BE49-F238E27FC236}">
                <a16:creationId xmlns:a16="http://schemas.microsoft.com/office/drawing/2014/main" id="{7614F789-5189-4A65-BBBB-308F6D37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412" y="2444734"/>
            <a:ext cx="69263" cy="63531"/>
          </a:xfrm>
          <a:custGeom xmlns:a="http://schemas.openxmlformats.org/drawingml/2006/main">
            <a:pathLst>
              <a:path w="69263" h="63531">
                <a:moveTo>
                  <a:pt x="69263" y="31766"/>
                </a:moveTo>
                <a:lnTo>
                  <a:pt x="0" y="63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BA88B"/>
          </a:solidFill>
          <a:ln xmlns:a="http://schemas.openxmlformats.org/drawingml/2006/main" w="17145">
            <a:solidFill>
              <a:srgbClr val="5BA88B"/>
            </a:solidFill>
          </a:ln>
        </p:spPr>
      </p:sp>
      <p:sp>
        <p:nvSpPr>
          <p:cNvPr id="303" name="line-303">
            <a:extLst xmlns:a="http://schemas.openxmlformats.org/drawingml/2006/main">
              <a:ext uri="{FF2B5EF4-FFF2-40B4-BE49-F238E27FC236}">
                <a16:creationId xmlns:a16="http://schemas.microsoft.com/office/drawing/2014/main" id="{1F84D2C1-DA36-4628-A6BA-FC2089F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952500"/>
            <a:ext cx="838200" cy="1143000"/>
          </a:xfrm>
          <a:custGeom xmlns:a="http://schemas.openxmlformats.org/drawingml/2006/main">
            <a:pathLst>
              <a:path w="838200" h="1143000">
                <a:moveTo>
                  <a:pt x="838200" y="0"/>
                </a:moveTo>
                <a:lnTo>
                  <a:pt x="0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058C2"/>
            </a:solidFill>
          </a:ln>
        </p:spPr>
      </p:sp>
      <p:sp>
        <p:nvSpPr>
          <p:cNvPr id="304" name="path-304">
            <a:extLst xmlns:a="http://schemas.openxmlformats.org/drawingml/2006/main">
              <a:ext uri="{FF2B5EF4-FFF2-40B4-BE49-F238E27FC236}">
                <a16:creationId xmlns:a16="http://schemas.microsoft.com/office/drawing/2014/main" id="{8226B6CB-E42F-4BB0-8A28-FB087328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20861"/>
            <a:ext cx="66576" cy="74639"/>
          </a:xfrm>
          <a:custGeom xmlns:a="http://schemas.openxmlformats.org/drawingml/2006/main">
            <a:pathLst>
              <a:path w="66576" h="74639">
                <a:moveTo>
                  <a:pt x="0" y="74639"/>
                </a:moveTo>
                <a:lnTo>
                  <a:pt x="15344" y="0"/>
                </a:lnTo>
                <a:lnTo>
                  <a:pt x="66576" y="37570"/>
                </a:lnTo>
                <a:close/>
              </a:path>
            </a:pathLst>
          </a:custGeom>
          <a:solidFill xmlns:a="http://schemas.openxmlformats.org/drawingml/2006/main">
            <a:srgbClr val="8058C2"/>
          </a:solidFill>
          <a:ln xmlns:a="http://schemas.openxmlformats.org/drawingml/2006/main" w="17145">
            <a:solidFill>
              <a:srgbClr val="8058C2"/>
            </a:solidFill>
          </a:ln>
        </p:spPr>
      </p:sp>
      <p:sp>
        <p:nvSpPr>
          <p:cNvPr id="305" name="line-305">
            <a:extLst xmlns:a="http://schemas.openxmlformats.org/drawingml/2006/main">
              <a:ext uri="{FF2B5EF4-FFF2-40B4-BE49-F238E27FC236}">
                <a16:creationId xmlns:a16="http://schemas.microsoft.com/office/drawing/2014/main" id="{07C49C41-C79E-4E11-B3E4-749B8877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228725"/>
            <a:ext cx="838200" cy="885825"/>
          </a:xfrm>
          <a:custGeom xmlns:a="http://schemas.openxmlformats.org/drawingml/2006/main">
            <a:pathLst>
              <a:path w="838200" h="885825">
                <a:moveTo>
                  <a:pt x="0" y="0"/>
                </a:moveTo>
                <a:lnTo>
                  <a:pt x="838200" y="8858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058C2"/>
            </a:solidFill>
          </a:ln>
        </p:spPr>
      </p:sp>
      <p:sp>
        <p:nvSpPr>
          <p:cNvPr id="306" name="path-306">
            <a:extLst xmlns:a="http://schemas.openxmlformats.org/drawingml/2006/main">
              <a:ext uri="{FF2B5EF4-FFF2-40B4-BE49-F238E27FC236}">
                <a16:creationId xmlns:a16="http://schemas.microsoft.com/office/drawing/2014/main" id="{CDDAC542-4CE6-49FA-9D78-2CADF9F5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471" y="2042407"/>
            <a:ext cx="70679" cy="72143"/>
          </a:xfrm>
          <a:custGeom xmlns:a="http://schemas.openxmlformats.org/drawingml/2006/main">
            <a:pathLst>
              <a:path w="70679" h="72143">
                <a:moveTo>
                  <a:pt x="70679" y="72143"/>
                </a:moveTo>
                <a:lnTo>
                  <a:pt x="0" y="43666"/>
                </a:lnTo>
                <a:lnTo>
                  <a:pt x="46147" y="0"/>
                </a:lnTo>
                <a:close/>
              </a:path>
            </a:pathLst>
          </a:custGeom>
          <a:solidFill xmlns:a="http://schemas.openxmlformats.org/drawingml/2006/main">
            <a:srgbClr val="8058C2"/>
          </a:solidFill>
          <a:ln xmlns:a="http://schemas.openxmlformats.org/drawingml/2006/main" w="17145">
            <a:solidFill>
              <a:srgbClr val="8058C2"/>
            </a:solidFill>
          </a:ln>
        </p:spPr>
      </p:sp>
      <p:sp>
        <p:nvSpPr>
          <p:cNvPr id="307" name="line-307">
            <a:extLst xmlns:a="http://schemas.openxmlformats.org/drawingml/2006/main">
              <a:ext uri="{FF2B5EF4-FFF2-40B4-BE49-F238E27FC236}">
                <a16:creationId xmlns:a16="http://schemas.microsoft.com/office/drawing/2014/main" id="{75400661-5AD5-49B6-B543-205D808C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52575"/>
            <a:ext cx="838200" cy="885825"/>
          </a:xfrm>
          <a:custGeom xmlns:a="http://schemas.openxmlformats.org/drawingml/2006/main">
            <a:pathLst>
              <a:path w="838200" h="885825">
                <a:moveTo>
                  <a:pt x="0" y="0"/>
                </a:moveTo>
                <a:lnTo>
                  <a:pt x="838200" y="8858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058C2"/>
            </a:solidFill>
          </a:ln>
        </p:spPr>
      </p:sp>
      <p:sp>
        <p:nvSpPr>
          <p:cNvPr id="308" name="path-308">
            <a:extLst xmlns:a="http://schemas.openxmlformats.org/drawingml/2006/main">
              <a:ext uri="{FF2B5EF4-FFF2-40B4-BE49-F238E27FC236}">
                <a16:creationId xmlns:a16="http://schemas.microsoft.com/office/drawing/2014/main" id="{A3EF0A39-974C-417B-A97B-D6D755A5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471" y="2366257"/>
            <a:ext cx="70679" cy="72143"/>
          </a:xfrm>
          <a:custGeom xmlns:a="http://schemas.openxmlformats.org/drawingml/2006/main">
            <a:pathLst>
              <a:path w="70679" h="72143">
                <a:moveTo>
                  <a:pt x="70679" y="72143"/>
                </a:moveTo>
                <a:lnTo>
                  <a:pt x="0" y="43666"/>
                </a:lnTo>
                <a:lnTo>
                  <a:pt x="46147" y="0"/>
                </a:lnTo>
                <a:close/>
              </a:path>
            </a:pathLst>
          </a:custGeom>
          <a:solidFill xmlns:a="http://schemas.openxmlformats.org/drawingml/2006/main">
            <a:srgbClr val="8058C2"/>
          </a:solidFill>
          <a:ln xmlns:a="http://schemas.openxmlformats.org/drawingml/2006/main" w="17145">
            <a:solidFill>
              <a:srgbClr val="8058C2"/>
            </a:solidFill>
          </a:ln>
        </p:spPr>
      </p:sp>
      <p:sp>
        <p:nvSpPr>
          <p:cNvPr id="309" name="line-309">
            <a:extLst xmlns:a="http://schemas.openxmlformats.org/drawingml/2006/main">
              <a:ext uri="{FF2B5EF4-FFF2-40B4-BE49-F238E27FC236}">
                <a16:creationId xmlns:a16="http://schemas.microsoft.com/office/drawing/2014/main" id="{3E167CB5-A377-4BCC-ABA9-3F296359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257300"/>
            <a:ext cx="828675" cy="1171575"/>
          </a:xfrm>
          <a:custGeom xmlns:a="http://schemas.openxmlformats.org/drawingml/2006/main">
            <a:pathLst>
              <a:path w="828675" h="1171575">
                <a:moveTo>
                  <a:pt x="828675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058C2"/>
            </a:solidFill>
          </a:ln>
        </p:spPr>
      </p:sp>
      <p:sp>
        <p:nvSpPr>
          <p:cNvPr id="310" name="path-310">
            <a:extLst xmlns:a="http://schemas.openxmlformats.org/drawingml/2006/main">
              <a:ext uri="{FF2B5EF4-FFF2-40B4-BE49-F238E27FC236}">
                <a16:creationId xmlns:a16="http://schemas.microsoft.com/office/drawing/2014/main" id="{E7E395CC-9572-47EC-A05A-D92F4BE9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53984"/>
            <a:ext cx="65931" cy="74891"/>
          </a:xfrm>
          <a:custGeom xmlns:a="http://schemas.openxmlformats.org/drawingml/2006/main">
            <a:pathLst>
              <a:path w="65931" h="74891">
                <a:moveTo>
                  <a:pt x="0" y="74891"/>
                </a:moveTo>
                <a:lnTo>
                  <a:pt x="14063" y="0"/>
                </a:lnTo>
                <a:lnTo>
                  <a:pt x="65931" y="36687"/>
                </a:lnTo>
                <a:close/>
              </a:path>
            </a:pathLst>
          </a:custGeom>
          <a:solidFill xmlns:a="http://schemas.openxmlformats.org/drawingml/2006/main">
            <a:srgbClr val="8058C2"/>
          </a:solidFill>
          <a:ln xmlns:a="http://schemas.openxmlformats.org/drawingml/2006/main" w="17145">
            <a:solidFill>
              <a:srgbClr val="8058C2"/>
            </a:solidFill>
          </a:ln>
        </p:spPr>
      </p:sp>
      <p:sp>
        <p:nvSpPr>
          <p:cNvPr id="311" name="path-311">
            <a:extLst xmlns:a="http://schemas.openxmlformats.org/drawingml/2006/main">
              <a:ext uri="{FF2B5EF4-FFF2-40B4-BE49-F238E27FC236}">
                <a16:creationId xmlns:a16="http://schemas.microsoft.com/office/drawing/2014/main" id="{2CB3599B-9D9B-4FCD-B9B0-38685E6F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895350"/>
            <a:ext cx="1266825" cy="533400"/>
          </a:xfrm>
          <a:custGeom xmlns:a="http://schemas.openxmlformats.org/drawingml/2006/main">
            <a:pathLst>
              <a:path w="1266825" h="533400">
                <a:moveTo>
                  <a:pt x="0" y="0"/>
                </a:moveTo>
                <a:lnTo>
                  <a:pt x="371475" y="19050"/>
                </a:lnTo>
                <a:lnTo>
                  <a:pt x="695325" y="114300"/>
                </a:lnTo>
                <a:lnTo>
                  <a:pt x="1009650" y="285750"/>
                </a:lnTo>
                <a:lnTo>
                  <a:pt x="1266825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12" name="line-312">
            <a:extLst xmlns:a="http://schemas.openxmlformats.org/drawingml/2006/main">
              <a:ext uri="{FF2B5EF4-FFF2-40B4-BE49-F238E27FC236}">
                <a16:creationId xmlns:a16="http://schemas.microsoft.com/office/drawing/2014/main" id="{47510535-0AB4-409F-B431-C3E97152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1181100"/>
            <a:ext cx="257175" cy="247650"/>
          </a:xfrm>
          <a:custGeom xmlns:a="http://schemas.openxmlformats.org/drawingml/2006/main">
            <a:pathLst>
              <a:path w="257175" h="247650">
                <a:moveTo>
                  <a:pt x="0" y="0"/>
                </a:moveTo>
                <a:lnTo>
                  <a:pt x="257175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13" name="path-313">
            <a:extLst xmlns:a="http://schemas.openxmlformats.org/drawingml/2006/main">
              <a:ext uri="{FF2B5EF4-FFF2-40B4-BE49-F238E27FC236}">
                <a16:creationId xmlns:a16="http://schemas.microsoft.com/office/drawing/2014/main" id="{BDB46ED8-CA72-4350-B71D-21528E3E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090" y="1366690"/>
            <a:ext cx="62935" cy="62060"/>
          </a:xfrm>
          <a:custGeom xmlns:a="http://schemas.openxmlformats.org/drawingml/2006/main">
            <a:pathLst>
              <a:path w="62935" h="62060">
                <a:moveTo>
                  <a:pt x="62935" y="62060"/>
                </a:moveTo>
                <a:lnTo>
                  <a:pt x="0" y="40042"/>
                </a:lnTo>
                <a:lnTo>
                  <a:pt x="38559" y="0"/>
                </a:lnTo>
                <a:close/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14" name="path-314">
            <a:extLst xmlns:a="http://schemas.openxmlformats.org/drawingml/2006/main">
              <a:ext uri="{FF2B5EF4-FFF2-40B4-BE49-F238E27FC236}">
                <a16:creationId xmlns:a16="http://schemas.microsoft.com/office/drawing/2014/main" id="{9C994253-8685-420E-8318-45CDC1EF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228725"/>
            <a:ext cx="1000125" cy="219075"/>
          </a:xfrm>
          <a:custGeom xmlns:a="http://schemas.openxmlformats.org/drawingml/2006/main">
            <a:pathLst>
              <a:path w="1000125" h="219075">
                <a:moveTo>
                  <a:pt x="0" y="0"/>
                </a:moveTo>
                <a:lnTo>
                  <a:pt x="314325" y="9525"/>
                </a:lnTo>
                <a:lnTo>
                  <a:pt x="628650" y="85725"/>
                </a:lnTo>
                <a:lnTo>
                  <a:pt x="1000125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15" name="line-315">
            <a:extLst xmlns:a="http://schemas.openxmlformats.org/drawingml/2006/main">
              <a:ext uri="{FF2B5EF4-FFF2-40B4-BE49-F238E27FC236}">
                <a16:creationId xmlns:a16="http://schemas.microsoft.com/office/drawing/2014/main" id="{66D901A6-9109-4431-AA7C-603B470E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314450"/>
            <a:ext cx="371475" cy="133350"/>
          </a:xfrm>
          <a:custGeom xmlns:a="http://schemas.openxmlformats.org/drawingml/2006/main">
            <a:pathLst>
              <a:path w="371475" h="133350">
                <a:moveTo>
                  <a:pt x="0" y="0"/>
                </a:moveTo>
                <a:lnTo>
                  <a:pt x="37147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16" name="path-316">
            <a:extLst xmlns:a="http://schemas.openxmlformats.org/drawingml/2006/main">
              <a:ext uri="{FF2B5EF4-FFF2-40B4-BE49-F238E27FC236}">
                <a16:creationId xmlns:a16="http://schemas.microsoft.com/office/drawing/2014/main" id="{1C8BB53D-BFC2-418E-8461-7B92F006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893" y="1401163"/>
            <a:ext cx="66432" cy="52321"/>
          </a:xfrm>
          <a:custGeom xmlns:a="http://schemas.openxmlformats.org/drawingml/2006/main">
            <a:pathLst>
              <a:path w="66432" h="52321">
                <a:moveTo>
                  <a:pt x="66432" y="46637"/>
                </a:moveTo>
                <a:lnTo>
                  <a:pt x="0" y="52321"/>
                </a:lnTo>
                <a:lnTo>
                  <a:pt x="18782" y="0"/>
                </a:lnTo>
                <a:close/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17" name="path-317">
            <a:extLst xmlns:a="http://schemas.openxmlformats.org/drawingml/2006/main">
              <a:ext uri="{FF2B5EF4-FFF2-40B4-BE49-F238E27FC236}">
                <a16:creationId xmlns:a16="http://schemas.microsoft.com/office/drawing/2014/main" id="{B16E2F9C-4376-4FA2-B4CF-DB264ADF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552575"/>
            <a:ext cx="1000125" cy="295275"/>
          </a:xfrm>
          <a:custGeom xmlns:a="http://schemas.openxmlformats.org/drawingml/2006/main">
            <a:pathLst>
              <a:path w="1000125" h="295275">
                <a:moveTo>
                  <a:pt x="0" y="295275"/>
                </a:moveTo>
                <a:lnTo>
                  <a:pt x="352425" y="266700"/>
                </a:lnTo>
                <a:lnTo>
                  <a:pt x="695325" y="152400"/>
                </a:ln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18" name="line-318">
            <a:extLst xmlns:a="http://schemas.openxmlformats.org/drawingml/2006/main">
              <a:ext uri="{FF2B5EF4-FFF2-40B4-BE49-F238E27FC236}">
                <a16:creationId xmlns:a16="http://schemas.microsoft.com/office/drawing/2014/main" id="{F216419A-7519-4F50-8DD9-6C6AD55F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1552575"/>
            <a:ext cx="304800" cy="152400"/>
          </a:xfrm>
          <a:custGeom xmlns:a="http://schemas.openxmlformats.org/drawingml/2006/main">
            <a:pathLst>
              <a:path w="304800" h="152400">
                <a:moveTo>
                  <a:pt x="0" y="15240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19" name="path-319">
            <a:extLst xmlns:a="http://schemas.openxmlformats.org/drawingml/2006/main">
              <a:ext uri="{FF2B5EF4-FFF2-40B4-BE49-F238E27FC236}">
                <a16:creationId xmlns:a16="http://schemas.microsoft.com/office/drawing/2014/main" id="{3A107F28-6DB7-4024-B8E3-C5F78109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88" y="1552575"/>
            <a:ext cx="66637" cy="51964"/>
          </a:xfrm>
          <a:custGeom xmlns:a="http://schemas.openxmlformats.org/drawingml/2006/main">
            <a:pathLst>
              <a:path w="66637" h="51964">
                <a:moveTo>
                  <a:pt x="66637" y="0"/>
                </a:moveTo>
                <a:lnTo>
                  <a:pt x="24860" y="51964"/>
                </a:lnTo>
                <a:lnTo>
                  <a:pt x="0" y="2243"/>
                </a:lnTo>
                <a:close/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20" name="path-320">
            <a:extLst xmlns:a="http://schemas.openxmlformats.org/drawingml/2006/main">
              <a:ext uri="{FF2B5EF4-FFF2-40B4-BE49-F238E27FC236}">
                <a16:creationId xmlns:a16="http://schemas.microsoft.com/office/drawing/2014/main" id="{D880E1BF-9967-41C0-85B6-3CA21BD3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562100"/>
            <a:ext cx="1000125" cy="590550"/>
          </a:xfrm>
          <a:custGeom xmlns:a="http://schemas.openxmlformats.org/drawingml/2006/main">
            <a:pathLst>
              <a:path w="1000125" h="590550">
                <a:moveTo>
                  <a:pt x="0" y="590550"/>
                </a:moveTo>
                <a:lnTo>
                  <a:pt x="371475" y="552450"/>
                </a:lnTo>
                <a:lnTo>
                  <a:pt x="695325" y="390525"/>
                </a:lnTo>
                <a:lnTo>
                  <a:pt x="904875" y="171450"/>
                </a:ln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21" name="line-321">
            <a:extLst xmlns:a="http://schemas.openxmlformats.org/drawingml/2006/main">
              <a:ext uri="{FF2B5EF4-FFF2-40B4-BE49-F238E27FC236}">
                <a16:creationId xmlns:a16="http://schemas.microsoft.com/office/drawing/2014/main" id="{D8CF4ADB-AF4A-4456-AF51-9D88E59A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1562100"/>
            <a:ext cx="95250" cy="171450"/>
          </a:xfrm>
          <a:custGeom xmlns:a="http://schemas.openxmlformats.org/drawingml/2006/main">
            <a:pathLst>
              <a:path w="95250" h="171450">
                <a:moveTo>
                  <a:pt x="0" y="17145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22" name="path-322">
            <a:extLst xmlns:a="http://schemas.openxmlformats.org/drawingml/2006/main">
              <a:ext uri="{FF2B5EF4-FFF2-40B4-BE49-F238E27FC236}">
                <a16:creationId xmlns:a16="http://schemas.microsoft.com/office/drawing/2014/main" id="{37ABC10D-33C5-42C2-BDC5-95ED865C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0595" y="1562100"/>
            <a:ext cx="53730" cy="66477"/>
          </a:xfrm>
          <a:custGeom xmlns:a="http://schemas.openxmlformats.org/drawingml/2006/main">
            <a:pathLst>
              <a:path w="53730" h="66477">
                <a:moveTo>
                  <a:pt x="53730" y="0"/>
                </a:moveTo>
                <a:lnTo>
                  <a:pt x="48594" y="66477"/>
                </a:lnTo>
                <a:lnTo>
                  <a:pt x="0" y="39480"/>
                </a:lnTo>
                <a:close/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23" name="path-323">
            <a:extLst xmlns:a="http://schemas.openxmlformats.org/drawingml/2006/main">
              <a:ext uri="{FF2B5EF4-FFF2-40B4-BE49-F238E27FC236}">
                <a16:creationId xmlns:a16="http://schemas.microsoft.com/office/drawing/2014/main" id="{86222B1B-BDDD-4654-A2C2-87C55005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562100"/>
            <a:ext cx="1000125" cy="914400"/>
          </a:xfrm>
          <a:custGeom xmlns:a="http://schemas.openxmlformats.org/drawingml/2006/main">
            <a:pathLst>
              <a:path w="1000125" h="914400">
                <a:moveTo>
                  <a:pt x="0" y="914400"/>
                </a:moveTo>
                <a:lnTo>
                  <a:pt x="361950" y="800100"/>
                </a:lnTo>
                <a:lnTo>
                  <a:pt x="695325" y="504825"/>
                </a:lnTo>
                <a:lnTo>
                  <a:pt x="866775" y="228600"/>
                </a:ln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24" name="line-324">
            <a:extLst xmlns:a="http://schemas.openxmlformats.org/drawingml/2006/main">
              <a:ext uri="{FF2B5EF4-FFF2-40B4-BE49-F238E27FC236}">
                <a16:creationId xmlns:a16="http://schemas.microsoft.com/office/drawing/2014/main" id="{1B8FFEED-1864-4682-A46C-B2E76D46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1562100"/>
            <a:ext cx="133350" cy="228600"/>
          </a:xfrm>
          <a:custGeom xmlns:a="http://schemas.openxmlformats.org/drawingml/2006/main">
            <a:pathLst>
              <a:path w="133350" h="228600">
                <a:moveTo>
                  <a:pt x="0" y="22860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25" name="path-325">
            <a:extLst xmlns:a="http://schemas.openxmlformats.org/drawingml/2006/main">
              <a:ext uri="{FF2B5EF4-FFF2-40B4-BE49-F238E27FC236}">
                <a16:creationId xmlns:a16="http://schemas.microsoft.com/office/drawing/2014/main" id="{A67D4F99-E873-44AB-9711-2684D1B7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779" y="1562100"/>
            <a:ext cx="54546" cy="66355"/>
          </a:xfrm>
          <a:custGeom xmlns:a="http://schemas.openxmlformats.org/drawingml/2006/main">
            <a:pathLst>
              <a:path w="54546" h="66355">
                <a:moveTo>
                  <a:pt x="54546" y="0"/>
                </a:moveTo>
                <a:lnTo>
                  <a:pt x="48017" y="66355"/>
                </a:lnTo>
                <a:lnTo>
                  <a:pt x="0" y="38345"/>
                </a:lnTo>
                <a:close/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15240">
            <a:solidFill>
              <a:srgbClr val="BBBBBB"/>
            </a:solidFill>
          </a:ln>
        </p:spPr>
      </p:sp>
      <p:sp>
        <p:nvSpPr>
          <p:cNvPr id="326" name="AI-024-326">
            <a:extLst xmlns:a="http://schemas.openxmlformats.org/drawingml/2006/main">
              <a:ext uri="{FF2B5EF4-FFF2-40B4-BE49-F238E27FC236}">
                <a16:creationId xmlns:a16="http://schemas.microsoft.com/office/drawing/2014/main" id="{BD560695-92E6-43D3-876A-7A57AF6F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0925" y="13620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27" name="AI-024-327">
            <a:extLst xmlns:a="http://schemas.openxmlformats.org/drawingml/2006/main">
              <a:ext uri="{FF2B5EF4-FFF2-40B4-BE49-F238E27FC236}">
                <a16:creationId xmlns:a16="http://schemas.microsoft.com/office/drawing/2014/main" id="{E3FE5A2D-1E14-4114-8CA5-F781EBAD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1425" y="1362075"/>
            <a:ext cx="819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BA8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BA88B"/>
                </a:solidFill>
                <a:latin typeface="Arial"/>
                <a:ea typeface="Arial"/>
                <a:cs typeface="Arial"/>
              </a:rPr>
              <a:t>anana</a:t>
            </a:r>
          </a:p>
        </p:txBody>
      </p:sp>
      <p:sp>
        <p:nvSpPr>
          <p:cNvPr id="328" name="AI-024-328">
            <a:extLst xmlns:a="http://schemas.openxmlformats.org/drawingml/2006/main">
              <a:ext uri="{FF2B5EF4-FFF2-40B4-BE49-F238E27FC236}">
                <a16:creationId xmlns:a16="http://schemas.microsoft.com/office/drawing/2014/main" id="{BB5FDB34-B555-44F0-A16D-E1569DFB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1050" y="1362075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D6D6D6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329" name="path-329">
            <a:extLst xmlns:a="http://schemas.openxmlformats.org/drawingml/2006/main">
              <a:ext uri="{FF2B5EF4-FFF2-40B4-BE49-F238E27FC236}">
                <a16:creationId xmlns:a16="http://schemas.microsoft.com/office/drawing/2014/main" id="{E3889062-4EA9-446D-9E1C-EF12A83C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476500"/>
            <a:ext cx="1047750" cy="95"/>
          </a:xfrm>
          <a:custGeom xmlns:a="http://schemas.openxmlformats.org/drawingml/2006/main">
            <a:pathLst>
              <a:path w="1047750" h="95">
                <a:moveTo>
                  <a:pt x="1047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AAAAAA"/>
            </a:solidFill>
          </a:ln>
        </p:spPr>
      </p:sp>
      <p:sp>
        <p:nvSpPr>
          <p:cNvPr id="330" name="path-330">
            <a:extLst xmlns:a="http://schemas.openxmlformats.org/drawingml/2006/main">
              <a:ext uri="{FF2B5EF4-FFF2-40B4-BE49-F238E27FC236}">
                <a16:creationId xmlns:a16="http://schemas.microsoft.com/office/drawing/2014/main" id="{2A116E92-A97C-4D58-98FF-9F0631C5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2390775"/>
            <a:ext cx="95250" cy="171450"/>
          </a:xfrm>
          <a:custGeom xmlns:a="http://schemas.openxmlformats.org/drawingml/2006/main">
            <a:pathLst>
              <a:path w="95250" h="171450">
                <a:moveTo>
                  <a:pt x="95250" y="0"/>
                </a:moveTo>
                <a:lnTo>
                  <a:pt x="0" y="85725"/>
                </a:lnTo>
                <a:lnTo>
                  <a:pt x="952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AAAAAA"/>
            </a:solidFill>
          </a:ln>
        </p:spPr>
      </p:sp>
      <p:sp>
        <p:nvSpPr>
          <p:cNvPr id="331" name="AI-024-331">
            <a:extLst xmlns:a="http://schemas.openxmlformats.org/drawingml/2006/main">
              <a:ext uri="{FF2B5EF4-FFF2-40B4-BE49-F238E27FC236}">
                <a16:creationId xmlns:a16="http://schemas.microsoft.com/office/drawing/2014/main" id="{6527671B-4BFB-493E-BF8B-770303F8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1425" y="2219325"/>
            <a:ext cx="1057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construction</a:t>
            </a:r>
          </a:p>
          <a:p xmlns:a="http://schemas.openxmlformats.org/drawingml/2006/main">
            <a:pPr algn="ctr">
              <a:defRPr sz="13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direction</a:t>
            </a:r>
          </a:p>
        </p:txBody>
      </p:sp>
      <p:sp>
        <p:nvSpPr>
          <p:cNvPr id="332" name="AI-024-332">
            <a:extLst xmlns:a="http://schemas.openxmlformats.org/drawingml/2006/main">
              <a:ext uri="{FF2B5EF4-FFF2-40B4-BE49-F238E27FC236}">
                <a16:creationId xmlns:a16="http://schemas.microsoft.com/office/drawing/2014/main" id="{2AD94380-F7F4-4C45-9194-5B1181B9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2905125"/>
            <a:ext cx="3562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reconstruct(“ana”, 2)</a:t>
            </a:r>
          </a:p>
        </p:txBody>
      </p:sp>
      <p:sp>
        <p:nvSpPr>
          <p:cNvPr id="333" name="AI-024-333">
            <a:extLst xmlns:a="http://schemas.openxmlformats.org/drawingml/2006/main">
              <a:ext uri="{FF2B5EF4-FFF2-40B4-BE49-F238E27FC236}">
                <a16:creationId xmlns:a16="http://schemas.microsoft.com/office/drawing/2014/main" id="{AB8A8389-02A3-4D7E-99E5-05D89DC7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4025" y="3238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context length = 1</a:t>
            </a:r>
          </a:p>
        </p:txBody>
      </p:sp>
    </p:spTree>
    <p:extLst>
      <p:ext uri="{BB962C8B-B14F-4D97-AF65-F5344CB8AC3E}">
        <p14:creationId xmlns:p14="http://schemas.microsoft.com/office/powerpoint/2010/main" val="2087432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2026-09-05T17:10:09.8160000Z</dcterms:created>
  <dcterms:modified xsi:type="dcterms:W3CDTF">2026-09-05T17:10:09.8160000Z</dcterms:modified>
</coreProperties>
</file>