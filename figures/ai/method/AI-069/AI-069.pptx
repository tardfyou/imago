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85740ed69d4865" /><Relationship Type="http://schemas.openxmlformats.org/officeDocument/2006/relationships/extended-properties" Target="/docProps/app.xml" Id="Ra7efc422128540b9" /><Relationship Type="http://schemas.openxmlformats.org/officeDocument/2006/relationships/officeDocument" Target="/ppt/presentation.xml" Id="R36805950aa55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267a0582c44da2"/>
  </p:sldMasterIdLst>
  <p:notesMasterIdLst>
    <p:notesMasterId xmlns:r="http://schemas.openxmlformats.org/officeDocument/2006/relationships" r:id="R073f7185944c47c2"/>
  </p:notesMasterIdLst>
  <p:sldIdLst>
    <p:sldId xmlns:r="http://schemas.openxmlformats.org/officeDocument/2006/relationships" id="256" r:id="Rc4970616b9b34a71"/>
  </p:sldIdLst>
  <p:sldSz cx="11458575" cy="3657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d72bc1453840bc" /><Relationship Type="http://schemas.openxmlformats.org/officeDocument/2006/relationships/slideMaster" Target="/ppt/slideMasters/slideMaster1.xml" Id="Rf8267a0582c44da2" /><Relationship Type="http://schemas.openxmlformats.org/officeDocument/2006/relationships/notesMaster" Target="/ppt/notesMasters/notesMaster1.xml" Id="R073f7185944c47c2" /><Relationship Type="http://schemas.openxmlformats.org/officeDocument/2006/relationships/presProps" Target="/ppt/presProps.xml" Id="R5e341bd8bf8d4e0b" /><Relationship Type="http://schemas.openxmlformats.org/officeDocument/2006/relationships/tableStyles" Target="/ppt/tableStyles.xml" Id="R6c97345d10024920" /><Relationship Type="http://schemas.openxmlformats.org/officeDocument/2006/relationships/slide" Target="/ppt/slides/slide1.xml" Id="Rc4970616b9b34a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15e809a45a46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cd5a89b63343e1" /><Relationship Type="http://schemas.openxmlformats.org/officeDocument/2006/relationships/notesMaster" Target="/ppt/notesMasters/notesMaster1.xml" Id="Rdf03c1a7d2684d2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素材ID：AI-069</ns1:t>
            </ns1:r>
          </ns1:p>
          <ns1:p>
            <ns1:r>
              <ns1:t>论文：SubLIME: Subset Selection via Rank Correlation Prediction for Data-Efficient LLM Evaluation</ns1:t>
            </ns1:r>
          </ns1:p>
          <ns1:p>
            <ns1:r>
              <ns1:t>会议：ACL 2025</ns1:t>
            </ns1:r>
          </ns1:p>
          <ns1:p>
            <ns1:r>
              <ns1:t>奖项：Best Theme Paper</ns1:t>
            </ns1:r>
          </ns1:p>
          <ns1:p>
            <ns1:r>
              <ns1:t>图号：Figure 2，PDF第4页</ns1:t>
            </ns1:r>
          </ns1:p>
          <ns1:p>
            <ns1:r>
              <ns1:t>类型：方法细节</ns1:t>
            </ns1:r>
          </ns1:p>
          <ns1:p>
            <ns1:r>
              <ns1:t>借鉴点：模型、难度/质量/离散度、聚类与基准无关矩阵按来源流向组合，输出特征和秩相关标签。</ns1:t>
            </ns1:r>
          </ns1:p>
          <ns1:p>
            <ns1:r>
              <ns1:t>论文URL：https://aclanthology.org/2025.acl-long.1477/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681674c3e40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21a14c65b14386" /><Relationship Type="http://schemas.openxmlformats.org/officeDocument/2006/relationships/slideLayout" Target="/ppt/slideLayouts/slideLayout1.xml" Id="R1257224d25534c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57224d25534c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14a94a1484336" /><Relationship Type="http://schemas.openxmlformats.org/officeDocument/2006/relationships/notesSlide" Target="/ppt/notesSlides/notesSlide1.xml" Id="R5aa13975eb4b4b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5" name="AI-069-1">
            <a:extLst xmlns:a="http://schemas.openxmlformats.org/drawingml/2006/main">
              <a:ext uri="{FF2B5EF4-FFF2-40B4-BE49-F238E27FC236}">
                <a16:creationId xmlns:a16="http://schemas.microsoft.com/office/drawing/2014/main" id="{D6FDB3A3-B9D5-42E8-9C31-31ED7545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80975"/>
            <a:ext cx="1314450" cy="280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F91"/>
          </a:solidFill>
          <a:ln xmlns:a="http://schemas.openxmlformats.org/drawingml/2006/main" w="0">
            <a:noFill/>
          </a:ln>
        </p:spPr>
      </p:sp>
      <p:sp>
        <p:nvSpPr>
          <p:cNvPr id="2" name="AI-069-2">
            <a:extLst xmlns:a="http://schemas.openxmlformats.org/drawingml/2006/main">
              <a:ext uri="{FF2B5EF4-FFF2-40B4-BE49-F238E27FC236}">
                <a16:creationId xmlns:a16="http://schemas.microsoft.com/office/drawing/2014/main" id="{84B66476-17EE-475A-BC7C-D900B463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180975"/>
            <a:ext cx="12954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Distributional</a:t>
            </a:r>
          </a:p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Dispersion</a:t>
            </a:r>
          </a:p>
        </p:txBody>
      </p:sp>
      <p:sp>
        <p:nvSpPr>
          <p:cNvPr id="3" name="AI-069-3">
            <a:extLst xmlns:a="http://schemas.openxmlformats.org/drawingml/2006/main">
              <a:ext uri="{FF2B5EF4-FFF2-40B4-BE49-F238E27FC236}">
                <a16:creationId xmlns:a16="http://schemas.microsoft.com/office/drawing/2014/main" id="{6966622B-1BF3-43C6-8ED4-33DBCADE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61010"/>
            <a:ext cx="1314450" cy="280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87"/>
          </a:solidFill>
          <a:ln xmlns:a="http://schemas.openxmlformats.org/drawingml/2006/main" w="0">
            <a:noFill/>
          </a:ln>
        </p:spPr>
      </p:sp>
      <p:sp>
        <p:nvSpPr>
          <p:cNvPr id="4" name="AI-069-4">
            <a:extLst xmlns:a="http://schemas.openxmlformats.org/drawingml/2006/main">
              <a:ext uri="{FF2B5EF4-FFF2-40B4-BE49-F238E27FC236}">
                <a16:creationId xmlns:a16="http://schemas.microsoft.com/office/drawing/2014/main" id="{B19A2144-91F7-42ED-ACBB-D9CDF491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461010"/>
            <a:ext cx="12954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Difficulty</a:t>
            </a:r>
          </a:p>
        </p:txBody>
      </p:sp>
      <p:sp>
        <p:nvSpPr>
          <p:cNvPr id="5" name="AI-069-5">
            <a:extLst xmlns:a="http://schemas.openxmlformats.org/drawingml/2006/main">
              <a:ext uri="{FF2B5EF4-FFF2-40B4-BE49-F238E27FC236}">
                <a16:creationId xmlns:a16="http://schemas.microsoft.com/office/drawing/2014/main" id="{B3EE017C-4E5B-4D8E-9EAB-CA12C20D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41045"/>
            <a:ext cx="1314450" cy="280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9D5"/>
          </a:solidFill>
          <a:ln xmlns:a="http://schemas.openxmlformats.org/drawingml/2006/main" w="0">
            <a:noFill/>
          </a:ln>
        </p:spPr>
      </p:sp>
      <p:sp>
        <p:nvSpPr>
          <p:cNvPr id="6" name="AI-069-6">
            <a:extLst xmlns:a="http://schemas.openxmlformats.org/drawingml/2006/main">
              <a:ext uri="{FF2B5EF4-FFF2-40B4-BE49-F238E27FC236}">
                <a16:creationId xmlns:a16="http://schemas.microsoft.com/office/drawing/2014/main" id="{867A9452-42F4-47E8-AF08-D5C91B52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741045"/>
            <a:ext cx="12954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Quality</a:t>
            </a:r>
          </a:p>
        </p:txBody>
      </p:sp>
      <p:sp>
        <p:nvSpPr>
          <p:cNvPr id="7" name="AI-069-7">
            <a:extLst xmlns:a="http://schemas.openxmlformats.org/drawingml/2006/main">
              <a:ext uri="{FF2B5EF4-FFF2-40B4-BE49-F238E27FC236}">
                <a16:creationId xmlns:a16="http://schemas.microsoft.com/office/drawing/2014/main" id="{5480B37C-A9F5-4DE6-BEE4-F2FC8719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3333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F4"/>
          </a:solidFill>
          <a:ln xmlns:a="http://schemas.openxmlformats.org/drawingml/2006/main" w="0">
            <a:noFill/>
          </a:ln>
        </p:spPr>
      </p:sp>
      <p:sp>
        <p:nvSpPr>
          <p:cNvPr id="8" name="AI-069-8">
            <a:extLst xmlns:a="http://schemas.openxmlformats.org/drawingml/2006/main">
              <a:ext uri="{FF2B5EF4-FFF2-40B4-BE49-F238E27FC236}">
                <a16:creationId xmlns:a16="http://schemas.microsoft.com/office/drawing/2014/main" id="{CE879FF8-99E1-45F9-900D-6EDDF317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4692" y="333375"/>
            <a:ext cx="111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9" name="AI-069-9">
            <a:extLst xmlns:a="http://schemas.openxmlformats.org/drawingml/2006/main">
              <a:ext uri="{FF2B5EF4-FFF2-40B4-BE49-F238E27FC236}">
                <a16:creationId xmlns:a16="http://schemas.microsoft.com/office/drawing/2014/main" id="{2EB2E480-E206-4D6E-8EF4-9CA33EF2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7369" y="411099"/>
            <a:ext cx="29146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10" name="AI-069-10">
            <a:extLst xmlns:a="http://schemas.openxmlformats.org/drawingml/2006/main">
              <a:ext uri="{FF2B5EF4-FFF2-40B4-BE49-F238E27FC236}">
                <a16:creationId xmlns:a16="http://schemas.microsoft.com/office/drawing/2014/main" id="{8B06871C-7BE1-486E-8B4D-B59E6F02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075" y="3333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Models</a:t>
            </a:r>
          </a:p>
        </p:txBody>
      </p:sp>
      <p:sp>
        <p:nvSpPr>
          <p:cNvPr id="11" name="AI-069-11">
            <a:extLst xmlns:a="http://schemas.openxmlformats.org/drawingml/2006/main">
              <a:ext uri="{FF2B5EF4-FFF2-40B4-BE49-F238E27FC236}">
                <a16:creationId xmlns:a16="http://schemas.microsoft.com/office/drawing/2014/main" id="{F4B3AFFD-EF4B-4EE7-AEDC-C3312348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5619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9398"/>
          </a:solidFill>
          <a:ln xmlns:a="http://schemas.openxmlformats.org/drawingml/2006/main" w="0">
            <a:noFill/>
          </a:ln>
        </p:spPr>
      </p:sp>
      <p:sp>
        <p:nvSpPr>
          <p:cNvPr id="12" name="AI-069-12">
            <a:extLst xmlns:a="http://schemas.openxmlformats.org/drawingml/2006/main">
              <a:ext uri="{FF2B5EF4-FFF2-40B4-BE49-F238E27FC236}">
                <a16:creationId xmlns:a16="http://schemas.microsoft.com/office/drawing/2014/main" id="{8362468A-8329-4918-8D83-3D7BD0EF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5619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Rank Correlation ρ</a:t>
            </a:r>
          </a:p>
        </p:txBody>
      </p:sp>
      <p:sp>
        <p:nvSpPr>
          <p:cNvPr id="13" name="AI-069-13">
            <a:extLst xmlns:a="http://schemas.openxmlformats.org/drawingml/2006/main">
              <a:ext uri="{FF2B5EF4-FFF2-40B4-BE49-F238E27FC236}">
                <a16:creationId xmlns:a16="http://schemas.microsoft.com/office/drawing/2014/main" id="{549E9D1B-878E-4448-9ED9-F28B8A08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79057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DAD"/>
          </a:solidFill>
          <a:ln xmlns:a="http://schemas.openxmlformats.org/drawingml/2006/main" w="0">
            <a:noFill/>
          </a:ln>
        </p:spPr>
      </p:sp>
      <p:sp>
        <p:nvSpPr>
          <p:cNvPr id="14" name="AI-069-14">
            <a:extLst xmlns:a="http://schemas.openxmlformats.org/drawingml/2006/main">
              <a:ext uri="{FF2B5EF4-FFF2-40B4-BE49-F238E27FC236}">
                <a16:creationId xmlns:a16="http://schemas.microsoft.com/office/drawing/2014/main" id="{D12C2867-1F6D-46FC-BAC8-DAE4F9DB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7905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Results Vector</a:t>
            </a:r>
          </a:p>
        </p:txBody>
      </p:sp>
      <p:sp>
        <p:nvSpPr>
          <p:cNvPr id="15" name="AI-069-15">
            <a:extLst xmlns:a="http://schemas.openxmlformats.org/drawingml/2006/main">
              <a:ext uri="{FF2B5EF4-FFF2-40B4-BE49-F238E27FC236}">
                <a16:creationId xmlns:a16="http://schemas.microsoft.com/office/drawing/2014/main" id="{7B4F57E6-20B6-4762-868B-84C7777D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0"/>
            <a:ext cx="133350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6" name="AI-069-16">
            <a:extLst xmlns:a="http://schemas.openxmlformats.org/drawingml/2006/main">
              <a:ext uri="{FF2B5EF4-FFF2-40B4-BE49-F238E27FC236}">
                <a16:creationId xmlns:a16="http://schemas.microsoft.com/office/drawing/2014/main" id="{684346F9-6327-4E33-BD27-FD570A1A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675" y="7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A9D5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17" name="AI-069-17">
            <a:extLst xmlns:a="http://schemas.openxmlformats.org/drawingml/2006/main">
              <a:ext uri="{FF2B5EF4-FFF2-40B4-BE49-F238E27FC236}">
                <a16:creationId xmlns:a16="http://schemas.microsoft.com/office/drawing/2014/main" id="{687BCC27-8B78-4F75-A95D-8C451A82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76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EBA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18" name="AI-069-18">
            <a:extLst xmlns:a="http://schemas.openxmlformats.org/drawingml/2006/main">
              <a:ext uri="{FF2B5EF4-FFF2-40B4-BE49-F238E27FC236}">
                <a16:creationId xmlns:a16="http://schemas.microsoft.com/office/drawing/2014/main" id="{713212D6-7478-4D21-8A22-3154DEC8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342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DEB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19" name="AI-069-19">
            <a:extLst xmlns:a="http://schemas.openxmlformats.org/drawingml/2006/main">
              <a:ext uri="{FF2B5EF4-FFF2-40B4-BE49-F238E27FC236}">
                <a16:creationId xmlns:a16="http://schemas.microsoft.com/office/drawing/2014/main" id="{52D0F9F3-A24A-4E87-9D92-E8CD2246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66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872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20" name="AI-069-20">
            <a:extLst xmlns:a="http://schemas.openxmlformats.org/drawingml/2006/main">
              <a:ext uri="{FF2B5EF4-FFF2-40B4-BE49-F238E27FC236}">
                <a16:creationId xmlns:a16="http://schemas.microsoft.com/office/drawing/2014/main" id="{7E5A0F03-8E25-4D0F-855D-892E9252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333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387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21" name="AI-069-21">
            <a:extLst xmlns:a="http://schemas.openxmlformats.org/drawingml/2006/main">
              <a:ext uri="{FF2B5EF4-FFF2-40B4-BE49-F238E27FC236}">
                <a16:creationId xmlns:a16="http://schemas.microsoft.com/office/drawing/2014/main" id="{9F972CEE-DF7B-4946-8D49-16C01906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3143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575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22" name="AI-069-22">
            <a:extLst xmlns:a="http://schemas.openxmlformats.org/drawingml/2006/main">
              <a:ext uri="{FF2B5EF4-FFF2-40B4-BE49-F238E27FC236}">
                <a16:creationId xmlns:a16="http://schemas.microsoft.com/office/drawing/2014/main" id="{D22D42A1-86C4-4D8D-9AE3-25FC1E9F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552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B8D7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23" name="AI-069-23">
            <a:extLst xmlns:a="http://schemas.openxmlformats.org/drawingml/2006/main">
              <a:ext uri="{FF2B5EF4-FFF2-40B4-BE49-F238E27FC236}">
                <a16:creationId xmlns:a16="http://schemas.microsoft.com/office/drawing/2014/main" id="{DE755617-0DB7-4B65-A9A7-1F792E36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68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CF91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24" name="AI-069-24">
            <a:extLst xmlns:a="http://schemas.openxmlformats.org/drawingml/2006/main">
              <a:ext uri="{FF2B5EF4-FFF2-40B4-BE49-F238E27FC236}">
                <a16:creationId xmlns:a16="http://schemas.microsoft.com/office/drawing/2014/main" id="{9673AB1E-C479-472B-8C63-B095B563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723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D9C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25" name="AI-069-25">
            <a:extLst xmlns:a="http://schemas.openxmlformats.org/drawingml/2006/main">
              <a:ext uri="{FF2B5EF4-FFF2-40B4-BE49-F238E27FC236}">
                <a16:creationId xmlns:a16="http://schemas.microsoft.com/office/drawing/2014/main" id="{EDCD97EC-A563-4BC7-8B39-2FC0E116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2725" y="666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DEC2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26" name="AI-069-26">
            <a:extLst xmlns:a="http://schemas.openxmlformats.org/drawingml/2006/main">
              <a:ext uri="{FF2B5EF4-FFF2-40B4-BE49-F238E27FC236}">
                <a16:creationId xmlns:a16="http://schemas.microsoft.com/office/drawing/2014/main" id="{56BDBBF5-3FFE-4824-81B5-C841BD86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828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D68C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27" name="AI-069-27">
            <a:extLst xmlns:a="http://schemas.openxmlformats.org/drawingml/2006/main">
              <a:ext uri="{FF2B5EF4-FFF2-40B4-BE49-F238E27FC236}">
                <a16:creationId xmlns:a16="http://schemas.microsoft.com/office/drawing/2014/main" id="{46C6C716-90D0-4041-B6F3-14553538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904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D0A7">
              <a:alpha val="55000"/>
            </a:srgbClr>
          </a:solidFill>
          <a:ln xmlns:a="http://schemas.openxmlformats.org/drawingml/2006/main" w="9525">
            <a:solidFill>
              <a:srgbClr val="60768C"/>
            </a:solidFill>
          </a:ln>
        </p:spPr>
      </p:sp>
      <p:sp>
        <p:nvSpPr>
          <p:cNvPr id="28" name="AI-069-28">
            <a:extLst xmlns:a="http://schemas.openxmlformats.org/drawingml/2006/main">
              <a:ext uri="{FF2B5EF4-FFF2-40B4-BE49-F238E27FC236}">
                <a16:creationId xmlns:a16="http://schemas.microsoft.com/office/drawing/2014/main" id="{0E58F88C-CAF0-4ABF-AB14-8CDCE1EE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200025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08080"/>
            </a:solidFill>
          </a:ln>
        </p:spPr>
      </p:sp>
      <p:sp>
        <p:nvSpPr>
          <p:cNvPr id="29" name="AI-069-29">
            <a:extLst xmlns:a="http://schemas.openxmlformats.org/drawingml/2006/main">
              <a:ext uri="{FF2B5EF4-FFF2-40B4-BE49-F238E27FC236}">
                <a16:creationId xmlns:a16="http://schemas.microsoft.com/office/drawing/2014/main" id="{C8DFBDE9-3E9D-4845-BFC0-B6A147BB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2190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Fixed k Clusters</a:t>
            </a:r>
          </a:p>
          <a:p xmlns:a="http://schemas.openxmlformats.org/drawingml/2006/main">
            <a:pPr algn="ctr">
              <a:def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(Benchmark Agnosticism)</a:t>
            </a:r>
          </a:p>
        </p:txBody>
      </p:sp>
      <p:sp>
        <p:nvSpPr>
          <p:cNvPr id="30" name="AI-069-30">
            <a:extLst xmlns:a="http://schemas.openxmlformats.org/drawingml/2006/main">
              <a:ext uri="{FF2B5EF4-FFF2-40B4-BE49-F238E27FC236}">
                <a16:creationId xmlns:a16="http://schemas.microsoft.com/office/drawing/2014/main" id="{D64411A3-D225-4C7B-A19E-A99A97CA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1476375"/>
            <a:ext cx="46672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5"/>
          </a:solidFill>
          <a:ln xmlns:a="http://schemas.openxmlformats.org/drawingml/2006/main" w="7620">
            <a:solidFill>
              <a:srgbClr val="999999"/>
            </a:solidFill>
          </a:ln>
        </p:spPr>
      </p:sp>
      <p:sp>
        <p:nvSpPr>
          <p:cNvPr id="31" name="line-31">
            <a:extLst xmlns:a="http://schemas.openxmlformats.org/drawingml/2006/main">
              <a:ext uri="{FF2B5EF4-FFF2-40B4-BE49-F238E27FC236}">
                <a16:creationId xmlns:a16="http://schemas.microsoft.com/office/drawing/2014/main" id="{887704AA-3F3F-4B5A-A2C5-7F2365B8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813560"/>
            <a:ext cx="466725" cy="10"/>
          </a:xfrm>
          <a:custGeom xmlns:a="http://schemas.openxmlformats.org/drawingml/2006/main">
            <a:pathLst>
              <a:path w="466725" h="10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A7A7A7"/>
            </a:solidFill>
          </a:ln>
        </p:spPr>
      </p:sp>
      <p:sp>
        <p:nvSpPr>
          <p:cNvPr id="32" name="line-32">
            <a:extLst xmlns:a="http://schemas.openxmlformats.org/drawingml/2006/main">
              <a:ext uri="{FF2B5EF4-FFF2-40B4-BE49-F238E27FC236}">
                <a16:creationId xmlns:a16="http://schemas.microsoft.com/office/drawing/2014/main" id="{893EE6D1-34DB-4524-8CC4-ED53B88C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2150745"/>
            <a:ext cx="466725" cy="10"/>
          </a:xfrm>
          <a:custGeom xmlns:a="http://schemas.openxmlformats.org/drawingml/2006/main">
            <a:pathLst>
              <a:path w="466725" h="10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A7A7A7"/>
            </a:solidFill>
          </a:ln>
        </p:spPr>
      </p:sp>
      <p:sp>
        <p:nvSpPr>
          <p:cNvPr id="33" name="line-33">
            <a:extLst xmlns:a="http://schemas.openxmlformats.org/drawingml/2006/main">
              <a:ext uri="{FF2B5EF4-FFF2-40B4-BE49-F238E27FC236}">
                <a16:creationId xmlns:a16="http://schemas.microsoft.com/office/drawing/2014/main" id="{2CE0FF17-747E-4A69-B26D-5C68B37E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2487930"/>
            <a:ext cx="466725" cy="10"/>
          </a:xfrm>
          <a:custGeom xmlns:a="http://schemas.openxmlformats.org/drawingml/2006/main">
            <a:pathLst>
              <a:path w="466725" h="10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A7A7A7"/>
            </a:solidFill>
          </a:ln>
        </p:spPr>
      </p:sp>
      <p:sp>
        <p:nvSpPr>
          <p:cNvPr id="34" name="line-34">
            <a:extLst xmlns:a="http://schemas.openxmlformats.org/drawingml/2006/main">
              <a:ext uri="{FF2B5EF4-FFF2-40B4-BE49-F238E27FC236}">
                <a16:creationId xmlns:a16="http://schemas.microsoft.com/office/drawing/2014/main" id="{9788F663-5E48-43A7-9998-0F374D4D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2825115"/>
            <a:ext cx="466725" cy="10"/>
          </a:xfrm>
          <a:custGeom xmlns:a="http://schemas.openxmlformats.org/drawingml/2006/main">
            <a:pathLst>
              <a:path w="466725" h="10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A7A7A7"/>
            </a:solidFill>
          </a:ln>
        </p:spPr>
      </p:sp>
      <p:sp>
        <p:nvSpPr>
          <p:cNvPr id="35" name="AI-069-35">
            <a:extLst xmlns:a="http://schemas.openxmlformats.org/drawingml/2006/main">
              <a:ext uri="{FF2B5EF4-FFF2-40B4-BE49-F238E27FC236}">
                <a16:creationId xmlns:a16="http://schemas.microsoft.com/office/drawing/2014/main" id="{F23AD90A-01FF-4716-8BF9-1D7621F9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1476375"/>
            <a:ext cx="46672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M₁</a:t>
            </a:r>
          </a:p>
        </p:txBody>
      </p:sp>
      <p:sp>
        <p:nvSpPr>
          <p:cNvPr id="36" name="AI-069-36">
            <a:extLst xmlns:a="http://schemas.openxmlformats.org/drawingml/2006/main">
              <a:ext uri="{FF2B5EF4-FFF2-40B4-BE49-F238E27FC236}">
                <a16:creationId xmlns:a16="http://schemas.microsoft.com/office/drawing/2014/main" id="{A63A4547-DCBE-4BDD-94DD-14CD43B9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1813560"/>
            <a:ext cx="46672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M₂</a:t>
            </a:r>
          </a:p>
        </p:txBody>
      </p:sp>
      <p:sp>
        <p:nvSpPr>
          <p:cNvPr id="37" name="AI-069-37">
            <a:extLst xmlns:a="http://schemas.openxmlformats.org/drawingml/2006/main">
              <a:ext uri="{FF2B5EF4-FFF2-40B4-BE49-F238E27FC236}">
                <a16:creationId xmlns:a16="http://schemas.microsoft.com/office/drawing/2014/main" id="{8988F321-086E-404A-A7E4-72550171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2150745"/>
            <a:ext cx="46672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M₃</a:t>
            </a:r>
          </a:p>
        </p:txBody>
      </p:sp>
      <p:sp>
        <p:nvSpPr>
          <p:cNvPr id="38" name="AI-069-38">
            <a:extLst xmlns:a="http://schemas.openxmlformats.org/drawingml/2006/main">
              <a:ext uri="{FF2B5EF4-FFF2-40B4-BE49-F238E27FC236}">
                <a16:creationId xmlns:a16="http://schemas.microsoft.com/office/drawing/2014/main" id="{589EFBFC-2727-49D1-84AA-92D46911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2487930"/>
            <a:ext cx="46672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M₄</a:t>
            </a:r>
          </a:p>
        </p:txBody>
      </p:sp>
      <p:sp>
        <p:nvSpPr>
          <p:cNvPr id="39" name="AI-069-39">
            <a:extLst xmlns:a="http://schemas.openxmlformats.org/drawingml/2006/main">
              <a:ext uri="{FF2B5EF4-FFF2-40B4-BE49-F238E27FC236}">
                <a16:creationId xmlns:a16="http://schemas.microsoft.com/office/drawing/2014/main" id="{D2980405-2ACE-47A1-A696-6068771E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2825115"/>
            <a:ext cx="46672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40" name="AI-069-40">
            <a:extLst xmlns:a="http://schemas.openxmlformats.org/drawingml/2006/main">
              <a:ext uri="{FF2B5EF4-FFF2-40B4-BE49-F238E27FC236}">
                <a16:creationId xmlns:a16="http://schemas.microsoft.com/office/drawing/2014/main" id="{6B27DD44-DF97-4382-9C6A-DF6E41CF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32670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08080"/>
            </a:solidFill>
          </a:ln>
        </p:spPr>
      </p:sp>
      <p:sp>
        <p:nvSpPr>
          <p:cNvPr id="41" name="AI-069-41">
            <a:extLst xmlns:a="http://schemas.openxmlformats.org/drawingml/2006/main">
              <a:ext uri="{FF2B5EF4-FFF2-40B4-BE49-F238E27FC236}">
                <a16:creationId xmlns:a16="http://schemas.microsoft.com/office/drawing/2014/main" id="{7C3F4A02-82E3-4437-8A08-3CA691B0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" y="3267075"/>
            <a:ext cx="9944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42" name="AI-069-42">
            <a:extLst xmlns:a="http://schemas.openxmlformats.org/drawingml/2006/main">
              <a:ext uri="{FF2B5EF4-FFF2-40B4-BE49-F238E27FC236}">
                <a16:creationId xmlns:a16="http://schemas.microsoft.com/office/drawing/2014/main" id="{8E29332E-576D-4AF9-A76A-34112A75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598" y="3357753"/>
            <a:ext cx="25527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2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2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43" name="AI-069-43">
            <a:extLst xmlns:a="http://schemas.openxmlformats.org/drawingml/2006/main">
              <a:ext uri="{FF2B5EF4-FFF2-40B4-BE49-F238E27FC236}">
                <a16:creationId xmlns:a16="http://schemas.microsoft.com/office/drawing/2014/main" id="{CD3CA145-BBB2-4B11-962C-A5B94FC7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8764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08080"/>
            </a:solidFill>
          </a:ln>
        </p:spPr>
      </p:sp>
      <p:sp>
        <p:nvSpPr>
          <p:cNvPr id="44" name="AI-069-44">
            <a:extLst xmlns:a="http://schemas.openxmlformats.org/drawingml/2006/main">
              <a:ext uri="{FF2B5EF4-FFF2-40B4-BE49-F238E27FC236}">
                <a16:creationId xmlns:a16="http://schemas.microsoft.com/office/drawing/2014/main" id="{01F6984F-F84F-4871-82B4-AC8946EF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" y="18954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Select combination</a:t>
            </a:r>
          </a:p>
          <a:p xmlns:a="http://schemas.openxmlformats.org/drawingml/2006/main">
            <a:pPr algn="ctr">
              <a:defRPr sz="1125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of models</a:t>
            </a:r>
          </a:p>
          <a:p xmlns:a="http://schemas.openxmlformats.org/drawingml/2006/main">
            <a:pPr algn="ctr">
              <a:defRPr sz="1125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m ∈ C ← [5, 10, 20] in</a:t>
            </a:r>
          </a:p>
        </p:txBody>
      </p:sp>
      <p:sp>
        <p:nvSpPr>
          <p:cNvPr id="45" name="AI-069-45">
            <a:extLst xmlns:a="http://schemas.openxmlformats.org/drawingml/2006/main">
              <a:ext uri="{FF2B5EF4-FFF2-40B4-BE49-F238E27FC236}">
                <a16:creationId xmlns:a16="http://schemas.microsoft.com/office/drawing/2014/main" id="{D778BAAC-CC8D-4781-896C-61D2C806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378" y="2533650"/>
            <a:ext cx="11715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1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1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46" name="AI-069-46">
            <a:extLst xmlns:a="http://schemas.openxmlformats.org/drawingml/2006/main">
              <a:ext uri="{FF2B5EF4-FFF2-40B4-BE49-F238E27FC236}">
                <a16:creationId xmlns:a16="http://schemas.microsoft.com/office/drawing/2014/main" id="{F8EC0F9B-1A9F-4F38-8103-5D1BD27B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4960" y="2621090"/>
            <a:ext cx="309563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5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47" name="line-47">
            <a:extLst xmlns:a="http://schemas.openxmlformats.org/drawingml/2006/main">
              <a:ext uri="{FF2B5EF4-FFF2-40B4-BE49-F238E27FC236}">
                <a16:creationId xmlns:a16="http://schemas.microsoft.com/office/drawing/2014/main" id="{ACBEC99D-C764-4B53-A564-367B3EE8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400050" cy="9525"/>
          </a:xfrm>
          <a:custGeom xmlns:a="http://schemas.openxmlformats.org/drawingml/2006/main">
            <a:pathLst>
              <a:path w="400050" h="9525">
                <a:moveTo>
                  <a:pt x="0" y="0"/>
                </a:moveTo>
                <a:lnTo>
                  <a:pt x="4000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853F021E-48F7-437B-B4AB-6A948667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00" y="2316922"/>
            <a:ext cx="35000" cy="31757"/>
          </a:xfrm>
          <a:custGeom xmlns:a="http://schemas.openxmlformats.org/drawingml/2006/main">
            <a:pathLst>
              <a:path w="35000" h="31757">
                <a:moveTo>
                  <a:pt x="35000" y="16703"/>
                </a:moveTo>
                <a:lnTo>
                  <a:pt x="0" y="31757"/>
                </a:lnTo>
                <a:lnTo>
                  <a:pt x="756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49" name="AI-069-49">
            <a:extLst xmlns:a="http://schemas.openxmlformats.org/drawingml/2006/main">
              <a:ext uri="{FF2B5EF4-FFF2-40B4-BE49-F238E27FC236}">
                <a16:creationId xmlns:a16="http://schemas.microsoft.com/office/drawing/2014/main" id="{58EAABEF-0007-4E69-BB42-D4B619D2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" y="2886075"/>
            <a:ext cx="371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9398"/>
          </a:solidFill>
          <a:ln xmlns:a="http://schemas.openxmlformats.org/drawingml/2006/main" w="7620">
            <a:solidFill>
              <a:srgbClr val="808080"/>
            </a:solidFill>
          </a:ln>
        </p:spPr>
      </p:sp>
      <p:sp>
        <p:nvSpPr>
          <p:cNvPr id="50" name="AI-069-50">
            <a:extLst xmlns:a="http://schemas.openxmlformats.org/drawingml/2006/main">
              <a:ext uri="{FF2B5EF4-FFF2-40B4-BE49-F238E27FC236}">
                <a16:creationId xmlns:a16="http://schemas.microsoft.com/office/drawing/2014/main" id="{CA553A60-BF02-45A9-B35C-74DF3EC8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" y="2886075"/>
            <a:ext cx="371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0.9</a:t>
            </a:r>
          </a:p>
        </p:txBody>
      </p:sp>
      <p:sp>
        <p:nvSpPr>
          <p:cNvPr id="51" name="line-51">
            <a:extLst xmlns:a="http://schemas.openxmlformats.org/drawingml/2006/main">
              <a:ext uri="{FF2B5EF4-FFF2-40B4-BE49-F238E27FC236}">
                <a16:creationId xmlns:a16="http://schemas.microsoft.com/office/drawing/2014/main" id="{A3588C06-D067-4EAC-BFA8-5FF272A3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10" cy="95250"/>
          </a:xfrm>
          <a:custGeom xmlns:a="http://schemas.openxmlformats.org/drawingml/2006/main">
            <a:pathLst>
              <a:path w="10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DFE8F11E-3713-453E-8A98-256CFEF4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517" y="2851443"/>
            <a:ext cx="31766" cy="34632"/>
          </a:xfrm>
          <a:custGeom xmlns:a="http://schemas.openxmlformats.org/drawingml/2006/main">
            <a:pathLst>
              <a:path w="31766" h="34632">
                <a:moveTo>
                  <a:pt x="15883" y="34632"/>
                </a:moveTo>
                <a:lnTo>
                  <a:pt x="0" y="0"/>
                </a:lnTo>
                <a:lnTo>
                  <a:pt x="31766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53" name="AI-069-53">
            <a:extLst xmlns:a="http://schemas.openxmlformats.org/drawingml/2006/main">
              <a:ext uri="{FF2B5EF4-FFF2-40B4-BE49-F238E27FC236}">
                <a16:creationId xmlns:a16="http://schemas.microsoft.com/office/drawing/2014/main" id="{1F5C3896-0E15-4AF0-BEDF-DEF9903B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200400"/>
            <a:ext cx="1981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08080"/>
            </a:solidFill>
          </a:ln>
        </p:spPr>
      </p:sp>
      <p:sp>
        <p:nvSpPr>
          <p:cNvPr id="54" name="AI-069-54">
            <a:extLst xmlns:a="http://schemas.openxmlformats.org/drawingml/2006/main">
              <a:ext uri="{FF2B5EF4-FFF2-40B4-BE49-F238E27FC236}">
                <a16:creationId xmlns:a16="http://schemas.microsoft.com/office/drawing/2014/main" id="{93BE6A2F-A979-406C-A820-A32D9A5F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3219450"/>
            <a:ext cx="1943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Ground Truth Rank Correlation</a:t>
            </a:r>
          </a:p>
          <a:p xmlns:a="http://schemas.openxmlformats.org/drawingml/2006/main">
            <a:pPr algn="ctr">
              <a:def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of n models (ρtrainₘᵢ)</a:t>
            </a:r>
          </a:p>
        </p:txBody>
      </p:sp>
      <p:sp>
        <p:nvSpPr>
          <p:cNvPr id="55" name="AI-069-55">
            <a:extLst xmlns:a="http://schemas.openxmlformats.org/drawingml/2006/main">
              <a:ext uri="{FF2B5EF4-FFF2-40B4-BE49-F238E27FC236}">
                <a16:creationId xmlns:a16="http://schemas.microsoft.com/office/drawing/2014/main" id="{A737FFD8-2D68-419E-BF64-934B0DF0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1476375"/>
            <a:ext cx="35052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636C79"/>
            </a:solidFill>
          </a:ln>
        </p:spPr>
      </p:sp>
      <p:sp>
        <p:nvSpPr>
          <p:cNvPr id="56" name="AI-069-56">
            <a:extLst xmlns:a="http://schemas.openxmlformats.org/drawingml/2006/main">
              <a:ext uri="{FF2B5EF4-FFF2-40B4-BE49-F238E27FC236}">
                <a16:creationId xmlns:a16="http://schemas.microsoft.com/office/drawing/2014/main" id="{15FB17CA-C319-4EC4-9AB1-88E46FCE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1438275"/>
            <a:ext cx="33718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636C79"/>
            </a:solidFill>
          </a:ln>
        </p:spPr>
      </p:sp>
      <p:sp>
        <p:nvSpPr>
          <p:cNvPr id="57" name="AI-069-57">
            <a:extLst xmlns:a="http://schemas.openxmlformats.org/drawingml/2006/main">
              <a:ext uri="{FF2B5EF4-FFF2-40B4-BE49-F238E27FC236}">
                <a16:creationId xmlns:a16="http://schemas.microsoft.com/office/drawing/2014/main" id="{124E9AB8-942D-423C-A698-A140287D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2162175"/>
            <a:ext cx="428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FE6"/>
          </a:solidFill>
          <a:ln xmlns:a="http://schemas.openxmlformats.org/drawingml/2006/main" w="7620">
            <a:solidFill>
              <a:srgbClr val="BBBBBB"/>
            </a:solidFill>
          </a:ln>
        </p:spPr>
      </p:sp>
      <p:sp>
        <p:nvSpPr>
          <p:cNvPr id="58" name="AI-069-58">
            <a:extLst xmlns:a="http://schemas.openxmlformats.org/drawingml/2006/main">
              <a:ext uri="{FF2B5EF4-FFF2-40B4-BE49-F238E27FC236}">
                <a16:creationId xmlns:a16="http://schemas.microsoft.com/office/drawing/2014/main" id="{7486FC1E-60A4-45BF-8BE0-2C4E3B87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9326" y="2162175"/>
            <a:ext cx="111252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59" name="AI-069-59">
            <a:extLst xmlns:a="http://schemas.openxmlformats.org/drawingml/2006/main">
              <a:ext uri="{FF2B5EF4-FFF2-40B4-BE49-F238E27FC236}">
                <a16:creationId xmlns:a16="http://schemas.microsoft.com/office/drawing/2014/main" id="{EA620B24-145E-4E62-A956-71B937F0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2003" y="2241194"/>
            <a:ext cx="139446" cy="162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60" name="line-60">
            <a:extLst xmlns:a="http://schemas.openxmlformats.org/drawingml/2006/main">
              <a:ext uri="{FF2B5EF4-FFF2-40B4-BE49-F238E27FC236}">
                <a16:creationId xmlns:a16="http://schemas.microsoft.com/office/drawing/2014/main" id="{CE767D25-1361-444D-B55F-8B81E70D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94585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" name="AI-069-61">
            <a:extLst xmlns:a="http://schemas.openxmlformats.org/drawingml/2006/main">
              <a:ext uri="{FF2B5EF4-FFF2-40B4-BE49-F238E27FC236}">
                <a16:creationId xmlns:a16="http://schemas.microsoft.com/office/drawing/2014/main" id="{D0D24932-6E06-4F84-873E-86816F59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9326" y="2394585"/>
            <a:ext cx="111252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62" name="AI-069-62">
            <a:extLst xmlns:a="http://schemas.openxmlformats.org/drawingml/2006/main">
              <a:ext uri="{FF2B5EF4-FFF2-40B4-BE49-F238E27FC236}">
                <a16:creationId xmlns:a16="http://schemas.microsoft.com/office/drawing/2014/main" id="{E2890864-EA31-407B-B36B-BDA4CC5E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2003" y="2473604"/>
            <a:ext cx="139446" cy="162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63" name="line-63">
            <a:extLst xmlns:a="http://schemas.openxmlformats.org/drawingml/2006/main">
              <a:ext uri="{FF2B5EF4-FFF2-40B4-BE49-F238E27FC236}">
                <a16:creationId xmlns:a16="http://schemas.microsoft.com/office/drawing/2014/main" id="{DBCD5FE5-6CF2-449F-9423-B18667F5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26995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" name="AI-069-64">
            <a:extLst xmlns:a="http://schemas.openxmlformats.org/drawingml/2006/main">
              <a:ext uri="{FF2B5EF4-FFF2-40B4-BE49-F238E27FC236}">
                <a16:creationId xmlns:a16="http://schemas.microsoft.com/office/drawing/2014/main" id="{F2F8135D-120A-4A85-AC78-7100F895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9326" y="2626995"/>
            <a:ext cx="111252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65" name="AI-069-65">
            <a:extLst xmlns:a="http://schemas.openxmlformats.org/drawingml/2006/main">
              <a:ext uri="{FF2B5EF4-FFF2-40B4-BE49-F238E27FC236}">
                <a16:creationId xmlns:a16="http://schemas.microsoft.com/office/drawing/2014/main" id="{BFFFC7BB-42E2-471F-9C6A-6DE1F4B7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2003" y="2706014"/>
            <a:ext cx="139446" cy="162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d3</a:t>
            </a:r>
          </a:p>
        </p:txBody>
      </p:sp>
      <p:sp>
        <p:nvSpPr>
          <p:cNvPr id="66" name="line-66">
            <a:extLst xmlns:a="http://schemas.openxmlformats.org/drawingml/2006/main">
              <a:ext uri="{FF2B5EF4-FFF2-40B4-BE49-F238E27FC236}">
                <a16:creationId xmlns:a16="http://schemas.microsoft.com/office/drawing/2014/main" id="{457B1990-2459-4CDE-BE06-A381161F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59405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" name="AI-069-67">
            <a:extLst xmlns:a="http://schemas.openxmlformats.org/drawingml/2006/main">
              <a:ext uri="{FF2B5EF4-FFF2-40B4-BE49-F238E27FC236}">
                <a16:creationId xmlns:a16="http://schemas.microsoft.com/office/drawing/2014/main" id="{A4A867AD-BE0F-4713-A0A6-76665D81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2859405"/>
            <a:ext cx="428625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68" name="line-68">
            <a:extLst xmlns:a="http://schemas.openxmlformats.org/drawingml/2006/main">
              <a:ext uri="{FF2B5EF4-FFF2-40B4-BE49-F238E27FC236}">
                <a16:creationId xmlns:a16="http://schemas.microsoft.com/office/drawing/2014/main" id="{CE019D6C-829C-47D8-843D-445D690A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91815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9" name="AI-069-69">
            <a:extLst xmlns:a="http://schemas.openxmlformats.org/drawingml/2006/main">
              <a:ext uri="{FF2B5EF4-FFF2-40B4-BE49-F238E27FC236}">
                <a16:creationId xmlns:a16="http://schemas.microsoft.com/office/drawing/2014/main" id="{6263D6A6-C760-4CBF-BC1F-A0967B9A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9326" y="3091815"/>
            <a:ext cx="111252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70" name="AI-069-70">
            <a:extLst xmlns:a="http://schemas.openxmlformats.org/drawingml/2006/main">
              <a:ext uri="{FF2B5EF4-FFF2-40B4-BE49-F238E27FC236}">
                <a16:creationId xmlns:a16="http://schemas.microsoft.com/office/drawing/2014/main" id="{4C1464E6-C794-4BE8-8A16-3340BA30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2003" y="3170834"/>
            <a:ext cx="139446" cy="162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dd</a:t>
            </a:r>
          </a:p>
        </p:txBody>
      </p:sp>
      <p:sp>
        <p:nvSpPr>
          <p:cNvPr id="71" name="AI-069-71">
            <a:extLst xmlns:a="http://schemas.openxmlformats.org/drawingml/2006/main">
              <a:ext uri="{FF2B5EF4-FFF2-40B4-BE49-F238E27FC236}">
                <a16:creationId xmlns:a16="http://schemas.microsoft.com/office/drawing/2014/main" id="{15DB4D76-93AF-4894-B577-E59D9D33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7075" y="1905000"/>
            <a:ext cx="428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87"/>
          </a:solidFill>
          <a:ln xmlns:a="http://schemas.openxmlformats.org/drawingml/2006/main" w="7620">
            <a:solidFill>
              <a:srgbClr val="BBBBBB"/>
            </a:solidFill>
          </a:ln>
        </p:spPr>
      </p:sp>
      <p:sp>
        <p:nvSpPr>
          <p:cNvPr id="72" name="AI-069-72">
            <a:extLst xmlns:a="http://schemas.openxmlformats.org/drawingml/2006/main">
              <a:ext uri="{FF2B5EF4-FFF2-40B4-BE49-F238E27FC236}">
                <a16:creationId xmlns:a16="http://schemas.microsoft.com/office/drawing/2014/main" id="{8116B9A8-4B7C-4D47-BDC7-001018AC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9376" y="1905000"/>
            <a:ext cx="111252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3" name="AI-069-73">
            <a:extLst xmlns:a="http://schemas.openxmlformats.org/drawingml/2006/main">
              <a:ext uri="{FF2B5EF4-FFF2-40B4-BE49-F238E27FC236}">
                <a16:creationId xmlns:a16="http://schemas.microsoft.com/office/drawing/2014/main" id="{F45BD4E3-CA3C-4C15-B277-644C07FB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2053" y="1984667"/>
            <a:ext cx="139446" cy="16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74" name="line-74">
            <a:extLst xmlns:a="http://schemas.openxmlformats.org/drawingml/2006/main">
              <a:ext uri="{FF2B5EF4-FFF2-40B4-BE49-F238E27FC236}">
                <a16:creationId xmlns:a16="http://schemas.microsoft.com/office/drawing/2014/main" id="{924A06B1-ED9D-4568-AF55-E1D489E7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39315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5" name="AI-069-75">
            <a:extLst xmlns:a="http://schemas.openxmlformats.org/drawingml/2006/main">
              <a:ext uri="{FF2B5EF4-FFF2-40B4-BE49-F238E27FC236}">
                <a16:creationId xmlns:a16="http://schemas.microsoft.com/office/drawing/2014/main" id="{6DD2C27C-4501-4DD5-AD5E-41E23BF8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9376" y="2139315"/>
            <a:ext cx="111252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6" name="AI-069-76">
            <a:extLst xmlns:a="http://schemas.openxmlformats.org/drawingml/2006/main">
              <a:ext uri="{FF2B5EF4-FFF2-40B4-BE49-F238E27FC236}">
                <a16:creationId xmlns:a16="http://schemas.microsoft.com/office/drawing/2014/main" id="{84C756E1-1FBC-462F-899E-150FC956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2053" y="2218982"/>
            <a:ext cx="139446" cy="16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77" name="line-77">
            <a:extLst xmlns:a="http://schemas.openxmlformats.org/drawingml/2006/main">
              <a:ext uri="{FF2B5EF4-FFF2-40B4-BE49-F238E27FC236}">
                <a16:creationId xmlns:a16="http://schemas.microsoft.com/office/drawing/2014/main" id="{CAF89128-C26D-4EBB-A1F4-F66E8B8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73630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8" name="AI-069-78">
            <a:extLst xmlns:a="http://schemas.openxmlformats.org/drawingml/2006/main">
              <a:ext uri="{FF2B5EF4-FFF2-40B4-BE49-F238E27FC236}">
                <a16:creationId xmlns:a16="http://schemas.microsoft.com/office/drawing/2014/main" id="{CE7CEC15-64B9-4BF6-8749-837F4ECA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9376" y="2373630"/>
            <a:ext cx="111252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9" name="AI-069-79">
            <a:extLst xmlns:a="http://schemas.openxmlformats.org/drawingml/2006/main">
              <a:ext uri="{FF2B5EF4-FFF2-40B4-BE49-F238E27FC236}">
                <a16:creationId xmlns:a16="http://schemas.microsoft.com/office/drawing/2014/main" id="{7411B6C0-41F8-462F-A800-AF813B1E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2053" y="2453297"/>
            <a:ext cx="139446" cy="16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d3</a:t>
            </a:r>
          </a:p>
        </p:txBody>
      </p:sp>
      <p:sp>
        <p:nvSpPr>
          <p:cNvPr id="80" name="line-80">
            <a:extLst xmlns:a="http://schemas.openxmlformats.org/drawingml/2006/main">
              <a:ext uri="{FF2B5EF4-FFF2-40B4-BE49-F238E27FC236}">
                <a16:creationId xmlns:a16="http://schemas.microsoft.com/office/drawing/2014/main" id="{34245B22-A367-4EBA-A2AC-B7FA3FF4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07945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1" name="AI-069-81">
            <a:extLst xmlns:a="http://schemas.openxmlformats.org/drawingml/2006/main">
              <a:ext uri="{FF2B5EF4-FFF2-40B4-BE49-F238E27FC236}">
                <a16:creationId xmlns:a16="http://schemas.microsoft.com/office/drawing/2014/main" id="{8AE7A975-4C08-414D-993E-65051610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7075" y="2607945"/>
            <a:ext cx="4286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82" name="line-82">
            <a:extLst xmlns:a="http://schemas.openxmlformats.org/drawingml/2006/main">
              <a:ext uri="{FF2B5EF4-FFF2-40B4-BE49-F238E27FC236}">
                <a16:creationId xmlns:a16="http://schemas.microsoft.com/office/drawing/2014/main" id="{77C70667-9255-4135-A3C8-401DD111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42260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3" name="AI-069-83">
            <a:extLst xmlns:a="http://schemas.openxmlformats.org/drawingml/2006/main">
              <a:ext uri="{FF2B5EF4-FFF2-40B4-BE49-F238E27FC236}">
                <a16:creationId xmlns:a16="http://schemas.microsoft.com/office/drawing/2014/main" id="{3CD36FA5-23E7-46E5-8541-10C05F50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9376" y="2842260"/>
            <a:ext cx="111252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84" name="AI-069-84">
            <a:extLst xmlns:a="http://schemas.openxmlformats.org/drawingml/2006/main">
              <a:ext uri="{FF2B5EF4-FFF2-40B4-BE49-F238E27FC236}">
                <a16:creationId xmlns:a16="http://schemas.microsoft.com/office/drawing/2014/main" id="{925EA60F-2052-4540-A585-107BA554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2053" y="2921927"/>
            <a:ext cx="139446" cy="16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dd</a:t>
            </a:r>
          </a:p>
        </p:txBody>
      </p:sp>
      <p:sp>
        <p:nvSpPr>
          <p:cNvPr id="85" name="AI-069-85">
            <a:extLst xmlns:a="http://schemas.openxmlformats.org/drawingml/2006/main">
              <a:ext uri="{FF2B5EF4-FFF2-40B4-BE49-F238E27FC236}">
                <a16:creationId xmlns:a16="http://schemas.microsoft.com/office/drawing/2014/main" id="{496B19C9-98E9-4151-B057-0C1957B0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1638300"/>
            <a:ext cx="4286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F91"/>
          </a:solidFill>
          <a:ln xmlns:a="http://schemas.openxmlformats.org/drawingml/2006/main" w="7620">
            <a:solidFill>
              <a:srgbClr val="BBBBBB"/>
            </a:solidFill>
          </a:ln>
        </p:spPr>
      </p:sp>
      <p:sp>
        <p:nvSpPr>
          <p:cNvPr id="86" name="AI-069-86">
            <a:extLst xmlns:a="http://schemas.openxmlformats.org/drawingml/2006/main">
              <a:ext uri="{FF2B5EF4-FFF2-40B4-BE49-F238E27FC236}">
                <a16:creationId xmlns:a16="http://schemas.microsoft.com/office/drawing/2014/main" id="{00794858-BB5E-481F-BB7F-7EBFCEE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7613" y="1638300"/>
            <a:ext cx="193929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DD</a:t>
            </a:r>
          </a:p>
        </p:txBody>
      </p:sp>
      <p:sp>
        <p:nvSpPr>
          <p:cNvPr id="87" name="AI-069-87">
            <a:extLst xmlns:a="http://schemas.openxmlformats.org/drawingml/2006/main">
              <a:ext uri="{FF2B5EF4-FFF2-40B4-BE49-F238E27FC236}">
                <a16:creationId xmlns:a16="http://schemas.microsoft.com/office/drawing/2014/main" id="{318E09F0-5173-43F1-8B8C-A52A4980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2967" y="1717967"/>
            <a:ext cx="139446" cy="16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88" name="line-88">
            <a:extLst xmlns:a="http://schemas.openxmlformats.org/drawingml/2006/main">
              <a:ext uri="{FF2B5EF4-FFF2-40B4-BE49-F238E27FC236}">
                <a16:creationId xmlns:a16="http://schemas.microsoft.com/office/drawing/2014/main" id="{B8D1CBFC-E446-434C-9EDA-7CBF22A4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72615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9" name="AI-069-89">
            <a:extLst xmlns:a="http://schemas.openxmlformats.org/drawingml/2006/main">
              <a:ext uri="{FF2B5EF4-FFF2-40B4-BE49-F238E27FC236}">
                <a16:creationId xmlns:a16="http://schemas.microsoft.com/office/drawing/2014/main" id="{BA878D4E-9AF7-4870-8282-0DD7F869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7613" y="1872615"/>
            <a:ext cx="193929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DD</a:t>
            </a:r>
          </a:p>
        </p:txBody>
      </p:sp>
      <p:sp>
        <p:nvSpPr>
          <p:cNvPr id="90" name="AI-069-90">
            <a:extLst xmlns:a="http://schemas.openxmlformats.org/drawingml/2006/main">
              <a:ext uri="{FF2B5EF4-FFF2-40B4-BE49-F238E27FC236}">
                <a16:creationId xmlns:a16="http://schemas.microsoft.com/office/drawing/2014/main" id="{AAE6A29E-1470-4A03-9780-230FCD98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2967" y="1952282"/>
            <a:ext cx="139446" cy="16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91" name="line-91">
            <a:extLst xmlns:a="http://schemas.openxmlformats.org/drawingml/2006/main">
              <a:ext uri="{FF2B5EF4-FFF2-40B4-BE49-F238E27FC236}">
                <a16:creationId xmlns:a16="http://schemas.microsoft.com/office/drawing/2014/main" id="{8B497BE1-A3A6-433C-A74D-9455AEE7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06930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2" name="AI-069-92">
            <a:extLst xmlns:a="http://schemas.openxmlformats.org/drawingml/2006/main">
              <a:ext uri="{FF2B5EF4-FFF2-40B4-BE49-F238E27FC236}">
                <a16:creationId xmlns:a16="http://schemas.microsoft.com/office/drawing/2014/main" id="{96602FAA-4312-4889-A2E0-FCAAB2E2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7613" y="2106930"/>
            <a:ext cx="193929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DD</a:t>
            </a:r>
          </a:p>
        </p:txBody>
      </p:sp>
      <p:sp>
        <p:nvSpPr>
          <p:cNvPr id="93" name="AI-069-93">
            <a:extLst xmlns:a="http://schemas.openxmlformats.org/drawingml/2006/main">
              <a:ext uri="{FF2B5EF4-FFF2-40B4-BE49-F238E27FC236}">
                <a16:creationId xmlns:a16="http://schemas.microsoft.com/office/drawing/2014/main" id="{E4FF4878-E320-4923-B893-536386FB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2967" y="2186597"/>
            <a:ext cx="139446" cy="16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d3</a:t>
            </a:r>
          </a:p>
        </p:txBody>
      </p:sp>
      <p:sp>
        <p:nvSpPr>
          <p:cNvPr id="94" name="line-94">
            <a:extLst xmlns:a="http://schemas.openxmlformats.org/drawingml/2006/main">
              <a:ext uri="{FF2B5EF4-FFF2-40B4-BE49-F238E27FC236}">
                <a16:creationId xmlns:a16="http://schemas.microsoft.com/office/drawing/2014/main" id="{F142C867-2596-464D-873A-A94DBBFE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41245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5" name="AI-069-95">
            <a:extLst xmlns:a="http://schemas.openxmlformats.org/drawingml/2006/main">
              <a:ext uri="{FF2B5EF4-FFF2-40B4-BE49-F238E27FC236}">
                <a16:creationId xmlns:a16="http://schemas.microsoft.com/office/drawing/2014/main" id="{0E3D42B6-03B3-4F7F-9300-29BFE797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2341245"/>
            <a:ext cx="428625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96" name="line-96">
            <a:extLst xmlns:a="http://schemas.openxmlformats.org/drawingml/2006/main">
              <a:ext uri="{FF2B5EF4-FFF2-40B4-BE49-F238E27FC236}">
                <a16:creationId xmlns:a16="http://schemas.microsoft.com/office/drawing/2014/main" id="{DFB6F84F-0F22-4810-B564-B68D8965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75560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7" name="AI-069-97">
            <a:extLst xmlns:a="http://schemas.openxmlformats.org/drawingml/2006/main">
              <a:ext uri="{FF2B5EF4-FFF2-40B4-BE49-F238E27FC236}">
                <a16:creationId xmlns:a16="http://schemas.microsoft.com/office/drawing/2014/main" id="{5961A7B4-4AA6-402B-A901-0D216B2D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7613" y="2575560"/>
            <a:ext cx="193929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DD</a:t>
            </a:r>
          </a:p>
        </p:txBody>
      </p:sp>
      <p:sp>
        <p:nvSpPr>
          <p:cNvPr id="98" name="AI-069-98">
            <a:extLst xmlns:a="http://schemas.openxmlformats.org/drawingml/2006/main">
              <a:ext uri="{FF2B5EF4-FFF2-40B4-BE49-F238E27FC236}">
                <a16:creationId xmlns:a16="http://schemas.microsoft.com/office/drawing/2014/main" id="{E2636FA8-7410-4272-9900-7A15960D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2967" y="2655227"/>
            <a:ext cx="139446" cy="16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dd</a:t>
            </a:r>
          </a:p>
        </p:txBody>
      </p:sp>
      <p:sp>
        <p:nvSpPr>
          <p:cNvPr id="99" name="AI-069-99">
            <a:extLst xmlns:a="http://schemas.openxmlformats.org/drawingml/2006/main">
              <a:ext uri="{FF2B5EF4-FFF2-40B4-BE49-F238E27FC236}">
                <a16:creationId xmlns:a16="http://schemas.microsoft.com/office/drawing/2014/main" id="{27B311E6-6D9E-4C2E-8A87-55D4F8E3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1781175"/>
            <a:ext cx="13335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DAD"/>
          </a:solidFill>
          <a:ln xmlns:a="http://schemas.openxmlformats.org/drawingml/2006/main" w="5715">
            <a:solidFill>
              <a:srgbClr val="BBBBBB"/>
            </a:solidFill>
          </a:ln>
        </p:spPr>
      </p:sp>
      <p:sp>
        <p:nvSpPr>
          <p:cNvPr id="100" name="line-100">
            <a:extLst xmlns:a="http://schemas.openxmlformats.org/drawingml/2006/main">
              <a:ext uri="{FF2B5EF4-FFF2-40B4-BE49-F238E27FC236}">
                <a16:creationId xmlns:a16="http://schemas.microsoft.com/office/drawing/2014/main" id="{FED2BE7C-868C-4B29-901E-99F88BBA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81175"/>
            <a:ext cx="10" cy="1152525"/>
          </a:xfrm>
          <a:custGeom xmlns:a="http://schemas.openxmlformats.org/drawingml/2006/main">
            <a:pathLst>
              <a:path w="10" h="1152525">
                <a:moveTo>
                  <a:pt x="0" y="0"/>
                </a:moveTo>
                <a:lnTo>
                  <a:pt x="0" y="11525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01" name="line-101">
            <a:extLst xmlns:a="http://schemas.openxmlformats.org/drawingml/2006/main">
              <a:ext uri="{FF2B5EF4-FFF2-40B4-BE49-F238E27FC236}">
                <a16:creationId xmlns:a16="http://schemas.microsoft.com/office/drawing/2014/main" id="{5F5C62D6-4886-41A2-86B6-346A8662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11680"/>
            <a:ext cx="1333500" cy="10"/>
          </a:xfrm>
          <a:custGeom xmlns:a="http://schemas.openxmlformats.org/drawingml/2006/main">
            <a:pathLst>
              <a:path w="1333500" h="10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02" name="line-102">
            <a:extLst xmlns:a="http://schemas.openxmlformats.org/drawingml/2006/main">
              <a:ext uri="{FF2B5EF4-FFF2-40B4-BE49-F238E27FC236}">
                <a16:creationId xmlns:a16="http://schemas.microsoft.com/office/drawing/2014/main" id="{9713C992-6682-4AC0-94E3-2F83BDE5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81175"/>
            <a:ext cx="10" cy="1152525"/>
          </a:xfrm>
          <a:custGeom xmlns:a="http://schemas.openxmlformats.org/drawingml/2006/main">
            <a:pathLst>
              <a:path w="10" h="1152525">
                <a:moveTo>
                  <a:pt x="0" y="0"/>
                </a:moveTo>
                <a:lnTo>
                  <a:pt x="0" y="11525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03" name="line-103">
            <a:extLst xmlns:a="http://schemas.openxmlformats.org/drawingml/2006/main">
              <a:ext uri="{FF2B5EF4-FFF2-40B4-BE49-F238E27FC236}">
                <a16:creationId xmlns:a16="http://schemas.microsoft.com/office/drawing/2014/main" id="{5282BFDE-EA11-40B9-813C-59356A51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2185"/>
            <a:ext cx="1333500" cy="10"/>
          </a:xfrm>
          <a:custGeom xmlns:a="http://schemas.openxmlformats.org/drawingml/2006/main">
            <a:pathLst>
              <a:path w="1333500" h="10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04" name="line-104">
            <a:extLst xmlns:a="http://schemas.openxmlformats.org/drawingml/2006/main">
              <a:ext uri="{FF2B5EF4-FFF2-40B4-BE49-F238E27FC236}">
                <a16:creationId xmlns:a16="http://schemas.microsoft.com/office/drawing/2014/main" id="{06AD083F-89F2-4E76-8B39-9C2B0227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81175"/>
            <a:ext cx="10" cy="1152525"/>
          </a:xfrm>
          <a:custGeom xmlns:a="http://schemas.openxmlformats.org/drawingml/2006/main">
            <a:pathLst>
              <a:path w="10" h="1152525">
                <a:moveTo>
                  <a:pt x="0" y="0"/>
                </a:moveTo>
                <a:lnTo>
                  <a:pt x="0" y="11525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05" name="line-105">
            <a:extLst xmlns:a="http://schemas.openxmlformats.org/drawingml/2006/main">
              <a:ext uri="{FF2B5EF4-FFF2-40B4-BE49-F238E27FC236}">
                <a16:creationId xmlns:a16="http://schemas.microsoft.com/office/drawing/2014/main" id="{E3067125-EE0A-4274-8828-519BD73F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2690"/>
            <a:ext cx="1333500" cy="10"/>
          </a:xfrm>
          <a:custGeom xmlns:a="http://schemas.openxmlformats.org/drawingml/2006/main">
            <a:pathLst>
              <a:path w="1333500" h="10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06" name="line-106">
            <a:extLst xmlns:a="http://schemas.openxmlformats.org/drawingml/2006/main">
              <a:ext uri="{FF2B5EF4-FFF2-40B4-BE49-F238E27FC236}">
                <a16:creationId xmlns:a16="http://schemas.microsoft.com/office/drawing/2014/main" id="{5456003E-7D1B-4D8E-A8FE-8BC063A7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81175"/>
            <a:ext cx="10" cy="1152525"/>
          </a:xfrm>
          <a:custGeom xmlns:a="http://schemas.openxmlformats.org/drawingml/2006/main">
            <a:pathLst>
              <a:path w="10" h="1152525">
                <a:moveTo>
                  <a:pt x="0" y="0"/>
                </a:moveTo>
                <a:lnTo>
                  <a:pt x="0" y="11525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07" name="line-107">
            <a:extLst xmlns:a="http://schemas.openxmlformats.org/drawingml/2006/main">
              <a:ext uri="{FF2B5EF4-FFF2-40B4-BE49-F238E27FC236}">
                <a16:creationId xmlns:a16="http://schemas.microsoft.com/office/drawing/2014/main" id="{69DDF793-F9EC-4C27-BF81-A0B803C9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03195"/>
            <a:ext cx="1333500" cy="10"/>
          </a:xfrm>
          <a:custGeom xmlns:a="http://schemas.openxmlformats.org/drawingml/2006/main">
            <a:pathLst>
              <a:path w="1333500" h="10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08" name="AI-069-108">
            <a:extLst xmlns:a="http://schemas.openxmlformats.org/drawingml/2006/main">
              <a:ext uri="{FF2B5EF4-FFF2-40B4-BE49-F238E27FC236}">
                <a16:creationId xmlns:a16="http://schemas.microsoft.com/office/drawing/2014/main" id="{B17C44B5-4EFC-4794-A9D6-4A3239F1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475" y="1543050"/>
            <a:ext cx="111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09" name="AI-069-109">
            <a:extLst xmlns:a="http://schemas.openxmlformats.org/drawingml/2006/main">
              <a:ext uri="{FF2B5EF4-FFF2-40B4-BE49-F238E27FC236}">
                <a16:creationId xmlns:a16="http://schemas.microsoft.com/office/drawing/2014/main" id="{EE9E2E10-2D43-4674-92A6-582D7667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5152" y="1620774"/>
            <a:ext cx="88773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₁</a:t>
            </a:r>
          </a:p>
        </p:txBody>
      </p:sp>
      <p:sp>
        <p:nvSpPr>
          <p:cNvPr id="110" name="AI-069-110">
            <a:extLst xmlns:a="http://schemas.openxmlformats.org/drawingml/2006/main">
              <a:ext uri="{FF2B5EF4-FFF2-40B4-BE49-F238E27FC236}">
                <a16:creationId xmlns:a16="http://schemas.microsoft.com/office/drawing/2014/main" id="{231ED6B4-D2D9-430B-AA54-F46F0A7D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1543050"/>
            <a:ext cx="111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11" name="AI-069-111">
            <a:extLst xmlns:a="http://schemas.openxmlformats.org/drawingml/2006/main">
              <a:ext uri="{FF2B5EF4-FFF2-40B4-BE49-F238E27FC236}">
                <a16:creationId xmlns:a16="http://schemas.microsoft.com/office/drawing/2014/main" id="{99A98C3F-C521-4213-8B22-271B67E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1852" y="1620774"/>
            <a:ext cx="88773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₂</a:t>
            </a:r>
          </a:p>
        </p:txBody>
      </p:sp>
      <p:sp>
        <p:nvSpPr>
          <p:cNvPr id="112" name="AI-069-112">
            <a:extLst xmlns:a="http://schemas.openxmlformats.org/drawingml/2006/main">
              <a:ext uri="{FF2B5EF4-FFF2-40B4-BE49-F238E27FC236}">
                <a16:creationId xmlns:a16="http://schemas.microsoft.com/office/drawing/2014/main" id="{868D4548-25E0-4CA5-981C-413348B2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875" y="1543050"/>
            <a:ext cx="111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13" name="AI-069-113">
            <a:extLst xmlns:a="http://schemas.openxmlformats.org/drawingml/2006/main">
              <a:ext uri="{FF2B5EF4-FFF2-40B4-BE49-F238E27FC236}">
                <a16:creationId xmlns:a16="http://schemas.microsoft.com/office/drawing/2014/main" id="{9F878F83-B6BF-4E5D-8DA3-BF5C5479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8552" y="1620774"/>
            <a:ext cx="88773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₃</a:t>
            </a:r>
          </a:p>
        </p:txBody>
      </p:sp>
      <p:sp>
        <p:nvSpPr>
          <p:cNvPr id="114" name="AI-069-114">
            <a:extLst xmlns:a="http://schemas.openxmlformats.org/drawingml/2006/main">
              <a:ext uri="{FF2B5EF4-FFF2-40B4-BE49-F238E27FC236}">
                <a16:creationId xmlns:a16="http://schemas.microsoft.com/office/drawing/2014/main" id="{3EFA0F0E-A03E-4FF7-AA1F-118C9125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6850" y="1543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15" name="AI-069-115">
            <a:extLst xmlns:a="http://schemas.openxmlformats.org/drawingml/2006/main">
              <a:ext uri="{FF2B5EF4-FFF2-40B4-BE49-F238E27FC236}">
                <a16:creationId xmlns:a16="http://schemas.microsoft.com/office/drawing/2014/main" id="{1EA1D962-06CC-4241-8D94-B60BBB3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1543050"/>
            <a:ext cx="111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16" name="AI-069-116">
            <a:extLst xmlns:a="http://schemas.openxmlformats.org/drawingml/2006/main">
              <a:ext uri="{FF2B5EF4-FFF2-40B4-BE49-F238E27FC236}">
                <a16:creationId xmlns:a16="http://schemas.microsoft.com/office/drawing/2014/main" id="{37A7BFF1-16A6-4993-A75C-694BCD28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952" y="1620774"/>
            <a:ext cx="88773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17" name="AI-069-117">
            <a:extLst xmlns:a="http://schemas.openxmlformats.org/drawingml/2006/main">
              <a:ext uri="{FF2B5EF4-FFF2-40B4-BE49-F238E27FC236}">
                <a16:creationId xmlns:a16="http://schemas.microsoft.com/office/drawing/2014/main" id="{70594D45-64D9-45E2-8201-D9FC7BA0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7377" y="1762125"/>
            <a:ext cx="18211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RM</a:t>
            </a:r>
          </a:p>
        </p:txBody>
      </p:sp>
      <p:sp>
        <p:nvSpPr>
          <p:cNvPr id="118" name="AI-069-118">
            <a:extLst xmlns:a="http://schemas.openxmlformats.org/drawingml/2006/main">
              <a:ext uri="{FF2B5EF4-FFF2-40B4-BE49-F238E27FC236}">
                <a16:creationId xmlns:a16="http://schemas.microsoft.com/office/drawing/2014/main" id="{FAABE0D0-8E23-4C72-BFF3-BC994235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0920" y="1853451"/>
            <a:ext cx="85154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₁</a:t>
            </a:r>
          </a:p>
        </p:txBody>
      </p:sp>
      <p:sp>
        <p:nvSpPr>
          <p:cNvPr id="119" name="AI-069-119">
            <a:extLst xmlns:a="http://schemas.openxmlformats.org/drawingml/2006/main">
              <a:ext uri="{FF2B5EF4-FFF2-40B4-BE49-F238E27FC236}">
                <a16:creationId xmlns:a16="http://schemas.microsoft.com/office/drawing/2014/main" id="{8AD4B876-9A5F-4A30-88A0-2C3722CD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7377" y="1992630"/>
            <a:ext cx="18211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RM</a:t>
            </a:r>
          </a:p>
        </p:txBody>
      </p:sp>
      <p:sp>
        <p:nvSpPr>
          <p:cNvPr id="120" name="AI-069-120">
            <a:extLst xmlns:a="http://schemas.openxmlformats.org/drawingml/2006/main">
              <a:ext uri="{FF2B5EF4-FFF2-40B4-BE49-F238E27FC236}">
                <a16:creationId xmlns:a16="http://schemas.microsoft.com/office/drawing/2014/main" id="{EEE36361-9816-4475-9BD5-5AE5D724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0920" y="2083956"/>
            <a:ext cx="85154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₂</a:t>
            </a:r>
          </a:p>
        </p:txBody>
      </p:sp>
      <p:sp>
        <p:nvSpPr>
          <p:cNvPr id="121" name="AI-069-121">
            <a:extLst xmlns:a="http://schemas.openxmlformats.org/drawingml/2006/main">
              <a:ext uri="{FF2B5EF4-FFF2-40B4-BE49-F238E27FC236}">
                <a16:creationId xmlns:a16="http://schemas.microsoft.com/office/drawing/2014/main" id="{6BC7839A-1CE7-40A7-A7D9-53700ADE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7377" y="2223135"/>
            <a:ext cx="18211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RM</a:t>
            </a:r>
          </a:p>
        </p:txBody>
      </p:sp>
      <p:sp>
        <p:nvSpPr>
          <p:cNvPr id="122" name="AI-069-122">
            <a:extLst xmlns:a="http://schemas.openxmlformats.org/drawingml/2006/main">
              <a:ext uri="{FF2B5EF4-FFF2-40B4-BE49-F238E27FC236}">
                <a16:creationId xmlns:a16="http://schemas.microsoft.com/office/drawing/2014/main" id="{4C22E564-AE8C-4C49-912B-0F63EE28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0920" y="2314461"/>
            <a:ext cx="85154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₃</a:t>
            </a:r>
          </a:p>
        </p:txBody>
      </p:sp>
      <p:sp>
        <p:nvSpPr>
          <p:cNvPr id="123" name="AI-069-123">
            <a:extLst xmlns:a="http://schemas.openxmlformats.org/drawingml/2006/main">
              <a:ext uri="{FF2B5EF4-FFF2-40B4-BE49-F238E27FC236}">
                <a16:creationId xmlns:a16="http://schemas.microsoft.com/office/drawing/2014/main" id="{9A1238A9-B042-48EE-8D54-6E49C5D3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2453640"/>
            <a:ext cx="41910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24" name="AI-069-124">
            <a:extLst xmlns:a="http://schemas.openxmlformats.org/drawingml/2006/main">
              <a:ext uri="{FF2B5EF4-FFF2-40B4-BE49-F238E27FC236}">
                <a16:creationId xmlns:a16="http://schemas.microsoft.com/office/drawing/2014/main" id="{21B4CD21-6F05-4B2D-9155-79B0BB5D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7377" y="2684145"/>
            <a:ext cx="18211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RM</a:t>
            </a:r>
          </a:p>
        </p:txBody>
      </p:sp>
      <p:sp>
        <p:nvSpPr>
          <p:cNvPr id="125" name="AI-069-125">
            <a:extLst xmlns:a="http://schemas.openxmlformats.org/drawingml/2006/main">
              <a:ext uri="{FF2B5EF4-FFF2-40B4-BE49-F238E27FC236}">
                <a16:creationId xmlns:a16="http://schemas.microsoft.com/office/drawing/2014/main" id="{84B71BFB-020B-46FE-8455-2E2E00F1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0920" y="2775471"/>
            <a:ext cx="85154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26" name="AI-069-126">
            <a:extLst xmlns:a="http://schemas.openxmlformats.org/drawingml/2006/main">
              <a:ext uri="{FF2B5EF4-FFF2-40B4-BE49-F238E27FC236}">
                <a16:creationId xmlns:a16="http://schemas.microsoft.com/office/drawing/2014/main" id="{26BB2DFA-0E40-4427-BEC6-BFA56514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21812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*</a:t>
            </a:r>
          </a:p>
        </p:txBody>
      </p:sp>
      <p:sp>
        <p:nvSpPr>
          <p:cNvPr id="127" name="AI-069-127">
            <a:extLst xmlns:a="http://schemas.openxmlformats.org/drawingml/2006/main">
              <a:ext uri="{FF2B5EF4-FFF2-40B4-BE49-F238E27FC236}">
                <a16:creationId xmlns:a16="http://schemas.microsoft.com/office/drawing/2014/main" id="{B91DA758-74DE-4840-9E04-CAE1EC9C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3105150"/>
            <a:ext cx="2466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08080"/>
            </a:solidFill>
          </a:ln>
        </p:spPr>
      </p:sp>
      <p:sp>
        <p:nvSpPr>
          <p:cNvPr id="128" name="AI-069-128">
            <a:extLst xmlns:a="http://schemas.openxmlformats.org/drawingml/2006/main">
              <a:ext uri="{FF2B5EF4-FFF2-40B4-BE49-F238E27FC236}">
                <a16:creationId xmlns:a16="http://schemas.microsoft.com/office/drawing/2014/main" id="{8739C487-11DA-4174-9FBA-6B9C0344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3114675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20% Benchmark Data (d) →</a:t>
            </a:r>
          </a:p>
          <a:p xmlns:a="http://schemas.openxmlformats.org/drawingml/2006/main">
            <a:pPr algn="ctr">
              <a:def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Subsetᵢ – D, Q, DD, RMi → I</a:t>
            </a:r>
          </a:p>
        </p:txBody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E8858776-FE4C-4B2A-932F-95932D0A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33625"/>
            <a:ext cx="333375" cy="200025"/>
          </a:xfrm>
          <a:custGeom xmlns:a="http://schemas.openxmlformats.org/drawingml/2006/main">
            <a:pathLst>
              <a:path w="333375" h="200025">
                <a:moveTo>
                  <a:pt x="0" y="0"/>
                </a:moveTo>
                <a:lnTo>
                  <a:pt x="161925" y="0"/>
                </a:lnTo>
                <a:lnTo>
                  <a:pt x="161925" y="200025"/>
                </a:lnTo>
                <a:lnTo>
                  <a:pt x="333375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5B688069-6AC9-494F-9D7B-EEE8A482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95550"/>
            <a:ext cx="38100" cy="76200"/>
          </a:xfrm>
          <a:custGeom xmlns:a="http://schemas.openxmlformats.org/drawingml/2006/main">
            <a:pathLst>
              <a:path w="38100" h="76200">
                <a:moveTo>
                  <a:pt x="0" y="0"/>
                </a:moveTo>
                <a:lnTo>
                  <a:pt x="381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1A989884-958B-4BB9-A1E6-3598C995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19125"/>
            <a:ext cx="1123950" cy="857250"/>
          </a:xfrm>
          <a:custGeom xmlns:a="http://schemas.openxmlformats.org/drawingml/2006/main">
            <a:pathLst>
              <a:path w="1123950" h="857250">
                <a:moveTo>
                  <a:pt x="0" y="857250"/>
                </a:moveTo>
                <a:lnTo>
                  <a:pt x="0" y="0"/>
                </a:lnTo>
                <a:lnTo>
                  <a:pt x="1123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7952C2B3-CA00-48BA-8333-45A56B2D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0550"/>
            <a:ext cx="38100" cy="57150"/>
          </a:xfrm>
          <a:custGeom xmlns:a="http://schemas.openxmlformats.org/drawingml/2006/main">
            <a:pathLst>
              <a:path w="38100" h="57150">
                <a:moveTo>
                  <a:pt x="0" y="0"/>
                </a:moveTo>
                <a:lnTo>
                  <a:pt x="38100" y="28575"/>
                </a:ln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33" name="AI-069-133">
            <a:extLst xmlns:a="http://schemas.openxmlformats.org/drawingml/2006/main">
              <a:ext uri="{FF2B5EF4-FFF2-40B4-BE49-F238E27FC236}">
                <a16:creationId xmlns:a16="http://schemas.microsoft.com/office/drawing/2014/main" id="{DF5619C8-8C76-4710-A29F-4B26F498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2725" y="2000250"/>
            <a:ext cx="4095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FE6"/>
          </a:solidFill>
          <a:ln xmlns:a="http://schemas.openxmlformats.org/drawingml/2006/main" w="7620">
            <a:solidFill>
              <a:srgbClr val="BBBBBB"/>
            </a:solidFill>
          </a:ln>
        </p:spPr>
      </p:sp>
      <p:sp>
        <p:nvSpPr>
          <p:cNvPr id="134" name="AI-069-134">
            <a:extLst xmlns:a="http://schemas.openxmlformats.org/drawingml/2006/main">
              <a:ext uri="{FF2B5EF4-FFF2-40B4-BE49-F238E27FC236}">
                <a16:creationId xmlns:a16="http://schemas.microsoft.com/office/drawing/2014/main" id="{80FD906F-CBB7-45D5-A589-86D6448F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0838" y="2000250"/>
            <a:ext cx="111252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5" name="AI-069-135">
            <a:extLst xmlns:a="http://schemas.openxmlformats.org/drawingml/2006/main">
              <a:ext uri="{FF2B5EF4-FFF2-40B4-BE49-F238E27FC236}">
                <a16:creationId xmlns:a16="http://schemas.microsoft.com/office/drawing/2014/main" id="{400E90FB-24C0-4798-A2A3-E3C36D10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3514" y="2080565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6" name="line-136">
            <a:extLst xmlns:a="http://schemas.openxmlformats.org/drawingml/2006/main">
              <a:ext uri="{FF2B5EF4-FFF2-40B4-BE49-F238E27FC236}">
                <a16:creationId xmlns:a16="http://schemas.microsoft.com/office/drawing/2014/main" id="{62A9FF9C-2E93-4F4C-A6D6-F153079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36470"/>
            <a:ext cx="409575" cy="10"/>
          </a:xfrm>
          <a:custGeom xmlns:a="http://schemas.openxmlformats.org/drawingml/2006/main">
            <a:pathLst>
              <a:path w="409575" h="10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7" name="AI-069-137">
            <a:extLst xmlns:a="http://schemas.openxmlformats.org/drawingml/2006/main">
              <a:ext uri="{FF2B5EF4-FFF2-40B4-BE49-F238E27FC236}">
                <a16:creationId xmlns:a16="http://schemas.microsoft.com/office/drawing/2014/main" id="{CD48FFEF-F8D1-40B8-89EC-4DEECFFA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0838" y="2236470"/>
            <a:ext cx="111252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8" name="AI-069-138">
            <a:extLst xmlns:a="http://schemas.openxmlformats.org/drawingml/2006/main">
              <a:ext uri="{FF2B5EF4-FFF2-40B4-BE49-F238E27FC236}">
                <a16:creationId xmlns:a16="http://schemas.microsoft.com/office/drawing/2014/main" id="{79F602EA-619B-4FEC-B677-94A10729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3514" y="2316785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39" name="line-139">
            <a:extLst xmlns:a="http://schemas.openxmlformats.org/drawingml/2006/main">
              <a:ext uri="{FF2B5EF4-FFF2-40B4-BE49-F238E27FC236}">
                <a16:creationId xmlns:a16="http://schemas.microsoft.com/office/drawing/2014/main" id="{FD8DBD71-B4FD-4D32-B33C-8A604EED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72690"/>
            <a:ext cx="409575" cy="10"/>
          </a:xfrm>
          <a:custGeom xmlns:a="http://schemas.openxmlformats.org/drawingml/2006/main">
            <a:pathLst>
              <a:path w="409575" h="10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0" name="AI-069-140">
            <a:extLst xmlns:a="http://schemas.openxmlformats.org/drawingml/2006/main">
              <a:ext uri="{FF2B5EF4-FFF2-40B4-BE49-F238E27FC236}">
                <a16:creationId xmlns:a16="http://schemas.microsoft.com/office/drawing/2014/main" id="{5002BF54-0CBA-4509-80DE-9915CD07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0838" y="2472690"/>
            <a:ext cx="111252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41" name="AI-069-141">
            <a:extLst xmlns:a="http://schemas.openxmlformats.org/drawingml/2006/main">
              <a:ext uri="{FF2B5EF4-FFF2-40B4-BE49-F238E27FC236}">
                <a16:creationId xmlns:a16="http://schemas.microsoft.com/office/drawing/2014/main" id="{4D0F73BE-7BAF-4C9C-BD74-2B739481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3514" y="2553005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42" name="line-142">
            <a:extLst xmlns:a="http://schemas.openxmlformats.org/drawingml/2006/main">
              <a:ext uri="{FF2B5EF4-FFF2-40B4-BE49-F238E27FC236}">
                <a16:creationId xmlns:a16="http://schemas.microsoft.com/office/drawing/2014/main" id="{7BB8F583-4BAB-4F91-9C2F-82C0B23F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08910"/>
            <a:ext cx="409575" cy="10"/>
          </a:xfrm>
          <a:custGeom xmlns:a="http://schemas.openxmlformats.org/drawingml/2006/main">
            <a:pathLst>
              <a:path w="409575" h="10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3" name="AI-069-143">
            <a:extLst xmlns:a="http://schemas.openxmlformats.org/drawingml/2006/main">
              <a:ext uri="{FF2B5EF4-FFF2-40B4-BE49-F238E27FC236}">
                <a16:creationId xmlns:a16="http://schemas.microsoft.com/office/drawing/2014/main" id="{F036B7D1-498A-4509-B233-EB674DA4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2725" y="2708910"/>
            <a:ext cx="4095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44" name="line-144">
            <a:extLst xmlns:a="http://schemas.openxmlformats.org/drawingml/2006/main">
              <a:ext uri="{FF2B5EF4-FFF2-40B4-BE49-F238E27FC236}">
                <a16:creationId xmlns:a16="http://schemas.microsoft.com/office/drawing/2014/main" id="{668F20FD-3AA6-4590-8BAE-C42E5166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45130"/>
            <a:ext cx="409575" cy="10"/>
          </a:xfrm>
          <a:custGeom xmlns:a="http://schemas.openxmlformats.org/drawingml/2006/main">
            <a:pathLst>
              <a:path w="409575" h="10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5" name="AI-069-145">
            <a:extLst xmlns:a="http://schemas.openxmlformats.org/drawingml/2006/main">
              <a:ext uri="{FF2B5EF4-FFF2-40B4-BE49-F238E27FC236}">
                <a16:creationId xmlns:a16="http://schemas.microsoft.com/office/drawing/2014/main" id="{7E13E462-CBA6-4449-AA55-71C7C61B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0838" y="2945130"/>
            <a:ext cx="111252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46" name="AI-069-146">
            <a:extLst xmlns:a="http://schemas.openxmlformats.org/drawingml/2006/main">
              <a:ext uri="{FF2B5EF4-FFF2-40B4-BE49-F238E27FC236}">
                <a16:creationId xmlns:a16="http://schemas.microsoft.com/office/drawing/2014/main" id="{36FF23B6-6831-4909-BA81-9E13CB11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3514" y="3025445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47" name="AI-069-147">
            <a:extLst xmlns:a="http://schemas.openxmlformats.org/drawingml/2006/main">
              <a:ext uri="{FF2B5EF4-FFF2-40B4-BE49-F238E27FC236}">
                <a16:creationId xmlns:a16="http://schemas.microsoft.com/office/drawing/2014/main" id="{E9ED36E2-3ADD-48B8-8328-3C6C0B12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1762125"/>
            <a:ext cx="419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87"/>
          </a:solidFill>
          <a:ln xmlns:a="http://schemas.openxmlformats.org/drawingml/2006/main" w="7620">
            <a:solidFill>
              <a:srgbClr val="BBBBBB"/>
            </a:solidFill>
          </a:ln>
        </p:spPr>
      </p:sp>
      <p:sp>
        <p:nvSpPr>
          <p:cNvPr id="148" name="AI-069-148">
            <a:extLst xmlns:a="http://schemas.openxmlformats.org/drawingml/2006/main">
              <a:ext uri="{FF2B5EF4-FFF2-40B4-BE49-F238E27FC236}">
                <a16:creationId xmlns:a16="http://schemas.microsoft.com/office/drawing/2014/main" id="{44781992-1546-4566-9E2B-A64B8F3A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762125"/>
            <a:ext cx="111252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49" name="AI-069-149">
            <a:extLst xmlns:a="http://schemas.openxmlformats.org/drawingml/2006/main">
              <a:ext uri="{FF2B5EF4-FFF2-40B4-BE49-F238E27FC236}">
                <a16:creationId xmlns:a16="http://schemas.microsoft.com/office/drawing/2014/main" id="{D891955A-3EBD-48A1-B537-8662BE68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327" y="1842440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0" name="line-150">
            <a:extLst xmlns:a="http://schemas.openxmlformats.org/drawingml/2006/main">
              <a:ext uri="{FF2B5EF4-FFF2-40B4-BE49-F238E27FC236}">
                <a16:creationId xmlns:a16="http://schemas.microsoft.com/office/drawing/2014/main" id="{C68A1D9B-32C9-4677-B59D-6EBEDBC5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98345"/>
            <a:ext cx="419100" cy="10"/>
          </a:xfrm>
          <a:custGeom xmlns:a="http://schemas.openxmlformats.org/drawingml/2006/main">
            <a:pathLst>
              <a:path w="419100" h="10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1" name="AI-069-151">
            <a:extLst xmlns:a="http://schemas.openxmlformats.org/drawingml/2006/main">
              <a:ext uri="{FF2B5EF4-FFF2-40B4-BE49-F238E27FC236}">
                <a16:creationId xmlns:a16="http://schemas.microsoft.com/office/drawing/2014/main" id="{E02379E7-87E2-4D9E-B090-E7719531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998345"/>
            <a:ext cx="111252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52" name="AI-069-152">
            <a:extLst xmlns:a="http://schemas.openxmlformats.org/drawingml/2006/main">
              <a:ext uri="{FF2B5EF4-FFF2-40B4-BE49-F238E27FC236}">
                <a16:creationId xmlns:a16="http://schemas.microsoft.com/office/drawing/2014/main" id="{F3382546-4051-4F3D-9683-4D47F774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327" y="2078660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3" name="line-153">
            <a:extLst xmlns:a="http://schemas.openxmlformats.org/drawingml/2006/main">
              <a:ext uri="{FF2B5EF4-FFF2-40B4-BE49-F238E27FC236}">
                <a16:creationId xmlns:a16="http://schemas.microsoft.com/office/drawing/2014/main" id="{519AC4B6-9848-4D7C-B65A-0351B4BA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234565"/>
            <a:ext cx="419100" cy="10"/>
          </a:xfrm>
          <a:custGeom xmlns:a="http://schemas.openxmlformats.org/drawingml/2006/main">
            <a:pathLst>
              <a:path w="419100" h="10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4" name="AI-069-154">
            <a:extLst xmlns:a="http://schemas.openxmlformats.org/drawingml/2006/main">
              <a:ext uri="{FF2B5EF4-FFF2-40B4-BE49-F238E27FC236}">
                <a16:creationId xmlns:a16="http://schemas.microsoft.com/office/drawing/2014/main" id="{66B6A021-524A-4199-9115-CF8EA7EC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2234565"/>
            <a:ext cx="111252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55" name="AI-069-155">
            <a:extLst xmlns:a="http://schemas.openxmlformats.org/drawingml/2006/main">
              <a:ext uri="{FF2B5EF4-FFF2-40B4-BE49-F238E27FC236}">
                <a16:creationId xmlns:a16="http://schemas.microsoft.com/office/drawing/2014/main" id="{6A0B3EDA-F491-4E91-97B2-DEFDE9E9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327" y="2314880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6" name="line-156">
            <a:extLst xmlns:a="http://schemas.openxmlformats.org/drawingml/2006/main">
              <a:ext uri="{FF2B5EF4-FFF2-40B4-BE49-F238E27FC236}">
                <a16:creationId xmlns:a16="http://schemas.microsoft.com/office/drawing/2014/main" id="{C7FDCFD4-E4DC-433E-9705-7B0DA933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70785"/>
            <a:ext cx="419100" cy="10"/>
          </a:xfrm>
          <a:custGeom xmlns:a="http://schemas.openxmlformats.org/drawingml/2006/main">
            <a:pathLst>
              <a:path w="419100" h="10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7" name="AI-069-157">
            <a:extLst xmlns:a="http://schemas.openxmlformats.org/drawingml/2006/main">
              <a:ext uri="{FF2B5EF4-FFF2-40B4-BE49-F238E27FC236}">
                <a16:creationId xmlns:a16="http://schemas.microsoft.com/office/drawing/2014/main" id="{FE16B5ED-D4FF-41EB-959F-70E42E04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2470785"/>
            <a:ext cx="4191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58" name="line-158">
            <a:extLst xmlns:a="http://schemas.openxmlformats.org/drawingml/2006/main">
              <a:ext uri="{FF2B5EF4-FFF2-40B4-BE49-F238E27FC236}">
                <a16:creationId xmlns:a16="http://schemas.microsoft.com/office/drawing/2014/main" id="{EEA4B6BC-B333-4163-9445-ECDE90AC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707005"/>
            <a:ext cx="419100" cy="10"/>
          </a:xfrm>
          <a:custGeom xmlns:a="http://schemas.openxmlformats.org/drawingml/2006/main">
            <a:pathLst>
              <a:path w="419100" h="10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9" name="AI-069-159">
            <a:extLst xmlns:a="http://schemas.openxmlformats.org/drawingml/2006/main">
              <a:ext uri="{FF2B5EF4-FFF2-40B4-BE49-F238E27FC236}">
                <a16:creationId xmlns:a16="http://schemas.microsoft.com/office/drawing/2014/main" id="{3763714C-719B-4B29-82AC-EAFA7DAB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2707005"/>
            <a:ext cx="111252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60" name="AI-069-160">
            <a:extLst xmlns:a="http://schemas.openxmlformats.org/drawingml/2006/main">
              <a:ext uri="{FF2B5EF4-FFF2-40B4-BE49-F238E27FC236}">
                <a16:creationId xmlns:a16="http://schemas.microsoft.com/office/drawing/2014/main" id="{8C41E56C-FB0F-4B80-9EE5-36E94129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327" y="2787320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61" name="AI-069-161">
            <a:extLst xmlns:a="http://schemas.openxmlformats.org/drawingml/2006/main">
              <a:ext uri="{FF2B5EF4-FFF2-40B4-BE49-F238E27FC236}">
                <a16:creationId xmlns:a16="http://schemas.microsoft.com/office/drawing/2014/main" id="{BA8D39F8-15A6-4C94-9F5D-20ECE3E2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1504950"/>
            <a:ext cx="419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F91"/>
          </a:solidFill>
          <a:ln xmlns:a="http://schemas.openxmlformats.org/drawingml/2006/main" w="7620">
            <a:solidFill>
              <a:srgbClr val="BBBBBB"/>
            </a:solidFill>
          </a:ln>
        </p:spPr>
      </p:sp>
      <p:sp>
        <p:nvSpPr>
          <p:cNvPr id="162" name="AI-069-162">
            <a:extLst xmlns:a="http://schemas.openxmlformats.org/drawingml/2006/main">
              <a:ext uri="{FF2B5EF4-FFF2-40B4-BE49-F238E27FC236}">
                <a16:creationId xmlns:a16="http://schemas.microsoft.com/office/drawing/2014/main" id="{A9AA2910-F040-44E0-95F0-DD52C930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3412" y="1504950"/>
            <a:ext cx="193929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DD</a:t>
            </a:r>
          </a:p>
        </p:txBody>
      </p:sp>
      <p:sp>
        <p:nvSpPr>
          <p:cNvPr id="163" name="AI-069-163">
            <a:extLst xmlns:a="http://schemas.openxmlformats.org/drawingml/2006/main">
              <a:ext uri="{FF2B5EF4-FFF2-40B4-BE49-F238E27FC236}">
                <a16:creationId xmlns:a16="http://schemas.microsoft.com/office/drawing/2014/main" id="{4276BA59-ACB9-47DC-97F1-57A7628C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766" y="1585265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64" name="line-164">
            <a:extLst xmlns:a="http://schemas.openxmlformats.org/drawingml/2006/main">
              <a:ext uri="{FF2B5EF4-FFF2-40B4-BE49-F238E27FC236}">
                <a16:creationId xmlns:a16="http://schemas.microsoft.com/office/drawing/2014/main" id="{AAC969BE-3609-4365-8084-B9F14922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41170"/>
            <a:ext cx="419100" cy="10"/>
          </a:xfrm>
          <a:custGeom xmlns:a="http://schemas.openxmlformats.org/drawingml/2006/main">
            <a:pathLst>
              <a:path w="419100" h="10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5" name="AI-069-165">
            <a:extLst xmlns:a="http://schemas.openxmlformats.org/drawingml/2006/main">
              <a:ext uri="{FF2B5EF4-FFF2-40B4-BE49-F238E27FC236}">
                <a16:creationId xmlns:a16="http://schemas.microsoft.com/office/drawing/2014/main" id="{397426EE-1003-48E8-86BA-606171C6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3412" y="1741170"/>
            <a:ext cx="193929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DD</a:t>
            </a:r>
          </a:p>
        </p:txBody>
      </p:sp>
      <p:sp>
        <p:nvSpPr>
          <p:cNvPr id="166" name="AI-069-166">
            <a:extLst xmlns:a="http://schemas.openxmlformats.org/drawingml/2006/main">
              <a:ext uri="{FF2B5EF4-FFF2-40B4-BE49-F238E27FC236}">
                <a16:creationId xmlns:a16="http://schemas.microsoft.com/office/drawing/2014/main" id="{76B0057E-9477-4C2F-8047-9B41E8DD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766" y="1821485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67" name="line-167">
            <a:extLst xmlns:a="http://schemas.openxmlformats.org/drawingml/2006/main">
              <a:ext uri="{FF2B5EF4-FFF2-40B4-BE49-F238E27FC236}">
                <a16:creationId xmlns:a16="http://schemas.microsoft.com/office/drawing/2014/main" id="{EABB3151-C209-4095-8C8D-91EC20F5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77390"/>
            <a:ext cx="419100" cy="10"/>
          </a:xfrm>
          <a:custGeom xmlns:a="http://schemas.openxmlformats.org/drawingml/2006/main">
            <a:pathLst>
              <a:path w="419100" h="10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8" name="AI-069-168">
            <a:extLst xmlns:a="http://schemas.openxmlformats.org/drawingml/2006/main">
              <a:ext uri="{FF2B5EF4-FFF2-40B4-BE49-F238E27FC236}">
                <a16:creationId xmlns:a16="http://schemas.microsoft.com/office/drawing/2014/main" id="{F0B582B7-AB3D-4CA3-9D39-DF20E3D3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3412" y="1977390"/>
            <a:ext cx="193929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DD</a:t>
            </a:r>
          </a:p>
        </p:txBody>
      </p:sp>
      <p:sp>
        <p:nvSpPr>
          <p:cNvPr id="169" name="AI-069-169">
            <a:extLst xmlns:a="http://schemas.openxmlformats.org/drawingml/2006/main">
              <a:ext uri="{FF2B5EF4-FFF2-40B4-BE49-F238E27FC236}">
                <a16:creationId xmlns:a16="http://schemas.microsoft.com/office/drawing/2014/main" id="{51536E20-E9C0-4FA0-8282-FA93D397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766" y="2057705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70" name="line-170">
            <a:extLst xmlns:a="http://schemas.openxmlformats.org/drawingml/2006/main">
              <a:ext uri="{FF2B5EF4-FFF2-40B4-BE49-F238E27FC236}">
                <a16:creationId xmlns:a16="http://schemas.microsoft.com/office/drawing/2014/main" id="{A943AEE3-1F5A-4EAD-8C47-8F6A3011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13610"/>
            <a:ext cx="419100" cy="10"/>
          </a:xfrm>
          <a:custGeom xmlns:a="http://schemas.openxmlformats.org/drawingml/2006/main">
            <a:pathLst>
              <a:path w="419100" h="10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1" name="AI-069-171">
            <a:extLst xmlns:a="http://schemas.openxmlformats.org/drawingml/2006/main">
              <a:ext uri="{FF2B5EF4-FFF2-40B4-BE49-F238E27FC236}">
                <a16:creationId xmlns:a16="http://schemas.microsoft.com/office/drawing/2014/main" id="{0C83F386-1835-404A-B523-02A71486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2213610"/>
            <a:ext cx="4191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72" name="line-172">
            <a:extLst xmlns:a="http://schemas.openxmlformats.org/drawingml/2006/main">
              <a:ext uri="{FF2B5EF4-FFF2-40B4-BE49-F238E27FC236}">
                <a16:creationId xmlns:a16="http://schemas.microsoft.com/office/drawing/2014/main" id="{15A6BA4C-DB83-4E17-9973-EBCF3D18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49830"/>
            <a:ext cx="419100" cy="10"/>
          </a:xfrm>
          <a:custGeom xmlns:a="http://schemas.openxmlformats.org/drawingml/2006/main">
            <a:pathLst>
              <a:path w="419100" h="10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3" name="AI-069-173">
            <a:extLst xmlns:a="http://schemas.openxmlformats.org/drawingml/2006/main">
              <a:ext uri="{FF2B5EF4-FFF2-40B4-BE49-F238E27FC236}">
                <a16:creationId xmlns:a16="http://schemas.microsoft.com/office/drawing/2014/main" id="{9808BD1E-525A-4332-8CCD-B27079F9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3412" y="2449830"/>
            <a:ext cx="193929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DD</a:t>
            </a:r>
          </a:p>
        </p:txBody>
      </p:sp>
      <p:sp>
        <p:nvSpPr>
          <p:cNvPr id="174" name="AI-069-174">
            <a:extLst xmlns:a="http://schemas.openxmlformats.org/drawingml/2006/main">
              <a:ext uri="{FF2B5EF4-FFF2-40B4-BE49-F238E27FC236}">
                <a16:creationId xmlns:a16="http://schemas.microsoft.com/office/drawing/2014/main" id="{189D545B-C5F0-429E-90B0-27037F3C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766" y="2530145"/>
            <a:ext cx="88773" cy="16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4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75" name="AI-069-175">
            <a:extLst xmlns:a="http://schemas.openxmlformats.org/drawingml/2006/main">
              <a:ext uri="{FF2B5EF4-FFF2-40B4-BE49-F238E27FC236}">
                <a16:creationId xmlns:a16="http://schemas.microsoft.com/office/drawing/2014/main" id="{7AF7D6D8-0D7B-4936-B3ED-2FDE006B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1781175"/>
            <a:ext cx="13620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ADAD"/>
          </a:solidFill>
          <a:ln xmlns:a="http://schemas.openxmlformats.org/drawingml/2006/main" w="5715">
            <a:solidFill>
              <a:srgbClr val="BBBBBB"/>
            </a:solidFill>
          </a:ln>
        </p:spPr>
      </p:sp>
      <p:sp>
        <p:nvSpPr>
          <p:cNvPr id="176" name="line-176">
            <a:extLst xmlns:a="http://schemas.openxmlformats.org/drawingml/2006/main">
              <a:ext uri="{FF2B5EF4-FFF2-40B4-BE49-F238E27FC236}">
                <a16:creationId xmlns:a16="http://schemas.microsoft.com/office/drawing/2014/main" id="{B457CA6D-2536-4DF5-938E-3F4972F4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8215" y="1781175"/>
            <a:ext cx="10" cy="1152525"/>
          </a:xfrm>
          <a:custGeom xmlns:a="http://schemas.openxmlformats.org/drawingml/2006/main">
            <a:pathLst>
              <a:path w="10" h="1152525">
                <a:moveTo>
                  <a:pt x="0" y="0"/>
                </a:moveTo>
                <a:lnTo>
                  <a:pt x="0" y="11525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7" name="line-177">
            <a:extLst xmlns:a="http://schemas.openxmlformats.org/drawingml/2006/main">
              <a:ext uri="{FF2B5EF4-FFF2-40B4-BE49-F238E27FC236}">
                <a16:creationId xmlns:a16="http://schemas.microsoft.com/office/drawing/2014/main" id="{A5D00138-8E7F-4B8A-AA4E-BB9F952A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1680"/>
            <a:ext cx="1362075" cy="10"/>
          </a:xfrm>
          <a:custGeom xmlns:a="http://schemas.openxmlformats.org/drawingml/2006/main">
            <a:pathLst>
              <a:path w="1362075" h="10">
                <a:moveTo>
                  <a:pt x="0" y="0"/>
                </a:moveTo>
                <a:lnTo>
                  <a:pt x="1362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8" name="line-178">
            <a:extLst xmlns:a="http://schemas.openxmlformats.org/drawingml/2006/main">
              <a:ext uri="{FF2B5EF4-FFF2-40B4-BE49-F238E27FC236}">
                <a16:creationId xmlns:a16="http://schemas.microsoft.com/office/drawing/2014/main" id="{DE25FBE3-A630-4B85-B12A-B0AF3D64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630" y="1781175"/>
            <a:ext cx="10" cy="1152525"/>
          </a:xfrm>
          <a:custGeom xmlns:a="http://schemas.openxmlformats.org/drawingml/2006/main">
            <a:pathLst>
              <a:path w="10" h="1152525">
                <a:moveTo>
                  <a:pt x="0" y="0"/>
                </a:moveTo>
                <a:lnTo>
                  <a:pt x="0" y="11525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9" name="line-179">
            <a:extLst xmlns:a="http://schemas.openxmlformats.org/drawingml/2006/main">
              <a:ext uri="{FF2B5EF4-FFF2-40B4-BE49-F238E27FC236}">
                <a16:creationId xmlns:a16="http://schemas.microsoft.com/office/drawing/2014/main" id="{9C620B95-BF02-4C72-9844-F1946D23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2185"/>
            <a:ext cx="1362075" cy="10"/>
          </a:xfrm>
          <a:custGeom xmlns:a="http://schemas.openxmlformats.org/drawingml/2006/main">
            <a:pathLst>
              <a:path w="1362075" h="10">
                <a:moveTo>
                  <a:pt x="0" y="0"/>
                </a:moveTo>
                <a:lnTo>
                  <a:pt x="1362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0" name="line-180">
            <a:extLst xmlns:a="http://schemas.openxmlformats.org/drawingml/2006/main">
              <a:ext uri="{FF2B5EF4-FFF2-40B4-BE49-F238E27FC236}">
                <a16:creationId xmlns:a16="http://schemas.microsoft.com/office/drawing/2014/main" id="{462025C9-797E-4D7F-A1FE-AC8D6C60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3045" y="1781175"/>
            <a:ext cx="10" cy="1152525"/>
          </a:xfrm>
          <a:custGeom xmlns:a="http://schemas.openxmlformats.org/drawingml/2006/main">
            <a:pathLst>
              <a:path w="10" h="1152525">
                <a:moveTo>
                  <a:pt x="0" y="0"/>
                </a:moveTo>
                <a:lnTo>
                  <a:pt x="0" y="11525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1" name="line-181">
            <a:extLst xmlns:a="http://schemas.openxmlformats.org/drawingml/2006/main">
              <a:ext uri="{FF2B5EF4-FFF2-40B4-BE49-F238E27FC236}">
                <a16:creationId xmlns:a16="http://schemas.microsoft.com/office/drawing/2014/main" id="{46A0CD34-D284-44B3-85F3-03E75FF4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2690"/>
            <a:ext cx="1362075" cy="10"/>
          </a:xfrm>
          <a:custGeom xmlns:a="http://schemas.openxmlformats.org/drawingml/2006/main">
            <a:pathLst>
              <a:path w="1362075" h="10">
                <a:moveTo>
                  <a:pt x="0" y="0"/>
                </a:moveTo>
                <a:lnTo>
                  <a:pt x="1362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2" name="line-182">
            <a:extLst xmlns:a="http://schemas.openxmlformats.org/drawingml/2006/main">
              <a:ext uri="{FF2B5EF4-FFF2-40B4-BE49-F238E27FC236}">
                <a16:creationId xmlns:a16="http://schemas.microsoft.com/office/drawing/2014/main" id="{66C69E63-0F73-48DF-8E75-17BC910B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1781175"/>
            <a:ext cx="10" cy="1152525"/>
          </a:xfrm>
          <a:custGeom xmlns:a="http://schemas.openxmlformats.org/drawingml/2006/main">
            <a:pathLst>
              <a:path w="10" h="1152525">
                <a:moveTo>
                  <a:pt x="0" y="0"/>
                </a:moveTo>
                <a:lnTo>
                  <a:pt x="0" y="11525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3" name="line-183">
            <a:extLst xmlns:a="http://schemas.openxmlformats.org/drawingml/2006/main">
              <a:ext uri="{FF2B5EF4-FFF2-40B4-BE49-F238E27FC236}">
                <a16:creationId xmlns:a16="http://schemas.microsoft.com/office/drawing/2014/main" id="{92D849CC-1BE4-401F-8014-B016CC27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3195"/>
            <a:ext cx="1362075" cy="10"/>
          </a:xfrm>
          <a:custGeom xmlns:a="http://schemas.openxmlformats.org/drawingml/2006/main">
            <a:pathLst>
              <a:path w="1362075" h="10">
                <a:moveTo>
                  <a:pt x="0" y="0"/>
                </a:moveTo>
                <a:lnTo>
                  <a:pt x="1362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4" name="AI-069-184">
            <a:extLst xmlns:a="http://schemas.openxmlformats.org/drawingml/2006/main">
              <a:ext uri="{FF2B5EF4-FFF2-40B4-BE49-F238E27FC236}">
                <a16:creationId xmlns:a16="http://schemas.microsoft.com/office/drawing/2014/main" id="{98F5E019-D140-4851-BF1B-651A8D2A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1543050"/>
            <a:ext cx="31051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85" name="AI-069-185">
            <a:extLst xmlns:a="http://schemas.openxmlformats.org/drawingml/2006/main">
              <a:ext uri="{FF2B5EF4-FFF2-40B4-BE49-F238E27FC236}">
                <a16:creationId xmlns:a16="http://schemas.microsoft.com/office/drawing/2014/main" id="{4CE7470E-2A5D-4036-A041-B4529237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9165" y="1543050"/>
            <a:ext cx="31051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86" name="AI-069-186">
            <a:extLst xmlns:a="http://schemas.openxmlformats.org/drawingml/2006/main">
              <a:ext uri="{FF2B5EF4-FFF2-40B4-BE49-F238E27FC236}">
                <a16:creationId xmlns:a16="http://schemas.microsoft.com/office/drawing/2014/main" id="{96C64933-6885-4A6F-B672-43409BE5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1580" y="1543050"/>
            <a:ext cx="31051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87" name="AI-069-187">
            <a:extLst xmlns:a="http://schemas.openxmlformats.org/drawingml/2006/main">
              <a:ext uri="{FF2B5EF4-FFF2-40B4-BE49-F238E27FC236}">
                <a16:creationId xmlns:a16="http://schemas.microsoft.com/office/drawing/2014/main" id="{D18A4F96-19F4-4F79-99B4-E0441A0B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3995" y="1543050"/>
            <a:ext cx="31051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88" name="AI-069-188">
            <a:extLst xmlns:a="http://schemas.openxmlformats.org/drawingml/2006/main">
              <a:ext uri="{FF2B5EF4-FFF2-40B4-BE49-F238E27FC236}">
                <a16:creationId xmlns:a16="http://schemas.microsoft.com/office/drawing/2014/main" id="{8AAD3E5E-D72B-4941-B665-1C8E604D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6410" y="1543050"/>
            <a:ext cx="31051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89" name="AI-069-189">
            <a:extLst xmlns:a="http://schemas.openxmlformats.org/drawingml/2006/main">
              <a:ext uri="{FF2B5EF4-FFF2-40B4-BE49-F238E27FC236}">
                <a16:creationId xmlns:a16="http://schemas.microsoft.com/office/drawing/2014/main" id="{F6D025F7-4DD0-4A8A-A9A4-E2483B48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796" y="1762125"/>
            <a:ext cx="18211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RM</a:t>
            </a:r>
          </a:p>
        </p:txBody>
      </p:sp>
      <p:sp>
        <p:nvSpPr>
          <p:cNvPr id="190" name="AI-069-190">
            <a:extLst xmlns:a="http://schemas.openxmlformats.org/drawingml/2006/main">
              <a:ext uri="{FF2B5EF4-FFF2-40B4-BE49-F238E27FC236}">
                <a16:creationId xmlns:a16="http://schemas.microsoft.com/office/drawing/2014/main" id="{3E28CD58-2055-4D30-87DF-3B19B1D8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0339" y="1853451"/>
            <a:ext cx="226314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₁avg</a:t>
            </a:r>
          </a:p>
        </p:txBody>
      </p:sp>
      <p:sp>
        <p:nvSpPr>
          <p:cNvPr id="191" name="AI-069-191">
            <a:extLst xmlns:a="http://schemas.openxmlformats.org/drawingml/2006/main">
              <a:ext uri="{FF2B5EF4-FFF2-40B4-BE49-F238E27FC236}">
                <a16:creationId xmlns:a16="http://schemas.microsoft.com/office/drawing/2014/main" id="{012E53B1-7037-4501-9E52-5CF71C29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796" y="1992630"/>
            <a:ext cx="18211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RM</a:t>
            </a:r>
          </a:p>
        </p:txBody>
      </p:sp>
      <p:sp>
        <p:nvSpPr>
          <p:cNvPr id="192" name="AI-069-192">
            <a:extLst xmlns:a="http://schemas.openxmlformats.org/drawingml/2006/main">
              <a:ext uri="{FF2B5EF4-FFF2-40B4-BE49-F238E27FC236}">
                <a16:creationId xmlns:a16="http://schemas.microsoft.com/office/drawing/2014/main" id="{50F3AEDB-CD67-4736-9EDA-9431C623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0339" y="2083956"/>
            <a:ext cx="226314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₂avg</a:t>
            </a:r>
          </a:p>
        </p:txBody>
      </p:sp>
      <p:sp>
        <p:nvSpPr>
          <p:cNvPr id="193" name="AI-069-193">
            <a:extLst xmlns:a="http://schemas.openxmlformats.org/drawingml/2006/main">
              <a:ext uri="{FF2B5EF4-FFF2-40B4-BE49-F238E27FC236}">
                <a16:creationId xmlns:a16="http://schemas.microsoft.com/office/drawing/2014/main" id="{0187E2F8-EBB6-4091-96F9-A53DBB99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796" y="2223135"/>
            <a:ext cx="18211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RM</a:t>
            </a:r>
          </a:p>
        </p:txBody>
      </p:sp>
      <p:sp>
        <p:nvSpPr>
          <p:cNvPr id="194" name="AI-069-194">
            <a:extLst xmlns:a="http://schemas.openxmlformats.org/drawingml/2006/main">
              <a:ext uri="{FF2B5EF4-FFF2-40B4-BE49-F238E27FC236}">
                <a16:creationId xmlns:a16="http://schemas.microsoft.com/office/drawing/2014/main" id="{1D58CF67-2141-45B4-91D8-0297E1E2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0339" y="2314461"/>
            <a:ext cx="226314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₃avg</a:t>
            </a:r>
          </a:p>
        </p:txBody>
      </p:sp>
      <p:sp>
        <p:nvSpPr>
          <p:cNvPr id="195" name="AI-069-195">
            <a:extLst xmlns:a="http://schemas.openxmlformats.org/drawingml/2006/main">
              <a:ext uri="{FF2B5EF4-FFF2-40B4-BE49-F238E27FC236}">
                <a16:creationId xmlns:a16="http://schemas.microsoft.com/office/drawing/2014/main" id="{D2635441-545C-4AFE-B62C-A2F5F952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2453640"/>
            <a:ext cx="419100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96" name="AI-069-196">
            <a:extLst xmlns:a="http://schemas.openxmlformats.org/drawingml/2006/main">
              <a:ext uri="{FF2B5EF4-FFF2-40B4-BE49-F238E27FC236}">
                <a16:creationId xmlns:a16="http://schemas.microsoft.com/office/drawing/2014/main" id="{43DF9D7F-A444-48FF-8A4D-DFA70568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796" y="2684145"/>
            <a:ext cx="182118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RM</a:t>
            </a:r>
          </a:p>
        </p:txBody>
      </p:sp>
      <p:sp>
        <p:nvSpPr>
          <p:cNvPr id="197" name="AI-069-197">
            <a:extLst xmlns:a="http://schemas.openxmlformats.org/drawingml/2006/main">
              <a:ext uri="{FF2B5EF4-FFF2-40B4-BE49-F238E27FC236}">
                <a16:creationId xmlns:a16="http://schemas.microsoft.com/office/drawing/2014/main" id="{FB413B08-D050-4660-98E5-DC352FB1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0339" y="2775471"/>
            <a:ext cx="226314" cy="188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3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mavg</a:t>
            </a:r>
          </a:p>
        </p:txBody>
      </p:sp>
      <p:sp>
        <p:nvSpPr>
          <p:cNvPr id="198" name="AI-069-198">
            <a:extLst xmlns:a="http://schemas.openxmlformats.org/drawingml/2006/main">
              <a:ext uri="{FF2B5EF4-FFF2-40B4-BE49-F238E27FC236}">
                <a16:creationId xmlns:a16="http://schemas.microsoft.com/office/drawing/2014/main" id="{FFDFB44A-D354-46BE-99E4-58FC84C8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476375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*</a:t>
            </a:r>
          </a:p>
        </p:txBody>
      </p:sp>
      <p:sp>
        <p:nvSpPr>
          <p:cNvPr id="199" name="AI-069-199">
            <a:extLst xmlns:a="http://schemas.openxmlformats.org/drawingml/2006/main">
              <a:ext uri="{FF2B5EF4-FFF2-40B4-BE49-F238E27FC236}">
                <a16:creationId xmlns:a16="http://schemas.microsoft.com/office/drawing/2014/main" id="{63CD43CD-B452-42AF-951C-81C25CD9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105150"/>
            <a:ext cx="2495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08080"/>
            </a:solidFill>
          </a:ln>
        </p:spPr>
      </p:sp>
      <p:sp>
        <p:nvSpPr>
          <p:cNvPr id="200" name="AI-069-200">
            <a:extLst xmlns:a="http://schemas.openxmlformats.org/drawingml/2006/main">
              <a:ext uri="{FF2B5EF4-FFF2-40B4-BE49-F238E27FC236}">
                <a16:creationId xmlns:a16="http://schemas.microsoft.com/office/drawing/2014/main" id="{2D1E6BD0-8332-408F-80AE-071C7396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114675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Benchmark Agnostic Feature Matrix</a:t>
            </a:r>
          </a:p>
          <a:p xmlns:a="http://schemas.openxmlformats.org/drawingml/2006/main">
            <a:pPr algn="ctr">
              <a:def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at iteration i → Fₛᵢ</a:t>
            </a:r>
          </a:p>
        </p:txBody>
      </p:sp>
      <p:sp>
        <p:nvSpPr>
          <p:cNvPr id="201" name="line-201">
            <a:extLst xmlns:a="http://schemas.openxmlformats.org/drawingml/2006/main">
              <a:ext uri="{FF2B5EF4-FFF2-40B4-BE49-F238E27FC236}">
                <a16:creationId xmlns:a16="http://schemas.microsoft.com/office/drawing/2014/main" id="{A6177ED9-839B-4528-A997-D5D09157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19125"/>
            <a:ext cx="10" cy="819150"/>
          </a:xfrm>
          <a:custGeom xmlns:a="http://schemas.openxmlformats.org/drawingml/2006/main">
            <a:pathLst>
              <a:path w="10" h="819150">
                <a:moveTo>
                  <a:pt x="0" y="0"/>
                </a:moveTo>
                <a:lnTo>
                  <a:pt x="0" y="819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02" name="path-202">
            <a:extLst xmlns:a="http://schemas.openxmlformats.org/drawingml/2006/main">
              <a:ext uri="{FF2B5EF4-FFF2-40B4-BE49-F238E27FC236}">
                <a16:creationId xmlns:a16="http://schemas.microsoft.com/office/drawing/2014/main" id="{B40C9F88-F59F-40C0-A10F-F1437E41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67" y="1403643"/>
            <a:ext cx="31766" cy="34632"/>
          </a:xfrm>
          <a:custGeom xmlns:a="http://schemas.openxmlformats.org/drawingml/2006/main">
            <a:pathLst>
              <a:path w="31766" h="34632">
                <a:moveTo>
                  <a:pt x="15883" y="34632"/>
                </a:moveTo>
                <a:lnTo>
                  <a:pt x="0" y="0"/>
                </a:lnTo>
                <a:lnTo>
                  <a:pt x="31766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03" name="AI-069-203">
            <a:extLst xmlns:a="http://schemas.openxmlformats.org/drawingml/2006/main">
              <a:ext uri="{FF2B5EF4-FFF2-40B4-BE49-F238E27FC236}">
                <a16:creationId xmlns:a16="http://schemas.microsoft.com/office/drawing/2014/main" id="{8156AAFE-20E9-44E6-9211-7E7EE5D9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1743075"/>
            <a:ext cx="1552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08080"/>
            </a:solidFill>
          </a:ln>
        </p:spPr>
      </p:sp>
      <p:sp>
        <p:nvSpPr>
          <p:cNvPr id="204" name="AI-069-204">
            <a:extLst xmlns:a="http://schemas.openxmlformats.org/drawingml/2006/main">
              <a:ext uri="{FF2B5EF4-FFF2-40B4-BE49-F238E27FC236}">
                <a16:creationId xmlns:a16="http://schemas.microsoft.com/office/drawing/2014/main" id="{D2CAE772-689F-40F5-918B-0182CA3B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1762125"/>
            <a:ext cx="1514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Feature Matrix</a:t>
            </a:r>
          </a:p>
          <a:p xmlns:a="http://schemas.openxmlformats.org/drawingml/2006/main">
            <a:pPr algn="ctr">
              <a:def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Generation</a:t>
            </a:r>
          </a:p>
        </p:txBody>
      </p:sp>
      <p:sp>
        <p:nvSpPr>
          <p:cNvPr id="205" name="AI-069-205">
            <a:extLst xmlns:a="http://schemas.openxmlformats.org/drawingml/2006/main">
              <a:ext uri="{FF2B5EF4-FFF2-40B4-BE49-F238E27FC236}">
                <a16:creationId xmlns:a16="http://schemas.microsoft.com/office/drawing/2014/main" id="{50776B4B-4685-455A-BBB3-66A98E74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3675" y="2162175"/>
            <a:ext cx="657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C0"/>
          </a:solidFill>
          <a:ln xmlns:a="http://schemas.openxmlformats.org/drawingml/2006/main" w="9525">
            <a:solidFill>
              <a:srgbClr val="477D78"/>
            </a:solidFill>
          </a:ln>
        </p:spPr>
      </p:sp>
      <p:sp>
        <p:nvSpPr>
          <p:cNvPr id="206" name="AI-069-206">
            <a:extLst xmlns:a="http://schemas.openxmlformats.org/drawingml/2006/main">
              <a:ext uri="{FF2B5EF4-FFF2-40B4-BE49-F238E27FC236}">
                <a16:creationId xmlns:a16="http://schemas.microsoft.com/office/drawing/2014/main" id="{CE2B52A9-8BCA-46D9-A923-C6D5E68C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0559" y="2343150"/>
            <a:ext cx="12896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207" name="AI-069-207">
            <a:extLst xmlns:a="http://schemas.openxmlformats.org/drawingml/2006/main">
              <a:ext uri="{FF2B5EF4-FFF2-40B4-BE49-F238E27FC236}">
                <a16:creationId xmlns:a16="http://schemas.microsoft.com/office/drawing/2014/main" id="{3DBA34EC-E2DE-4A6C-8B1C-79599BC1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0953" y="2440305"/>
            <a:ext cx="16116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</a:t>
            </a:r>
          </a:p>
        </p:txBody>
      </p:sp>
      <p:sp>
        <p:nvSpPr>
          <p:cNvPr id="208" name="line-208">
            <a:extLst xmlns:a="http://schemas.openxmlformats.org/drawingml/2006/main">
              <a:ext uri="{FF2B5EF4-FFF2-40B4-BE49-F238E27FC236}">
                <a16:creationId xmlns:a16="http://schemas.microsoft.com/office/drawing/2014/main" id="{573F020E-96CB-4BF1-B37E-82CCEFA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05075"/>
            <a:ext cx="504825" cy="10"/>
          </a:xfrm>
          <a:custGeom xmlns:a="http://schemas.openxmlformats.org/drawingml/2006/main">
            <a:pathLst>
              <a:path w="504825" h="10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09" name="path-209">
            <a:extLst xmlns:a="http://schemas.openxmlformats.org/drawingml/2006/main">
              <a:ext uri="{FF2B5EF4-FFF2-40B4-BE49-F238E27FC236}">
                <a16:creationId xmlns:a16="http://schemas.microsoft.com/office/drawing/2014/main" id="{9D3EE50F-CAE5-4773-801E-CC0D8429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043" y="2489192"/>
            <a:ext cx="34632" cy="31766"/>
          </a:xfrm>
          <a:custGeom xmlns:a="http://schemas.openxmlformats.org/drawingml/2006/main">
            <a:pathLst>
              <a:path w="34632" h="31766">
                <a:moveTo>
                  <a:pt x="34632" y="15883"/>
                </a:moveTo>
                <a:lnTo>
                  <a:pt x="0" y="317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10" name="AI-069-210">
            <a:extLst xmlns:a="http://schemas.openxmlformats.org/drawingml/2006/main">
              <a:ext uri="{FF2B5EF4-FFF2-40B4-BE49-F238E27FC236}">
                <a16:creationId xmlns:a16="http://schemas.microsoft.com/office/drawing/2014/main" id="{4544EDE4-0C7D-44E3-8E84-7ABB2B83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3675" y="3057525"/>
            <a:ext cx="6953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9398"/>
          </a:solidFill>
          <a:ln xmlns:a="http://schemas.openxmlformats.org/drawingml/2006/main" w="7620">
            <a:solidFill>
              <a:srgbClr val="808080"/>
            </a:solidFill>
          </a:ln>
        </p:spPr>
      </p:sp>
      <p:sp>
        <p:nvSpPr>
          <p:cNvPr id="211" name="AI-069-211">
            <a:extLst xmlns:a="http://schemas.openxmlformats.org/drawingml/2006/main">
              <a:ext uri="{FF2B5EF4-FFF2-40B4-BE49-F238E27FC236}">
                <a16:creationId xmlns:a16="http://schemas.microsoft.com/office/drawing/2014/main" id="{B0A7E9CC-B9F5-4882-8F6F-BD203501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9876" y="3057525"/>
            <a:ext cx="11715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ρ</a:t>
            </a:r>
          </a:p>
        </p:txBody>
      </p:sp>
      <p:sp>
        <p:nvSpPr>
          <p:cNvPr id="212" name="AI-069-212">
            <a:extLst xmlns:a="http://schemas.openxmlformats.org/drawingml/2006/main">
              <a:ext uri="{FF2B5EF4-FFF2-40B4-BE49-F238E27FC236}">
                <a16:creationId xmlns:a16="http://schemas.microsoft.com/office/drawing/2014/main" id="{7A28E2A2-61E1-4144-9B18-D15572EF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8459" y="3157919"/>
            <a:ext cx="47244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train_mi</a:t>
            </a:r>
          </a:p>
        </p:txBody>
      </p:sp>
      <p:sp>
        <p:nvSpPr>
          <p:cNvPr id="213" name="path-213">
            <a:extLst xmlns:a="http://schemas.openxmlformats.org/drawingml/2006/main">
              <a:ext uri="{FF2B5EF4-FFF2-40B4-BE49-F238E27FC236}">
                <a16:creationId xmlns:a16="http://schemas.microsoft.com/office/drawing/2014/main" id="{02944F3A-8EE7-4C58-BF96-A0B05BCD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05075"/>
            <a:ext cx="323850" cy="695325"/>
          </a:xfrm>
          <a:custGeom xmlns:a="http://schemas.openxmlformats.org/drawingml/2006/main">
            <a:pathLst>
              <a:path w="323850" h="695325">
                <a:moveTo>
                  <a:pt x="0" y="0"/>
                </a:moveTo>
                <a:lnTo>
                  <a:pt x="0" y="695325"/>
                </a:lnTo>
                <a:lnTo>
                  <a:pt x="323850" y="6953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14" name="path-214">
            <a:extLst xmlns:a="http://schemas.openxmlformats.org/drawingml/2006/main">
              <a:ext uri="{FF2B5EF4-FFF2-40B4-BE49-F238E27FC236}">
                <a16:creationId xmlns:a16="http://schemas.microsoft.com/office/drawing/2014/main" id="{C722169A-1D2F-4C96-9974-AA07DFBA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171825"/>
            <a:ext cx="38100" cy="57150"/>
          </a:xfrm>
          <a:custGeom xmlns:a="http://schemas.openxmlformats.org/drawingml/2006/main">
            <a:pathLst>
              <a:path w="38100" h="57150">
                <a:moveTo>
                  <a:pt x="0" y="0"/>
                </a:moveTo>
                <a:lnTo>
                  <a:pt x="38100" y="28575"/>
                </a:ln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</p:spTree>
    <p:extLst>
      <p:ext uri="{BB962C8B-B14F-4D97-AF65-F5344CB8AC3E}">
        <p14:creationId xmlns:p14="http://schemas.microsoft.com/office/powerpoint/2010/main" val="792896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2026-09-08T03:17:27.1480000Z</dcterms:created>
  <dcterms:modified xsi:type="dcterms:W3CDTF">2026-09-08T03:17:27.1480000Z</dcterms:modified>
</coreProperties>
</file>