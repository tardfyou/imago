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dbd06e84aa4030" /><Relationship Type="http://schemas.openxmlformats.org/officeDocument/2006/relationships/extended-properties" Target="/docProps/app.xml" Id="R9d919686b3d94a0d" /><Relationship Type="http://schemas.openxmlformats.org/officeDocument/2006/relationships/officeDocument" Target="/ppt/presentation.xml" Id="R4112ffd20feb43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c218b22e354b17"/>
  </p:sldMasterIdLst>
  <p:notesMasterIdLst>
    <p:notesMasterId xmlns:r="http://schemas.openxmlformats.org/officeDocument/2006/relationships" r:id="Re0883636a9fb4681"/>
  </p:notesMasterIdLst>
  <p:sldIdLst>
    <p:sldId xmlns:r="http://schemas.openxmlformats.org/officeDocument/2006/relationships" id="256" r:id="R53884f347e2e41c9"/>
  </p:sldIdLst>
  <p:sldSz cx="6315075" cy="30289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13521e3e9f4fcd" /><Relationship Type="http://schemas.openxmlformats.org/officeDocument/2006/relationships/slideMaster" Target="/ppt/slideMasters/slideMaster1.xml" Id="Rd1c218b22e354b17" /><Relationship Type="http://schemas.openxmlformats.org/officeDocument/2006/relationships/notesMaster" Target="/ppt/notesMasters/notesMaster1.xml" Id="Re0883636a9fb4681" /><Relationship Type="http://schemas.openxmlformats.org/officeDocument/2006/relationships/presProps" Target="/ppt/presProps.xml" Id="Rf684dc44c38c47cb" /><Relationship Type="http://schemas.openxmlformats.org/officeDocument/2006/relationships/tableStyles" Target="/ppt/tableStyles.xml" Id="Rd23b7c62bcdf4c1e" /><Relationship Type="http://schemas.openxmlformats.org/officeDocument/2006/relationships/slide" Target="/ppt/slides/slide1.xml" Id="R53884f347e2e41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d7295e77e848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bf3813527e4336" /><Relationship Type="http://schemas.openxmlformats.org/officeDocument/2006/relationships/notesMaster" Target="/ppt/notesMasters/notesMaster1.xml" Id="R9defdee97b78479a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素材ID：AI-097</ns1:t>
            </ns1:r>
          </ns1:p>
          <ns1:p>
            <ns1:r>
              <ns1:t>论文：Toward Automatic Discovery of a Canine Phonetic Alphabet</ns1:t>
            </ns1:r>
          </ns1:p>
          <ns1:p>
            <ns1:r>
              <ns1:t>会议：ACL 2025</ns1:t>
            </ns1:r>
          </ns1:p>
          <ns1:p>
            <ns1:r>
              <ns1:t>奖项：Outstanding Paper</ns1:t>
            </ns1:r>
          </ns1:p>
          <ns1:p>
            <ns1:r>
              <ns1:t>图号：Figure 3，PDF第3页</ns1:t>
            </ns1:r>
          </ns1:p>
          <ns1:p>
            <ns1:r>
              <ns1:t>类型：方法细节</ns1:t>
            </ns1:r>
          </ns1:p>
          <ns1:p>
            <ns1:r>
              <ns1:t>借鉴点：内圈互相筛选候选模式和单元，外圈比较语境、合并并更新语料，双层循环有清晰不同职责。</ns1:t>
            </ns1:r>
          </ns1:p>
          <ns1:p>
            <ns1:r>
              <ns1:t>论文URL：https://aclanthology.org/2025.acl-long.451/</ns1:t>
            </ns1:r>
          </ns1:p>
          <ns1:p>
            <ns1:r>
              <ns1:t>官方获奖URL：https://2025.aclweb.org/program/awards/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bfdef2f3da49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1513ba52be420b" /><Relationship Type="http://schemas.openxmlformats.org/officeDocument/2006/relationships/slideLayout" Target="/ppt/slideLayouts/slideLayout1.xml" Id="R01fd10f903f144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fd10f903f144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6989dcdea4b96" /><Relationship Type="http://schemas.openxmlformats.org/officeDocument/2006/relationships/notesSlide" Target="/ppt/notesSlides/notesSlide1.xml" Id="Ra039eb79fd6c4c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th-1">
            <a:extLst xmlns:a="http://schemas.openxmlformats.org/drawingml/2006/main">
              <a:ext uri="{FF2B5EF4-FFF2-40B4-BE49-F238E27FC236}">
                <a16:creationId xmlns:a16="http://schemas.microsoft.com/office/drawing/2014/main" id="{7821D0C3-E053-4BD1-86F5-74CD7275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834" y="42100"/>
            <a:ext cx="1247035" cy="586550"/>
          </a:xfrm>
          <a:custGeom xmlns:a="http://schemas.openxmlformats.org/drawingml/2006/main">
            <a:pathLst>
              <a:path w="1247035" h="586550">
                <a:moveTo>
                  <a:pt x="36433" y="363524"/>
                </a:moveTo>
                <a:lnTo>
                  <a:pt x="43290" y="341095"/>
                </a:lnTo>
                <a:lnTo>
                  <a:pt x="50883" y="319921"/>
                </a:lnTo>
                <a:lnTo>
                  <a:pt x="59307" y="299567"/>
                </a:lnTo>
                <a:lnTo>
                  <a:pt x="68537" y="280024"/>
                </a:lnTo>
                <a:lnTo>
                  <a:pt x="78545" y="261283"/>
                </a:lnTo>
                <a:lnTo>
                  <a:pt x="89306" y="243337"/>
                </a:lnTo>
                <a:lnTo>
                  <a:pt x="100796" y="226178"/>
                </a:lnTo>
                <a:lnTo>
                  <a:pt x="112989" y="209797"/>
                </a:lnTo>
                <a:lnTo>
                  <a:pt x="125862" y="194189"/>
                </a:lnTo>
                <a:lnTo>
                  <a:pt x="139390" y="179346"/>
                </a:lnTo>
                <a:lnTo>
                  <a:pt x="153552" y="165263"/>
                </a:lnTo>
                <a:lnTo>
                  <a:pt x="168324" y="151935"/>
                </a:lnTo>
                <a:lnTo>
                  <a:pt x="183683" y="139357"/>
                </a:lnTo>
                <a:lnTo>
                  <a:pt x="199605" y="127526"/>
                </a:lnTo>
                <a:lnTo>
                  <a:pt x="216067" y="116438"/>
                </a:lnTo>
                <a:lnTo>
                  <a:pt x="233046" y="106091"/>
                </a:lnTo>
                <a:lnTo>
                  <a:pt x="250517" y="96482"/>
                </a:lnTo>
                <a:lnTo>
                  <a:pt x="268457" y="87610"/>
                </a:lnTo>
                <a:lnTo>
                  <a:pt x="286840" y="79473"/>
                </a:lnTo>
                <a:lnTo>
                  <a:pt x="305641" y="72069"/>
                </a:lnTo>
                <a:lnTo>
                  <a:pt x="324835" y="65398"/>
                </a:lnTo>
                <a:lnTo>
                  <a:pt x="344395" y="59457"/>
                </a:lnTo>
                <a:lnTo>
                  <a:pt x="364297" y="54247"/>
                </a:lnTo>
                <a:lnTo>
                  <a:pt x="384512" y="49765"/>
                </a:lnTo>
                <a:lnTo>
                  <a:pt x="405014" y="46011"/>
                </a:lnTo>
                <a:lnTo>
                  <a:pt x="425776" y="42983"/>
                </a:lnTo>
                <a:lnTo>
                  <a:pt x="446771" y="40679"/>
                </a:lnTo>
                <a:lnTo>
                  <a:pt x="467972" y="39098"/>
                </a:lnTo>
                <a:lnTo>
                  <a:pt x="489351" y="38238"/>
                </a:lnTo>
                <a:lnTo>
                  <a:pt x="510880" y="38098"/>
                </a:lnTo>
                <a:lnTo>
                  <a:pt x="532532" y="38675"/>
                </a:lnTo>
                <a:lnTo>
                  <a:pt x="554279" y="39967"/>
                </a:lnTo>
                <a:lnTo>
                  <a:pt x="576093" y="41972"/>
                </a:lnTo>
                <a:lnTo>
                  <a:pt x="597946" y="44687"/>
                </a:lnTo>
                <a:lnTo>
                  <a:pt x="619811" y="48110"/>
                </a:lnTo>
                <a:lnTo>
                  <a:pt x="641660" y="52238"/>
                </a:lnTo>
                <a:lnTo>
                  <a:pt x="663464" y="57068"/>
                </a:lnTo>
                <a:lnTo>
                  <a:pt x="685196" y="62599"/>
                </a:lnTo>
                <a:lnTo>
                  <a:pt x="706829" y="68825"/>
                </a:lnTo>
                <a:lnTo>
                  <a:pt x="728335" y="75746"/>
                </a:lnTo>
                <a:lnTo>
                  <a:pt x="749685" y="83356"/>
                </a:lnTo>
                <a:lnTo>
                  <a:pt x="770853" y="91654"/>
                </a:lnTo>
                <a:lnTo>
                  <a:pt x="791811" y="100635"/>
                </a:lnTo>
                <a:lnTo>
                  <a:pt x="812532" y="110297"/>
                </a:lnTo>
                <a:lnTo>
                  <a:pt x="832987" y="120637"/>
                </a:lnTo>
                <a:lnTo>
                  <a:pt x="853151" y="131649"/>
                </a:lnTo>
                <a:lnTo>
                  <a:pt x="872995" y="143332"/>
                </a:lnTo>
                <a:lnTo>
                  <a:pt x="892494" y="155682"/>
                </a:lnTo>
                <a:lnTo>
                  <a:pt x="911619" y="168694"/>
                </a:lnTo>
                <a:lnTo>
                  <a:pt x="930345" y="182367"/>
                </a:lnTo>
                <a:lnTo>
                  <a:pt x="948644" y="196695"/>
                </a:lnTo>
                <a:lnTo>
                  <a:pt x="966490" y="211676"/>
                </a:lnTo>
                <a:lnTo>
                  <a:pt x="983857" y="227307"/>
                </a:lnTo>
                <a:lnTo>
                  <a:pt x="1000718" y="243584"/>
                </a:lnTo>
                <a:lnTo>
                  <a:pt x="1017047" y="260505"/>
                </a:lnTo>
                <a:lnTo>
                  <a:pt x="1032819" y="278065"/>
                </a:lnTo>
                <a:lnTo>
                  <a:pt x="1048007" y="296263"/>
                </a:lnTo>
                <a:lnTo>
                  <a:pt x="1062585" y="315095"/>
                </a:lnTo>
                <a:lnTo>
                  <a:pt x="1076528" y="334560"/>
                </a:lnTo>
                <a:lnTo>
                  <a:pt x="1089810" y="354654"/>
                </a:lnTo>
                <a:lnTo>
                  <a:pt x="1102405" y="375377"/>
                </a:lnTo>
                <a:lnTo>
                  <a:pt x="1114287" y="396725"/>
                </a:lnTo>
                <a:lnTo>
                  <a:pt x="1125431" y="418698"/>
                </a:lnTo>
                <a:lnTo>
                  <a:pt x="1135554" y="440678"/>
                </a:lnTo>
                <a:lnTo>
                  <a:pt x="1139871" y="455240"/>
                </a:lnTo>
                <a:lnTo>
                  <a:pt x="1069189" y="476529"/>
                </a:lnTo>
                <a:lnTo>
                  <a:pt x="1199316" y="586550"/>
                </a:lnTo>
                <a:lnTo>
                  <a:pt x="1247035" y="422963"/>
                </a:lnTo>
                <a:lnTo>
                  <a:pt x="1176352" y="444252"/>
                </a:lnTo>
                <a:lnTo>
                  <a:pt x="1170993" y="426688"/>
                </a:lnTo>
                <a:lnTo>
                  <a:pt x="1159740" y="402130"/>
                </a:lnTo>
                <a:lnTo>
                  <a:pt x="1147930" y="378843"/>
                </a:lnTo>
                <a:lnTo>
                  <a:pt x="1135337" y="356217"/>
                </a:lnTo>
                <a:lnTo>
                  <a:pt x="1121988" y="334254"/>
                </a:lnTo>
                <a:lnTo>
                  <a:pt x="1107914" y="312960"/>
                </a:lnTo>
                <a:lnTo>
                  <a:pt x="1093142" y="292338"/>
                </a:lnTo>
                <a:lnTo>
                  <a:pt x="1077702" y="272393"/>
                </a:lnTo>
                <a:lnTo>
                  <a:pt x="1061623" y="253127"/>
                </a:lnTo>
                <a:lnTo>
                  <a:pt x="1044933" y="234543"/>
                </a:lnTo>
                <a:lnTo>
                  <a:pt x="1027662" y="216647"/>
                </a:lnTo>
                <a:lnTo>
                  <a:pt x="1009837" y="199439"/>
                </a:lnTo>
                <a:lnTo>
                  <a:pt x="991487" y="182923"/>
                </a:lnTo>
                <a:lnTo>
                  <a:pt x="972641" y="167102"/>
                </a:lnTo>
                <a:lnTo>
                  <a:pt x="953327" y="151978"/>
                </a:lnTo>
                <a:lnTo>
                  <a:pt x="933573" y="137555"/>
                </a:lnTo>
                <a:lnTo>
                  <a:pt x="913407" y="123834"/>
                </a:lnTo>
                <a:lnTo>
                  <a:pt x="892856" y="110818"/>
                </a:lnTo>
                <a:lnTo>
                  <a:pt x="871950" y="98510"/>
                </a:lnTo>
                <a:lnTo>
                  <a:pt x="850715" y="86912"/>
                </a:lnTo>
                <a:lnTo>
                  <a:pt x="829179" y="76027"/>
                </a:lnTo>
                <a:lnTo>
                  <a:pt x="807369" y="65856"/>
                </a:lnTo>
                <a:lnTo>
                  <a:pt x="785312" y="56404"/>
                </a:lnTo>
                <a:lnTo>
                  <a:pt x="763037" y="47672"/>
                </a:lnTo>
                <a:lnTo>
                  <a:pt x="740569" y="39663"/>
                </a:lnTo>
                <a:lnTo>
                  <a:pt x="717936" y="32380"/>
                </a:lnTo>
                <a:lnTo>
                  <a:pt x="695166" y="25826"/>
                </a:lnTo>
                <a:lnTo>
                  <a:pt x="672285" y="20004"/>
                </a:lnTo>
                <a:lnTo>
                  <a:pt x="649319" y="14916"/>
                </a:lnTo>
                <a:lnTo>
                  <a:pt x="626296" y="10566"/>
                </a:lnTo>
                <a:lnTo>
                  <a:pt x="603243" y="6957"/>
                </a:lnTo>
                <a:lnTo>
                  <a:pt x="580187" y="4092"/>
                </a:lnTo>
                <a:lnTo>
                  <a:pt x="557154" y="1975"/>
                </a:lnTo>
                <a:lnTo>
                  <a:pt x="534171" y="610"/>
                </a:lnTo>
                <a:lnTo>
                  <a:pt x="511265" y="0"/>
                </a:lnTo>
                <a:lnTo>
                  <a:pt x="488463" y="149"/>
                </a:lnTo>
                <a:lnTo>
                  <a:pt x="465792" y="1061"/>
                </a:lnTo>
                <a:lnTo>
                  <a:pt x="443278" y="2739"/>
                </a:lnTo>
                <a:lnTo>
                  <a:pt x="420950" y="5190"/>
                </a:lnTo>
                <a:lnTo>
                  <a:pt x="398834" y="8416"/>
                </a:lnTo>
                <a:lnTo>
                  <a:pt x="376957" y="12422"/>
                </a:lnTo>
                <a:lnTo>
                  <a:pt x="355348" y="17213"/>
                </a:lnTo>
                <a:lnTo>
                  <a:pt x="334035" y="22793"/>
                </a:lnTo>
                <a:lnTo>
                  <a:pt x="313044" y="29168"/>
                </a:lnTo>
                <a:lnTo>
                  <a:pt x="292405" y="36342"/>
                </a:lnTo>
                <a:lnTo>
                  <a:pt x="272147" y="44320"/>
                </a:lnTo>
                <a:lnTo>
                  <a:pt x="252298" y="53106"/>
                </a:lnTo>
                <a:lnTo>
                  <a:pt x="232889" y="62706"/>
                </a:lnTo>
                <a:lnTo>
                  <a:pt x="213948" y="73123"/>
                </a:lnTo>
                <a:lnTo>
                  <a:pt x="195506" y="84362"/>
                </a:lnTo>
                <a:lnTo>
                  <a:pt x="177594" y="96427"/>
                </a:lnTo>
                <a:lnTo>
                  <a:pt x="160243" y="109321"/>
                </a:lnTo>
                <a:lnTo>
                  <a:pt x="143484" y="123046"/>
                </a:lnTo>
                <a:lnTo>
                  <a:pt x="127349" y="137605"/>
                </a:lnTo>
                <a:lnTo>
                  <a:pt x="111868" y="152999"/>
                </a:lnTo>
                <a:lnTo>
                  <a:pt x="97075" y="169230"/>
                </a:lnTo>
                <a:lnTo>
                  <a:pt x="82999" y="186298"/>
                </a:lnTo>
                <a:lnTo>
                  <a:pt x="69672" y="204201"/>
                </a:lnTo>
                <a:lnTo>
                  <a:pt x="57126" y="222940"/>
                </a:lnTo>
                <a:lnTo>
                  <a:pt x="45390" y="242512"/>
                </a:lnTo>
                <a:lnTo>
                  <a:pt x="34493" y="262916"/>
                </a:lnTo>
                <a:lnTo>
                  <a:pt x="24466" y="284150"/>
                </a:lnTo>
                <a:lnTo>
                  <a:pt x="15335" y="306211"/>
                </a:lnTo>
                <a:lnTo>
                  <a:pt x="7129" y="329096"/>
                </a:lnTo>
                <a:lnTo>
                  <a:pt x="0" y="352376"/>
                </a:lnTo>
                <a:close/>
              </a:path>
            </a:pathLst>
          </a:custGeom>
          <a:solidFill xmlns:a="http://schemas.openxmlformats.org/drawingml/2006/main">
            <a:srgbClr val="F1E6E0"/>
          </a:solidFill>
          <a:ln xmlns:a="http://schemas.openxmlformats.org/drawingml/2006/main" w="9525">
            <a:solidFill>
              <a:srgbClr val="4C626D"/>
            </a:solidFill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24196480-78F9-4659-9871-900A7F34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60" y="1067475"/>
            <a:ext cx="655190" cy="1088103"/>
          </a:xfrm>
          <a:custGeom xmlns:a="http://schemas.openxmlformats.org/drawingml/2006/main">
            <a:pathLst>
              <a:path w="655190" h="1088103">
                <a:moveTo>
                  <a:pt x="637675" y="0"/>
                </a:moveTo>
                <a:lnTo>
                  <a:pt x="597157" y="6898"/>
                </a:lnTo>
                <a:lnTo>
                  <a:pt x="557672" y="14459"/>
                </a:lnTo>
                <a:lnTo>
                  <a:pt x="519669" y="22593"/>
                </a:lnTo>
                <a:lnTo>
                  <a:pt x="483129" y="31290"/>
                </a:lnTo>
                <a:lnTo>
                  <a:pt x="448034" y="40541"/>
                </a:lnTo>
                <a:lnTo>
                  <a:pt x="414363" y="50334"/>
                </a:lnTo>
                <a:lnTo>
                  <a:pt x="382098" y="60662"/>
                </a:lnTo>
                <a:lnTo>
                  <a:pt x="351221" y="71515"/>
                </a:lnTo>
                <a:lnTo>
                  <a:pt x="321713" y="82888"/>
                </a:lnTo>
                <a:lnTo>
                  <a:pt x="293556" y="94772"/>
                </a:lnTo>
                <a:lnTo>
                  <a:pt x="266734" y="107161"/>
                </a:lnTo>
                <a:lnTo>
                  <a:pt x="241231" y="120052"/>
                </a:lnTo>
                <a:lnTo>
                  <a:pt x="217032" y="133440"/>
                </a:lnTo>
                <a:lnTo>
                  <a:pt x="194124" y="147320"/>
                </a:lnTo>
                <a:lnTo>
                  <a:pt x="172496" y="161690"/>
                </a:lnTo>
                <a:lnTo>
                  <a:pt x="152139" y="176547"/>
                </a:lnTo>
                <a:lnTo>
                  <a:pt x="133048" y="191885"/>
                </a:lnTo>
                <a:lnTo>
                  <a:pt x="115218" y="207702"/>
                </a:lnTo>
                <a:lnTo>
                  <a:pt x="98650" y="223989"/>
                </a:lnTo>
                <a:lnTo>
                  <a:pt x="83345" y="240738"/>
                </a:lnTo>
                <a:lnTo>
                  <a:pt x="69311" y="257937"/>
                </a:lnTo>
                <a:lnTo>
                  <a:pt x="56553" y="275566"/>
                </a:lnTo>
                <a:lnTo>
                  <a:pt x="45081" y="293606"/>
                </a:lnTo>
                <a:lnTo>
                  <a:pt x="34903" y="312026"/>
                </a:lnTo>
                <a:lnTo>
                  <a:pt x="26027" y="330794"/>
                </a:lnTo>
                <a:lnTo>
                  <a:pt x="18457" y="349869"/>
                </a:lnTo>
                <a:lnTo>
                  <a:pt x="12193" y="369210"/>
                </a:lnTo>
                <a:lnTo>
                  <a:pt x="7229" y="388770"/>
                </a:lnTo>
                <a:lnTo>
                  <a:pt x="3555" y="408500"/>
                </a:lnTo>
                <a:lnTo>
                  <a:pt x="1153" y="428354"/>
                </a:lnTo>
                <a:lnTo>
                  <a:pt x="0" y="448286"/>
                </a:lnTo>
                <a:lnTo>
                  <a:pt x="69" y="468255"/>
                </a:lnTo>
                <a:lnTo>
                  <a:pt x="1327" y="488224"/>
                </a:lnTo>
                <a:lnTo>
                  <a:pt x="3741" y="508160"/>
                </a:lnTo>
                <a:lnTo>
                  <a:pt x="7277" y="528035"/>
                </a:lnTo>
                <a:lnTo>
                  <a:pt x="11897" y="547827"/>
                </a:lnTo>
                <a:lnTo>
                  <a:pt x="17568" y="567515"/>
                </a:lnTo>
                <a:lnTo>
                  <a:pt x="24256" y="587086"/>
                </a:lnTo>
                <a:lnTo>
                  <a:pt x="31929" y="606524"/>
                </a:lnTo>
                <a:lnTo>
                  <a:pt x="40556" y="625820"/>
                </a:lnTo>
                <a:lnTo>
                  <a:pt x="50110" y="644964"/>
                </a:lnTo>
                <a:lnTo>
                  <a:pt x="60563" y="663948"/>
                </a:lnTo>
                <a:lnTo>
                  <a:pt x="71891" y="682763"/>
                </a:lnTo>
                <a:lnTo>
                  <a:pt x="84070" y="701402"/>
                </a:lnTo>
                <a:lnTo>
                  <a:pt x="97078" y="719857"/>
                </a:lnTo>
                <a:lnTo>
                  <a:pt x="110893" y="738120"/>
                </a:lnTo>
                <a:lnTo>
                  <a:pt x="125497" y="756184"/>
                </a:lnTo>
                <a:lnTo>
                  <a:pt x="140869" y="774038"/>
                </a:lnTo>
                <a:lnTo>
                  <a:pt x="156991" y="791675"/>
                </a:lnTo>
                <a:lnTo>
                  <a:pt x="173845" y="809086"/>
                </a:lnTo>
                <a:lnTo>
                  <a:pt x="191414" y="826259"/>
                </a:lnTo>
                <a:lnTo>
                  <a:pt x="209679" y="843186"/>
                </a:lnTo>
                <a:lnTo>
                  <a:pt x="228626" y="859854"/>
                </a:lnTo>
                <a:lnTo>
                  <a:pt x="248236" y="876254"/>
                </a:lnTo>
                <a:lnTo>
                  <a:pt x="268494" y="892374"/>
                </a:lnTo>
                <a:lnTo>
                  <a:pt x="289383" y="908202"/>
                </a:lnTo>
                <a:lnTo>
                  <a:pt x="310886" y="923725"/>
                </a:lnTo>
                <a:lnTo>
                  <a:pt x="332989" y="938932"/>
                </a:lnTo>
                <a:lnTo>
                  <a:pt x="355674" y="953810"/>
                </a:lnTo>
                <a:lnTo>
                  <a:pt x="378927" y="968346"/>
                </a:lnTo>
                <a:lnTo>
                  <a:pt x="402730" y="982527"/>
                </a:lnTo>
                <a:lnTo>
                  <a:pt x="425345" y="995337"/>
                </a:lnTo>
                <a:lnTo>
                  <a:pt x="445085" y="1008335"/>
                </a:lnTo>
                <a:lnTo>
                  <a:pt x="420177" y="1088103"/>
                </a:lnTo>
                <a:lnTo>
                  <a:pt x="655190" y="1047075"/>
                </a:lnTo>
                <a:lnTo>
                  <a:pt x="522286" y="848957"/>
                </a:lnTo>
                <a:lnTo>
                  <a:pt x="497378" y="928724"/>
                </a:lnTo>
                <a:lnTo>
                  <a:pt x="474935" y="914014"/>
                </a:lnTo>
                <a:lnTo>
                  <a:pt x="450609" y="900185"/>
                </a:lnTo>
                <a:lnTo>
                  <a:pt x="428545" y="887040"/>
                </a:lnTo>
                <a:lnTo>
                  <a:pt x="407036" y="873594"/>
                </a:lnTo>
                <a:lnTo>
                  <a:pt x="386100" y="859864"/>
                </a:lnTo>
                <a:lnTo>
                  <a:pt x="365755" y="845866"/>
                </a:lnTo>
                <a:lnTo>
                  <a:pt x="346018" y="831618"/>
                </a:lnTo>
                <a:lnTo>
                  <a:pt x="326907" y="817138"/>
                </a:lnTo>
                <a:lnTo>
                  <a:pt x="308440" y="802444"/>
                </a:lnTo>
                <a:lnTo>
                  <a:pt x="290634" y="787553"/>
                </a:lnTo>
                <a:lnTo>
                  <a:pt x="273506" y="772484"/>
                </a:lnTo>
                <a:lnTo>
                  <a:pt x="257073" y="757256"/>
                </a:lnTo>
                <a:lnTo>
                  <a:pt x="241352" y="741889"/>
                </a:lnTo>
                <a:lnTo>
                  <a:pt x="226359" y="726402"/>
                </a:lnTo>
                <a:lnTo>
                  <a:pt x="212111" y="710816"/>
                </a:lnTo>
                <a:lnTo>
                  <a:pt x="198623" y="695150"/>
                </a:lnTo>
                <a:lnTo>
                  <a:pt x="185911" y="679427"/>
                </a:lnTo>
                <a:lnTo>
                  <a:pt x="173988" y="663667"/>
                </a:lnTo>
                <a:lnTo>
                  <a:pt x="162868" y="647892"/>
                </a:lnTo>
                <a:lnTo>
                  <a:pt x="152565" y="632124"/>
                </a:lnTo>
                <a:lnTo>
                  <a:pt x="143088" y="616386"/>
                </a:lnTo>
                <a:lnTo>
                  <a:pt x="134450" y="600700"/>
                </a:lnTo>
                <a:lnTo>
                  <a:pt x="126657" y="585087"/>
                </a:lnTo>
                <a:lnTo>
                  <a:pt x="119718" y="569570"/>
                </a:lnTo>
                <a:lnTo>
                  <a:pt x="113638" y="554169"/>
                </a:lnTo>
                <a:lnTo>
                  <a:pt x="108419" y="538902"/>
                </a:lnTo>
                <a:lnTo>
                  <a:pt x="104064" y="523788"/>
                </a:lnTo>
                <a:lnTo>
                  <a:pt x="100572" y="508840"/>
                </a:lnTo>
                <a:lnTo>
                  <a:pt x="97943" y="494068"/>
                </a:lnTo>
                <a:lnTo>
                  <a:pt x="96175" y="479481"/>
                </a:lnTo>
                <a:lnTo>
                  <a:pt x="95266" y="465080"/>
                </a:lnTo>
                <a:lnTo>
                  <a:pt x="95215" y="450862"/>
                </a:lnTo>
                <a:lnTo>
                  <a:pt x="96026" y="436821"/>
                </a:lnTo>
                <a:lnTo>
                  <a:pt x="97703" y="422945"/>
                </a:lnTo>
                <a:lnTo>
                  <a:pt x="100258" y="409218"/>
                </a:lnTo>
                <a:lnTo>
                  <a:pt x="103707" y="395624"/>
                </a:lnTo>
                <a:lnTo>
                  <a:pt x="108072" y="382144"/>
                </a:lnTo>
                <a:lnTo>
                  <a:pt x="113382" y="368763"/>
                </a:lnTo>
                <a:lnTo>
                  <a:pt x="119670" y="355467"/>
                </a:lnTo>
                <a:lnTo>
                  <a:pt x="126975" y="342246"/>
                </a:lnTo>
                <a:lnTo>
                  <a:pt x="135337" y="329098"/>
                </a:lnTo>
                <a:lnTo>
                  <a:pt x="144799" y="316023"/>
                </a:lnTo>
                <a:lnTo>
                  <a:pt x="155403" y="303030"/>
                </a:lnTo>
                <a:lnTo>
                  <a:pt x="167190" y="290131"/>
                </a:lnTo>
                <a:lnTo>
                  <a:pt x="180199" y="277344"/>
                </a:lnTo>
                <a:lnTo>
                  <a:pt x="194466" y="264689"/>
                </a:lnTo>
                <a:lnTo>
                  <a:pt x="210026" y="252189"/>
                </a:lnTo>
                <a:lnTo>
                  <a:pt x="226907" y="239870"/>
                </a:lnTo>
                <a:lnTo>
                  <a:pt x="245138" y="227758"/>
                </a:lnTo>
                <a:lnTo>
                  <a:pt x="264743" y="215879"/>
                </a:lnTo>
                <a:lnTo>
                  <a:pt x="285746" y="204260"/>
                </a:lnTo>
                <a:lnTo>
                  <a:pt x="308166" y="192928"/>
                </a:lnTo>
                <a:lnTo>
                  <a:pt x="332024" y="181908"/>
                </a:lnTo>
                <a:lnTo>
                  <a:pt x="357335" y="171226"/>
                </a:lnTo>
                <a:lnTo>
                  <a:pt x="384118" y="160904"/>
                </a:lnTo>
                <a:lnTo>
                  <a:pt x="412389" y="150967"/>
                </a:lnTo>
                <a:lnTo>
                  <a:pt x="442162" y="141437"/>
                </a:lnTo>
                <a:lnTo>
                  <a:pt x="473453" y="132336"/>
                </a:lnTo>
                <a:lnTo>
                  <a:pt x="506276" y="123685"/>
                </a:lnTo>
                <a:lnTo>
                  <a:pt x="540647" y="115504"/>
                </a:lnTo>
                <a:lnTo>
                  <a:pt x="576579" y="107813"/>
                </a:lnTo>
                <a:lnTo>
                  <a:pt x="614087" y="100631"/>
                </a:lnTo>
                <a:lnTo>
                  <a:pt x="653655" y="93900"/>
                </a:lnTo>
                <a:close/>
              </a:path>
            </a:pathLst>
          </a:custGeom>
          <a:solidFill xmlns:a="http://schemas.openxmlformats.org/drawingml/2006/main">
            <a:srgbClr val="D6B9D6"/>
          </a:solidFill>
          <a:ln xmlns:a="http://schemas.openxmlformats.org/drawingml/2006/main" w="9525">
            <a:solidFill>
              <a:srgbClr val="4C626D"/>
            </a:solidFill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8EE18CC4-A612-4C45-BE3A-0D51507A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63737"/>
            <a:ext cx="663296" cy="1344887"/>
          </a:xfrm>
          <a:custGeom xmlns:a="http://schemas.openxmlformats.org/drawingml/2006/main">
            <a:pathLst>
              <a:path w="663296" h="1344887">
                <a:moveTo>
                  <a:pt x="58145" y="1344887"/>
                </a:moveTo>
                <a:lnTo>
                  <a:pt x="96419" y="1336214"/>
                </a:lnTo>
                <a:lnTo>
                  <a:pt x="133931" y="1326644"/>
                </a:lnTo>
                <a:lnTo>
                  <a:pt x="170081" y="1316327"/>
                </a:lnTo>
                <a:lnTo>
                  <a:pt x="204882" y="1305275"/>
                </a:lnTo>
                <a:lnTo>
                  <a:pt x="238349" y="1293502"/>
                </a:lnTo>
                <a:lnTo>
                  <a:pt x="270493" y="1281022"/>
                </a:lnTo>
                <a:lnTo>
                  <a:pt x="301325" y="1267848"/>
                </a:lnTo>
                <a:lnTo>
                  <a:pt x="330858" y="1253992"/>
                </a:lnTo>
                <a:lnTo>
                  <a:pt x="359099" y="1239468"/>
                </a:lnTo>
                <a:lnTo>
                  <a:pt x="386059" y="1224288"/>
                </a:lnTo>
                <a:lnTo>
                  <a:pt x="411745" y="1208466"/>
                </a:lnTo>
                <a:lnTo>
                  <a:pt x="436163" y="1192014"/>
                </a:lnTo>
                <a:lnTo>
                  <a:pt x="459319" y="1174949"/>
                </a:lnTo>
                <a:lnTo>
                  <a:pt x="481215" y="1157284"/>
                </a:lnTo>
                <a:lnTo>
                  <a:pt x="501856" y="1139037"/>
                </a:lnTo>
                <a:lnTo>
                  <a:pt x="521242" y="1120225"/>
                </a:lnTo>
                <a:lnTo>
                  <a:pt x="539374" y="1100870"/>
                </a:lnTo>
                <a:lnTo>
                  <a:pt x="556253" y="1080992"/>
                </a:lnTo>
                <a:lnTo>
                  <a:pt x="571879" y="1060617"/>
                </a:lnTo>
                <a:lnTo>
                  <a:pt x="586252" y="1039771"/>
                </a:lnTo>
                <a:lnTo>
                  <a:pt x="599374" y="1018482"/>
                </a:lnTo>
                <a:lnTo>
                  <a:pt x="611248" y="996781"/>
                </a:lnTo>
                <a:lnTo>
                  <a:pt x="621877" y="974700"/>
                </a:lnTo>
                <a:lnTo>
                  <a:pt x="631267" y="952273"/>
                </a:lnTo>
                <a:lnTo>
                  <a:pt x="639428" y="929534"/>
                </a:lnTo>
                <a:lnTo>
                  <a:pt x="646368" y="906517"/>
                </a:lnTo>
                <a:lnTo>
                  <a:pt x="652102" y="883258"/>
                </a:lnTo>
                <a:lnTo>
                  <a:pt x="656644" y="859788"/>
                </a:lnTo>
                <a:lnTo>
                  <a:pt x="660012" y="836142"/>
                </a:lnTo>
                <a:lnTo>
                  <a:pt x="662222" y="812350"/>
                </a:lnTo>
                <a:lnTo>
                  <a:pt x="663296" y="788442"/>
                </a:lnTo>
                <a:lnTo>
                  <a:pt x="663255" y="764446"/>
                </a:lnTo>
                <a:lnTo>
                  <a:pt x="662119" y="740389"/>
                </a:lnTo>
                <a:lnTo>
                  <a:pt x="659911" y="716294"/>
                </a:lnTo>
                <a:lnTo>
                  <a:pt x="656652" y="692185"/>
                </a:lnTo>
                <a:lnTo>
                  <a:pt x="652363" y="668084"/>
                </a:lnTo>
                <a:lnTo>
                  <a:pt x="647068" y="644011"/>
                </a:lnTo>
                <a:lnTo>
                  <a:pt x="640785" y="619986"/>
                </a:lnTo>
                <a:lnTo>
                  <a:pt x="633536" y="596027"/>
                </a:lnTo>
                <a:lnTo>
                  <a:pt x="625340" y="572152"/>
                </a:lnTo>
                <a:lnTo>
                  <a:pt x="616217" y="548378"/>
                </a:lnTo>
                <a:lnTo>
                  <a:pt x="606184" y="524723"/>
                </a:lnTo>
                <a:lnTo>
                  <a:pt x="595261" y="501202"/>
                </a:lnTo>
                <a:lnTo>
                  <a:pt x="583464" y="477833"/>
                </a:lnTo>
                <a:lnTo>
                  <a:pt x="570810" y="454632"/>
                </a:lnTo>
                <a:lnTo>
                  <a:pt x="557316" y="431614"/>
                </a:lnTo>
                <a:lnTo>
                  <a:pt x="542998" y="408797"/>
                </a:lnTo>
                <a:lnTo>
                  <a:pt x="527871" y="386197"/>
                </a:lnTo>
                <a:lnTo>
                  <a:pt x="511951" y="363829"/>
                </a:lnTo>
                <a:lnTo>
                  <a:pt x="495252" y="341711"/>
                </a:lnTo>
                <a:lnTo>
                  <a:pt x="477790" y="319859"/>
                </a:lnTo>
                <a:lnTo>
                  <a:pt x="459578" y="298291"/>
                </a:lnTo>
                <a:lnTo>
                  <a:pt x="440631" y="277022"/>
                </a:lnTo>
                <a:lnTo>
                  <a:pt x="420963" y="256071"/>
                </a:lnTo>
                <a:lnTo>
                  <a:pt x="400588" y="235454"/>
                </a:lnTo>
                <a:lnTo>
                  <a:pt x="379520" y="215189"/>
                </a:lnTo>
                <a:lnTo>
                  <a:pt x="357771" y="195294"/>
                </a:lnTo>
                <a:lnTo>
                  <a:pt x="335357" y="175786"/>
                </a:lnTo>
                <a:lnTo>
                  <a:pt x="312290" y="156683"/>
                </a:lnTo>
                <a:lnTo>
                  <a:pt x="288583" y="138003"/>
                </a:lnTo>
                <a:lnTo>
                  <a:pt x="264251" y="119765"/>
                </a:lnTo>
                <a:lnTo>
                  <a:pt x="239306" y="101986"/>
                </a:lnTo>
                <a:lnTo>
                  <a:pt x="216556" y="86678"/>
                </a:lnTo>
                <a:lnTo>
                  <a:pt x="226131" y="96136"/>
                </a:lnTo>
                <a:lnTo>
                  <a:pt x="248949" y="0"/>
                </a:lnTo>
                <a:lnTo>
                  <a:pt x="0" y="22088"/>
                </a:lnTo>
                <a:lnTo>
                  <a:pt x="121253" y="240632"/>
                </a:lnTo>
                <a:lnTo>
                  <a:pt x="144071" y="144496"/>
                </a:lnTo>
                <a:lnTo>
                  <a:pt x="158500" y="162190"/>
                </a:lnTo>
                <a:lnTo>
                  <a:pt x="184958" y="180209"/>
                </a:lnTo>
                <a:lnTo>
                  <a:pt x="208045" y="196664"/>
                </a:lnTo>
                <a:lnTo>
                  <a:pt x="230543" y="213527"/>
                </a:lnTo>
                <a:lnTo>
                  <a:pt x="252437" y="230779"/>
                </a:lnTo>
                <a:lnTo>
                  <a:pt x="273713" y="248399"/>
                </a:lnTo>
                <a:lnTo>
                  <a:pt x="294358" y="266367"/>
                </a:lnTo>
                <a:lnTo>
                  <a:pt x="314358" y="284662"/>
                </a:lnTo>
                <a:lnTo>
                  <a:pt x="333698" y="303265"/>
                </a:lnTo>
                <a:lnTo>
                  <a:pt x="352365" y="322153"/>
                </a:lnTo>
                <a:lnTo>
                  <a:pt x="370346" y="341307"/>
                </a:lnTo>
                <a:lnTo>
                  <a:pt x="387627" y="360706"/>
                </a:lnTo>
                <a:lnTo>
                  <a:pt x="404195" y="380327"/>
                </a:lnTo>
                <a:lnTo>
                  <a:pt x="420036" y="400150"/>
                </a:lnTo>
                <a:lnTo>
                  <a:pt x="435139" y="420153"/>
                </a:lnTo>
                <a:lnTo>
                  <a:pt x="449489" y="440315"/>
                </a:lnTo>
                <a:lnTo>
                  <a:pt x="463076" y="460614"/>
                </a:lnTo>
                <a:lnTo>
                  <a:pt x="475886" y="481028"/>
                </a:lnTo>
                <a:lnTo>
                  <a:pt x="487909" y="501535"/>
                </a:lnTo>
                <a:lnTo>
                  <a:pt x="499132" y="522112"/>
                </a:lnTo>
                <a:lnTo>
                  <a:pt x="509545" y="542739"/>
                </a:lnTo>
                <a:lnTo>
                  <a:pt x="519137" y="563393"/>
                </a:lnTo>
                <a:lnTo>
                  <a:pt x="527899" y="584051"/>
                </a:lnTo>
                <a:lnTo>
                  <a:pt x="535821" y="604694"/>
                </a:lnTo>
                <a:lnTo>
                  <a:pt x="542895" y="625297"/>
                </a:lnTo>
                <a:lnTo>
                  <a:pt x="549112" y="645842"/>
                </a:lnTo>
                <a:lnTo>
                  <a:pt x="554464" y="666308"/>
                </a:lnTo>
                <a:lnTo>
                  <a:pt x="558945" y="686674"/>
                </a:lnTo>
                <a:lnTo>
                  <a:pt x="562548" y="706922"/>
                </a:lnTo>
                <a:lnTo>
                  <a:pt x="565268" y="727034"/>
                </a:lnTo>
                <a:lnTo>
                  <a:pt x="567098" y="746993"/>
                </a:lnTo>
                <a:lnTo>
                  <a:pt x="568034" y="766785"/>
                </a:lnTo>
                <a:lnTo>
                  <a:pt x="568068" y="786395"/>
                </a:lnTo>
                <a:lnTo>
                  <a:pt x="567197" y="805811"/>
                </a:lnTo>
                <a:lnTo>
                  <a:pt x="565413" y="825023"/>
                </a:lnTo>
                <a:lnTo>
                  <a:pt x="562708" y="844023"/>
                </a:lnTo>
                <a:lnTo>
                  <a:pt x="559074" y="862804"/>
                </a:lnTo>
                <a:lnTo>
                  <a:pt x="554501" y="881359"/>
                </a:lnTo>
                <a:lnTo>
                  <a:pt x="548976" y="899684"/>
                </a:lnTo>
                <a:lnTo>
                  <a:pt x="542484" y="917775"/>
                </a:lnTo>
                <a:lnTo>
                  <a:pt x="535010" y="935628"/>
                </a:lnTo>
                <a:lnTo>
                  <a:pt x="526533" y="953239"/>
                </a:lnTo>
                <a:lnTo>
                  <a:pt x="517032" y="970604"/>
                </a:lnTo>
                <a:lnTo>
                  <a:pt x="506485" y="987715"/>
                </a:lnTo>
                <a:lnTo>
                  <a:pt x="494866" y="1004567"/>
                </a:lnTo>
                <a:lnTo>
                  <a:pt x="482150" y="1021148"/>
                </a:lnTo>
                <a:lnTo>
                  <a:pt x="468310" y="1037447"/>
                </a:lnTo>
                <a:lnTo>
                  <a:pt x="453318" y="1053450"/>
                </a:lnTo>
                <a:lnTo>
                  <a:pt x="437148" y="1069140"/>
                </a:lnTo>
                <a:lnTo>
                  <a:pt x="419774" y="1084500"/>
                </a:lnTo>
                <a:lnTo>
                  <a:pt x="401168" y="1099509"/>
                </a:lnTo>
                <a:lnTo>
                  <a:pt x="381308" y="1114146"/>
                </a:lnTo>
                <a:lnTo>
                  <a:pt x="360169" y="1128388"/>
                </a:lnTo>
                <a:lnTo>
                  <a:pt x="337730" y="1142210"/>
                </a:lnTo>
                <a:lnTo>
                  <a:pt x="313968" y="1155589"/>
                </a:lnTo>
                <a:lnTo>
                  <a:pt x="288865" y="1168499"/>
                </a:lnTo>
                <a:lnTo>
                  <a:pt x="262402" y="1180914"/>
                </a:lnTo>
                <a:lnTo>
                  <a:pt x="234562" y="1192809"/>
                </a:lnTo>
                <a:lnTo>
                  <a:pt x="205327" y="1204159"/>
                </a:lnTo>
                <a:lnTo>
                  <a:pt x="174683" y="1214939"/>
                </a:lnTo>
                <a:lnTo>
                  <a:pt x="142614" y="1225123"/>
                </a:lnTo>
                <a:lnTo>
                  <a:pt x="109106" y="1234686"/>
                </a:lnTo>
                <a:lnTo>
                  <a:pt x="74145" y="1243605"/>
                </a:lnTo>
                <a:lnTo>
                  <a:pt x="37105" y="1251989"/>
                </a:lnTo>
                <a:close/>
              </a:path>
            </a:pathLst>
          </a:custGeom>
          <a:solidFill xmlns:a="http://schemas.openxmlformats.org/drawingml/2006/main">
            <a:srgbClr val="EAD0E8"/>
          </a:solidFill>
          <a:ln xmlns:a="http://schemas.openxmlformats.org/drawingml/2006/main" w="9525">
            <a:solidFill>
              <a:srgbClr val="4C626D"/>
            </a:solidFill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09670810-4B72-4CF3-AFAA-F5B35C9C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414" y="262883"/>
            <a:ext cx="2265730" cy="861067"/>
          </a:xfrm>
          <a:custGeom xmlns:a="http://schemas.openxmlformats.org/drawingml/2006/main">
            <a:pathLst>
              <a:path w="2265730" h="861067">
                <a:moveTo>
                  <a:pt x="73572" y="415065"/>
                </a:moveTo>
                <a:lnTo>
                  <a:pt x="91400" y="393365"/>
                </a:lnTo>
                <a:lnTo>
                  <a:pt x="109581" y="373125"/>
                </a:lnTo>
                <a:lnTo>
                  <a:pt x="128761" y="353522"/>
                </a:lnTo>
                <a:lnTo>
                  <a:pt x="148917" y="334562"/>
                </a:lnTo>
                <a:lnTo>
                  <a:pt x="170027" y="316253"/>
                </a:lnTo>
                <a:lnTo>
                  <a:pt x="192068" y="298603"/>
                </a:lnTo>
                <a:lnTo>
                  <a:pt x="215017" y="281622"/>
                </a:lnTo>
                <a:lnTo>
                  <a:pt x="238848" y="265317"/>
                </a:lnTo>
                <a:lnTo>
                  <a:pt x="263537" y="249699"/>
                </a:lnTo>
                <a:lnTo>
                  <a:pt x="289055" y="234778"/>
                </a:lnTo>
                <a:lnTo>
                  <a:pt x="315377" y="220562"/>
                </a:lnTo>
                <a:lnTo>
                  <a:pt x="342475" y="207061"/>
                </a:lnTo>
                <a:lnTo>
                  <a:pt x="370321" y="194286"/>
                </a:lnTo>
                <a:lnTo>
                  <a:pt x="398886" y="182243"/>
                </a:lnTo>
                <a:lnTo>
                  <a:pt x="428141" y="170944"/>
                </a:lnTo>
                <a:lnTo>
                  <a:pt x="458058" y="160397"/>
                </a:lnTo>
                <a:lnTo>
                  <a:pt x="488605" y="150610"/>
                </a:lnTo>
                <a:lnTo>
                  <a:pt x="519754" y="141591"/>
                </a:lnTo>
                <a:lnTo>
                  <a:pt x="551475" y="133349"/>
                </a:lnTo>
                <a:lnTo>
                  <a:pt x="583737" y="125891"/>
                </a:lnTo>
                <a:lnTo>
                  <a:pt x="616510" y="119225"/>
                </a:lnTo>
                <a:lnTo>
                  <a:pt x="649764" y="113358"/>
                </a:lnTo>
                <a:lnTo>
                  <a:pt x="683469" y="108298"/>
                </a:lnTo>
                <a:lnTo>
                  <a:pt x="717593" y="104051"/>
                </a:lnTo>
                <a:lnTo>
                  <a:pt x="752106" y="100624"/>
                </a:lnTo>
                <a:lnTo>
                  <a:pt x="786979" y="98024"/>
                </a:lnTo>
                <a:lnTo>
                  <a:pt x="822180" y="96257"/>
                </a:lnTo>
                <a:lnTo>
                  <a:pt x="857678" y="95328"/>
                </a:lnTo>
                <a:lnTo>
                  <a:pt x="893445" y="95246"/>
                </a:lnTo>
                <a:lnTo>
                  <a:pt x="929448" y="96014"/>
                </a:lnTo>
                <a:lnTo>
                  <a:pt x="965657" y="97639"/>
                </a:lnTo>
                <a:lnTo>
                  <a:pt x="1002043" y="100127"/>
                </a:lnTo>
                <a:lnTo>
                  <a:pt x="1038574" y="103483"/>
                </a:lnTo>
                <a:lnTo>
                  <a:pt x="1075222" y="107713"/>
                </a:lnTo>
                <a:lnTo>
                  <a:pt x="1111954" y="112821"/>
                </a:lnTo>
                <a:lnTo>
                  <a:pt x="1148742" y="118813"/>
                </a:lnTo>
                <a:lnTo>
                  <a:pt x="1185555" y="125694"/>
                </a:lnTo>
                <a:lnTo>
                  <a:pt x="1222362" y="133470"/>
                </a:lnTo>
                <a:lnTo>
                  <a:pt x="1259136" y="142145"/>
                </a:lnTo>
                <a:lnTo>
                  <a:pt x="1295844" y="151723"/>
                </a:lnTo>
                <a:lnTo>
                  <a:pt x="1332458" y="162211"/>
                </a:lnTo>
                <a:lnTo>
                  <a:pt x="1368948" y="173611"/>
                </a:lnTo>
                <a:lnTo>
                  <a:pt x="1405284" y="185930"/>
                </a:lnTo>
                <a:lnTo>
                  <a:pt x="1441438" y="199172"/>
                </a:lnTo>
                <a:lnTo>
                  <a:pt x="1477379" y="213342"/>
                </a:lnTo>
                <a:lnTo>
                  <a:pt x="1513078" y="228443"/>
                </a:lnTo>
                <a:lnTo>
                  <a:pt x="1548506" y="244482"/>
                </a:lnTo>
                <a:lnTo>
                  <a:pt x="1583635" y="261461"/>
                </a:lnTo>
                <a:lnTo>
                  <a:pt x="1618435" y="279386"/>
                </a:lnTo>
                <a:lnTo>
                  <a:pt x="1652878" y="298262"/>
                </a:lnTo>
                <a:lnTo>
                  <a:pt x="1686936" y="318093"/>
                </a:lnTo>
                <a:lnTo>
                  <a:pt x="1720579" y="338884"/>
                </a:lnTo>
                <a:lnTo>
                  <a:pt x="1753779" y="360639"/>
                </a:lnTo>
                <a:lnTo>
                  <a:pt x="1786509" y="383364"/>
                </a:lnTo>
                <a:lnTo>
                  <a:pt x="1818740" y="407063"/>
                </a:lnTo>
                <a:lnTo>
                  <a:pt x="1850444" y="431742"/>
                </a:lnTo>
                <a:lnTo>
                  <a:pt x="1881594" y="457406"/>
                </a:lnTo>
                <a:lnTo>
                  <a:pt x="1912161" y="484060"/>
                </a:lnTo>
                <a:lnTo>
                  <a:pt x="1942119" y="511710"/>
                </a:lnTo>
                <a:lnTo>
                  <a:pt x="1971440" y="540361"/>
                </a:lnTo>
                <a:lnTo>
                  <a:pt x="2000095" y="570019"/>
                </a:lnTo>
                <a:lnTo>
                  <a:pt x="2028059" y="600691"/>
                </a:lnTo>
                <a:lnTo>
                  <a:pt x="2055303" y="632383"/>
                </a:lnTo>
                <a:lnTo>
                  <a:pt x="2081800" y="665102"/>
                </a:lnTo>
                <a:lnTo>
                  <a:pt x="2105887" y="696494"/>
                </a:lnTo>
                <a:lnTo>
                  <a:pt x="2098804" y="680714"/>
                </a:lnTo>
                <a:lnTo>
                  <a:pt x="2026888" y="754904"/>
                </a:lnTo>
                <a:lnTo>
                  <a:pt x="2265636" y="861067"/>
                </a:lnTo>
                <a:lnTo>
                  <a:pt x="2265730" y="599779"/>
                </a:lnTo>
                <a:lnTo>
                  <a:pt x="2193815" y="673970"/>
                </a:lnTo>
                <a:lnTo>
                  <a:pt x="2185768" y="644613"/>
                </a:lnTo>
                <a:lnTo>
                  <a:pt x="2156701" y="606260"/>
                </a:lnTo>
                <a:lnTo>
                  <a:pt x="2128440" y="571362"/>
                </a:lnTo>
                <a:lnTo>
                  <a:pt x="2099379" y="537556"/>
                </a:lnTo>
                <a:lnTo>
                  <a:pt x="2069550" y="504838"/>
                </a:lnTo>
                <a:lnTo>
                  <a:pt x="2038984" y="473202"/>
                </a:lnTo>
                <a:lnTo>
                  <a:pt x="2007714" y="442646"/>
                </a:lnTo>
                <a:lnTo>
                  <a:pt x="1975771" y="413163"/>
                </a:lnTo>
                <a:lnTo>
                  <a:pt x="1943185" y="384749"/>
                </a:lnTo>
                <a:lnTo>
                  <a:pt x="1909989" y="357399"/>
                </a:lnTo>
                <a:lnTo>
                  <a:pt x="1876214" y="331108"/>
                </a:lnTo>
                <a:lnTo>
                  <a:pt x="1841891" y="305870"/>
                </a:lnTo>
                <a:lnTo>
                  <a:pt x="1807051" y="281679"/>
                </a:lnTo>
                <a:lnTo>
                  <a:pt x="1771724" y="258530"/>
                </a:lnTo>
                <a:lnTo>
                  <a:pt x="1735943" y="236418"/>
                </a:lnTo>
                <a:lnTo>
                  <a:pt x="1699737" y="215336"/>
                </a:lnTo>
                <a:lnTo>
                  <a:pt x="1663138" y="195278"/>
                </a:lnTo>
                <a:lnTo>
                  <a:pt x="1626174" y="176238"/>
                </a:lnTo>
                <a:lnTo>
                  <a:pt x="1588878" y="158210"/>
                </a:lnTo>
                <a:lnTo>
                  <a:pt x="1551278" y="141189"/>
                </a:lnTo>
                <a:lnTo>
                  <a:pt x="1513405" y="125168"/>
                </a:lnTo>
                <a:lnTo>
                  <a:pt x="1475289" y="110141"/>
                </a:lnTo>
                <a:lnTo>
                  <a:pt x="1436960" y="96102"/>
                </a:lnTo>
                <a:lnTo>
                  <a:pt x="1398447" y="83044"/>
                </a:lnTo>
                <a:lnTo>
                  <a:pt x="1359779" y="70963"/>
                </a:lnTo>
                <a:lnTo>
                  <a:pt x="1320986" y="59851"/>
                </a:lnTo>
                <a:lnTo>
                  <a:pt x="1282098" y="49704"/>
                </a:lnTo>
                <a:lnTo>
                  <a:pt x="1243144" y="40515"/>
                </a:lnTo>
                <a:lnTo>
                  <a:pt x="1204153" y="32278"/>
                </a:lnTo>
                <a:lnTo>
                  <a:pt x="1165153" y="24988"/>
                </a:lnTo>
                <a:lnTo>
                  <a:pt x="1126174" y="18638"/>
                </a:lnTo>
                <a:lnTo>
                  <a:pt x="1087245" y="13225"/>
                </a:lnTo>
                <a:lnTo>
                  <a:pt x="1048395" y="8741"/>
                </a:lnTo>
                <a:lnTo>
                  <a:pt x="1009652" y="5182"/>
                </a:lnTo>
                <a:lnTo>
                  <a:pt x="971045" y="2542"/>
                </a:lnTo>
                <a:lnTo>
                  <a:pt x="932603" y="816"/>
                </a:lnTo>
                <a:lnTo>
                  <a:pt x="894354" y="0"/>
                </a:lnTo>
                <a:lnTo>
                  <a:pt x="856327" y="88"/>
                </a:lnTo>
                <a:lnTo>
                  <a:pt x="818551" y="1076"/>
                </a:lnTo>
                <a:lnTo>
                  <a:pt x="781053" y="2958"/>
                </a:lnTo>
                <a:lnTo>
                  <a:pt x="743863" y="5731"/>
                </a:lnTo>
                <a:lnTo>
                  <a:pt x="707009" y="9391"/>
                </a:lnTo>
                <a:lnTo>
                  <a:pt x="670520" y="13932"/>
                </a:lnTo>
                <a:lnTo>
                  <a:pt x="634423" y="19352"/>
                </a:lnTo>
                <a:lnTo>
                  <a:pt x="598747" y="25646"/>
                </a:lnTo>
                <a:lnTo>
                  <a:pt x="563522" y="32811"/>
                </a:lnTo>
                <a:lnTo>
                  <a:pt x="528775" y="40843"/>
                </a:lnTo>
                <a:lnTo>
                  <a:pt x="494535" y="49740"/>
                </a:lnTo>
                <a:lnTo>
                  <a:pt x="460832" y="59499"/>
                </a:lnTo>
                <a:lnTo>
                  <a:pt x="427694" y="70116"/>
                </a:lnTo>
                <a:lnTo>
                  <a:pt x="395150" y="81591"/>
                </a:lnTo>
                <a:lnTo>
                  <a:pt x="363229" y="93919"/>
                </a:lnTo>
                <a:lnTo>
                  <a:pt x="331962" y="107101"/>
                </a:lnTo>
                <a:lnTo>
                  <a:pt x="301379" y="121133"/>
                </a:lnTo>
                <a:lnTo>
                  <a:pt x="271509" y="136015"/>
                </a:lnTo>
                <a:lnTo>
                  <a:pt x="242383" y="151746"/>
                </a:lnTo>
                <a:lnTo>
                  <a:pt x="214034" y="168323"/>
                </a:lnTo>
                <a:lnTo>
                  <a:pt x="186493" y="185747"/>
                </a:lnTo>
                <a:lnTo>
                  <a:pt x="159793" y="204015"/>
                </a:lnTo>
                <a:lnTo>
                  <a:pt x="133966" y="223127"/>
                </a:lnTo>
                <a:lnTo>
                  <a:pt x="109048" y="243081"/>
                </a:lnTo>
                <a:lnTo>
                  <a:pt x="85073" y="263876"/>
                </a:lnTo>
                <a:lnTo>
                  <a:pt x="62077" y="285508"/>
                </a:lnTo>
                <a:lnTo>
                  <a:pt x="40097" y="307976"/>
                </a:lnTo>
                <a:lnTo>
                  <a:pt x="19170" y="331274"/>
                </a:lnTo>
                <a:lnTo>
                  <a:pt x="0" y="354569"/>
                </a:lnTo>
                <a:close/>
              </a:path>
            </a:pathLst>
          </a:custGeom>
          <a:solidFill xmlns:a="http://schemas.openxmlformats.org/drawingml/2006/main">
            <a:srgbClr val="C9E3F0"/>
          </a:solidFill>
          <a:ln xmlns:a="http://schemas.openxmlformats.org/drawingml/2006/main" w="9525">
            <a:solidFill>
              <a:srgbClr val="4C626D"/>
            </a:solidFill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A1F847B5-F681-4E4F-A7CD-3FFFC2AB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20599"/>
            <a:ext cx="2122463" cy="920763"/>
          </a:xfrm>
          <a:custGeom xmlns:a="http://schemas.openxmlformats.org/drawingml/2006/main">
            <a:pathLst>
              <a:path w="2122463" h="920763">
                <a:moveTo>
                  <a:pt x="2005662" y="16451"/>
                </a:moveTo>
                <a:lnTo>
                  <a:pt x="2011462" y="52839"/>
                </a:lnTo>
                <a:lnTo>
                  <a:pt x="2015265" y="87202"/>
                </a:lnTo>
                <a:lnTo>
                  <a:pt x="2017327" y="120747"/>
                </a:lnTo>
                <a:lnTo>
                  <a:pt x="2017698" y="153479"/>
                </a:lnTo>
                <a:lnTo>
                  <a:pt x="2016424" y="185404"/>
                </a:lnTo>
                <a:lnTo>
                  <a:pt x="2013552" y="216531"/>
                </a:lnTo>
                <a:lnTo>
                  <a:pt x="2009124" y="246871"/>
                </a:lnTo>
                <a:lnTo>
                  <a:pt x="2003181" y="276435"/>
                </a:lnTo>
                <a:lnTo>
                  <a:pt x="1995759" y="305236"/>
                </a:lnTo>
                <a:lnTo>
                  <a:pt x="1986895" y="333284"/>
                </a:lnTo>
                <a:lnTo>
                  <a:pt x="1976619" y="360591"/>
                </a:lnTo>
                <a:lnTo>
                  <a:pt x="1964960" y="387166"/>
                </a:lnTo>
                <a:lnTo>
                  <a:pt x="1951946" y="413015"/>
                </a:lnTo>
                <a:lnTo>
                  <a:pt x="1937603" y="438144"/>
                </a:lnTo>
                <a:lnTo>
                  <a:pt x="1921956" y="462554"/>
                </a:lnTo>
                <a:lnTo>
                  <a:pt x="1905028" y="486245"/>
                </a:lnTo>
                <a:lnTo>
                  <a:pt x="1886844" y="509212"/>
                </a:lnTo>
                <a:lnTo>
                  <a:pt x="1867429" y="531451"/>
                </a:lnTo>
                <a:lnTo>
                  <a:pt x="1846810" y="552954"/>
                </a:lnTo>
                <a:lnTo>
                  <a:pt x="1825012" y="573710"/>
                </a:lnTo>
                <a:lnTo>
                  <a:pt x="1802064" y="593710"/>
                </a:lnTo>
                <a:lnTo>
                  <a:pt x="1777996" y="612941"/>
                </a:lnTo>
                <a:lnTo>
                  <a:pt x="1752839" y="631389"/>
                </a:lnTo>
                <a:lnTo>
                  <a:pt x="1726624" y="649042"/>
                </a:lnTo>
                <a:lnTo>
                  <a:pt x="1699385" y="665885"/>
                </a:lnTo>
                <a:lnTo>
                  <a:pt x="1671157" y="681905"/>
                </a:lnTo>
                <a:lnTo>
                  <a:pt x="1641974" y="697087"/>
                </a:lnTo>
                <a:lnTo>
                  <a:pt x="1611874" y="711419"/>
                </a:lnTo>
                <a:lnTo>
                  <a:pt x="1580892" y="724887"/>
                </a:lnTo>
                <a:lnTo>
                  <a:pt x="1549068" y="737477"/>
                </a:lnTo>
                <a:lnTo>
                  <a:pt x="1516438" y="749177"/>
                </a:lnTo>
                <a:lnTo>
                  <a:pt x="1483042" y="759974"/>
                </a:lnTo>
                <a:lnTo>
                  <a:pt x="1448918" y="769857"/>
                </a:lnTo>
                <a:lnTo>
                  <a:pt x="1414106" y="778813"/>
                </a:lnTo>
                <a:lnTo>
                  <a:pt x="1378646" y="786832"/>
                </a:lnTo>
                <a:lnTo>
                  <a:pt x="1342576" y="793902"/>
                </a:lnTo>
                <a:lnTo>
                  <a:pt x="1305937" y="800014"/>
                </a:lnTo>
                <a:lnTo>
                  <a:pt x="1268768" y="805156"/>
                </a:lnTo>
                <a:lnTo>
                  <a:pt x="1231110" y="809319"/>
                </a:lnTo>
                <a:lnTo>
                  <a:pt x="1193001" y="812493"/>
                </a:lnTo>
                <a:lnTo>
                  <a:pt x="1154483" y="814670"/>
                </a:lnTo>
                <a:lnTo>
                  <a:pt x="1115595" y="815839"/>
                </a:lnTo>
                <a:lnTo>
                  <a:pt x="1076377" y="815992"/>
                </a:lnTo>
                <a:lnTo>
                  <a:pt x="1036869" y="815120"/>
                </a:lnTo>
                <a:lnTo>
                  <a:pt x="997110" y="813216"/>
                </a:lnTo>
                <a:lnTo>
                  <a:pt x="957140" y="810270"/>
                </a:lnTo>
                <a:lnTo>
                  <a:pt x="916999" y="806275"/>
                </a:lnTo>
                <a:lnTo>
                  <a:pt x="876726" y="801223"/>
                </a:lnTo>
                <a:lnTo>
                  <a:pt x="836361" y="795106"/>
                </a:lnTo>
                <a:lnTo>
                  <a:pt x="795942" y="787917"/>
                </a:lnTo>
                <a:lnTo>
                  <a:pt x="755510" y="779647"/>
                </a:lnTo>
                <a:lnTo>
                  <a:pt x="715103" y="770291"/>
                </a:lnTo>
                <a:lnTo>
                  <a:pt x="674761" y="759840"/>
                </a:lnTo>
                <a:lnTo>
                  <a:pt x="634521" y="748288"/>
                </a:lnTo>
                <a:lnTo>
                  <a:pt x="594422" y="735628"/>
                </a:lnTo>
                <a:lnTo>
                  <a:pt x="554504" y="721852"/>
                </a:lnTo>
                <a:lnTo>
                  <a:pt x="514804" y="706953"/>
                </a:lnTo>
                <a:lnTo>
                  <a:pt x="475361" y="690926"/>
                </a:lnTo>
                <a:lnTo>
                  <a:pt x="436211" y="673762"/>
                </a:lnTo>
                <a:lnTo>
                  <a:pt x="397394" y="655456"/>
                </a:lnTo>
                <a:lnTo>
                  <a:pt x="358947" y="636000"/>
                </a:lnTo>
                <a:lnTo>
                  <a:pt x="320907" y="615388"/>
                </a:lnTo>
                <a:lnTo>
                  <a:pt x="283311" y="593612"/>
                </a:lnTo>
                <a:lnTo>
                  <a:pt x="246196" y="570666"/>
                </a:lnTo>
                <a:lnTo>
                  <a:pt x="212155" y="548396"/>
                </a:lnTo>
                <a:lnTo>
                  <a:pt x="216063" y="549983"/>
                </a:lnTo>
                <a:lnTo>
                  <a:pt x="260421" y="467641"/>
                </a:lnTo>
                <a:lnTo>
                  <a:pt x="0" y="446376"/>
                </a:lnTo>
                <a:lnTo>
                  <a:pt x="86290" y="693003"/>
                </a:lnTo>
                <a:lnTo>
                  <a:pt x="130648" y="610662"/>
                </a:lnTo>
                <a:lnTo>
                  <a:pt x="148094" y="631306"/>
                </a:lnTo>
                <a:lnTo>
                  <a:pt x="189805" y="658971"/>
                </a:lnTo>
                <a:lnTo>
                  <a:pt x="229496" y="683511"/>
                </a:lnTo>
                <a:lnTo>
                  <a:pt x="269684" y="706788"/>
                </a:lnTo>
                <a:lnTo>
                  <a:pt x="310327" y="728811"/>
                </a:lnTo>
                <a:lnTo>
                  <a:pt x="351387" y="749590"/>
                </a:lnTo>
                <a:lnTo>
                  <a:pt x="392824" y="769132"/>
                </a:lnTo>
                <a:lnTo>
                  <a:pt x="434598" y="787446"/>
                </a:lnTo>
                <a:lnTo>
                  <a:pt x="476670" y="804542"/>
                </a:lnTo>
                <a:lnTo>
                  <a:pt x="519002" y="820428"/>
                </a:lnTo>
                <a:lnTo>
                  <a:pt x="561553" y="835113"/>
                </a:lnTo>
                <a:lnTo>
                  <a:pt x="604286" y="848606"/>
                </a:lnTo>
                <a:lnTo>
                  <a:pt x="647162" y="860915"/>
                </a:lnTo>
                <a:lnTo>
                  <a:pt x="690143" y="872049"/>
                </a:lnTo>
                <a:lnTo>
                  <a:pt x="733190" y="882017"/>
                </a:lnTo>
                <a:lnTo>
                  <a:pt x="776266" y="890827"/>
                </a:lnTo>
                <a:lnTo>
                  <a:pt x="819332" y="898488"/>
                </a:lnTo>
                <a:lnTo>
                  <a:pt x="862351" y="905007"/>
                </a:lnTo>
                <a:lnTo>
                  <a:pt x="905285" y="910393"/>
                </a:lnTo>
                <a:lnTo>
                  <a:pt x="948096" y="914654"/>
                </a:lnTo>
                <a:lnTo>
                  <a:pt x="990748" y="917798"/>
                </a:lnTo>
                <a:lnTo>
                  <a:pt x="1033202" y="919831"/>
                </a:lnTo>
                <a:lnTo>
                  <a:pt x="1075422" y="920763"/>
                </a:lnTo>
                <a:lnTo>
                  <a:pt x="1117369" y="920599"/>
                </a:lnTo>
                <a:lnTo>
                  <a:pt x="1159008" y="919347"/>
                </a:lnTo>
                <a:lnTo>
                  <a:pt x="1200301" y="917014"/>
                </a:lnTo>
                <a:lnTo>
                  <a:pt x="1241210" y="913606"/>
                </a:lnTo>
                <a:lnTo>
                  <a:pt x="1281699" y="909130"/>
                </a:lnTo>
                <a:lnTo>
                  <a:pt x="1321730" y="903591"/>
                </a:lnTo>
                <a:lnTo>
                  <a:pt x="1361268" y="896996"/>
                </a:lnTo>
                <a:lnTo>
                  <a:pt x="1400273" y="889350"/>
                </a:lnTo>
                <a:lnTo>
                  <a:pt x="1438710" y="880658"/>
                </a:lnTo>
                <a:lnTo>
                  <a:pt x="1476540" y="870925"/>
                </a:lnTo>
                <a:lnTo>
                  <a:pt x="1513727" y="860155"/>
                </a:lnTo>
                <a:lnTo>
                  <a:pt x="1550232" y="848352"/>
                </a:lnTo>
                <a:lnTo>
                  <a:pt x="1586018" y="835520"/>
                </a:lnTo>
                <a:lnTo>
                  <a:pt x="1621046" y="821662"/>
                </a:lnTo>
                <a:lnTo>
                  <a:pt x="1655278" y="806781"/>
                </a:lnTo>
                <a:lnTo>
                  <a:pt x="1688673" y="790880"/>
                </a:lnTo>
                <a:lnTo>
                  <a:pt x="1721193" y="773960"/>
                </a:lnTo>
                <a:lnTo>
                  <a:pt x="1752795" y="756024"/>
                </a:lnTo>
                <a:lnTo>
                  <a:pt x="1783440" y="737074"/>
                </a:lnTo>
                <a:lnTo>
                  <a:pt x="1813084" y="717111"/>
                </a:lnTo>
                <a:lnTo>
                  <a:pt x="1841684" y="696137"/>
                </a:lnTo>
                <a:lnTo>
                  <a:pt x="1869195" y="674155"/>
                </a:lnTo>
                <a:lnTo>
                  <a:pt x="1895570" y="651166"/>
                </a:lnTo>
                <a:lnTo>
                  <a:pt x="1920762" y="627175"/>
                </a:lnTo>
                <a:lnTo>
                  <a:pt x="1944723" y="602186"/>
                </a:lnTo>
                <a:lnTo>
                  <a:pt x="1967402" y="576206"/>
                </a:lnTo>
                <a:lnTo>
                  <a:pt x="1988749" y="549241"/>
                </a:lnTo>
                <a:lnTo>
                  <a:pt x="2008711" y="521302"/>
                </a:lnTo>
                <a:lnTo>
                  <a:pt x="2027235" y="492402"/>
                </a:lnTo>
                <a:lnTo>
                  <a:pt x="2044270" y="462555"/>
                </a:lnTo>
                <a:lnTo>
                  <a:pt x="2059762" y="431779"/>
                </a:lnTo>
                <a:lnTo>
                  <a:pt x="2073661" y="400094"/>
                </a:lnTo>
                <a:lnTo>
                  <a:pt x="2085917" y="367523"/>
                </a:lnTo>
                <a:lnTo>
                  <a:pt x="2096483" y="334090"/>
                </a:lnTo>
                <a:lnTo>
                  <a:pt x="2105312" y="299823"/>
                </a:lnTo>
                <a:lnTo>
                  <a:pt x="2112363" y="264747"/>
                </a:lnTo>
                <a:lnTo>
                  <a:pt x="2117595" y="228891"/>
                </a:lnTo>
                <a:lnTo>
                  <a:pt x="2120973" y="192282"/>
                </a:lnTo>
                <a:lnTo>
                  <a:pt x="2122463" y="154947"/>
                </a:lnTo>
                <a:lnTo>
                  <a:pt x="2122032" y="116909"/>
                </a:lnTo>
                <a:lnTo>
                  <a:pt x="2119652" y="78191"/>
                </a:lnTo>
                <a:lnTo>
                  <a:pt x="2115294" y="38815"/>
                </a:lnTo>
                <a:lnTo>
                  <a:pt x="2109138" y="0"/>
                </a:lnTo>
                <a:close/>
              </a:path>
            </a:pathLst>
          </a:custGeom>
          <a:solidFill xmlns:a="http://schemas.openxmlformats.org/drawingml/2006/main">
            <a:srgbClr val="C8E2EF"/>
          </a:solidFill>
          <a:ln xmlns:a="http://schemas.openxmlformats.org/drawingml/2006/main" w="9525">
            <a:solidFill>
              <a:srgbClr val="4C626D"/>
            </a:solidFill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76D29D44-026F-4ADF-87B6-69E7745C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039" y="514309"/>
            <a:ext cx="960536" cy="597410"/>
          </a:xfrm>
          <a:custGeom xmlns:a="http://schemas.openxmlformats.org/drawingml/2006/main">
            <a:pathLst>
              <a:path w="960536" h="597410">
                <a:moveTo>
                  <a:pt x="97977" y="583772"/>
                </a:moveTo>
                <a:lnTo>
                  <a:pt x="93658" y="556997"/>
                </a:lnTo>
                <a:lnTo>
                  <a:pt x="90361" y="531600"/>
                </a:lnTo>
                <a:lnTo>
                  <a:pt x="87955" y="506948"/>
                </a:lnTo>
                <a:lnTo>
                  <a:pt x="86416" y="483041"/>
                </a:lnTo>
                <a:lnTo>
                  <a:pt x="85718" y="459882"/>
                </a:lnTo>
                <a:lnTo>
                  <a:pt x="85837" y="437471"/>
                </a:lnTo>
                <a:lnTo>
                  <a:pt x="86748" y="415808"/>
                </a:lnTo>
                <a:lnTo>
                  <a:pt x="88424" y="394892"/>
                </a:lnTo>
                <a:lnTo>
                  <a:pt x="90839" y="374721"/>
                </a:lnTo>
                <a:lnTo>
                  <a:pt x="93968" y="355294"/>
                </a:lnTo>
                <a:lnTo>
                  <a:pt x="97786" y="336607"/>
                </a:lnTo>
                <a:lnTo>
                  <a:pt x="102266" y="318655"/>
                </a:lnTo>
                <a:lnTo>
                  <a:pt x="107383" y="301432"/>
                </a:lnTo>
                <a:lnTo>
                  <a:pt x="113113" y="284933"/>
                </a:lnTo>
                <a:lnTo>
                  <a:pt x="119433" y="269150"/>
                </a:lnTo>
                <a:lnTo>
                  <a:pt x="126320" y="254073"/>
                </a:lnTo>
                <a:lnTo>
                  <a:pt x="133753" y="239694"/>
                </a:lnTo>
                <a:lnTo>
                  <a:pt x="141710" y="226002"/>
                </a:lnTo>
                <a:lnTo>
                  <a:pt x="150175" y="212989"/>
                </a:lnTo>
                <a:lnTo>
                  <a:pt x="159130" y="200642"/>
                </a:lnTo>
                <a:lnTo>
                  <a:pt x="168559" y="188953"/>
                </a:lnTo>
                <a:lnTo>
                  <a:pt x="178449" y="177911"/>
                </a:lnTo>
                <a:lnTo>
                  <a:pt x="188787" y="167509"/>
                </a:lnTo>
                <a:lnTo>
                  <a:pt x="199561" y="157737"/>
                </a:lnTo>
                <a:lnTo>
                  <a:pt x="210761" y="148591"/>
                </a:lnTo>
                <a:lnTo>
                  <a:pt x="222377" y="140064"/>
                </a:lnTo>
                <a:lnTo>
                  <a:pt x="234400" y="132153"/>
                </a:lnTo>
                <a:lnTo>
                  <a:pt x="246820" y="124857"/>
                </a:lnTo>
                <a:lnTo>
                  <a:pt x="259628" y="118174"/>
                </a:lnTo>
                <a:lnTo>
                  <a:pt x="272815" y="112105"/>
                </a:lnTo>
                <a:lnTo>
                  <a:pt x="286368" y="106653"/>
                </a:lnTo>
                <a:lnTo>
                  <a:pt x="300279" y="101820"/>
                </a:lnTo>
                <a:lnTo>
                  <a:pt x="314534" y="97610"/>
                </a:lnTo>
                <a:lnTo>
                  <a:pt x="329121" y="94028"/>
                </a:lnTo>
                <a:lnTo>
                  <a:pt x="344026" y="91079"/>
                </a:lnTo>
                <a:lnTo>
                  <a:pt x="359234" y="88769"/>
                </a:lnTo>
                <a:lnTo>
                  <a:pt x="374731" y="87102"/>
                </a:lnTo>
                <a:lnTo>
                  <a:pt x="390500" y="86086"/>
                </a:lnTo>
                <a:lnTo>
                  <a:pt x="406524" y="85725"/>
                </a:lnTo>
                <a:lnTo>
                  <a:pt x="422785" y="86025"/>
                </a:lnTo>
                <a:lnTo>
                  <a:pt x="439266" y="86993"/>
                </a:lnTo>
                <a:lnTo>
                  <a:pt x="455948" y="88633"/>
                </a:lnTo>
                <a:lnTo>
                  <a:pt x="472813" y="90951"/>
                </a:lnTo>
                <a:lnTo>
                  <a:pt x="489840" y="93951"/>
                </a:lnTo>
                <a:lnTo>
                  <a:pt x="507010" y="97638"/>
                </a:lnTo>
                <a:lnTo>
                  <a:pt x="524304" y="102017"/>
                </a:lnTo>
                <a:lnTo>
                  <a:pt x="541702" y="107091"/>
                </a:lnTo>
                <a:lnTo>
                  <a:pt x="559183" y="112865"/>
                </a:lnTo>
                <a:lnTo>
                  <a:pt x="576728" y="119343"/>
                </a:lnTo>
                <a:lnTo>
                  <a:pt x="594317" y="126527"/>
                </a:lnTo>
                <a:lnTo>
                  <a:pt x="611928" y="134421"/>
                </a:lnTo>
                <a:lnTo>
                  <a:pt x="629543" y="143029"/>
                </a:lnTo>
                <a:lnTo>
                  <a:pt x="647141" y="152352"/>
                </a:lnTo>
                <a:lnTo>
                  <a:pt x="664701" y="162395"/>
                </a:lnTo>
                <a:lnTo>
                  <a:pt x="682204" y="173160"/>
                </a:lnTo>
                <a:lnTo>
                  <a:pt x="699629" y="184650"/>
                </a:lnTo>
                <a:lnTo>
                  <a:pt x="716957" y="196867"/>
                </a:lnTo>
                <a:lnTo>
                  <a:pt x="734168" y="209813"/>
                </a:lnTo>
                <a:lnTo>
                  <a:pt x="751241" y="223492"/>
                </a:lnTo>
                <a:lnTo>
                  <a:pt x="768157" y="237905"/>
                </a:lnTo>
                <a:lnTo>
                  <a:pt x="784895" y="253056"/>
                </a:lnTo>
                <a:lnTo>
                  <a:pt x="806613" y="273315"/>
                </a:lnTo>
                <a:lnTo>
                  <a:pt x="830951" y="282222"/>
                </a:lnTo>
                <a:lnTo>
                  <a:pt x="736314" y="318613"/>
                </a:lnTo>
                <a:lnTo>
                  <a:pt x="960536" y="400091"/>
                </a:lnTo>
                <a:lnTo>
                  <a:pt x="943968" y="162100"/>
                </a:lnTo>
                <a:lnTo>
                  <a:pt x="849331" y="198491"/>
                </a:lnTo>
                <a:lnTo>
                  <a:pt x="856557" y="203642"/>
                </a:lnTo>
                <a:lnTo>
                  <a:pt x="843366" y="190366"/>
                </a:lnTo>
                <a:lnTo>
                  <a:pt x="824733" y="173501"/>
                </a:lnTo>
                <a:lnTo>
                  <a:pt x="805854" y="157415"/>
                </a:lnTo>
                <a:lnTo>
                  <a:pt x="786748" y="142107"/>
                </a:lnTo>
                <a:lnTo>
                  <a:pt x="767436" y="127580"/>
                </a:lnTo>
                <a:lnTo>
                  <a:pt x="747936" y="113831"/>
                </a:lnTo>
                <a:lnTo>
                  <a:pt x="728267" y="100862"/>
                </a:lnTo>
                <a:lnTo>
                  <a:pt x="708449" y="88674"/>
                </a:lnTo>
                <a:lnTo>
                  <a:pt x="688501" y="77265"/>
                </a:lnTo>
                <a:lnTo>
                  <a:pt x="668443" y="66638"/>
                </a:lnTo>
                <a:lnTo>
                  <a:pt x="648292" y="56791"/>
                </a:lnTo>
                <a:lnTo>
                  <a:pt x="628070" y="47727"/>
                </a:lnTo>
                <a:lnTo>
                  <a:pt x="607794" y="39445"/>
                </a:lnTo>
                <a:lnTo>
                  <a:pt x="587485" y="31947"/>
                </a:lnTo>
                <a:lnTo>
                  <a:pt x="567160" y="25234"/>
                </a:lnTo>
                <a:lnTo>
                  <a:pt x="546839" y="19307"/>
                </a:lnTo>
                <a:lnTo>
                  <a:pt x="526543" y="14168"/>
                </a:lnTo>
                <a:lnTo>
                  <a:pt x="506289" y="9819"/>
                </a:lnTo>
                <a:lnTo>
                  <a:pt x="486098" y="6262"/>
                </a:lnTo>
                <a:lnTo>
                  <a:pt x="465989" y="3498"/>
                </a:lnTo>
                <a:lnTo>
                  <a:pt x="445983" y="1532"/>
                </a:lnTo>
                <a:lnTo>
                  <a:pt x="426099" y="365"/>
                </a:lnTo>
                <a:lnTo>
                  <a:pt x="406360" y="0"/>
                </a:lnTo>
                <a:lnTo>
                  <a:pt x="386785" y="441"/>
                </a:lnTo>
                <a:lnTo>
                  <a:pt x="367397" y="1692"/>
                </a:lnTo>
                <a:lnTo>
                  <a:pt x="348218" y="3755"/>
                </a:lnTo>
                <a:lnTo>
                  <a:pt x="329271" y="6634"/>
                </a:lnTo>
                <a:lnTo>
                  <a:pt x="310581" y="10332"/>
                </a:lnTo>
                <a:lnTo>
                  <a:pt x="292171" y="14854"/>
                </a:lnTo>
                <a:lnTo>
                  <a:pt x="274069" y="20200"/>
                </a:lnTo>
                <a:lnTo>
                  <a:pt x="256299" y="26375"/>
                </a:lnTo>
                <a:lnTo>
                  <a:pt x="238890" y="33378"/>
                </a:lnTo>
                <a:lnTo>
                  <a:pt x="221870" y="41212"/>
                </a:lnTo>
                <a:lnTo>
                  <a:pt x="205268" y="49875"/>
                </a:lnTo>
                <a:lnTo>
                  <a:pt x="189113" y="59367"/>
                </a:lnTo>
                <a:lnTo>
                  <a:pt x="173435" y="69683"/>
                </a:lnTo>
                <a:lnTo>
                  <a:pt x="158264" y="80820"/>
                </a:lnTo>
                <a:lnTo>
                  <a:pt x="143629" y="92772"/>
                </a:lnTo>
                <a:lnTo>
                  <a:pt x="129562" y="105531"/>
                </a:lnTo>
                <a:lnTo>
                  <a:pt x="116089" y="119089"/>
                </a:lnTo>
                <a:lnTo>
                  <a:pt x="103240" y="133436"/>
                </a:lnTo>
                <a:lnTo>
                  <a:pt x="91040" y="148560"/>
                </a:lnTo>
                <a:lnTo>
                  <a:pt x="79516" y="164450"/>
                </a:lnTo>
                <a:lnTo>
                  <a:pt x="68690" y="181093"/>
                </a:lnTo>
                <a:lnTo>
                  <a:pt x="58586" y="198477"/>
                </a:lnTo>
                <a:lnTo>
                  <a:pt x="49225" y="216589"/>
                </a:lnTo>
                <a:lnTo>
                  <a:pt x="40624" y="235417"/>
                </a:lnTo>
                <a:lnTo>
                  <a:pt x="32803" y="254949"/>
                </a:lnTo>
                <a:lnTo>
                  <a:pt x="25778" y="275175"/>
                </a:lnTo>
                <a:lnTo>
                  <a:pt x="19565" y="296084"/>
                </a:lnTo>
                <a:lnTo>
                  <a:pt x="14179" y="317668"/>
                </a:lnTo>
                <a:lnTo>
                  <a:pt x="9633" y="339918"/>
                </a:lnTo>
                <a:lnTo>
                  <a:pt x="5943" y="362829"/>
                </a:lnTo>
                <a:lnTo>
                  <a:pt x="3121" y="386393"/>
                </a:lnTo>
                <a:lnTo>
                  <a:pt x="1181" y="410606"/>
                </a:lnTo>
                <a:lnTo>
                  <a:pt x="136" y="435465"/>
                </a:lnTo>
                <a:lnTo>
                  <a:pt x="0" y="460966"/>
                </a:lnTo>
                <a:lnTo>
                  <a:pt x="787" y="487107"/>
                </a:lnTo>
                <a:lnTo>
                  <a:pt x="2511" y="513886"/>
                </a:lnTo>
                <a:lnTo>
                  <a:pt x="5187" y="541303"/>
                </a:lnTo>
                <a:lnTo>
                  <a:pt x="8828" y="569356"/>
                </a:lnTo>
                <a:lnTo>
                  <a:pt x="13344" y="597410"/>
                </a:lnTo>
                <a:close/>
              </a:path>
            </a:pathLst>
          </a:custGeom>
          <a:solidFill xmlns:a="http://schemas.openxmlformats.org/drawingml/2006/main">
            <a:srgbClr val="ADD996"/>
          </a:solidFill>
          <a:ln xmlns:a="http://schemas.openxmlformats.org/drawingml/2006/main" w="9525">
            <a:solidFill>
              <a:srgbClr val="4C626D"/>
            </a:solidFill>
          </a:ln>
        </p:spPr>
      </p:sp>
      <p:sp>
        <p:nvSpPr>
          <p:cNvPr id="7" name="AI-097-7">
            <a:extLst xmlns:a="http://schemas.openxmlformats.org/drawingml/2006/main">
              <a:ext uri="{FF2B5EF4-FFF2-40B4-BE49-F238E27FC236}">
                <a16:creationId xmlns:a16="http://schemas.microsoft.com/office/drawing/2014/main" id="{9745873D-A701-4764-B5BE-601C2C77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" y="390525"/>
            <a:ext cx="1114425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9E8DF"/>
          </a:solidFill>
          <a:ln xmlns:a="http://schemas.openxmlformats.org/drawingml/2006/main" w="11430">
            <a:solidFill>
              <a:srgbClr val="4C626D"/>
            </a:solidFill>
          </a:ln>
        </p:spPr>
      </p:sp>
      <p:sp>
        <p:nvSpPr>
          <p:cNvPr id="8" name="AI-097-8">
            <a:extLst xmlns:a="http://schemas.openxmlformats.org/drawingml/2006/main">
              <a:ext uri="{FF2B5EF4-FFF2-40B4-BE49-F238E27FC236}">
                <a16:creationId xmlns:a16="http://schemas.microsoft.com/office/drawing/2014/main" id="{810F415E-7EA0-4875-951F-8AB12745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" y="390525"/>
            <a:ext cx="10382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Cognitive</a:t>
            </a:r>
          </a:p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Vocal Pattern</a:t>
            </a:r>
          </a:p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Candidates</a:t>
            </a:r>
          </a:p>
        </p:txBody>
      </p:sp>
      <p:sp>
        <p:nvSpPr>
          <p:cNvPr id="9" name="AI-097-9">
            <a:extLst xmlns:a="http://schemas.openxmlformats.org/drawingml/2006/main">
              <a:ext uri="{FF2B5EF4-FFF2-40B4-BE49-F238E27FC236}">
                <a16:creationId xmlns:a16="http://schemas.microsoft.com/office/drawing/2014/main" id="{8A5F9D55-578F-4B22-9A1D-C3926263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" y="619125"/>
            <a:ext cx="1457325" cy="561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D0EE"/>
          </a:solidFill>
          <a:ln xmlns:a="http://schemas.openxmlformats.org/drawingml/2006/main" w="12383">
            <a:solidFill>
              <a:srgbClr val="4C626D"/>
            </a:solidFill>
          </a:ln>
        </p:spPr>
      </p:sp>
      <p:sp>
        <p:nvSpPr>
          <p:cNvPr id="10" name="AI-097-10">
            <a:extLst xmlns:a="http://schemas.openxmlformats.org/drawingml/2006/main">
              <a:ext uri="{FF2B5EF4-FFF2-40B4-BE49-F238E27FC236}">
                <a16:creationId xmlns:a16="http://schemas.microsoft.com/office/drawing/2014/main" id="{4791397E-C80F-42D0-A9BC-9929BABB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475" y="676275"/>
            <a:ext cx="12668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 Vocal Units</a:t>
            </a:r>
          </a:p>
          <a:p xmlns:a="http://schemas.openxmlformats.org/drawingml/2006/main">
            <a:pPr algn="ctr"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has minimal</a:t>
            </a:r>
          </a:p>
          <a:p xmlns:a="http://schemas.openxmlformats.org/drawingml/2006/main">
            <a:pPr algn="ctr"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pairs</a:t>
            </a:r>
          </a:p>
        </p:txBody>
      </p:sp>
      <p:sp>
        <p:nvSpPr>
          <p:cNvPr id="11" name="AI-097-11">
            <a:extLst xmlns:a="http://schemas.openxmlformats.org/drawingml/2006/main">
              <a:ext uri="{FF2B5EF4-FFF2-40B4-BE49-F238E27FC236}">
                <a16:creationId xmlns:a16="http://schemas.microsoft.com/office/drawing/2014/main" id="{F7CB1D6B-F647-4E2F-8F86-E01C2FF7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1885950"/>
            <a:ext cx="153352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D0EE"/>
          </a:solidFill>
          <a:ln xmlns:a="http://schemas.openxmlformats.org/drawingml/2006/main" w="12383">
            <a:solidFill>
              <a:srgbClr val="4C626D"/>
            </a:solidFill>
          </a:ln>
        </p:spPr>
      </p:sp>
      <p:sp>
        <p:nvSpPr>
          <p:cNvPr id="12" name="AI-097-12">
            <a:extLst xmlns:a="http://schemas.openxmlformats.org/drawingml/2006/main">
              <a:ext uri="{FF2B5EF4-FFF2-40B4-BE49-F238E27FC236}">
                <a16:creationId xmlns:a16="http://schemas.microsoft.com/office/drawing/2014/main" id="{152EECDF-8CED-4A2E-8EC9-66C7DE0B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1943100"/>
            <a:ext cx="1304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Vocal Patterns</a:t>
            </a:r>
          </a:p>
          <a:p xmlns:a="http://schemas.openxmlformats.org/drawingml/2006/main">
            <a:pPr algn="ctr"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consist of valid</a:t>
            </a:r>
          </a:p>
          <a:p xmlns:a="http://schemas.openxmlformats.org/drawingml/2006/main">
            <a:pPr algn="ctr"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Vocal Units</a:t>
            </a:r>
          </a:p>
        </p:txBody>
      </p:sp>
      <p:sp>
        <p:nvSpPr>
          <p:cNvPr id="13" name="AI-097-13">
            <a:extLst xmlns:a="http://schemas.openxmlformats.org/drawingml/2006/main">
              <a:ext uri="{FF2B5EF4-FFF2-40B4-BE49-F238E27FC236}">
                <a16:creationId xmlns:a16="http://schemas.microsoft.com/office/drawing/2014/main" id="{36D96005-4CB0-4F20-B3C1-0B3E3DCB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1428750"/>
            <a:ext cx="22193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Mutual Filtering Procedure</a:t>
            </a:r>
          </a:p>
        </p:txBody>
      </p:sp>
      <p:sp>
        <p:nvSpPr>
          <p:cNvPr id="14" name="AI-097-14">
            <a:extLst xmlns:a="http://schemas.openxmlformats.org/drawingml/2006/main">
              <a:ext uri="{FF2B5EF4-FFF2-40B4-BE49-F238E27FC236}">
                <a16:creationId xmlns:a16="http://schemas.microsoft.com/office/drawing/2014/main" id="{73F78495-9F8E-4E46-B685-58B2EB44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4953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Compare Context</a:t>
            </a:r>
          </a:p>
        </p:txBody>
      </p:sp>
      <p:sp>
        <p:nvSpPr>
          <p:cNvPr id="15" name="AI-097-15">
            <a:extLst xmlns:a="http://schemas.openxmlformats.org/drawingml/2006/main">
              <a:ext uri="{FF2B5EF4-FFF2-40B4-BE49-F238E27FC236}">
                <a16:creationId xmlns:a16="http://schemas.microsoft.com/office/drawing/2014/main" id="{4FFA9D6F-0E37-44C5-9779-7AF0FCEC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8475" y="2457450"/>
            <a:ext cx="1362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Update Corpus</a:t>
            </a:r>
          </a:p>
        </p:txBody>
      </p:sp>
      <p:sp>
        <p:nvSpPr>
          <p:cNvPr id="16" name="AI-097-16">
            <a:extLst xmlns:a="http://schemas.openxmlformats.org/drawingml/2006/main">
              <a:ext uri="{FF2B5EF4-FFF2-40B4-BE49-F238E27FC236}">
                <a16:creationId xmlns:a16="http://schemas.microsoft.com/office/drawing/2014/main" id="{3145AEC7-63EC-49B8-936C-57F62E27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1450" y="1095375"/>
            <a:ext cx="1104900" cy="10001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5E8F6"/>
          </a:solidFill>
          <a:ln xmlns:a="http://schemas.openxmlformats.org/drawingml/2006/main" w="11430">
            <a:solidFill>
              <a:srgbClr val="4C626D"/>
            </a:solidFill>
          </a:ln>
        </p:spPr>
      </p:sp>
      <p:sp>
        <p:nvSpPr>
          <p:cNvPr id="17" name="AI-097-17">
            <a:extLst xmlns:a="http://schemas.openxmlformats.org/drawingml/2006/main">
              <a:ext uri="{FF2B5EF4-FFF2-40B4-BE49-F238E27FC236}">
                <a16:creationId xmlns:a16="http://schemas.microsoft.com/office/drawing/2014/main" id="{1762369D-E6C4-4CCE-8A69-04A7EA0D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7175" y="1219200"/>
            <a:ext cx="9334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Vocal</a:t>
            </a:r>
          </a:p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Units</a:t>
            </a:r>
          </a:p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Merging</a:t>
            </a:r>
          </a:p>
        </p:txBody>
      </p:sp>
      <p:sp>
        <p:nvSpPr>
          <p:cNvPr id="18" name="AI-097-18">
            <a:extLst xmlns:a="http://schemas.openxmlformats.org/drawingml/2006/main">
              <a:ext uri="{FF2B5EF4-FFF2-40B4-BE49-F238E27FC236}">
                <a16:creationId xmlns:a16="http://schemas.microsoft.com/office/drawing/2014/main" id="{F49968D6-620C-4DB5-BEF5-5F09A1F3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971550"/>
            <a:ext cx="866775" cy="134302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B5E3A3"/>
          </a:solidFill>
          <a:ln xmlns:a="http://schemas.openxmlformats.org/drawingml/2006/main" w="11430">
            <a:solidFill>
              <a:srgbClr val="4C626D"/>
            </a:solidFill>
          </a:ln>
        </p:spPr>
      </p:sp>
      <p:sp>
        <p:nvSpPr>
          <p:cNvPr id="19" name="AI-097-19">
            <a:extLst xmlns:a="http://schemas.openxmlformats.org/drawingml/2006/main">
              <a:ext uri="{FF2B5EF4-FFF2-40B4-BE49-F238E27FC236}">
                <a16:creationId xmlns:a16="http://schemas.microsoft.com/office/drawing/2014/main" id="{DB5C91B2-154B-4879-803A-BC0D3F3E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942975"/>
            <a:ext cx="15240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CE86"/>
          </a:solidFill>
          <a:ln xmlns:a="http://schemas.openxmlformats.org/drawingml/2006/main" w="10478">
            <a:solidFill>
              <a:srgbClr val="4C626D"/>
            </a:solidFill>
          </a:ln>
        </p:spPr>
      </p:sp>
      <p:sp>
        <p:nvSpPr>
          <p:cNvPr id="20" name="AI-097-20">
            <a:extLst xmlns:a="http://schemas.openxmlformats.org/drawingml/2006/main">
              <a:ext uri="{FF2B5EF4-FFF2-40B4-BE49-F238E27FC236}">
                <a16:creationId xmlns:a16="http://schemas.microsoft.com/office/drawing/2014/main" id="{A3193F45-8006-499E-ABDC-E7735CEC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1625" y="942975"/>
            <a:ext cx="84772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E3A3"/>
          </a:solidFill>
          <a:ln xmlns:a="http://schemas.openxmlformats.org/drawingml/2006/main" w="10478">
            <a:solidFill>
              <a:srgbClr val="4C626D"/>
            </a:solidFill>
          </a:ln>
        </p:spPr>
      </p:sp>
      <p:sp>
        <p:nvSpPr>
          <p:cNvPr id="21" name="AI-097-21">
            <a:extLst xmlns:a="http://schemas.openxmlformats.org/drawingml/2006/main">
              <a:ext uri="{FF2B5EF4-FFF2-40B4-BE49-F238E27FC236}">
                <a16:creationId xmlns:a16="http://schemas.microsoft.com/office/drawing/2014/main" id="{33202B39-0864-439A-B060-6EBA4184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0675" y="1323975"/>
            <a:ext cx="781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Canine</a:t>
            </a:r>
          </a:p>
          <a:p xmlns:a="http://schemas.openxmlformats.org/drawingml/2006/main">
            <a:pPr algn="ctr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Phonetic</a:t>
            </a:r>
          </a:p>
          <a:p xmlns:a="http://schemas.openxmlformats.org/drawingml/2006/main">
            <a:pPr algn="ctr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Alphabets</a:t>
            </a:r>
          </a:p>
        </p:txBody>
      </p:sp>
      <p:sp>
        <p:nvSpPr>
          <p:cNvPr id="22" name="AI-097-22">
            <a:extLst xmlns:a="http://schemas.openxmlformats.org/drawingml/2006/main">
              <a:ext uri="{FF2B5EF4-FFF2-40B4-BE49-F238E27FC236}">
                <a16:creationId xmlns:a16="http://schemas.microsoft.com/office/drawing/2014/main" id="{BF11834A-1E2A-4B50-9872-C3C90DCE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0650" y="2181225"/>
            <a:ext cx="14287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CE86"/>
          </a:solidFill>
          <a:ln xmlns:a="http://schemas.openxmlformats.org/drawingml/2006/main" w="10478">
            <a:solidFill>
              <a:srgbClr val="4C626D"/>
            </a:solidFill>
          </a:ln>
        </p:spPr>
      </p:sp>
      <p:sp>
        <p:nvSpPr>
          <p:cNvPr id="23" name="AI-097-23">
            <a:extLst xmlns:a="http://schemas.openxmlformats.org/drawingml/2006/main">
              <a:ext uri="{FF2B5EF4-FFF2-40B4-BE49-F238E27FC236}">
                <a16:creationId xmlns:a16="http://schemas.microsoft.com/office/drawing/2014/main" id="{5B77ECC3-EB54-4180-8942-94AC0C54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7325" y="2181225"/>
            <a:ext cx="8667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E3A3"/>
          </a:solidFill>
          <a:ln xmlns:a="http://schemas.openxmlformats.org/drawingml/2006/main" w="0">
            <a:noFill/>
          </a:ln>
        </p:spPr>
      </p:sp>
      <p:sp>
        <p:nvSpPr>
          <p:cNvPr id="24" name="path-24">
            <a:extLst xmlns:a="http://schemas.openxmlformats.org/drawingml/2006/main">
              <a:ext uri="{FF2B5EF4-FFF2-40B4-BE49-F238E27FC236}">
                <a16:creationId xmlns:a16="http://schemas.microsoft.com/office/drawing/2014/main" id="{09AE1546-7A71-4A21-BCBD-69F5AC6F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076325"/>
            <a:ext cx="914400" cy="1228725"/>
          </a:xfrm>
          <a:custGeom xmlns:a="http://schemas.openxmlformats.org/drawingml/2006/main">
            <a:pathLst>
              <a:path w="914400" h="1228725">
                <a:moveTo>
                  <a:pt x="0" y="1228725"/>
                </a:moveTo>
                <a:lnTo>
                  <a:pt x="866775" y="1228725"/>
                </a:lnTo>
                <a:lnTo>
                  <a:pt x="914400" y="1190625"/>
                </a:lnTo>
                <a:lnTo>
                  <a:pt x="914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4C626D"/>
            </a:solidFill>
          </a:ln>
        </p:spPr>
      </p:sp>
      <p:sp>
        <p:nvSpPr>
          <p:cNvPr id="25" name="line-25">
            <a:extLst xmlns:a="http://schemas.openxmlformats.org/drawingml/2006/main">
              <a:ext uri="{FF2B5EF4-FFF2-40B4-BE49-F238E27FC236}">
                <a16:creationId xmlns:a16="http://schemas.microsoft.com/office/drawing/2014/main" id="{15138C33-13EF-4548-ADC0-926EDCC0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66800"/>
            <a:ext cx="10" cy="1190625"/>
          </a:xfrm>
          <a:custGeom xmlns:a="http://schemas.openxmlformats.org/drawingml/2006/main">
            <a:pathLst>
              <a:path w="10" h="1190625">
                <a:moveTo>
                  <a:pt x="0" y="0"/>
                </a:moveTo>
                <a:lnTo>
                  <a:pt x="0" y="11906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4C626D"/>
            </a:solidFill>
          </a:ln>
        </p:spPr>
      </p:sp>
    </p:spTree>
    <p:extLst>
      <p:ext uri="{BB962C8B-B14F-4D97-AF65-F5344CB8AC3E}">
        <p14:creationId xmlns:p14="http://schemas.microsoft.com/office/powerpoint/2010/main" val="19790343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2026-09-08T04:20:58.2280000Z</dcterms:created>
  <dcterms:modified xsi:type="dcterms:W3CDTF">2026-09-08T04:20:58.2280000Z</dcterms:modified>
</coreProperties>
</file>