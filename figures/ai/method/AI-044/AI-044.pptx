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738decac0740e6" /><Relationship Type="http://schemas.openxmlformats.org/officeDocument/2006/relationships/extended-properties" Target="/docProps/app.xml" Id="R9adb83c7d2a74480" /><Relationship Type="http://schemas.openxmlformats.org/officeDocument/2006/relationships/officeDocument" Target="/ppt/presentation.xml" Id="R5dd6260edde5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07c315567942da"/>
  </p:sldMasterIdLst>
  <p:notesMasterIdLst>
    <p:notesMasterId xmlns:r="http://schemas.openxmlformats.org/officeDocument/2006/relationships" r:id="R1cb1e4836ff94ec1"/>
  </p:notesMasterIdLst>
  <p:sldIdLst>
    <p:sldId xmlns:r="http://schemas.openxmlformats.org/officeDocument/2006/relationships" id="256" r:id="R429174159b294ce7"/>
  </p:sldIdLst>
  <p:sldSz cx="14173200" cy="5543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48b4260be4ffb" /><Relationship Type="http://schemas.openxmlformats.org/officeDocument/2006/relationships/slideMaster" Target="/ppt/slideMasters/slideMaster1.xml" Id="Red07c315567942da" /><Relationship Type="http://schemas.openxmlformats.org/officeDocument/2006/relationships/notesMaster" Target="/ppt/notesMasters/notesMaster1.xml" Id="R1cb1e4836ff94ec1" /><Relationship Type="http://schemas.openxmlformats.org/officeDocument/2006/relationships/presProps" Target="/ppt/presProps.xml" Id="R47d21a1c260b469c" /><Relationship Type="http://schemas.openxmlformats.org/officeDocument/2006/relationships/tableStyles" Target="/ppt/tableStyles.xml" Id="R81e8e8aca31a40fa" /><Relationship Type="http://schemas.openxmlformats.org/officeDocument/2006/relationships/slide" Target="/ppt/slides/slide1.xml" Id="R429174159b294c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cb9a9ea22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f2164f1444d35" /><Relationship Type="http://schemas.openxmlformats.org/officeDocument/2006/relationships/notesMaster" Target="/ppt/notesMasters/notesMaster1.xml" Id="R77ce84585962407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素材ID：AI-044</ns1:t>
            </ns1:r>
          </ns1:p>
          <ns1:p>
            <ns1:r>
              <ns1:t>论文：FlowEdit: Inversion-Free Text-Based Editing Using Pre-Trained Flow Models</ns1:t>
            </ns1:r>
          </ns1:p>
          <ns1:p>
            <ns1:r>
              <ns1:t>会议：ICCV 2025</ns1:t>
            </ns1:r>
          </ns1:p>
          <ns1:p>
            <ns1:r>
              <ns1:t>奖项：Best Student Paper</ns1:t>
            </ns1:r>
          </ns1:p>
          <ns1:p>
            <ns1:r>
              <ns1:t>图号：Figure 2，PDF第3页</ns1:t>
            </ns1:r>
          </ns1:p>
          <ns1:p>
            <ns1:r>
              <ns1:t>类型：方法细节</ns1:t>
            </ns1:r>
          </ns1:p>
          <ns1:p>
            <ns1:r>
              <ns1:t>借鉴点：以噪声流形、源目标分布、速度向量和逐步图像对照解释三种编辑路径。</ns1:t>
            </ns1:r>
          </ns1:p>
          <ns1:p>
            <ns1:r>
              <ns1:t>论文URL：https://openaccess.thecvf.com/content/ICCV2025/html/Kulikov_FlowEdit_Inversion-Free_Text-Based_Editing_Using_Pre-Trained_Flow_Models_ICCV_2025_paper.html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a626cdff24e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a25217f2a643d4" /><Relationship Type="http://schemas.openxmlformats.org/officeDocument/2006/relationships/slideLayout" Target="/ppt/slideLayouts/slideLayout1.xml" Id="R85041e563630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041e563630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82987de87489d" /><Relationship Type="http://schemas.openxmlformats.org/officeDocument/2006/relationships/image" Target="/ppt/media/image.png" Id="Ra93b5b0d824e4acf" /><Relationship Type="http://schemas.openxmlformats.org/officeDocument/2006/relationships/image" Target="/ppt/media/image2.png" Id="Rce6747e6b87b4690" /><Relationship Type="http://schemas.openxmlformats.org/officeDocument/2006/relationships/image" Target="/ppt/media/image3.png" Id="Rccd43758e7c64588" /><Relationship Type="http://schemas.openxmlformats.org/officeDocument/2006/relationships/image" Target="/ppt/media/image4.png" Id="Rdd09a08ab9ee4aef" /><Relationship Type="http://schemas.openxmlformats.org/officeDocument/2006/relationships/image" Target="/ppt/media/image5.png" Id="R9e75d16801b9459e" /><Relationship Type="http://schemas.openxmlformats.org/officeDocument/2006/relationships/image" Target="/ppt/media/image6.png" Id="Rc5fb1d4dc81741bc" /><Relationship Type="http://schemas.openxmlformats.org/officeDocument/2006/relationships/image" Target="/ppt/media/image7.png" Id="Rf3c17ae4e4004b79" /><Relationship Type="http://schemas.openxmlformats.org/officeDocument/2006/relationships/image" Target="/ppt/media/image8.png" Id="Rd2d97a78a0c74ef3" /><Relationship Type="http://schemas.openxmlformats.org/officeDocument/2006/relationships/image" Target="/ppt/media/image9.png" Id="Rc143f297515d4ffd" /><Relationship Type="http://schemas.openxmlformats.org/officeDocument/2006/relationships/image" Target="/ppt/media/image10.png" Id="R3caf712466bd47c7" /><Relationship Type="http://schemas.openxmlformats.org/officeDocument/2006/relationships/image" Target="/ppt/media/image11.png" Id="R5f5008eb9dad4d52" /><Relationship Type="http://schemas.openxmlformats.org/officeDocument/2006/relationships/image" Target="/ppt/media/image12.png" Id="R2cef609b26f64e6a" /><Relationship Type="http://schemas.openxmlformats.org/officeDocument/2006/relationships/image" Target="/ppt/media/image13.png" Id="R96e5b092126644e4" /><Relationship Type="http://schemas.openxmlformats.org/officeDocument/2006/relationships/image" Target="/ppt/media/image14.png" Id="R252eea7bb6b949f8" /><Relationship Type="http://schemas.openxmlformats.org/officeDocument/2006/relationships/image" Target="/ppt/media/image15.png" Id="R1f971489e4ac4050" /><Relationship Type="http://schemas.openxmlformats.org/officeDocument/2006/relationships/image" Target="/ppt/media/image16.png" Id="R2a160d7972094529" /><Relationship Type="http://schemas.openxmlformats.org/officeDocument/2006/relationships/image" Target="/ppt/media/image17.png" Id="R082aed6247664224" /><Relationship Type="http://schemas.openxmlformats.org/officeDocument/2006/relationships/image" Target="/ppt/media/image18.png" Id="Ra64913496e7d4dd4" /><Relationship Type="http://schemas.openxmlformats.org/officeDocument/2006/relationships/image" Target="/ppt/media/image19.png" Id="Rdc5b37750dc14d4b" /><Relationship Type="http://schemas.openxmlformats.org/officeDocument/2006/relationships/image" Target="/ppt/media/image20.png" Id="R5cf43d8ac3f6496d" /><Relationship Type="http://schemas.openxmlformats.org/officeDocument/2006/relationships/image" Target="/ppt/media/image21.png" Id="Rd05c96614ece43be" /><Relationship Type="http://schemas.openxmlformats.org/officeDocument/2006/relationships/image" Target="/ppt/media/image22.png" Id="R659c5254b505462a" /><Relationship Type="http://schemas.openxmlformats.org/officeDocument/2006/relationships/notesSlide" Target="/ppt/notesSlides/notesSlide1.xml" Id="Rd7bfc66605784c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06952-92E2-4063-9278-DDF80CA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" y="0"/>
            <a:ext cx="14144439" cy="5455509"/>
          </a:xfrm>
          <a:custGeom xmlns:a="http://schemas.openxmlformats.org/drawingml/2006/main">
            <a:pathLst>
              <a:path w="14144439" h="5455509">
                <a:moveTo>
                  <a:pt x="14144439" y="0"/>
                </a:moveTo>
                <a:lnTo>
                  <a:pt x="14144439" y="5455509"/>
                </a:lnTo>
                <a:lnTo>
                  <a:pt x="0" y="5455509"/>
                </a:lnTo>
                <a:lnTo>
                  <a:pt x="0" y="0"/>
                </a:lnTo>
                <a:lnTo>
                  <a:pt x="1414443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b5b0d824e4acf"/>
          <a:stretch xmlns:a="http://schemas.openxmlformats.org/drawingml/2006/main"/>
        </p:blipFill>
        <p:spPr>
          <a:xfrm xmlns:a="http://schemas.openxmlformats.org/drawingml/2006/main">
            <a:off x="9823690" y="347529"/>
            <a:ext cx="4107874" cy="3545518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747e6b87b4690"/>
          <a:stretch xmlns:a="http://schemas.openxmlformats.org/drawingml/2006/main"/>
        </p:blipFill>
        <p:spPr>
          <a:xfrm xmlns:a="http://schemas.openxmlformats.org/drawingml/2006/main">
            <a:off x="4985032" y="2687028"/>
            <a:ext cx="1736232" cy="1206262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43758e7c64588"/>
          <a:stretch xmlns:a="http://schemas.openxmlformats.org/drawingml/2006/main"/>
        </p:blipFill>
        <p:spPr>
          <a:xfrm xmlns:a="http://schemas.openxmlformats.org/drawingml/2006/main">
            <a:off x="275595" y="2687028"/>
            <a:ext cx="1736232" cy="1206262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9a08ab9ee4aef"/>
          <a:stretch xmlns:a="http://schemas.openxmlformats.org/drawingml/2006/main"/>
        </p:blipFill>
        <p:spPr>
          <a:xfrm xmlns:a="http://schemas.openxmlformats.org/drawingml/2006/main">
            <a:off x="2385801" y="2729455"/>
            <a:ext cx="1831706" cy="1055862"/>
          </a:xfrm>
          <a:prstGeom xmlns:a="http://schemas.openxmlformats.org/drawingml/2006/main" prst="rect">
            <a:avLst/>
          </a:prstGeom>
        </p:spPr>
      </p:pic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5d16801b9459e"/>
          <a:stretch xmlns:a="http://schemas.openxmlformats.org/drawingml/2006/main"/>
        </p:blipFill>
        <p:spPr>
          <a:xfrm xmlns:a="http://schemas.openxmlformats.org/drawingml/2006/main">
            <a:off x="1691510" y="347285"/>
            <a:ext cx="990124" cy="990124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b1d4dc81741bc"/>
          <a:stretch xmlns:a="http://schemas.openxmlformats.org/drawingml/2006/main"/>
        </p:blipFill>
        <p:spPr>
          <a:xfrm xmlns:a="http://schemas.openxmlformats.org/drawingml/2006/main">
            <a:off x="7259762" y="2729457"/>
            <a:ext cx="1831699" cy="1055858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17ae4e4004b79"/>
          <a:stretch xmlns:a="http://schemas.openxmlformats.org/drawingml/2006/main"/>
        </p:blipFill>
        <p:spPr>
          <a:xfrm xmlns:a="http://schemas.openxmlformats.org/drawingml/2006/main">
            <a:off x="6565570" y="347285"/>
            <a:ext cx="990124" cy="990124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FCE56F-EB56-4653-AE54-3ACD0E6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745" y="1542918"/>
            <a:ext cx="1560068" cy="1665781"/>
          </a:xfrm>
          <a:custGeom xmlns:a="http://schemas.openxmlformats.org/drawingml/2006/main">
            <a:pathLst>
              <a:path w="1560068" h="1665781">
                <a:moveTo>
                  <a:pt x="0" y="1665781"/>
                </a:moveTo>
                <a:lnTo>
                  <a:pt x="636203" y="134404"/>
                </a:lnTo>
                <a:lnTo>
                  <a:pt x="1560068" y="0"/>
                </a:lnTo>
                <a:lnTo>
                  <a:pt x="923901" y="1531377"/>
                </a:lnTo>
                <a:lnTo>
                  <a:pt x="0" y="1665781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6BD97C-F8F2-487E-A231-7DF59C0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830" y="1710933"/>
            <a:ext cx="1842599" cy="1539824"/>
          </a:xfrm>
          <a:custGeom xmlns:a="http://schemas.openxmlformats.org/drawingml/2006/main">
            <a:pathLst>
              <a:path w="1842599" h="1539824">
                <a:moveTo>
                  <a:pt x="0" y="1492599"/>
                </a:moveTo>
                <a:lnTo>
                  <a:pt x="806035" y="0"/>
                </a:lnTo>
                <a:lnTo>
                  <a:pt x="1842599" y="47225"/>
                </a:lnTo>
                <a:lnTo>
                  <a:pt x="1036529" y="1539824"/>
                </a:lnTo>
                <a:lnTo>
                  <a:pt x="0" y="1492599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T">
            <a:extLst xmlns:a="http://schemas.openxmlformats.org/drawingml/2006/main">
              <a:ext uri="{FF2B5EF4-FFF2-40B4-BE49-F238E27FC236}">
                <a16:creationId xmlns:a16="http://schemas.microsoft.com/office/drawing/2014/main" id="{E1C46ACB-5564-44BD-B61F-565B3374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2790" y="5234792"/>
            <a:ext cx="159886" cy="169649"/>
          </a:xfrm>
          <a:custGeom xmlns:a="http://schemas.openxmlformats.org/drawingml/2006/main">
            <a:pathLst>
              <a:path w="159886" h="169649">
                <a:moveTo>
                  <a:pt x="34343" y="155521"/>
                </a:moveTo>
                <a:cubicBezTo>
                  <a:pt x="37253" y="142810"/>
                  <a:pt x="40527" y="129984"/>
                  <a:pt x="44164" y="117043"/>
                </a:cubicBezTo>
                <a:cubicBezTo>
                  <a:pt x="47801" y="104102"/>
                  <a:pt x="51343" y="91276"/>
                  <a:pt x="54789" y="78565"/>
                </a:cubicBezTo>
                <a:cubicBezTo>
                  <a:pt x="56243" y="73281"/>
                  <a:pt x="57526" y="68476"/>
                  <a:pt x="58636" y="64150"/>
                </a:cubicBezTo>
                <a:cubicBezTo>
                  <a:pt x="59747" y="59823"/>
                  <a:pt x="60685" y="55899"/>
                  <a:pt x="61450" y="52376"/>
                </a:cubicBezTo>
                <a:cubicBezTo>
                  <a:pt x="62216" y="48854"/>
                  <a:pt x="62790" y="45657"/>
                  <a:pt x="63173" y="42786"/>
                </a:cubicBezTo>
                <a:cubicBezTo>
                  <a:pt x="63556" y="39914"/>
                  <a:pt x="63748" y="37253"/>
                  <a:pt x="63748" y="34803"/>
                </a:cubicBezTo>
                <a:cubicBezTo>
                  <a:pt x="63748" y="34343"/>
                  <a:pt x="63748" y="33826"/>
                  <a:pt x="63748" y="33252"/>
                </a:cubicBezTo>
                <a:cubicBezTo>
                  <a:pt x="63748" y="32678"/>
                  <a:pt x="63709" y="31970"/>
                  <a:pt x="63633" y="31127"/>
                </a:cubicBezTo>
                <a:cubicBezTo>
                  <a:pt x="62867" y="31127"/>
                  <a:pt x="61163" y="31548"/>
                  <a:pt x="58521" y="32391"/>
                </a:cubicBezTo>
                <a:cubicBezTo>
                  <a:pt x="55880" y="33233"/>
                  <a:pt x="52778" y="34343"/>
                  <a:pt x="49218" y="35722"/>
                </a:cubicBezTo>
                <a:cubicBezTo>
                  <a:pt x="45657" y="37100"/>
                  <a:pt x="41905" y="38651"/>
                  <a:pt x="37961" y="40374"/>
                </a:cubicBezTo>
                <a:cubicBezTo>
                  <a:pt x="34018" y="42096"/>
                  <a:pt x="30361" y="43838"/>
                  <a:pt x="26992" y="45600"/>
                </a:cubicBezTo>
                <a:cubicBezTo>
                  <a:pt x="24312" y="46978"/>
                  <a:pt x="22072" y="48127"/>
                  <a:pt x="20273" y="49045"/>
                </a:cubicBezTo>
                <a:cubicBezTo>
                  <a:pt x="18473" y="49964"/>
                  <a:pt x="16923" y="50673"/>
                  <a:pt x="15621" y="51170"/>
                </a:cubicBezTo>
                <a:cubicBezTo>
                  <a:pt x="14319" y="51668"/>
                  <a:pt x="13132" y="52013"/>
                  <a:pt x="12060" y="52204"/>
                </a:cubicBezTo>
                <a:cubicBezTo>
                  <a:pt x="10988" y="52396"/>
                  <a:pt x="9878" y="52491"/>
                  <a:pt x="8729" y="52491"/>
                </a:cubicBezTo>
                <a:cubicBezTo>
                  <a:pt x="6356" y="52491"/>
                  <a:pt x="4307" y="51572"/>
                  <a:pt x="2584" y="49735"/>
                </a:cubicBezTo>
                <a:cubicBezTo>
                  <a:pt x="861" y="47897"/>
                  <a:pt x="0" y="45523"/>
                  <a:pt x="0" y="42613"/>
                </a:cubicBezTo>
                <a:cubicBezTo>
                  <a:pt x="0" y="40929"/>
                  <a:pt x="172" y="39455"/>
                  <a:pt x="517" y="38191"/>
                </a:cubicBezTo>
                <a:cubicBezTo>
                  <a:pt x="861" y="36928"/>
                  <a:pt x="1397" y="35798"/>
                  <a:pt x="2125" y="34803"/>
                </a:cubicBezTo>
                <a:cubicBezTo>
                  <a:pt x="2852" y="33807"/>
                  <a:pt x="3829" y="32869"/>
                  <a:pt x="5054" y="31989"/>
                </a:cubicBezTo>
                <a:cubicBezTo>
                  <a:pt x="6279" y="31108"/>
                  <a:pt x="7772" y="30208"/>
                  <a:pt x="9533" y="29289"/>
                </a:cubicBezTo>
                <a:cubicBezTo>
                  <a:pt x="28907" y="19182"/>
                  <a:pt x="48509" y="11773"/>
                  <a:pt x="68342" y="7064"/>
                </a:cubicBezTo>
                <a:cubicBezTo>
                  <a:pt x="88175" y="2355"/>
                  <a:pt x="108084" y="0"/>
                  <a:pt x="128070" y="0"/>
                </a:cubicBezTo>
                <a:cubicBezTo>
                  <a:pt x="129678" y="0"/>
                  <a:pt x="131592" y="38"/>
                  <a:pt x="133813" y="115"/>
                </a:cubicBezTo>
                <a:cubicBezTo>
                  <a:pt x="136033" y="191"/>
                  <a:pt x="138311" y="325"/>
                  <a:pt x="140647" y="517"/>
                </a:cubicBezTo>
                <a:cubicBezTo>
                  <a:pt x="142982" y="708"/>
                  <a:pt x="145260" y="976"/>
                  <a:pt x="147481" y="1321"/>
                </a:cubicBezTo>
                <a:cubicBezTo>
                  <a:pt x="149702" y="1665"/>
                  <a:pt x="151654" y="2067"/>
                  <a:pt x="153339" y="2527"/>
                </a:cubicBezTo>
                <a:cubicBezTo>
                  <a:pt x="155100" y="3063"/>
                  <a:pt x="156632" y="4173"/>
                  <a:pt x="157933" y="5858"/>
                </a:cubicBezTo>
                <a:cubicBezTo>
                  <a:pt x="159235" y="7543"/>
                  <a:pt x="159886" y="9342"/>
                  <a:pt x="159886" y="11256"/>
                </a:cubicBezTo>
                <a:cubicBezTo>
                  <a:pt x="159886" y="12788"/>
                  <a:pt x="159752" y="14281"/>
                  <a:pt x="159484" y="15736"/>
                </a:cubicBezTo>
                <a:cubicBezTo>
                  <a:pt x="159216" y="17191"/>
                  <a:pt x="158737" y="18454"/>
                  <a:pt x="158048" y="19526"/>
                </a:cubicBezTo>
                <a:cubicBezTo>
                  <a:pt x="157359" y="20598"/>
                  <a:pt x="156459" y="21460"/>
                  <a:pt x="155349" y="22111"/>
                </a:cubicBezTo>
                <a:cubicBezTo>
                  <a:pt x="154239" y="22762"/>
                  <a:pt x="152879" y="23087"/>
                  <a:pt x="151271" y="23087"/>
                </a:cubicBezTo>
                <a:cubicBezTo>
                  <a:pt x="148515" y="22781"/>
                  <a:pt x="145356" y="22398"/>
                  <a:pt x="141795" y="21938"/>
                </a:cubicBezTo>
                <a:cubicBezTo>
                  <a:pt x="138235" y="21479"/>
                  <a:pt x="134655" y="21249"/>
                  <a:pt x="131056" y="21249"/>
                </a:cubicBezTo>
                <a:cubicBezTo>
                  <a:pt x="123858" y="21249"/>
                  <a:pt x="116679" y="21421"/>
                  <a:pt x="109520" y="21766"/>
                </a:cubicBezTo>
                <a:cubicBezTo>
                  <a:pt x="102360" y="22111"/>
                  <a:pt x="95028" y="23125"/>
                  <a:pt x="87524" y="24810"/>
                </a:cubicBezTo>
                <a:cubicBezTo>
                  <a:pt x="87141" y="24963"/>
                  <a:pt x="86892" y="25365"/>
                  <a:pt x="86777" y="26016"/>
                </a:cubicBezTo>
                <a:cubicBezTo>
                  <a:pt x="86662" y="26667"/>
                  <a:pt x="86567" y="27490"/>
                  <a:pt x="86490" y="28485"/>
                </a:cubicBezTo>
                <a:cubicBezTo>
                  <a:pt x="86260" y="32620"/>
                  <a:pt x="85916" y="36258"/>
                  <a:pt x="85456" y="39397"/>
                </a:cubicBezTo>
                <a:cubicBezTo>
                  <a:pt x="84997" y="42537"/>
                  <a:pt x="84365" y="45676"/>
                  <a:pt x="83561" y="48816"/>
                </a:cubicBezTo>
                <a:cubicBezTo>
                  <a:pt x="82757" y="51955"/>
                  <a:pt x="81781" y="55344"/>
                  <a:pt x="80632" y="58981"/>
                </a:cubicBezTo>
                <a:cubicBezTo>
                  <a:pt x="79484" y="62618"/>
                  <a:pt x="78144" y="66983"/>
                  <a:pt x="76612" y="72075"/>
                </a:cubicBezTo>
                <a:cubicBezTo>
                  <a:pt x="75081" y="77167"/>
                  <a:pt x="73300" y="83255"/>
                  <a:pt x="71271" y="90338"/>
                </a:cubicBezTo>
                <a:cubicBezTo>
                  <a:pt x="69242" y="97421"/>
                  <a:pt x="67002" y="105978"/>
                  <a:pt x="64552" y="116009"/>
                </a:cubicBezTo>
                <a:lnTo>
                  <a:pt x="59038" y="138292"/>
                </a:lnTo>
                <a:cubicBezTo>
                  <a:pt x="57737" y="143423"/>
                  <a:pt x="56722" y="148036"/>
                  <a:pt x="55995" y="152133"/>
                </a:cubicBezTo>
                <a:cubicBezTo>
                  <a:pt x="55267" y="156230"/>
                  <a:pt x="54635" y="160269"/>
                  <a:pt x="54099" y="164251"/>
                </a:cubicBezTo>
                <a:cubicBezTo>
                  <a:pt x="53793" y="165552"/>
                  <a:pt x="52625" y="166778"/>
                  <a:pt x="50596" y="167926"/>
                </a:cubicBezTo>
                <a:cubicBezTo>
                  <a:pt x="48567" y="169075"/>
                  <a:pt x="46174" y="169649"/>
                  <a:pt x="43417" y="169649"/>
                </a:cubicBezTo>
                <a:cubicBezTo>
                  <a:pt x="41809" y="169649"/>
                  <a:pt x="40354" y="169209"/>
                  <a:pt x="39053" y="168328"/>
                </a:cubicBezTo>
                <a:cubicBezTo>
                  <a:pt x="37751" y="167448"/>
                  <a:pt x="36679" y="166318"/>
                  <a:pt x="35837" y="164940"/>
                </a:cubicBezTo>
                <a:cubicBezTo>
                  <a:pt x="34994" y="163562"/>
                  <a:pt x="34420" y="162049"/>
                  <a:pt x="34114" y="160403"/>
                </a:cubicBezTo>
                <a:cubicBezTo>
                  <a:pt x="33807" y="158757"/>
                  <a:pt x="33884" y="157129"/>
                  <a:pt x="34343" y="155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ger→Cat">
            <a:extLst xmlns:a="http://schemas.openxmlformats.org/drawingml/2006/main">
              <a:ext uri="{FF2B5EF4-FFF2-40B4-BE49-F238E27FC236}">
                <a16:creationId xmlns:a16="http://schemas.microsoft.com/office/drawing/2014/main" id="{5E410BC0-85ED-469F-AFF1-F1B3BE29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670" y="5246738"/>
            <a:ext cx="1116032" cy="208773"/>
          </a:xfrm>
          <a:custGeom xmlns:a="http://schemas.openxmlformats.org/drawingml/2006/main">
            <a:pathLst>
              <a:path w="1116032" h="208773">
                <a:moveTo>
                  <a:pt x="3561" y="141049"/>
                </a:moveTo>
                <a:cubicBezTo>
                  <a:pt x="4709" y="136608"/>
                  <a:pt x="6088" y="131439"/>
                  <a:pt x="7696" y="125543"/>
                </a:cubicBezTo>
                <a:cubicBezTo>
                  <a:pt x="9304" y="119646"/>
                  <a:pt x="11007" y="113406"/>
                  <a:pt x="12807" y="106820"/>
                </a:cubicBezTo>
                <a:cubicBezTo>
                  <a:pt x="14606" y="100235"/>
                  <a:pt x="16425" y="93497"/>
                  <a:pt x="18263" y="86605"/>
                </a:cubicBezTo>
                <a:cubicBezTo>
                  <a:pt x="20101" y="79713"/>
                  <a:pt x="21824" y="73013"/>
                  <a:pt x="23432" y="66504"/>
                </a:cubicBezTo>
                <a:cubicBezTo>
                  <a:pt x="23508" y="66198"/>
                  <a:pt x="23776" y="65681"/>
                  <a:pt x="24236" y="64954"/>
                </a:cubicBezTo>
                <a:cubicBezTo>
                  <a:pt x="24695" y="64226"/>
                  <a:pt x="25346" y="63499"/>
                  <a:pt x="26188" y="62771"/>
                </a:cubicBezTo>
                <a:cubicBezTo>
                  <a:pt x="27031" y="62044"/>
                  <a:pt x="28103" y="61412"/>
                  <a:pt x="29404" y="60876"/>
                </a:cubicBezTo>
                <a:cubicBezTo>
                  <a:pt x="30706" y="60340"/>
                  <a:pt x="32238" y="60072"/>
                  <a:pt x="33999" y="60072"/>
                </a:cubicBezTo>
                <a:cubicBezTo>
                  <a:pt x="35300" y="60072"/>
                  <a:pt x="36564" y="60206"/>
                  <a:pt x="37789" y="60474"/>
                </a:cubicBezTo>
                <a:cubicBezTo>
                  <a:pt x="39014" y="60742"/>
                  <a:pt x="40106" y="61144"/>
                  <a:pt x="41063" y="61680"/>
                </a:cubicBezTo>
                <a:cubicBezTo>
                  <a:pt x="42020" y="62216"/>
                  <a:pt x="42786" y="62924"/>
                  <a:pt x="43360" y="63805"/>
                </a:cubicBezTo>
                <a:cubicBezTo>
                  <a:pt x="43934" y="64686"/>
                  <a:pt x="44221" y="65700"/>
                  <a:pt x="44221" y="66849"/>
                </a:cubicBezTo>
                <a:cubicBezTo>
                  <a:pt x="44221" y="67079"/>
                  <a:pt x="44221" y="67327"/>
                  <a:pt x="44221" y="67595"/>
                </a:cubicBezTo>
                <a:cubicBezTo>
                  <a:pt x="44221" y="67863"/>
                  <a:pt x="44183" y="68112"/>
                  <a:pt x="44106" y="68342"/>
                </a:cubicBezTo>
                <a:lnTo>
                  <a:pt x="40890" y="80517"/>
                </a:lnTo>
                <a:cubicBezTo>
                  <a:pt x="37291" y="94147"/>
                  <a:pt x="33635" y="107816"/>
                  <a:pt x="29921" y="121523"/>
                </a:cubicBezTo>
                <a:cubicBezTo>
                  <a:pt x="26207" y="135229"/>
                  <a:pt x="22589" y="148974"/>
                  <a:pt x="19067" y="162758"/>
                </a:cubicBezTo>
                <a:cubicBezTo>
                  <a:pt x="18914" y="163217"/>
                  <a:pt x="18684" y="163791"/>
                  <a:pt x="18378" y="164480"/>
                </a:cubicBezTo>
                <a:cubicBezTo>
                  <a:pt x="18071" y="165170"/>
                  <a:pt x="17650" y="165859"/>
                  <a:pt x="17114" y="166548"/>
                </a:cubicBezTo>
                <a:cubicBezTo>
                  <a:pt x="16578" y="167237"/>
                  <a:pt x="15927" y="167811"/>
                  <a:pt x="15162" y="168271"/>
                </a:cubicBezTo>
                <a:cubicBezTo>
                  <a:pt x="14396" y="168730"/>
                  <a:pt x="13477" y="168960"/>
                  <a:pt x="12405" y="168960"/>
                </a:cubicBezTo>
                <a:cubicBezTo>
                  <a:pt x="10414" y="168960"/>
                  <a:pt x="8653" y="168558"/>
                  <a:pt x="7121" y="167754"/>
                </a:cubicBezTo>
                <a:cubicBezTo>
                  <a:pt x="5590" y="166950"/>
                  <a:pt x="4288" y="165935"/>
                  <a:pt x="3216" y="164710"/>
                </a:cubicBezTo>
                <a:cubicBezTo>
                  <a:pt x="2144" y="163485"/>
                  <a:pt x="1340" y="162145"/>
                  <a:pt x="804" y="160690"/>
                </a:cubicBezTo>
                <a:cubicBezTo>
                  <a:pt x="268" y="159235"/>
                  <a:pt x="0" y="157857"/>
                  <a:pt x="0" y="156555"/>
                </a:cubicBezTo>
                <a:cubicBezTo>
                  <a:pt x="0" y="156172"/>
                  <a:pt x="0" y="155828"/>
                  <a:pt x="0" y="155521"/>
                </a:cubicBezTo>
                <a:cubicBezTo>
                  <a:pt x="0" y="155215"/>
                  <a:pt x="77" y="154870"/>
                  <a:pt x="230" y="154488"/>
                </a:cubicBezTo>
                <a:lnTo>
                  <a:pt x="3561" y="141049"/>
                </a:lnTo>
                <a:moveTo>
                  <a:pt x="33539" y="22168"/>
                </a:moveTo>
                <a:cubicBezTo>
                  <a:pt x="33922" y="20560"/>
                  <a:pt x="34611" y="18607"/>
                  <a:pt x="35607" y="16310"/>
                </a:cubicBezTo>
                <a:cubicBezTo>
                  <a:pt x="36602" y="14013"/>
                  <a:pt x="38363" y="11946"/>
                  <a:pt x="40890" y="10108"/>
                </a:cubicBezTo>
                <a:cubicBezTo>
                  <a:pt x="42116" y="9419"/>
                  <a:pt x="43609" y="8787"/>
                  <a:pt x="45370" y="8213"/>
                </a:cubicBezTo>
                <a:cubicBezTo>
                  <a:pt x="47131" y="7638"/>
                  <a:pt x="48395" y="7351"/>
                  <a:pt x="49160" y="7351"/>
                </a:cubicBezTo>
                <a:cubicBezTo>
                  <a:pt x="49926" y="7351"/>
                  <a:pt x="50711" y="7619"/>
                  <a:pt x="51515" y="8155"/>
                </a:cubicBezTo>
                <a:cubicBezTo>
                  <a:pt x="52319" y="8691"/>
                  <a:pt x="53027" y="9265"/>
                  <a:pt x="53640" y="9878"/>
                </a:cubicBezTo>
                <a:cubicBezTo>
                  <a:pt x="54406" y="10644"/>
                  <a:pt x="55133" y="11486"/>
                  <a:pt x="55822" y="12405"/>
                </a:cubicBezTo>
                <a:cubicBezTo>
                  <a:pt x="57737" y="12558"/>
                  <a:pt x="58981" y="13247"/>
                  <a:pt x="59555" y="14472"/>
                </a:cubicBezTo>
                <a:cubicBezTo>
                  <a:pt x="60130" y="15698"/>
                  <a:pt x="60417" y="17153"/>
                  <a:pt x="60417" y="18837"/>
                </a:cubicBezTo>
                <a:cubicBezTo>
                  <a:pt x="60417" y="20062"/>
                  <a:pt x="60302" y="21173"/>
                  <a:pt x="60072" y="22168"/>
                </a:cubicBezTo>
                <a:cubicBezTo>
                  <a:pt x="59842" y="23164"/>
                  <a:pt x="59651" y="23968"/>
                  <a:pt x="59498" y="24580"/>
                </a:cubicBezTo>
                <a:cubicBezTo>
                  <a:pt x="59038" y="26188"/>
                  <a:pt x="58158" y="27662"/>
                  <a:pt x="56856" y="29002"/>
                </a:cubicBezTo>
                <a:cubicBezTo>
                  <a:pt x="55554" y="30342"/>
                  <a:pt x="54061" y="31491"/>
                  <a:pt x="52376" y="32448"/>
                </a:cubicBezTo>
                <a:cubicBezTo>
                  <a:pt x="50692" y="33405"/>
                  <a:pt x="48931" y="34152"/>
                  <a:pt x="47093" y="34688"/>
                </a:cubicBezTo>
                <a:cubicBezTo>
                  <a:pt x="45255" y="35224"/>
                  <a:pt x="43647" y="35492"/>
                  <a:pt x="42269" y="35492"/>
                </a:cubicBezTo>
                <a:cubicBezTo>
                  <a:pt x="40508" y="35492"/>
                  <a:pt x="39148" y="35186"/>
                  <a:pt x="38191" y="34573"/>
                </a:cubicBezTo>
                <a:cubicBezTo>
                  <a:pt x="37234" y="33960"/>
                  <a:pt x="36028" y="32659"/>
                  <a:pt x="34573" y="30668"/>
                </a:cubicBezTo>
                <a:cubicBezTo>
                  <a:pt x="33731" y="29519"/>
                  <a:pt x="33252" y="28619"/>
                  <a:pt x="33137" y="27969"/>
                </a:cubicBezTo>
                <a:cubicBezTo>
                  <a:pt x="33022" y="27318"/>
                  <a:pt x="32965" y="26763"/>
                  <a:pt x="32965" y="26303"/>
                </a:cubicBezTo>
                <a:cubicBezTo>
                  <a:pt x="32965" y="25461"/>
                  <a:pt x="33022" y="24714"/>
                  <a:pt x="33137" y="24063"/>
                </a:cubicBezTo>
                <a:cubicBezTo>
                  <a:pt x="33252" y="23412"/>
                  <a:pt x="33386" y="22781"/>
                  <a:pt x="33539" y="22168"/>
                </a:cubicBezTo>
                <a:close/>
                <a:moveTo>
                  <a:pt x="97661" y="208447"/>
                </a:moveTo>
                <a:lnTo>
                  <a:pt x="98382" y="208062"/>
                </a:lnTo>
                <a:lnTo>
                  <a:pt x="99095" y="207668"/>
                </a:lnTo>
                <a:lnTo>
                  <a:pt x="99802" y="207266"/>
                </a:lnTo>
                <a:lnTo>
                  <a:pt x="100502" y="206855"/>
                </a:lnTo>
                <a:lnTo>
                  <a:pt x="101196" y="206435"/>
                </a:lnTo>
                <a:lnTo>
                  <a:pt x="101882" y="206006"/>
                </a:lnTo>
                <a:lnTo>
                  <a:pt x="102562" y="205569"/>
                </a:lnTo>
                <a:lnTo>
                  <a:pt x="103235" y="205122"/>
                </a:lnTo>
                <a:lnTo>
                  <a:pt x="103901" y="204667"/>
                </a:lnTo>
                <a:lnTo>
                  <a:pt x="104561" y="204203"/>
                </a:lnTo>
                <a:lnTo>
                  <a:pt x="105214" y="203731"/>
                </a:lnTo>
                <a:lnTo>
                  <a:pt x="105859" y="203249"/>
                </a:lnTo>
                <a:lnTo>
                  <a:pt x="106499" y="202759"/>
                </a:lnTo>
                <a:lnTo>
                  <a:pt x="107131" y="202260"/>
                </a:lnTo>
                <a:lnTo>
                  <a:pt x="107756" y="201753"/>
                </a:lnTo>
                <a:lnTo>
                  <a:pt x="108375" y="201237"/>
                </a:lnTo>
                <a:lnTo>
                  <a:pt x="108988" y="200715"/>
                </a:lnTo>
                <a:lnTo>
                  <a:pt x="109594" y="200185"/>
                </a:lnTo>
                <a:lnTo>
                  <a:pt x="110194" y="199648"/>
                </a:lnTo>
                <a:lnTo>
                  <a:pt x="110787" y="199105"/>
                </a:lnTo>
                <a:lnTo>
                  <a:pt x="111375" y="198555"/>
                </a:lnTo>
                <a:lnTo>
                  <a:pt x="111955" y="197997"/>
                </a:lnTo>
                <a:lnTo>
                  <a:pt x="112529" y="197433"/>
                </a:lnTo>
                <a:lnTo>
                  <a:pt x="113097" y="196861"/>
                </a:lnTo>
                <a:lnTo>
                  <a:pt x="113659" y="196283"/>
                </a:lnTo>
                <a:lnTo>
                  <a:pt x="114214" y="195697"/>
                </a:lnTo>
                <a:lnTo>
                  <a:pt x="114763" y="195105"/>
                </a:lnTo>
                <a:lnTo>
                  <a:pt x="115305" y="194506"/>
                </a:lnTo>
                <a:lnTo>
                  <a:pt x="115841" y="193899"/>
                </a:lnTo>
                <a:lnTo>
                  <a:pt x="116371" y="193286"/>
                </a:lnTo>
                <a:lnTo>
                  <a:pt x="116894" y="192666"/>
                </a:lnTo>
                <a:lnTo>
                  <a:pt x="117411" y="192039"/>
                </a:lnTo>
                <a:lnTo>
                  <a:pt x="117922" y="191404"/>
                </a:lnTo>
                <a:lnTo>
                  <a:pt x="118426" y="190763"/>
                </a:lnTo>
                <a:lnTo>
                  <a:pt x="118923" y="190115"/>
                </a:lnTo>
                <a:lnTo>
                  <a:pt x="119415" y="189460"/>
                </a:lnTo>
                <a:lnTo>
                  <a:pt x="119900" y="188798"/>
                </a:lnTo>
                <a:lnTo>
                  <a:pt x="120378" y="188129"/>
                </a:lnTo>
                <a:lnTo>
                  <a:pt x="120851" y="187453"/>
                </a:lnTo>
                <a:lnTo>
                  <a:pt x="121317" y="186771"/>
                </a:lnTo>
                <a:lnTo>
                  <a:pt x="121779" y="186086"/>
                </a:lnTo>
                <a:lnTo>
                  <a:pt x="122235" y="185398"/>
                </a:lnTo>
                <a:lnTo>
                  <a:pt x="122687" y="184705"/>
                </a:lnTo>
                <a:lnTo>
                  <a:pt x="123133" y="184010"/>
                </a:lnTo>
                <a:lnTo>
                  <a:pt x="123575" y="183310"/>
                </a:lnTo>
                <a:lnTo>
                  <a:pt x="124011" y="182607"/>
                </a:lnTo>
                <a:lnTo>
                  <a:pt x="124443" y="181901"/>
                </a:lnTo>
                <a:lnTo>
                  <a:pt x="124870" y="181191"/>
                </a:lnTo>
                <a:lnTo>
                  <a:pt x="125291" y="180477"/>
                </a:lnTo>
                <a:lnTo>
                  <a:pt x="125708" y="179760"/>
                </a:lnTo>
                <a:lnTo>
                  <a:pt x="126120" y="179039"/>
                </a:lnTo>
                <a:lnTo>
                  <a:pt x="126526" y="178315"/>
                </a:lnTo>
                <a:lnTo>
                  <a:pt x="126928" y="177586"/>
                </a:lnTo>
                <a:lnTo>
                  <a:pt x="127325" y="176855"/>
                </a:lnTo>
                <a:lnTo>
                  <a:pt x="127717" y="176120"/>
                </a:lnTo>
                <a:lnTo>
                  <a:pt x="128103" y="175381"/>
                </a:lnTo>
                <a:lnTo>
                  <a:pt x="128485" y="174638"/>
                </a:lnTo>
                <a:lnTo>
                  <a:pt x="128862" y="173892"/>
                </a:lnTo>
                <a:lnTo>
                  <a:pt x="129234" y="173143"/>
                </a:lnTo>
                <a:lnTo>
                  <a:pt x="129601" y="172390"/>
                </a:lnTo>
                <a:lnTo>
                  <a:pt x="129962" y="171633"/>
                </a:lnTo>
                <a:lnTo>
                  <a:pt x="130319" y="170873"/>
                </a:lnTo>
                <a:lnTo>
                  <a:pt x="130671" y="170109"/>
                </a:lnTo>
                <a:lnTo>
                  <a:pt x="131018" y="169342"/>
                </a:lnTo>
                <a:lnTo>
                  <a:pt x="131361" y="168574"/>
                </a:lnTo>
                <a:lnTo>
                  <a:pt x="131699" y="167804"/>
                </a:lnTo>
                <a:lnTo>
                  <a:pt x="132033" y="167033"/>
                </a:lnTo>
                <a:lnTo>
                  <a:pt x="132363" y="166260"/>
                </a:lnTo>
                <a:lnTo>
                  <a:pt x="132688" y="165485"/>
                </a:lnTo>
                <a:lnTo>
                  <a:pt x="133009" y="164709"/>
                </a:lnTo>
                <a:lnTo>
                  <a:pt x="133326" y="163932"/>
                </a:lnTo>
                <a:lnTo>
                  <a:pt x="133638" y="163152"/>
                </a:lnTo>
                <a:lnTo>
                  <a:pt x="133945" y="162371"/>
                </a:lnTo>
                <a:lnTo>
                  <a:pt x="134249" y="161589"/>
                </a:lnTo>
                <a:lnTo>
                  <a:pt x="134548" y="160805"/>
                </a:lnTo>
                <a:lnTo>
                  <a:pt x="134842" y="160019"/>
                </a:lnTo>
                <a:lnTo>
                  <a:pt x="135132" y="159232"/>
                </a:lnTo>
                <a:lnTo>
                  <a:pt x="135418" y="158443"/>
                </a:lnTo>
                <a:lnTo>
                  <a:pt x="135699" y="157653"/>
                </a:lnTo>
                <a:lnTo>
                  <a:pt x="135976" y="156861"/>
                </a:lnTo>
                <a:lnTo>
                  <a:pt x="136249" y="156067"/>
                </a:lnTo>
                <a:lnTo>
                  <a:pt x="136517" y="155272"/>
                </a:lnTo>
                <a:lnTo>
                  <a:pt x="136781" y="154475"/>
                </a:lnTo>
                <a:lnTo>
                  <a:pt x="137040" y="153676"/>
                </a:lnTo>
                <a:lnTo>
                  <a:pt x="137296" y="152876"/>
                </a:lnTo>
                <a:lnTo>
                  <a:pt x="137546" y="152075"/>
                </a:lnTo>
                <a:lnTo>
                  <a:pt x="137792" y="151271"/>
                </a:lnTo>
                <a:lnTo>
                  <a:pt x="138035" y="150468"/>
                </a:lnTo>
                <a:lnTo>
                  <a:pt x="138274" y="149667"/>
                </a:lnTo>
                <a:lnTo>
                  <a:pt x="138509" y="148868"/>
                </a:lnTo>
                <a:lnTo>
                  <a:pt x="138742" y="148071"/>
                </a:lnTo>
                <a:lnTo>
                  <a:pt x="138970" y="147276"/>
                </a:lnTo>
                <a:lnTo>
                  <a:pt x="139196" y="146483"/>
                </a:lnTo>
                <a:lnTo>
                  <a:pt x="139418" y="145692"/>
                </a:lnTo>
                <a:lnTo>
                  <a:pt x="139637" y="144903"/>
                </a:lnTo>
                <a:lnTo>
                  <a:pt x="139852" y="144116"/>
                </a:lnTo>
                <a:lnTo>
                  <a:pt x="140064" y="143331"/>
                </a:lnTo>
                <a:lnTo>
                  <a:pt x="140272" y="142548"/>
                </a:lnTo>
                <a:lnTo>
                  <a:pt x="140477" y="141767"/>
                </a:lnTo>
                <a:lnTo>
                  <a:pt x="140679" y="140988"/>
                </a:lnTo>
                <a:lnTo>
                  <a:pt x="140877" y="140211"/>
                </a:lnTo>
                <a:lnTo>
                  <a:pt x="141072" y="139435"/>
                </a:lnTo>
                <a:lnTo>
                  <a:pt x="141264" y="138662"/>
                </a:lnTo>
                <a:lnTo>
                  <a:pt x="141452" y="137891"/>
                </a:lnTo>
                <a:lnTo>
                  <a:pt x="141637" y="137122"/>
                </a:lnTo>
                <a:lnTo>
                  <a:pt x="141818" y="136355"/>
                </a:lnTo>
                <a:lnTo>
                  <a:pt x="141996" y="135590"/>
                </a:lnTo>
                <a:lnTo>
                  <a:pt x="142171" y="134827"/>
                </a:lnTo>
                <a:lnTo>
                  <a:pt x="142342" y="134065"/>
                </a:lnTo>
                <a:lnTo>
                  <a:pt x="142510" y="133306"/>
                </a:lnTo>
                <a:lnTo>
                  <a:pt x="142674" y="132549"/>
                </a:lnTo>
                <a:lnTo>
                  <a:pt x="142770" y="132116"/>
                </a:lnTo>
                <a:lnTo>
                  <a:pt x="142866" y="131679"/>
                </a:lnTo>
                <a:lnTo>
                  <a:pt x="142963" y="131236"/>
                </a:lnTo>
                <a:lnTo>
                  <a:pt x="143060" y="130790"/>
                </a:lnTo>
                <a:lnTo>
                  <a:pt x="143158" y="130338"/>
                </a:lnTo>
                <a:lnTo>
                  <a:pt x="143256" y="129882"/>
                </a:lnTo>
                <a:lnTo>
                  <a:pt x="143354" y="129422"/>
                </a:lnTo>
                <a:lnTo>
                  <a:pt x="143453" y="128957"/>
                </a:lnTo>
                <a:lnTo>
                  <a:pt x="143552" y="128487"/>
                </a:lnTo>
                <a:lnTo>
                  <a:pt x="143651" y="128013"/>
                </a:lnTo>
                <a:lnTo>
                  <a:pt x="143751" y="127534"/>
                </a:lnTo>
                <a:lnTo>
                  <a:pt x="143851" y="127050"/>
                </a:lnTo>
                <a:lnTo>
                  <a:pt x="143952" y="126562"/>
                </a:lnTo>
                <a:lnTo>
                  <a:pt x="144053" y="126070"/>
                </a:lnTo>
                <a:lnTo>
                  <a:pt x="144155" y="125572"/>
                </a:lnTo>
                <a:lnTo>
                  <a:pt x="144257" y="125070"/>
                </a:lnTo>
                <a:lnTo>
                  <a:pt x="144359" y="124564"/>
                </a:lnTo>
                <a:lnTo>
                  <a:pt x="144462" y="124053"/>
                </a:lnTo>
                <a:lnTo>
                  <a:pt x="144565" y="123537"/>
                </a:lnTo>
                <a:lnTo>
                  <a:pt x="144668" y="123017"/>
                </a:lnTo>
                <a:lnTo>
                  <a:pt x="144772" y="122493"/>
                </a:lnTo>
                <a:lnTo>
                  <a:pt x="144876" y="121963"/>
                </a:lnTo>
                <a:lnTo>
                  <a:pt x="144981" y="121429"/>
                </a:lnTo>
                <a:lnTo>
                  <a:pt x="145086" y="120891"/>
                </a:lnTo>
                <a:lnTo>
                  <a:pt x="145191" y="120350"/>
                </a:lnTo>
                <a:lnTo>
                  <a:pt x="145297" y="119808"/>
                </a:lnTo>
                <a:lnTo>
                  <a:pt x="145402" y="119265"/>
                </a:lnTo>
                <a:lnTo>
                  <a:pt x="145507" y="118721"/>
                </a:lnTo>
                <a:lnTo>
                  <a:pt x="145613" y="118177"/>
                </a:lnTo>
                <a:lnTo>
                  <a:pt x="145718" y="117632"/>
                </a:lnTo>
                <a:lnTo>
                  <a:pt x="145823" y="117086"/>
                </a:lnTo>
                <a:lnTo>
                  <a:pt x="145928" y="116539"/>
                </a:lnTo>
                <a:lnTo>
                  <a:pt x="146034" y="115991"/>
                </a:lnTo>
                <a:lnTo>
                  <a:pt x="146139" y="115443"/>
                </a:lnTo>
                <a:lnTo>
                  <a:pt x="146244" y="114894"/>
                </a:lnTo>
                <a:lnTo>
                  <a:pt x="146350" y="114344"/>
                </a:lnTo>
                <a:lnTo>
                  <a:pt x="146455" y="113793"/>
                </a:lnTo>
                <a:lnTo>
                  <a:pt x="146560" y="113241"/>
                </a:lnTo>
                <a:lnTo>
                  <a:pt x="146665" y="112689"/>
                </a:lnTo>
                <a:lnTo>
                  <a:pt x="146771" y="112136"/>
                </a:lnTo>
                <a:lnTo>
                  <a:pt x="146876" y="111582"/>
                </a:lnTo>
                <a:lnTo>
                  <a:pt x="146981" y="111027"/>
                </a:lnTo>
                <a:lnTo>
                  <a:pt x="147087" y="110472"/>
                </a:lnTo>
                <a:lnTo>
                  <a:pt x="147192" y="109915"/>
                </a:lnTo>
                <a:lnTo>
                  <a:pt x="147297" y="109358"/>
                </a:lnTo>
                <a:lnTo>
                  <a:pt x="147402" y="108800"/>
                </a:lnTo>
                <a:lnTo>
                  <a:pt x="147508" y="108241"/>
                </a:lnTo>
                <a:lnTo>
                  <a:pt x="147613" y="107682"/>
                </a:lnTo>
                <a:lnTo>
                  <a:pt x="147718" y="107122"/>
                </a:lnTo>
                <a:lnTo>
                  <a:pt x="147823" y="106563"/>
                </a:lnTo>
                <a:lnTo>
                  <a:pt x="147928" y="106004"/>
                </a:lnTo>
                <a:lnTo>
                  <a:pt x="148033" y="105445"/>
                </a:lnTo>
                <a:lnTo>
                  <a:pt x="148137" y="104887"/>
                </a:lnTo>
                <a:lnTo>
                  <a:pt x="148241" y="104329"/>
                </a:lnTo>
                <a:lnTo>
                  <a:pt x="148345" y="103772"/>
                </a:lnTo>
                <a:lnTo>
                  <a:pt x="148449" y="103215"/>
                </a:lnTo>
                <a:lnTo>
                  <a:pt x="148553" y="102658"/>
                </a:lnTo>
                <a:lnTo>
                  <a:pt x="148656" y="102102"/>
                </a:lnTo>
                <a:lnTo>
                  <a:pt x="148759" y="101547"/>
                </a:lnTo>
                <a:lnTo>
                  <a:pt x="148862" y="100991"/>
                </a:lnTo>
                <a:lnTo>
                  <a:pt x="148965" y="100436"/>
                </a:lnTo>
                <a:lnTo>
                  <a:pt x="149068" y="99882"/>
                </a:lnTo>
                <a:lnTo>
                  <a:pt x="149170" y="99328"/>
                </a:lnTo>
                <a:lnTo>
                  <a:pt x="149272" y="98774"/>
                </a:lnTo>
                <a:lnTo>
                  <a:pt x="149374" y="98220"/>
                </a:lnTo>
                <a:lnTo>
                  <a:pt x="149476" y="97667"/>
                </a:lnTo>
                <a:lnTo>
                  <a:pt x="149578" y="97115"/>
                </a:lnTo>
                <a:lnTo>
                  <a:pt x="149679" y="96563"/>
                </a:lnTo>
                <a:lnTo>
                  <a:pt x="149780" y="96011"/>
                </a:lnTo>
                <a:lnTo>
                  <a:pt x="149881" y="95460"/>
                </a:lnTo>
                <a:lnTo>
                  <a:pt x="149982" y="94909"/>
                </a:lnTo>
                <a:lnTo>
                  <a:pt x="150083" y="94358"/>
                </a:lnTo>
                <a:lnTo>
                  <a:pt x="150182" y="93810"/>
                </a:lnTo>
                <a:lnTo>
                  <a:pt x="150281" y="93266"/>
                </a:lnTo>
                <a:lnTo>
                  <a:pt x="150379" y="92727"/>
                </a:lnTo>
                <a:lnTo>
                  <a:pt x="150475" y="92192"/>
                </a:lnTo>
                <a:lnTo>
                  <a:pt x="150570" y="91661"/>
                </a:lnTo>
                <a:lnTo>
                  <a:pt x="150664" y="91135"/>
                </a:lnTo>
                <a:lnTo>
                  <a:pt x="150757" y="90613"/>
                </a:lnTo>
                <a:lnTo>
                  <a:pt x="150848" y="90095"/>
                </a:lnTo>
                <a:lnTo>
                  <a:pt x="150939" y="89582"/>
                </a:lnTo>
                <a:lnTo>
                  <a:pt x="151028" y="89074"/>
                </a:lnTo>
                <a:lnTo>
                  <a:pt x="151116" y="88569"/>
                </a:lnTo>
                <a:lnTo>
                  <a:pt x="151202" y="88069"/>
                </a:lnTo>
                <a:lnTo>
                  <a:pt x="151288" y="87574"/>
                </a:lnTo>
                <a:lnTo>
                  <a:pt x="151372" y="87083"/>
                </a:lnTo>
                <a:lnTo>
                  <a:pt x="151455" y="86596"/>
                </a:lnTo>
                <a:lnTo>
                  <a:pt x="151537" y="86114"/>
                </a:lnTo>
                <a:lnTo>
                  <a:pt x="151618" y="85636"/>
                </a:lnTo>
                <a:lnTo>
                  <a:pt x="151698" y="85162"/>
                </a:lnTo>
                <a:lnTo>
                  <a:pt x="151776" y="84693"/>
                </a:lnTo>
                <a:lnTo>
                  <a:pt x="151853" y="84228"/>
                </a:lnTo>
                <a:lnTo>
                  <a:pt x="151929" y="83767"/>
                </a:lnTo>
                <a:lnTo>
                  <a:pt x="152004" y="83311"/>
                </a:lnTo>
                <a:lnTo>
                  <a:pt x="152078" y="82860"/>
                </a:lnTo>
                <a:lnTo>
                  <a:pt x="152150" y="82412"/>
                </a:lnTo>
                <a:lnTo>
                  <a:pt x="152221" y="81970"/>
                </a:lnTo>
                <a:lnTo>
                  <a:pt x="152291" y="81534"/>
                </a:lnTo>
                <a:lnTo>
                  <a:pt x="152360" y="81104"/>
                </a:lnTo>
                <a:lnTo>
                  <a:pt x="152428" y="80680"/>
                </a:lnTo>
                <a:lnTo>
                  <a:pt x="152494" y="80262"/>
                </a:lnTo>
                <a:lnTo>
                  <a:pt x="152559" y="79850"/>
                </a:lnTo>
                <a:lnTo>
                  <a:pt x="152623" y="79443"/>
                </a:lnTo>
                <a:lnTo>
                  <a:pt x="152686" y="79043"/>
                </a:lnTo>
                <a:lnTo>
                  <a:pt x="152748" y="78649"/>
                </a:lnTo>
                <a:lnTo>
                  <a:pt x="152808" y="78261"/>
                </a:lnTo>
                <a:lnTo>
                  <a:pt x="152867" y="77878"/>
                </a:lnTo>
                <a:lnTo>
                  <a:pt x="152925" y="77502"/>
                </a:lnTo>
                <a:lnTo>
                  <a:pt x="152982" y="77132"/>
                </a:lnTo>
                <a:lnTo>
                  <a:pt x="153038" y="76768"/>
                </a:lnTo>
                <a:lnTo>
                  <a:pt x="153092" y="76409"/>
                </a:lnTo>
                <a:lnTo>
                  <a:pt x="153145" y="76057"/>
                </a:lnTo>
                <a:lnTo>
                  <a:pt x="153198" y="75710"/>
                </a:lnTo>
                <a:lnTo>
                  <a:pt x="153248" y="75370"/>
                </a:lnTo>
                <a:lnTo>
                  <a:pt x="153298" y="75036"/>
                </a:lnTo>
                <a:lnTo>
                  <a:pt x="153346" y="74707"/>
                </a:lnTo>
                <a:lnTo>
                  <a:pt x="153394" y="74385"/>
                </a:lnTo>
                <a:lnTo>
                  <a:pt x="153440" y="74068"/>
                </a:lnTo>
                <a:lnTo>
                  <a:pt x="153485" y="73758"/>
                </a:lnTo>
                <a:lnTo>
                  <a:pt x="153528" y="73453"/>
                </a:lnTo>
                <a:lnTo>
                  <a:pt x="153571" y="73157"/>
                </a:lnTo>
                <a:lnTo>
                  <a:pt x="153611" y="72869"/>
                </a:lnTo>
                <a:lnTo>
                  <a:pt x="153649" y="72591"/>
                </a:lnTo>
                <a:lnTo>
                  <a:pt x="153686" y="72322"/>
                </a:lnTo>
                <a:lnTo>
                  <a:pt x="153721" y="72063"/>
                </a:lnTo>
                <a:lnTo>
                  <a:pt x="153754" y="71813"/>
                </a:lnTo>
                <a:lnTo>
                  <a:pt x="153786" y="71572"/>
                </a:lnTo>
                <a:lnTo>
                  <a:pt x="153816" y="71341"/>
                </a:lnTo>
                <a:lnTo>
                  <a:pt x="153843" y="71119"/>
                </a:lnTo>
                <a:lnTo>
                  <a:pt x="153869" y="70907"/>
                </a:lnTo>
                <a:lnTo>
                  <a:pt x="153894" y="70704"/>
                </a:lnTo>
                <a:lnTo>
                  <a:pt x="153916" y="70510"/>
                </a:lnTo>
                <a:lnTo>
                  <a:pt x="153937" y="70326"/>
                </a:lnTo>
                <a:lnTo>
                  <a:pt x="153955" y="70151"/>
                </a:lnTo>
                <a:lnTo>
                  <a:pt x="153973" y="69985"/>
                </a:lnTo>
                <a:lnTo>
                  <a:pt x="153988" y="69829"/>
                </a:lnTo>
                <a:lnTo>
                  <a:pt x="154001" y="69682"/>
                </a:lnTo>
                <a:lnTo>
                  <a:pt x="154013" y="69545"/>
                </a:lnTo>
                <a:lnTo>
                  <a:pt x="154023" y="69416"/>
                </a:lnTo>
                <a:lnTo>
                  <a:pt x="154031" y="69298"/>
                </a:lnTo>
                <a:lnTo>
                  <a:pt x="154037" y="69188"/>
                </a:lnTo>
                <a:lnTo>
                  <a:pt x="154042" y="69088"/>
                </a:lnTo>
                <a:lnTo>
                  <a:pt x="154044" y="68998"/>
                </a:lnTo>
                <a:lnTo>
                  <a:pt x="154045" y="68916"/>
                </a:lnTo>
                <a:lnTo>
                  <a:pt x="154045" y="68849"/>
                </a:lnTo>
                <a:lnTo>
                  <a:pt x="154043" y="68780"/>
                </a:lnTo>
                <a:lnTo>
                  <a:pt x="154041" y="68711"/>
                </a:lnTo>
                <a:lnTo>
                  <a:pt x="154037" y="68640"/>
                </a:lnTo>
                <a:lnTo>
                  <a:pt x="154033" y="68569"/>
                </a:lnTo>
                <a:lnTo>
                  <a:pt x="154027" y="68496"/>
                </a:lnTo>
                <a:lnTo>
                  <a:pt x="154021" y="68423"/>
                </a:lnTo>
                <a:lnTo>
                  <a:pt x="154013" y="68348"/>
                </a:lnTo>
                <a:lnTo>
                  <a:pt x="154005" y="68273"/>
                </a:lnTo>
                <a:lnTo>
                  <a:pt x="153995" y="68196"/>
                </a:lnTo>
                <a:lnTo>
                  <a:pt x="153985" y="68119"/>
                </a:lnTo>
                <a:lnTo>
                  <a:pt x="153973" y="68041"/>
                </a:lnTo>
                <a:lnTo>
                  <a:pt x="153961" y="67961"/>
                </a:lnTo>
                <a:lnTo>
                  <a:pt x="153948" y="67881"/>
                </a:lnTo>
                <a:lnTo>
                  <a:pt x="153933" y="67799"/>
                </a:lnTo>
                <a:lnTo>
                  <a:pt x="153918" y="67717"/>
                </a:lnTo>
                <a:lnTo>
                  <a:pt x="153901" y="67633"/>
                </a:lnTo>
                <a:lnTo>
                  <a:pt x="153884" y="67549"/>
                </a:lnTo>
                <a:lnTo>
                  <a:pt x="153865" y="67463"/>
                </a:lnTo>
                <a:lnTo>
                  <a:pt x="153846" y="67377"/>
                </a:lnTo>
                <a:lnTo>
                  <a:pt x="153825" y="67289"/>
                </a:lnTo>
                <a:lnTo>
                  <a:pt x="153804" y="67201"/>
                </a:lnTo>
                <a:lnTo>
                  <a:pt x="153782" y="67112"/>
                </a:lnTo>
                <a:lnTo>
                  <a:pt x="153758" y="67021"/>
                </a:lnTo>
                <a:lnTo>
                  <a:pt x="153734" y="66931"/>
                </a:lnTo>
                <a:lnTo>
                  <a:pt x="153709" y="66841"/>
                </a:lnTo>
                <a:lnTo>
                  <a:pt x="153684" y="66753"/>
                </a:lnTo>
                <a:lnTo>
                  <a:pt x="153658" y="66665"/>
                </a:lnTo>
                <a:lnTo>
                  <a:pt x="153631" y="66579"/>
                </a:lnTo>
                <a:lnTo>
                  <a:pt x="153604" y="66494"/>
                </a:lnTo>
                <a:lnTo>
                  <a:pt x="153576" y="66409"/>
                </a:lnTo>
                <a:lnTo>
                  <a:pt x="153547" y="66326"/>
                </a:lnTo>
                <a:lnTo>
                  <a:pt x="153518" y="66243"/>
                </a:lnTo>
                <a:lnTo>
                  <a:pt x="153489" y="66162"/>
                </a:lnTo>
                <a:lnTo>
                  <a:pt x="153459" y="66081"/>
                </a:lnTo>
                <a:lnTo>
                  <a:pt x="153428" y="66002"/>
                </a:lnTo>
                <a:lnTo>
                  <a:pt x="153396" y="65923"/>
                </a:lnTo>
                <a:lnTo>
                  <a:pt x="153364" y="65846"/>
                </a:lnTo>
                <a:lnTo>
                  <a:pt x="153332" y="65769"/>
                </a:lnTo>
                <a:lnTo>
                  <a:pt x="153299" y="65694"/>
                </a:lnTo>
                <a:lnTo>
                  <a:pt x="153265" y="65619"/>
                </a:lnTo>
                <a:lnTo>
                  <a:pt x="153230" y="65546"/>
                </a:lnTo>
                <a:lnTo>
                  <a:pt x="153195" y="65473"/>
                </a:lnTo>
                <a:lnTo>
                  <a:pt x="153160" y="65402"/>
                </a:lnTo>
                <a:lnTo>
                  <a:pt x="153124" y="65331"/>
                </a:lnTo>
                <a:lnTo>
                  <a:pt x="153087" y="65262"/>
                </a:lnTo>
                <a:lnTo>
                  <a:pt x="153049" y="65193"/>
                </a:lnTo>
                <a:lnTo>
                  <a:pt x="153011" y="65126"/>
                </a:lnTo>
                <a:lnTo>
                  <a:pt x="152838" y="64841"/>
                </a:lnTo>
                <a:lnTo>
                  <a:pt x="152664" y="64561"/>
                </a:lnTo>
                <a:lnTo>
                  <a:pt x="152487" y="64285"/>
                </a:lnTo>
                <a:lnTo>
                  <a:pt x="152310" y="64014"/>
                </a:lnTo>
                <a:lnTo>
                  <a:pt x="152130" y="63748"/>
                </a:lnTo>
                <a:lnTo>
                  <a:pt x="151949" y="63486"/>
                </a:lnTo>
                <a:lnTo>
                  <a:pt x="151766" y="63228"/>
                </a:lnTo>
                <a:lnTo>
                  <a:pt x="151582" y="62976"/>
                </a:lnTo>
                <a:lnTo>
                  <a:pt x="151396" y="62727"/>
                </a:lnTo>
                <a:lnTo>
                  <a:pt x="151209" y="62484"/>
                </a:lnTo>
                <a:lnTo>
                  <a:pt x="151020" y="62245"/>
                </a:lnTo>
                <a:lnTo>
                  <a:pt x="150829" y="62010"/>
                </a:lnTo>
                <a:lnTo>
                  <a:pt x="150637" y="61781"/>
                </a:lnTo>
                <a:lnTo>
                  <a:pt x="150443" y="61555"/>
                </a:lnTo>
                <a:lnTo>
                  <a:pt x="150248" y="61335"/>
                </a:lnTo>
                <a:lnTo>
                  <a:pt x="150051" y="61119"/>
                </a:lnTo>
                <a:lnTo>
                  <a:pt x="149852" y="60907"/>
                </a:lnTo>
                <a:lnTo>
                  <a:pt x="149652" y="60700"/>
                </a:lnTo>
                <a:lnTo>
                  <a:pt x="149450" y="60498"/>
                </a:lnTo>
                <a:lnTo>
                  <a:pt x="149247" y="60300"/>
                </a:lnTo>
                <a:lnTo>
                  <a:pt x="149042" y="60107"/>
                </a:lnTo>
                <a:lnTo>
                  <a:pt x="148835" y="59919"/>
                </a:lnTo>
                <a:lnTo>
                  <a:pt x="148627" y="59735"/>
                </a:lnTo>
                <a:lnTo>
                  <a:pt x="148417" y="59555"/>
                </a:lnTo>
                <a:lnTo>
                  <a:pt x="148206" y="59380"/>
                </a:lnTo>
                <a:lnTo>
                  <a:pt x="147993" y="59208"/>
                </a:lnTo>
                <a:lnTo>
                  <a:pt x="147779" y="59040"/>
                </a:lnTo>
                <a:lnTo>
                  <a:pt x="147564" y="58876"/>
                </a:lnTo>
                <a:lnTo>
                  <a:pt x="147347" y="58715"/>
                </a:lnTo>
                <a:lnTo>
                  <a:pt x="147128" y="58557"/>
                </a:lnTo>
                <a:lnTo>
                  <a:pt x="146909" y="58404"/>
                </a:lnTo>
                <a:lnTo>
                  <a:pt x="146688" y="58253"/>
                </a:lnTo>
                <a:lnTo>
                  <a:pt x="146465" y="58107"/>
                </a:lnTo>
                <a:lnTo>
                  <a:pt x="146241" y="57964"/>
                </a:lnTo>
                <a:lnTo>
                  <a:pt x="146016" y="57825"/>
                </a:lnTo>
                <a:lnTo>
                  <a:pt x="145790" y="57689"/>
                </a:lnTo>
                <a:lnTo>
                  <a:pt x="145562" y="57557"/>
                </a:lnTo>
                <a:lnTo>
                  <a:pt x="145332" y="57428"/>
                </a:lnTo>
                <a:lnTo>
                  <a:pt x="145101" y="57303"/>
                </a:lnTo>
                <a:lnTo>
                  <a:pt x="144869" y="57181"/>
                </a:lnTo>
                <a:lnTo>
                  <a:pt x="144636" y="57064"/>
                </a:lnTo>
                <a:lnTo>
                  <a:pt x="144401" y="56949"/>
                </a:lnTo>
                <a:lnTo>
                  <a:pt x="144164" y="56839"/>
                </a:lnTo>
                <a:lnTo>
                  <a:pt x="143926" y="56732"/>
                </a:lnTo>
                <a:lnTo>
                  <a:pt x="143687" y="56628"/>
                </a:lnTo>
                <a:lnTo>
                  <a:pt x="143447" y="56528"/>
                </a:lnTo>
                <a:lnTo>
                  <a:pt x="143205" y="56432"/>
                </a:lnTo>
                <a:lnTo>
                  <a:pt x="142961" y="56339"/>
                </a:lnTo>
                <a:lnTo>
                  <a:pt x="142717" y="56250"/>
                </a:lnTo>
                <a:lnTo>
                  <a:pt x="142471" y="56162"/>
                </a:lnTo>
                <a:lnTo>
                  <a:pt x="142224" y="56078"/>
                </a:lnTo>
                <a:lnTo>
                  <a:pt x="141975" y="55996"/>
                </a:lnTo>
                <a:lnTo>
                  <a:pt x="141726" y="55917"/>
                </a:lnTo>
                <a:lnTo>
                  <a:pt x="141475" y="55840"/>
                </a:lnTo>
                <a:lnTo>
                  <a:pt x="141223" y="55766"/>
                </a:lnTo>
                <a:lnTo>
                  <a:pt x="140970" y="55695"/>
                </a:lnTo>
                <a:lnTo>
                  <a:pt x="140716" y="55626"/>
                </a:lnTo>
                <a:lnTo>
                  <a:pt x="140461" y="55559"/>
                </a:lnTo>
                <a:lnTo>
                  <a:pt x="140204" y="55496"/>
                </a:lnTo>
                <a:lnTo>
                  <a:pt x="139946" y="55435"/>
                </a:lnTo>
                <a:lnTo>
                  <a:pt x="139687" y="55376"/>
                </a:lnTo>
                <a:lnTo>
                  <a:pt x="139427" y="55320"/>
                </a:lnTo>
                <a:lnTo>
                  <a:pt x="139165" y="55267"/>
                </a:lnTo>
                <a:lnTo>
                  <a:pt x="138903" y="55216"/>
                </a:lnTo>
                <a:lnTo>
                  <a:pt x="138639" y="55168"/>
                </a:lnTo>
                <a:lnTo>
                  <a:pt x="138374" y="55122"/>
                </a:lnTo>
                <a:lnTo>
                  <a:pt x="138108" y="55079"/>
                </a:lnTo>
                <a:lnTo>
                  <a:pt x="137840" y="55039"/>
                </a:lnTo>
                <a:lnTo>
                  <a:pt x="137572" y="55001"/>
                </a:lnTo>
                <a:lnTo>
                  <a:pt x="137302" y="54966"/>
                </a:lnTo>
                <a:lnTo>
                  <a:pt x="137031" y="54933"/>
                </a:lnTo>
                <a:lnTo>
                  <a:pt x="136759" y="54903"/>
                </a:lnTo>
                <a:lnTo>
                  <a:pt x="136485" y="54875"/>
                </a:lnTo>
                <a:lnTo>
                  <a:pt x="136211" y="54848"/>
                </a:lnTo>
                <a:lnTo>
                  <a:pt x="135936" y="54823"/>
                </a:lnTo>
                <a:lnTo>
                  <a:pt x="135660" y="54798"/>
                </a:lnTo>
                <a:lnTo>
                  <a:pt x="135382" y="54775"/>
                </a:lnTo>
                <a:lnTo>
                  <a:pt x="135104" y="54753"/>
                </a:lnTo>
                <a:lnTo>
                  <a:pt x="134825" y="54732"/>
                </a:lnTo>
                <a:lnTo>
                  <a:pt x="134544" y="54712"/>
                </a:lnTo>
                <a:lnTo>
                  <a:pt x="134263" y="54693"/>
                </a:lnTo>
                <a:lnTo>
                  <a:pt x="133981" y="54676"/>
                </a:lnTo>
                <a:lnTo>
                  <a:pt x="133698" y="54660"/>
                </a:lnTo>
                <a:lnTo>
                  <a:pt x="133413" y="54645"/>
                </a:lnTo>
                <a:lnTo>
                  <a:pt x="133128" y="54631"/>
                </a:lnTo>
                <a:lnTo>
                  <a:pt x="132842" y="54619"/>
                </a:lnTo>
                <a:lnTo>
                  <a:pt x="132555" y="54607"/>
                </a:lnTo>
                <a:lnTo>
                  <a:pt x="132266" y="54597"/>
                </a:lnTo>
                <a:lnTo>
                  <a:pt x="131977" y="54588"/>
                </a:lnTo>
                <a:lnTo>
                  <a:pt x="131687" y="54580"/>
                </a:lnTo>
                <a:lnTo>
                  <a:pt x="131396" y="54574"/>
                </a:lnTo>
                <a:lnTo>
                  <a:pt x="131103" y="54568"/>
                </a:lnTo>
                <a:lnTo>
                  <a:pt x="130810" y="54564"/>
                </a:lnTo>
                <a:lnTo>
                  <a:pt x="130516" y="54561"/>
                </a:lnTo>
                <a:lnTo>
                  <a:pt x="130221" y="54559"/>
                </a:lnTo>
                <a:lnTo>
                  <a:pt x="129924" y="54559"/>
                </a:lnTo>
                <a:lnTo>
                  <a:pt x="129218" y="54564"/>
                </a:lnTo>
                <a:lnTo>
                  <a:pt x="128514" y="54578"/>
                </a:lnTo>
                <a:lnTo>
                  <a:pt x="127814" y="54602"/>
                </a:lnTo>
                <a:lnTo>
                  <a:pt x="127117" y="54635"/>
                </a:lnTo>
                <a:lnTo>
                  <a:pt x="126423" y="54678"/>
                </a:lnTo>
                <a:lnTo>
                  <a:pt x="125732" y="54731"/>
                </a:lnTo>
                <a:lnTo>
                  <a:pt x="125045" y="54793"/>
                </a:lnTo>
                <a:lnTo>
                  <a:pt x="124360" y="54865"/>
                </a:lnTo>
                <a:lnTo>
                  <a:pt x="123679" y="54946"/>
                </a:lnTo>
                <a:lnTo>
                  <a:pt x="123001" y="55037"/>
                </a:lnTo>
                <a:lnTo>
                  <a:pt x="122326" y="55138"/>
                </a:lnTo>
                <a:lnTo>
                  <a:pt x="121655" y="55248"/>
                </a:lnTo>
                <a:lnTo>
                  <a:pt x="120986" y="55368"/>
                </a:lnTo>
                <a:lnTo>
                  <a:pt x="120321" y="55497"/>
                </a:lnTo>
                <a:lnTo>
                  <a:pt x="119659" y="55636"/>
                </a:lnTo>
                <a:lnTo>
                  <a:pt x="119000" y="55784"/>
                </a:lnTo>
                <a:lnTo>
                  <a:pt x="118344" y="55942"/>
                </a:lnTo>
                <a:lnTo>
                  <a:pt x="117692" y="56109"/>
                </a:lnTo>
                <a:lnTo>
                  <a:pt x="117043" y="56286"/>
                </a:lnTo>
                <a:lnTo>
                  <a:pt x="116396" y="56473"/>
                </a:lnTo>
                <a:lnTo>
                  <a:pt x="115754" y="56669"/>
                </a:lnTo>
                <a:lnTo>
                  <a:pt x="115114" y="56875"/>
                </a:lnTo>
                <a:lnTo>
                  <a:pt x="114477" y="57091"/>
                </a:lnTo>
                <a:lnTo>
                  <a:pt x="113844" y="57315"/>
                </a:lnTo>
                <a:lnTo>
                  <a:pt x="113212" y="57551"/>
                </a:lnTo>
                <a:lnTo>
                  <a:pt x="112581" y="57799"/>
                </a:lnTo>
                <a:lnTo>
                  <a:pt x="111949" y="58058"/>
                </a:lnTo>
                <a:lnTo>
                  <a:pt x="111317" y="58330"/>
                </a:lnTo>
                <a:lnTo>
                  <a:pt x="110685" y="58614"/>
                </a:lnTo>
                <a:lnTo>
                  <a:pt x="110054" y="58909"/>
                </a:lnTo>
                <a:lnTo>
                  <a:pt x="109422" y="59217"/>
                </a:lnTo>
                <a:lnTo>
                  <a:pt x="108790" y="59536"/>
                </a:lnTo>
                <a:lnTo>
                  <a:pt x="108158" y="59868"/>
                </a:lnTo>
                <a:lnTo>
                  <a:pt x="107527" y="60211"/>
                </a:lnTo>
                <a:lnTo>
                  <a:pt x="106895" y="60566"/>
                </a:lnTo>
                <a:lnTo>
                  <a:pt x="106263" y="60934"/>
                </a:lnTo>
                <a:lnTo>
                  <a:pt x="105631" y="61313"/>
                </a:lnTo>
                <a:lnTo>
                  <a:pt x="105000" y="61704"/>
                </a:lnTo>
                <a:lnTo>
                  <a:pt x="104368" y="62107"/>
                </a:lnTo>
                <a:lnTo>
                  <a:pt x="103736" y="62522"/>
                </a:lnTo>
                <a:lnTo>
                  <a:pt x="103105" y="62950"/>
                </a:lnTo>
                <a:lnTo>
                  <a:pt x="102473" y="63389"/>
                </a:lnTo>
                <a:lnTo>
                  <a:pt x="101841" y="63840"/>
                </a:lnTo>
                <a:lnTo>
                  <a:pt x="101209" y="64303"/>
                </a:lnTo>
                <a:lnTo>
                  <a:pt x="100578" y="64778"/>
                </a:lnTo>
                <a:lnTo>
                  <a:pt x="99946" y="65265"/>
                </a:lnTo>
                <a:lnTo>
                  <a:pt x="99314" y="65764"/>
                </a:lnTo>
                <a:lnTo>
                  <a:pt x="98682" y="66275"/>
                </a:lnTo>
                <a:lnTo>
                  <a:pt x="98176" y="66688"/>
                </a:lnTo>
                <a:lnTo>
                  <a:pt x="97671" y="67104"/>
                </a:lnTo>
                <a:lnTo>
                  <a:pt x="97168" y="67523"/>
                </a:lnTo>
                <a:lnTo>
                  <a:pt x="96666" y="67945"/>
                </a:lnTo>
                <a:lnTo>
                  <a:pt x="96166" y="68370"/>
                </a:lnTo>
                <a:lnTo>
                  <a:pt x="95667" y="68798"/>
                </a:lnTo>
                <a:lnTo>
                  <a:pt x="95170" y="69229"/>
                </a:lnTo>
                <a:lnTo>
                  <a:pt x="94675" y="69663"/>
                </a:lnTo>
                <a:lnTo>
                  <a:pt x="94181" y="70100"/>
                </a:lnTo>
                <a:lnTo>
                  <a:pt x="93689" y="70540"/>
                </a:lnTo>
                <a:lnTo>
                  <a:pt x="93199" y="70983"/>
                </a:lnTo>
                <a:lnTo>
                  <a:pt x="92710" y="71429"/>
                </a:lnTo>
                <a:lnTo>
                  <a:pt x="92222" y="71878"/>
                </a:lnTo>
                <a:lnTo>
                  <a:pt x="91737" y="72330"/>
                </a:lnTo>
                <a:lnTo>
                  <a:pt x="91252" y="72785"/>
                </a:lnTo>
                <a:lnTo>
                  <a:pt x="90770" y="73243"/>
                </a:lnTo>
                <a:lnTo>
                  <a:pt x="90289" y="73704"/>
                </a:lnTo>
                <a:lnTo>
                  <a:pt x="89809" y="74168"/>
                </a:lnTo>
                <a:lnTo>
                  <a:pt x="89332" y="74635"/>
                </a:lnTo>
                <a:lnTo>
                  <a:pt x="88855" y="75104"/>
                </a:lnTo>
                <a:lnTo>
                  <a:pt x="88381" y="75577"/>
                </a:lnTo>
                <a:lnTo>
                  <a:pt x="87908" y="76053"/>
                </a:lnTo>
                <a:lnTo>
                  <a:pt x="87436" y="76532"/>
                </a:lnTo>
                <a:lnTo>
                  <a:pt x="86967" y="77014"/>
                </a:lnTo>
                <a:lnTo>
                  <a:pt x="86499" y="77499"/>
                </a:lnTo>
                <a:lnTo>
                  <a:pt x="86035" y="77985"/>
                </a:lnTo>
                <a:lnTo>
                  <a:pt x="85574" y="78474"/>
                </a:lnTo>
                <a:lnTo>
                  <a:pt x="85116" y="78965"/>
                </a:lnTo>
                <a:lnTo>
                  <a:pt x="84661" y="79458"/>
                </a:lnTo>
                <a:lnTo>
                  <a:pt x="84210" y="79954"/>
                </a:lnTo>
                <a:lnTo>
                  <a:pt x="83762" y="80451"/>
                </a:lnTo>
                <a:lnTo>
                  <a:pt x="83317" y="80951"/>
                </a:lnTo>
                <a:lnTo>
                  <a:pt x="82875" y="81453"/>
                </a:lnTo>
                <a:lnTo>
                  <a:pt x="82436" y="81957"/>
                </a:lnTo>
                <a:lnTo>
                  <a:pt x="82000" y="82464"/>
                </a:lnTo>
                <a:lnTo>
                  <a:pt x="81568" y="82972"/>
                </a:lnTo>
                <a:lnTo>
                  <a:pt x="81139" y="83483"/>
                </a:lnTo>
                <a:lnTo>
                  <a:pt x="80713" y="83996"/>
                </a:lnTo>
                <a:lnTo>
                  <a:pt x="80290" y="84511"/>
                </a:lnTo>
                <a:lnTo>
                  <a:pt x="79871" y="85029"/>
                </a:lnTo>
                <a:lnTo>
                  <a:pt x="79454" y="85548"/>
                </a:lnTo>
                <a:lnTo>
                  <a:pt x="79041" y="86070"/>
                </a:lnTo>
                <a:lnTo>
                  <a:pt x="78631" y="86594"/>
                </a:lnTo>
                <a:lnTo>
                  <a:pt x="78224" y="87120"/>
                </a:lnTo>
                <a:lnTo>
                  <a:pt x="77821" y="87649"/>
                </a:lnTo>
                <a:lnTo>
                  <a:pt x="77420" y="88179"/>
                </a:lnTo>
                <a:lnTo>
                  <a:pt x="77023" y="88712"/>
                </a:lnTo>
                <a:lnTo>
                  <a:pt x="76629" y="89247"/>
                </a:lnTo>
                <a:lnTo>
                  <a:pt x="76239" y="89784"/>
                </a:lnTo>
                <a:lnTo>
                  <a:pt x="75852" y="90324"/>
                </a:lnTo>
                <a:lnTo>
                  <a:pt x="75470" y="90866"/>
                </a:lnTo>
                <a:lnTo>
                  <a:pt x="75091" y="91410"/>
                </a:lnTo>
                <a:lnTo>
                  <a:pt x="74717" y="91957"/>
                </a:lnTo>
                <a:lnTo>
                  <a:pt x="74346" y="92506"/>
                </a:lnTo>
                <a:lnTo>
                  <a:pt x="73980" y="93057"/>
                </a:lnTo>
                <a:lnTo>
                  <a:pt x="73617" y="93611"/>
                </a:lnTo>
                <a:lnTo>
                  <a:pt x="73259" y="94168"/>
                </a:lnTo>
                <a:lnTo>
                  <a:pt x="72904" y="94727"/>
                </a:lnTo>
                <a:lnTo>
                  <a:pt x="72554" y="95288"/>
                </a:lnTo>
                <a:lnTo>
                  <a:pt x="72207" y="95851"/>
                </a:lnTo>
                <a:lnTo>
                  <a:pt x="71864" y="96417"/>
                </a:lnTo>
                <a:lnTo>
                  <a:pt x="71526" y="96985"/>
                </a:lnTo>
                <a:lnTo>
                  <a:pt x="71191" y="97556"/>
                </a:lnTo>
                <a:lnTo>
                  <a:pt x="70861" y="98129"/>
                </a:lnTo>
                <a:lnTo>
                  <a:pt x="70534" y="98705"/>
                </a:lnTo>
                <a:lnTo>
                  <a:pt x="70211" y="99283"/>
                </a:lnTo>
                <a:lnTo>
                  <a:pt x="69893" y="99863"/>
                </a:lnTo>
                <a:lnTo>
                  <a:pt x="69578" y="100446"/>
                </a:lnTo>
                <a:lnTo>
                  <a:pt x="69267" y="101031"/>
                </a:lnTo>
                <a:lnTo>
                  <a:pt x="68961" y="101618"/>
                </a:lnTo>
                <a:lnTo>
                  <a:pt x="68658" y="102208"/>
                </a:lnTo>
                <a:lnTo>
                  <a:pt x="68359" y="102800"/>
                </a:lnTo>
                <a:lnTo>
                  <a:pt x="68065" y="103395"/>
                </a:lnTo>
                <a:lnTo>
                  <a:pt x="67778" y="103990"/>
                </a:lnTo>
                <a:lnTo>
                  <a:pt x="67496" y="104588"/>
                </a:lnTo>
                <a:lnTo>
                  <a:pt x="67220" y="105187"/>
                </a:lnTo>
                <a:lnTo>
                  <a:pt x="66950" y="105787"/>
                </a:lnTo>
                <a:lnTo>
                  <a:pt x="66687" y="106390"/>
                </a:lnTo>
                <a:lnTo>
                  <a:pt x="66429" y="106993"/>
                </a:lnTo>
                <a:lnTo>
                  <a:pt x="66177" y="107599"/>
                </a:lnTo>
                <a:lnTo>
                  <a:pt x="65931" y="108206"/>
                </a:lnTo>
                <a:lnTo>
                  <a:pt x="65691" y="108814"/>
                </a:lnTo>
                <a:lnTo>
                  <a:pt x="65457" y="109425"/>
                </a:lnTo>
                <a:lnTo>
                  <a:pt x="65229" y="110036"/>
                </a:lnTo>
                <a:lnTo>
                  <a:pt x="65007" y="110650"/>
                </a:lnTo>
                <a:lnTo>
                  <a:pt x="64791" y="111265"/>
                </a:lnTo>
                <a:lnTo>
                  <a:pt x="64581" y="111881"/>
                </a:lnTo>
                <a:lnTo>
                  <a:pt x="64377" y="112500"/>
                </a:lnTo>
                <a:lnTo>
                  <a:pt x="64179" y="113119"/>
                </a:lnTo>
                <a:lnTo>
                  <a:pt x="63987" y="113741"/>
                </a:lnTo>
                <a:lnTo>
                  <a:pt x="63801" y="114364"/>
                </a:lnTo>
                <a:lnTo>
                  <a:pt x="63621" y="114988"/>
                </a:lnTo>
                <a:lnTo>
                  <a:pt x="63447" y="115614"/>
                </a:lnTo>
                <a:lnTo>
                  <a:pt x="63279" y="116242"/>
                </a:lnTo>
                <a:lnTo>
                  <a:pt x="63117" y="116871"/>
                </a:lnTo>
                <a:lnTo>
                  <a:pt x="62961" y="117502"/>
                </a:lnTo>
                <a:lnTo>
                  <a:pt x="62913" y="117714"/>
                </a:lnTo>
                <a:lnTo>
                  <a:pt x="62864" y="117928"/>
                </a:lnTo>
                <a:lnTo>
                  <a:pt x="62815" y="118145"/>
                </a:lnTo>
                <a:lnTo>
                  <a:pt x="62766" y="118364"/>
                </a:lnTo>
                <a:lnTo>
                  <a:pt x="62716" y="118585"/>
                </a:lnTo>
                <a:lnTo>
                  <a:pt x="62666" y="118809"/>
                </a:lnTo>
                <a:lnTo>
                  <a:pt x="62616" y="119035"/>
                </a:lnTo>
                <a:lnTo>
                  <a:pt x="62565" y="119264"/>
                </a:lnTo>
                <a:lnTo>
                  <a:pt x="62514" y="119495"/>
                </a:lnTo>
                <a:lnTo>
                  <a:pt x="62462" y="119728"/>
                </a:lnTo>
                <a:lnTo>
                  <a:pt x="62410" y="119964"/>
                </a:lnTo>
                <a:lnTo>
                  <a:pt x="62358" y="120202"/>
                </a:lnTo>
                <a:lnTo>
                  <a:pt x="62305" y="120442"/>
                </a:lnTo>
                <a:lnTo>
                  <a:pt x="62252" y="120685"/>
                </a:lnTo>
                <a:lnTo>
                  <a:pt x="62198" y="120930"/>
                </a:lnTo>
                <a:lnTo>
                  <a:pt x="62144" y="121178"/>
                </a:lnTo>
                <a:lnTo>
                  <a:pt x="62090" y="121428"/>
                </a:lnTo>
                <a:lnTo>
                  <a:pt x="62035" y="121680"/>
                </a:lnTo>
                <a:lnTo>
                  <a:pt x="61979" y="121935"/>
                </a:lnTo>
                <a:lnTo>
                  <a:pt x="61924" y="122193"/>
                </a:lnTo>
                <a:lnTo>
                  <a:pt x="61868" y="122452"/>
                </a:lnTo>
                <a:lnTo>
                  <a:pt x="61811" y="122714"/>
                </a:lnTo>
                <a:lnTo>
                  <a:pt x="61755" y="122979"/>
                </a:lnTo>
                <a:lnTo>
                  <a:pt x="61697" y="123245"/>
                </a:lnTo>
                <a:lnTo>
                  <a:pt x="61641" y="123513"/>
                </a:lnTo>
                <a:lnTo>
                  <a:pt x="61587" y="123778"/>
                </a:lnTo>
                <a:lnTo>
                  <a:pt x="61536" y="124042"/>
                </a:lnTo>
                <a:lnTo>
                  <a:pt x="61487" y="124305"/>
                </a:lnTo>
                <a:lnTo>
                  <a:pt x="61440" y="124566"/>
                </a:lnTo>
                <a:lnTo>
                  <a:pt x="61396" y="124825"/>
                </a:lnTo>
                <a:lnTo>
                  <a:pt x="61354" y="125082"/>
                </a:lnTo>
                <a:lnTo>
                  <a:pt x="61314" y="125338"/>
                </a:lnTo>
                <a:lnTo>
                  <a:pt x="61277" y="125593"/>
                </a:lnTo>
                <a:lnTo>
                  <a:pt x="61243" y="125846"/>
                </a:lnTo>
                <a:lnTo>
                  <a:pt x="61210" y="126097"/>
                </a:lnTo>
                <a:lnTo>
                  <a:pt x="61180" y="126347"/>
                </a:lnTo>
                <a:lnTo>
                  <a:pt x="61153" y="126595"/>
                </a:lnTo>
                <a:lnTo>
                  <a:pt x="61128" y="126841"/>
                </a:lnTo>
                <a:lnTo>
                  <a:pt x="61105" y="127086"/>
                </a:lnTo>
                <a:lnTo>
                  <a:pt x="61085" y="127329"/>
                </a:lnTo>
                <a:lnTo>
                  <a:pt x="61067" y="127571"/>
                </a:lnTo>
                <a:lnTo>
                  <a:pt x="61051" y="127811"/>
                </a:lnTo>
                <a:lnTo>
                  <a:pt x="61038" y="128050"/>
                </a:lnTo>
                <a:lnTo>
                  <a:pt x="61027" y="128287"/>
                </a:lnTo>
                <a:lnTo>
                  <a:pt x="61019" y="128522"/>
                </a:lnTo>
                <a:lnTo>
                  <a:pt x="61013" y="128756"/>
                </a:lnTo>
                <a:lnTo>
                  <a:pt x="61009" y="128988"/>
                </a:lnTo>
                <a:lnTo>
                  <a:pt x="61008" y="129218"/>
                </a:lnTo>
                <a:lnTo>
                  <a:pt x="61012" y="129581"/>
                </a:lnTo>
                <a:lnTo>
                  <a:pt x="61024" y="129943"/>
                </a:lnTo>
                <a:lnTo>
                  <a:pt x="61044" y="130303"/>
                </a:lnTo>
                <a:lnTo>
                  <a:pt x="61072" y="130662"/>
                </a:lnTo>
                <a:lnTo>
                  <a:pt x="61108" y="131019"/>
                </a:lnTo>
                <a:lnTo>
                  <a:pt x="61152" y="131375"/>
                </a:lnTo>
                <a:lnTo>
                  <a:pt x="61204" y="131730"/>
                </a:lnTo>
                <a:lnTo>
                  <a:pt x="61263" y="132083"/>
                </a:lnTo>
                <a:lnTo>
                  <a:pt x="61331" y="132435"/>
                </a:lnTo>
                <a:lnTo>
                  <a:pt x="61407" y="132786"/>
                </a:lnTo>
                <a:lnTo>
                  <a:pt x="61491" y="133135"/>
                </a:lnTo>
                <a:lnTo>
                  <a:pt x="61582" y="133482"/>
                </a:lnTo>
                <a:lnTo>
                  <a:pt x="61682" y="133829"/>
                </a:lnTo>
                <a:lnTo>
                  <a:pt x="61790" y="134174"/>
                </a:lnTo>
                <a:lnTo>
                  <a:pt x="61905" y="134517"/>
                </a:lnTo>
                <a:lnTo>
                  <a:pt x="62029" y="134859"/>
                </a:lnTo>
                <a:lnTo>
                  <a:pt x="62161" y="135200"/>
                </a:lnTo>
                <a:lnTo>
                  <a:pt x="62300" y="135539"/>
                </a:lnTo>
                <a:lnTo>
                  <a:pt x="62448" y="135877"/>
                </a:lnTo>
                <a:lnTo>
                  <a:pt x="62603" y="136214"/>
                </a:lnTo>
                <a:lnTo>
                  <a:pt x="62767" y="136549"/>
                </a:lnTo>
                <a:lnTo>
                  <a:pt x="62938" y="136882"/>
                </a:lnTo>
                <a:lnTo>
                  <a:pt x="63118" y="137215"/>
                </a:lnTo>
                <a:lnTo>
                  <a:pt x="63305" y="137546"/>
                </a:lnTo>
                <a:lnTo>
                  <a:pt x="63499" y="137874"/>
                </a:lnTo>
                <a:lnTo>
                  <a:pt x="63695" y="138199"/>
                </a:lnTo>
                <a:lnTo>
                  <a:pt x="63896" y="138521"/>
                </a:lnTo>
                <a:lnTo>
                  <a:pt x="64100" y="138839"/>
                </a:lnTo>
                <a:lnTo>
                  <a:pt x="64307" y="139154"/>
                </a:lnTo>
                <a:lnTo>
                  <a:pt x="64519" y="139466"/>
                </a:lnTo>
                <a:lnTo>
                  <a:pt x="64733" y="139774"/>
                </a:lnTo>
                <a:lnTo>
                  <a:pt x="64952" y="140079"/>
                </a:lnTo>
                <a:lnTo>
                  <a:pt x="65174" y="140380"/>
                </a:lnTo>
                <a:lnTo>
                  <a:pt x="65399" y="140678"/>
                </a:lnTo>
                <a:lnTo>
                  <a:pt x="65628" y="140973"/>
                </a:lnTo>
                <a:lnTo>
                  <a:pt x="65861" y="141264"/>
                </a:lnTo>
                <a:lnTo>
                  <a:pt x="66097" y="141552"/>
                </a:lnTo>
                <a:lnTo>
                  <a:pt x="66337" y="141837"/>
                </a:lnTo>
                <a:lnTo>
                  <a:pt x="66581" y="142118"/>
                </a:lnTo>
                <a:lnTo>
                  <a:pt x="66828" y="142395"/>
                </a:lnTo>
                <a:lnTo>
                  <a:pt x="67078" y="142670"/>
                </a:lnTo>
                <a:lnTo>
                  <a:pt x="67333" y="142940"/>
                </a:lnTo>
                <a:lnTo>
                  <a:pt x="67590" y="143208"/>
                </a:lnTo>
                <a:lnTo>
                  <a:pt x="67852" y="143472"/>
                </a:lnTo>
                <a:lnTo>
                  <a:pt x="68117" y="143733"/>
                </a:lnTo>
                <a:lnTo>
                  <a:pt x="68386" y="143990"/>
                </a:lnTo>
                <a:lnTo>
                  <a:pt x="68658" y="144244"/>
                </a:lnTo>
                <a:lnTo>
                  <a:pt x="68934" y="144495"/>
                </a:lnTo>
                <a:lnTo>
                  <a:pt x="69212" y="144742"/>
                </a:lnTo>
                <a:lnTo>
                  <a:pt x="69491" y="144984"/>
                </a:lnTo>
                <a:lnTo>
                  <a:pt x="69773" y="145223"/>
                </a:lnTo>
                <a:lnTo>
                  <a:pt x="70055" y="145458"/>
                </a:lnTo>
                <a:lnTo>
                  <a:pt x="70339" y="145689"/>
                </a:lnTo>
                <a:lnTo>
                  <a:pt x="70624" y="145916"/>
                </a:lnTo>
                <a:lnTo>
                  <a:pt x="70911" y="146139"/>
                </a:lnTo>
                <a:lnTo>
                  <a:pt x="71199" y="146358"/>
                </a:lnTo>
                <a:lnTo>
                  <a:pt x="71488" y="146573"/>
                </a:lnTo>
                <a:lnTo>
                  <a:pt x="71779" y="146784"/>
                </a:lnTo>
                <a:lnTo>
                  <a:pt x="72071" y="146991"/>
                </a:lnTo>
                <a:lnTo>
                  <a:pt x="72365" y="147194"/>
                </a:lnTo>
                <a:lnTo>
                  <a:pt x="72660" y="147393"/>
                </a:lnTo>
                <a:lnTo>
                  <a:pt x="72956" y="147588"/>
                </a:lnTo>
                <a:lnTo>
                  <a:pt x="73254" y="147779"/>
                </a:lnTo>
                <a:lnTo>
                  <a:pt x="73553" y="147966"/>
                </a:lnTo>
                <a:lnTo>
                  <a:pt x="73854" y="148149"/>
                </a:lnTo>
                <a:lnTo>
                  <a:pt x="74156" y="148328"/>
                </a:lnTo>
                <a:lnTo>
                  <a:pt x="74459" y="148503"/>
                </a:lnTo>
                <a:lnTo>
                  <a:pt x="74764" y="148674"/>
                </a:lnTo>
                <a:lnTo>
                  <a:pt x="75070" y="148841"/>
                </a:lnTo>
                <a:lnTo>
                  <a:pt x="75378" y="149005"/>
                </a:lnTo>
                <a:lnTo>
                  <a:pt x="75687" y="149164"/>
                </a:lnTo>
                <a:lnTo>
                  <a:pt x="75997" y="149319"/>
                </a:lnTo>
                <a:lnTo>
                  <a:pt x="76307" y="149469"/>
                </a:lnTo>
                <a:lnTo>
                  <a:pt x="76614" y="149612"/>
                </a:lnTo>
                <a:lnTo>
                  <a:pt x="76919" y="149750"/>
                </a:lnTo>
                <a:lnTo>
                  <a:pt x="77221" y="149880"/>
                </a:lnTo>
                <a:lnTo>
                  <a:pt x="77520" y="150005"/>
                </a:lnTo>
                <a:lnTo>
                  <a:pt x="77817" y="150123"/>
                </a:lnTo>
                <a:lnTo>
                  <a:pt x="78111" y="150235"/>
                </a:lnTo>
                <a:lnTo>
                  <a:pt x="78403" y="150340"/>
                </a:lnTo>
                <a:lnTo>
                  <a:pt x="78692" y="150439"/>
                </a:lnTo>
                <a:lnTo>
                  <a:pt x="78979" y="150531"/>
                </a:lnTo>
                <a:lnTo>
                  <a:pt x="79262" y="150617"/>
                </a:lnTo>
                <a:lnTo>
                  <a:pt x="79544" y="150697"/>
                </a:lnTo>
                <a:lnTo>
                  <a:pt x="79822" y="150771"/>
                </a:lnTo>
                <a:lnTo>
                  <a:pt x="80099" y="150838"/>
                </a:lnTo>
                <a:lnTo>
                  <a:pt x="80372" y="150898"/>
                </a:lnTo>
                <a:lnTo>
                  <a:pt x="80643" y="150952"/>
                </a:lnTo>
                <a:lnTo>
                  <a:pt x="80911" y="151000"/>
                </a:lnTo>
                <a:lnTo>
                  <a:pt x="81177" y="151042"/>
                </a:lnTo>
                <a:lnTo>
                  <a:pt x="81440" y="151077"/>
                </a:lnTo>
                <a:lnTo>
                  <a:pt x="81701" y="151106"/>
                </a:lnTo>
                <a:lnTo>
                  <a:pt x="81959" y="151128"/>
                </a:lnTo>
                <a:lnTo>
                  <a:pt x="82214" y="151144"/>
                </a:lnTo>
                <a:lnTo>
                  <a:pt x="82467" y="151153"/>
                </a:lnTo>
                <a:lnTo>
                  <a:pt x="82717" y="151157"/>
                </a:lnTo>
                <a:lnTo>
                  <a:pt x="83138" y="151153"/>
                </a:lnTo>
                <a:lnTo>
                  <a:pt x="83559" y="151143"/>
                </a:lnTo>
                <a:lnTo>
                  <a:pt x="83981" y="151127"/>
                </a:lnTo>
                <a:lnTo>
                  <a:pt x="84403" y="151104"/>
                </a:lnTo>
                <a:lnTo>
                  <a:pt x="84825" y="151074"/>
                </a:lnTo>
                <a:lnTo>
                  <a:pt x="85247" y="151038"/>
                </a:lnTo>
                <a:lnTo>
                  <a:pt x="85670" y="150995"/>
                </a:lnTo>
                <a:lnTo>
                  <a:pt x="86092" y="150946"/>
                </a:lnTo>
                <a:lnTo>
                  <a:pt x="86515" y="150890"/>
                </a:lnTo>
                <a:lnTo>
                  <a:pt x="86938" y="150828"/>
                </a:lnTo>
                <a:lnTo>
                  <a:pt x="87362" y="150758"/>
                </a:lnTo>
                <a:lnTo>
                  <a:pt x="87785" y="150683"/>
                </a:lnTo>
                <a:lnTo>
                  <a:pt x="88209" y="150601"/>
                </a:lnTo>
                <a:lnTo>
                  <a:pt x="88633" y="150512"/>
                </a:lnTo>
                <a:lnTo>
                  <a:pt x="89057" y="150416"/>
                </a:lnTo>
                <a:lnTo>
                  <a:pt x="89481" y="150314"/>
                </a:lnTo>
                <a:lnTo>
                  <a:pt x="89905" y="150206"/>
                </a:lnTo>
                <a:lnTo>
                  <a:pt x="90330" y="150091"/>
                </a:lnTo>
                <a:lnTo>
                  <a:pt x="90755" y="149969"/>
                </a:lnTo>
                <a:lnTo>
                  <a:pt x="91180" y="149840"/>
                </a:lnTo>
                <a:lnTo>
                  <a:pt x="91605" y="149706"/>
                </a:lnTo>
                <a:lnTo>
                  <a:pt x="92030" y="149564"/>
                </a:lnTo>
                <a:lnTo>
                  <a:pt x="92456" y="149416"/>
                </a:lnTo>
                <a:lnTo>
                  <a:pt x="92882" y="149261"/>
                </a:lnTo>
                <a:lnTo>
                  <a:pt x="93308" y="149102"/>
                </a:lnTo>
                <a:lnTo>
                  <a:pt x="93733" y="148938"/>
                </a:lnTo>
                <a:lnTo>
                  <a:pt x="94157" y="148771"/>
                </a:lnTo>
                <a:lnTo>
                  <a:pt x="94581" y="148599"/>
                </a:lnTo>
                <a:lnTo>
                  <a:pt x="95004" y="148424"/>
                </a:lnTo>
                <a:lnTo>
                  <a:pt x="95427" y="148246"/>
                </a:lnTo>
                <a:lnTo>
                  <a:pt x="95849" y="148063"/>
                </a:lnTo>
                <a:lnTo>
                  <a:pt x="96270" y="147877"/>
                </a:lnTo>
                <a:lnTo>
                  <a:pt x="96691" y="147687"/>
                </a:lnTo>
                <a:lnTo>
                  <a:pt x="97111" y="147493"/>
                </a:lnTo>
                <a:lnTo>
                  <a:pt x="97531" y="147295"/>
                </a:lnTo>
                <a:lnTo>
                  <a:pt x="97950" y="147093"/>
                </a:lnTo>
                <a:lnTo>
                  <a:pt x="98369" y="146888"/>
                </a:lnTo>
                <a:lnTo>
                  <a:pt x="98787" y="146679"/>
                </a:lnTo>
                <a:lnTo>
                  <a:pt x="99204" y="146466"/>
                </a:lnTo>
                <a:lnTo>
                  <a:pt x="99620" y="146249"/>
                </a:lnTo>
                <a:lnTo>
                  <a:pt x="100037" y="146029"/>
                </a:lnTo>
                <a:lnTo>
                  <a:pt x="100452" y="145805"/>
                </a:lnTo>
                <a:lnTo>
                  <a:pt x="100867" y="145577"/>
                </a:lnTo>
                <a:lnTo>
                  <a:pt x="101281" y="145345"/>
                </a:lnTo>
                <a:lnTo>
                  <a:pt x="101695" y="145109"/>
                </a:lnTo>
                <a:lnTo>
                  <a:pt x="102108" y="144870"/>
                </a:lnTo>
                <a:lnTo>
                  <a:pt x="102520" y="144627"/>
                </a:lnTo>
                <a:lnTo>
                  <a:pt x="102932" y="144380"/>
                </a:lnTo>
                <a:lnTo>
                  <a:pt x="103343" y="144130"/>
                </a:lnTo>
                <a:lnTo>
                  <a:pt x="103754" y="143876"/>
                </a:lnTo>
                <a:lnTo>
                  <a:pt x="104163" y="143621"/>
                </a:lnTo>
                <a:lnTo>
                  <a:pt x="104572" y="143362"/>
                </a:lnTo>
                <a:lnTo>
                  <a:pt x="104980" y="143101"/>
                </a:lnTo>
                <a:lnTo>
                  <a:pt x="105387" y="142836"/>
                </a:lnTo>
                <a:lnTo>
                  <a:pt x="105794" y="142569"/>
                </a:lnTo>
                <a:lnTo>
                  <a:pt x="106199" y="142300"/>
                </a:lnTo>
                <a:lnTo>
                  <a:pt x="106604" y="142027"/>
                </a:lnTo>
                <a:lnTo>
                  <a:pt x="107008" y="141752"/>
                </a:lnTo>
                <a:lnTo>
                  <a:pt x="107411" y="141473"/>
                </a:lnTo>
                <a:lnTo>
                  <a:pt x="107814" y="141192"/>
                </a:lnTo>
                <a:lnTo>
                  <a:pt x="108215" y="140909"/>
                </a:lnTo>
                <a:lnTo>
                  <a:pt x="108616" y="140622"/>
                </a:lnTo>
                <a:lnTo>
                  <a:pt x="109016" y="140333"/>
                </a:lnTo>
                <a:lnTo>
                  <a:pt x="109415" y="140041"/>
                </a:lnTo>
                <a:lnTo>
                  <a:pt x="109814" y="139746"/>
                </a:lnTo>
                <a:lnTo>
                  <a:pt x="110212" y="139448"/>
                </a:lnTo>
                <a:lnTo>
                  <a:pt x="110608" y="139147"/>
                </a:lnTo>
                <a:lnTo>
                  <a:pt x="111004" y="138844"/>
                </a:lnTo>
                <a:lnTo>
                  <a:pt x="111400" y="138538"/>
                </a:lnTo>
                <a:lnTo>
                  <a:pt x="111794" y="138229"/>
                </a:lnTo>
                <a:lnTo>
                  <a:pt x="112188" y="137917"/>
                </a:lnTo>
                <a:lnTo>
                  <a:pt x="112581" y="137603"/>
                </a:lnTo>
                <a:lnTo>
                  <a:pt x="112972" y="137287"/>
                </a:lnTo>
                <a:lnTo>
                  <a:pt x="113363" y="136971"/>
                </a:lnTo>
                <a:lnTo>
                  <a:pt x="113752" y="136655"/>
                </a:lnTo>
                <a:lnTo>
                  <a:pt x="114141" y="136340"/>
                </a:lnTo>
                <a:lnTo>
                  <a:pt x="114528" y="136024"/>
                </a:lnTo>
                <a:lnTo>
                  <a:pt x="114914" y="135708"/>
                </a:lnTo>
                <a:lnTo>
                  <a:pt x="115298" y="135392"/>
                </a:lnTo>
                <a:lnTo>
                  <a:pt x="115682" y="135076"/>
                </a:lnTo>
                <a:lnTo>
                  <a:pt x="116064" y="134760"/>
                </a:lnTo>
                <a:lnTo>
                  <a:pt x="116445" y="134444"/>
                </a:lnTo>
                <a:lnTo>
                  <a:pt x="116825" y="134128"/>
                </a:lnTo>
                <a:lnTo>
                  <a:pt x="117204" y="133813"/>
                </a:lnTo>
                <a:lnTo>
                  <a:pt x="117581" y="133497"/>
                </a:lnTo>
                <a:lnTo>
                  <a:pt x="117957" y="133181"/>
                </a:lnTo>
                <a:lnTo>
                  <a:pt x="118333" y="132865"/>
                </a:lnTo>
                <a:lnTo>
                  <a:pt x="118706" y="132549"/>
                </a:lnTo>
                <a:lnTo>
                  <a:pt x="119079" y="132233"/>
                </a:lnTo>
                <a:lnTo>
                  <a:pt x="119451" y="131917"/>
                </a:lnTo>
                <a:lnTo>
                  <a:pt x="119821" y="131602"/>
                </a:lnTo>
                <a:lnTo>
                  <a:pt x="120190" y="131286"/>
                </a:lnTo>
                <a:lnTo>
                  <a:pt x="120558" y="130970"/>
                </a:lnTo>
                <a:lnTo>
                  <a:pt x="120925" y="130654"/>
                </a:lnTo>
                <a:lnTo>
                  <a:pt x="121290" y="130338"/>
                </a:lnTo>
                <a:lnTo>
                  <a:pt x="121655" y="130022"/>
                </a:lnTo>
                <a:lnTo>
                  <a:pt x="121588" y="130270"/>
                </a:lnTo>
                <a:lnTo>
                  <a:pt x="121523" y="130516"/>
                </a:lnTo>
                <a:lnTo>
                  <a:pt x="121458" y="130759"/>
                </a:lnTo>
                <a:lnTo>
                  <a:pt x="121394" y="131000"/>
                </a:lnTo>
                <a:lnTo>
                  <a:pt x="121332" y="131239"/>
                </a:lnTo>
                <a:lnTo>
                  <a:pt x="121270" y="131476"/>
                </a:lnTo>
                <a:lnTo>
                  <a:pt x="121210" y="131711"/>
                </a:lnTo>
                <a:lnTo>
                  <a:pt x="121150" y="131943"/>
                </a:lnTo>
                <a:lnTo>
                  <a:pt x="121092" y="132173"/>
                </a:lnTo>
                <a:lnTo>
                  <a:pt x="121034" y="132401"/>
                </a:lnTo>
                <a:lnTo>
                  <a:pt x="120978" y="132627"/>
                </a:lnTo>
                <a:lnTo>
                  <a:pt x="120922" y="132851"/>
                </a:lnTo>
                <a:lnTo>
                  <a:pt x="120868" y="133072"/>
                </a:lnTo>
                <a:lnTo>
                  <a:pt x="120814" y="133291"/>
                </a:lnTo>
                <a:lnTo>
                  <a:pt x="120762" y="133508"/>
                </a:lnTo>
                <a:lnTo>
                  <a:pt x="120710" y="133723"/>
                </a:lnTo>
                <a:lnTo>
                  <a:pt x="120660" y="133936"/>
                </a:lnTo>
                <a:lnTo>
                  <a:pt x="120610" y="134146"/>
                </a:lnTo>
                <a:lnTo>
                  <a:pt x="120561" y="134355"/>
                </a:lnTo>
                <a:lnTo>
                  <a:pt x="120514" y="134561"/>
                </a:lnTo>
                <a:lnTo>
                  <a:pt x="120467" y="134765"/>
                </a:lnTo>
                <a:lnTo>
                  <a:pt x="120422" y="134966"/>
                </a:lnTo>
                <a:lnTo>
                  <a:pt x="120377" y="135166"/>
                </a:lnTo>
                <a:lnTo>
                  <a:pt x="120334" y="135363"/>
                </a:lnTo>
                <a:lnTo>
                  <a:pt x="120290" y="135559"/>
                </a:lnTo>
                <a:lnTo>
                  <a:pt x="120246" y="135754"/>
                </a:lnTo>
                <a:lnTo>
                  <a:pt x="120202" y="135949"/>
                </a:lnTo>
                <a:lnTo>
                  <a:pt x="120157" y="136143"/>
                </a:lnTo>
                <a:lnTo>
                  <a:pt x="120111" y="136337"/>
                </a:lnTo>
                <a:lnTo>
                  <a:pt x="120064" y="136530"/>
                </a:lnTo>
                <a:lnTo>
                  <a:pt x="120017" y="136722"/>
                </a:lnTo>
                <a:lnTo>
                  <a:pt x="119970" y="136914"/>
                </a:lnTo>
                <a:lnTo>
                  <a:pt x="119922" y="137105"/>
                </a:lnTo>
                <a:lnTo>
                  <a:pt x="119873" y="137296"/>
                </a:lnTo>
                <a:lnTo>
                  <a:pt x="119824" y="137485"/>
                </a:lnTo>
                <a:lnTo>
                  <a:pt x="119774" y="137675"/>
                </a:lnTo>
                <a:lnTo>
                  <a:pt x="119723" y="137864"/>
                </a:lnTo>
                <a:lnTo>
                  <a:pt x="119672" y="138052"/>
                </a:lnTo>
                <a:lnTo>
                  <a:pt x="119620" y="138239"/>
                </a:lnTo>
                <a:lnTo>
                  <a:pt x="119568" y="138426"/>
                </a:lnTo>
                <a:lnTo>
                  <a:pt x="119515" y="138613"/>
                </a:lnTo>
                <a:lnTo>
                  <a:pt x="119461" y="138798"/>
                </a:lnTo>
                <a:lnTo>
                  <a:pt x="119407" y="138983"/>
                </a:lnTo>
                <a:lnTo>
                  <a:pt x="119353" y="139168"/>
                </a:lnTo>
                <a:lnTo>
                  <a:pt x="119297" y="139352"/>
                </a:lnTo>
                <a:lnTo>
                  <a:pt x="119241" y="139535"/>
                </a:lnTo>
                <a:lnTo>
                  <a:pt x="119185" y="139718"/>
                </a:lnTo>
                <a:lnTo>
                  <a:pt x="119128" y="139900"/>
                </a:lnTo>
                <a:lnTo>
                  <a:pt x="118984" y="140436"/>
                </a:lnTo>
                <a:lnTo>
                  <a:pt x="118839" y="140971"/>
                </a:lnTo>
                <a:lnTo>
                  <a:pt x="118694" y="141505"/>
                </a:lnTo>
                <a:lnTo>
                  <a:pt x="118549" y="142038"/>
                </a:lnTo>
                <a:lnTo>
                  <a:pt x="118402" y="142570"/>
                </a:lnTo>
                <a:lnTo>
                  <a:pt x="118255" y="143102"/>
                </a:lnTo>
                <a:lnTo>
                  <a:pt x="118108" y="143633"/>
                </a:lnTo>
                <a:lnTo>
                  <a:pt x="117960" y="144163"/>
                </a:lnTo>
                <a:lnTo>
                  <a:pt x="117811" y="144692"/>
                </a:lnTo>
                <a:lnTo>
                  <a:pt x="117662" y="145221"/>
                </a:lnTo>
                <a:lnTo>
                  <a:pt x="117512" y="145748"/>
                </a:lnTo>
                <a:lnTo>
                  <a:pt x="117362" y="146275"/>
                </a:lnTo>
                <a:lnTo>
                  <a:pt x="117211" y="146801"/>
                </a:lnTo>
                <a:lnTo>
                  <a:pt x="117059" y="147326"/>
                </a:lnTo>
                <a:lnTo>
                  <a:pt x="116907" y="147851"/>
                </a:lnTo>
                <a:lnTo>
                  <a:pt x="116754" y="148374"/>
                </a:lnTo>
                <a:lnTo>
                  <a:pt x="116600" y="148897"/>
                </a:lnTo>
                <a:lnTo>
                  <a:pt x="116446" y="149419"/>
                </a:lnTo>
                <a:lnTo>
                  <a:pt x="116292" y="149941"/>
                </a:lnTo>
                <a:lnTo>
                  <a:pt x="116136" y="150461"/>
                </a:lnTo>
                <a:lnTo>
                  <a:pt x="115981" y="150981"/>
                </a:lnTo>
                <a:lnTo>
                  <a:pt x="115824" y="151500"/>
                </a:lnTo>
                <a:lnTo>
                  <a:pt x="115667" y="152018"/>
                </a:lnTo>
                <a:lnTo>
                  <a:pt x="115509" y="152535"/>
                </a:lnTo>
                <a:lnTo>
                  <a:pt x="115350" y="153051"/>
                </a:lnTo>
                <a:lnTo>
                  <a:pt x="115187" y="153567"/>
                </a:lnTo>
                <a:lnTo>
                  <a:pt x="115021" y="154081"/>
                </a:lnTo>
                <a:lnTo>
                  <a:pt x="114852" y="154594"/>
                </a:lnTo>
                <a:lnTo>
                  <a:pt x="114680" y="155107"/>
                </a:lnTo>
                <a:lnTo>
                  <a:pt x="114504" y="155618"/>
                </a:lnTo>
                <a:lnTo>
                  <a:pt x="114326" y="156129"/>
                </a:lnTo>
                <a:lnTo>
                  <a:pt x="114144" y="156638"/>
                </a:lnTo>
                <a:lnTo>
                  <a:pt x="113959" y="157146"/>
                </a:lnTo>
                <a:lnTo>
                  <a:pt x="113771" y="157654"/>
                </a:lnTo>
                <a:lnTo>
                  <a:pt x="113579" y="158160"/>
                </a:lnTo>
                <a:lnTo>
                  <a:pt x="113385" y="158666"/>
                </a:lnTo>
                <a:lnTo>
                  <a:pt x="113187" y="159170"/>
                </a:lnTo>
                <a:lnTo>
                  <a:pt x="112986" y="159673"/>
                </a:lnTo>
                <a:lnTo>
                  <a:pt x="112782" y="160176"/>
                </a:lnTo>
                <a:lnTo>
                  <a:pt x="112574" y="160677"/>
                </a:lnTo>
                <a:lnTo>
                  <a:pt x="112364" y="161178"/>
                </a:lnTo>
                <a:lnTo>
                  <a:pt x="112150" y="161677"/>
                </a:lnTo>
                <a:lnTo>
                  <a:pt x="111933" y="162176"/>
                </a:lnTo>
                <a:lnTo>
                  <a:pt x="111713" y="162673"/>
                </a:lnTo>
                <a:lnTo>
                  <a:pt x="111489" y="163169"/>
                </a:lnTo>
                <a:lnTo>
                  <a:pt x="111263" y="163665"/>
                </a:lnTo>
                <a:lnTo>
                  <a:pt x="111033" y="164159"/>
                </a:lnTo>
                <a:lnTo>
                  <a:pt x="110800" y="164653"/>
                </a:lnTo>
                <a:lnTo>
                  <a:pt x="110564" y="165145"/>
                </a:lnTo>
                <a:lnTo>
                  <a:pt x="110322" y="165636"/>
                </a:lnTo>
                <a:lnTo>
                  <a:pt x="110077" y="166125"/>
                </a:lnTo>
                <a:lnTo>
                  <a:pt x="109827" y="166613"/>
                </a:lnTo>
                <a:lnTo>
                  <a:pt x="109573" y="167100"/>
                </a:lnTo>
                <a:lnTo>
                  <a:pt x="109314" y="167585"/>
                </a:lnTo>
                <a:lnTo>
                  <a:pt x="109051" y="168069"/>
                </a:lnTo>
                <a:lnTo>
                  <a:pt x="108784" y="168552"/>
                </a:lnTo>
                <a:lnTo>
                  <a:pt x="108512" y="169033"/>
                </a:lnTo>
                <a:lnTo>
                  <a:pt x="108236" y="169512"/>
                </a:lnTo>
                <a:lnTo>
                  <a:pt x="107955" y="169991"/>
                </a:lnTo>
                <a:lnTo>
                  <a:pt x="107670" y="170468"/>
                </a:lnTo>
                <a:lnTo>
                  <a:pt x="107381" y="170943"/>
                </a:lnTo>
                <a:lnTo>
                  <a:pt x="107087" y="171417"/>
                </a:lnTo>
                <a:lnTo>
                  <a:pt x="106789" y="171890"/>
                </a:lnTo>
                <a:lnTo>
                  <a:pt x="106487" y="172361"/>
                </a:lnTo>
                <a:lnTo>
                  <a:pt x="106180" y="172831"/>
                </a:lnTo>
                <a:lnTo>
                  <a:pt x="105868" y="173300"/>
                </a:lnTo>
                <a:lnTo>
                  <a:pt x="105553" y="173767"/>
                </a:lnTo>
                <a:lnTo>
                  <a:pt x="105233" y="174232"/>
                </a:lnTo>
                <a:lnTo>
                  <a:pt x="104908" y="174697"/>
                </a:lnTo>
                <a:lnTo>
                  <a:pt x="104579" y="175160"/>
                </a:lnTo>
                <a:lnTo>
                  <a:pt x="104246" y="175621"/>
                </a:lnTo>
                <a:lnTo>
                  <a:pt x="103909" y="176081"/>
                </a:lnTo>
                <a:lnTo>
                  <a:pt x="103566" y="176540"/>
                </a:lnTo>
                <a:lnTo>
                  <a:pt x="103217" y="176998"/>
                </a:lnTo>
                <a:lnTo>
                  <a:pt x="102861" y="177454"/>
                </a:lnTo>
                <a:lnTo>
                  <a:pt x="102500" y="177910"/>
                </a:lnTo>
                <a:lnTo>
                  <a:pt x="102132" y="178364"/>
                </a:lnTo>
                <a:lnTo>
                  <a:pt x="101759" y="178816"/>
                </a:lnTo>
                <a:lnTo>
                  <a:pt x="101379" y="179268"/>
                </a:lnTo>
                <a:lnTo>
                  <a:pt x="100992" y="179719"/>
                </a:lnTo>
                <a:lnTo>
                  <a:pt x="100600" y="180168"/>
                </a:lnTo>
                <a:lnTo>
                  <a:pt x="100202" y="180616"/>
                </a:lnTo>
                <a:lnTo>
                  <a:pt x="99797" y="181063"/>
                </a:lnTo>
                <a:lnTo>
                  <a:pt x="99386" y="181508"/>
                </a:lnTo>
                <a:lnTo>
                  <a:pt x="98969" y="181953"/>
                </a:lnTo>
                <a:lnTo>
                  <a:pt x="98546" y="182396"/>
                </a:lnTo>
                <a:lnTo>
                  <a:pt x="98116" y="182838"/>
                </a:lnTo>
                <a:lnTo>
                  <a:pt x="97681" y="183279"/>
                </a:lnTo>
                <a:lnTo>
                  <a:pt x="97239" y="183719"/>
                </a:lnTo>
                <a:lnTo>
                  <a:pt x="96791" y="184157"/>
                </a:lnTo>
                <a:lnTo>
                  <a:pt x="96337" y="184595"/>
                </a:lnTo>
                <a:lnTo>
                  <a:pt x="95876" y="185031"/>
                </a:lnTo>
                <a:lnTo>
                  <a:pt x="95410" y="185466"/>
                </a:lnTo>
                <a:lnTo>
                  <a:pt x="94937" y="185900"/>
                </a:lnTo>
                <a:lnTo>
                  <a:pt x="94458" y="186332"/>
                </a:lnTo>
                <a:lnTo>
                  <a:pt x="93973" y="186763"/>
                </a:lnTo>
                <a:lnTo>
                  <a:pt x="93809" y="186868"/>
                </a:lnTo>
                <a:lnTo>
                  <a:pt x="93640" y="186971"/>
                </a:lnTo>
                <a:lnTo>
                  <a:pt x="93468" y="187073"/>
                </a:lnTo>
                <a:lnTo>
                  <a:pt x="93292" y="187173"/>
                </a:lnTo>
                <a:lnTo>
                  <a:pt x="93112" y="187272"/>
                </a:lnTo>
                <a:lnTo>
                  <a:pt x="92929" y="187370"/>
                </a:lnTo>
                <a:lnTo>
                  <a:pt x="92741" y="187466"/>
                </a:lnTo>
                <a:lnTo>
                  <a:pt x="92550" y="187561"/>
                </a:lnTo>
                <a:lnTo>
                  <a:pt x="92355" y="187654"/>
                </a:lnTo>
                <a:lnTo>
                  <a:pt x="92156" y="187746"/>
                </a:lnTo>
                <a:lnTo>
                  <a:pt x="91954" y="187837"/>
                </a:lnTo>
                <a:lnTo>
                  <a:pt x="91748" y="187926"/>
                </a:lnTo>
                <a:lnTo>
                  <a:pt x="91538" y="188014"/>
                </a:lnTo>
                <a:lnTo>
                  <a:pt x="91324" y="188101"/>
                </a:lnTo>
                <a:lnTo>
                  <a:pt x="91106" y="188186"/>
                </a:lnTo>
                <a:lnTo>
                  <a:pt x="90885" y="188269"/>
                </a:lnTo>
                <a:lnTo>
                  <a:pt x="90659" y="188352"/>
                </a:lnTo>
                <a:lnTo>
                  <a:pt x="90430" y="188432"/>
                </a:lnTo>
                <a:lnTo>
                  <a:pt x="90198" y="188512"/>
                </a:lnTo>
                <a:lnTo>
                  <a:pt x="89961" y="188590"/>
                </a:lnTo>
                <a:lnTo>
                  <a:pt x="89721" y="188667"/>
                </a:lnTo>
                <a:lnTo>
                  <a:pt x="89476" y="188742"/>
                </a:lnTo>
                <a:lnTo>
                  <a:pt x="89228" y="188816"/>
                </a:lnTo>
                <a:lnTo>
                  <a:pt x="88977" y="188888"/>
                </a:lnTo>
                <a:lnTo>
                  <a:pt x="88722" y="188960"/>
                </a:lnTo>
                <a:lnTo>
                  <a:pt x="88467" y="189031"/>
                </a:lnTo>
                <a:lnTo>
                  <a:pt x="88209" y="189101"/>
                </a:lnTo>
                <a:lnTo>
                  <a:pt x="87951" y="189171"/>
                </a:lnTo>
                <a:lnTo>
                  <a:pt x="87691" y="189240"/>
                </a:lnTo>
                <a:lnTo>
                  <a:pt x="87430" y="189308"/>
                </a:lnTo>
                <a:lnTo>
                  <a:pt x="87167" y="189376"/>
                </a:lnTo>
                <a:lnTo>
                  <a:pt x="86903" y="189443"/>
                </a:lnTo>
                <a:lnTo>
                  <a:pt x="86637" y="189510"/>
                </a:lnTo>
                <a:lnTo>
                  <a:pt x="86370" y="189576"/>
                </a:lnTo>
                <a:lnTo>
                  <a:pt x="86102" y="189642"/>
                </a:lnTo>
                <a:lnTo>
                  <a:pt x="85832" y="189707"/>
                </a:lnTo>
                <a:lnTo>
                  <a:pt x="85561" y="189771"/>
                </a:lnTo>
                <a:lnTo>
                  <a:pt x="85289" y="189835"/>
                </a:lnTo>
                <a:lnTo>
                  <a:pt x="85015" y="189898"/>
                </a:lnTo>
                <a:lnTo>
                  <a:pt x="84740" y="189960"/>
                </a:lnTo>
                <a:lnTo>
                  <a:pt x="84463" y="190022"/>
                </a:lnTo>
                <a:lnTo>
                  <a:pt x="84185" y="190084"/>
                </a:lnTo>
                <a:lnTo>
                  <a:pt x="83905" y="190144"/>
                </a:lnTo>
                <a:lnTo>
                  <a:pt x="83625" y="190204"/>
                </a:lnTo>
                <a:lnTo>
                  <a:pt x="83342" y="190264"/>
                </a:lnTo>
                <a:lnTo>
                  <a:pt x="83059" y="190323"/>
                </a:lnTo>
                <a:lnTo>
                  <a:pt x="82774" y="190381"/>
                </a:lnTo>
                <a:lnTo>
                  <a:pt x="82487" y="190439"/>
                </a:lnTo>
                <a:lnTo>
                  <a:pt x="82041" y="190535"/>
                </a:lnTo>
                <a:lnTo>
                  <a:pt x="81602" y="190630"/>
                </a:lnTo>
                <a:lnTo>
                  <a:pt x="81170" y="190725"/>
                </a:lnTo>
                <a:lnTo>
                  <a:pt x="80745" y="190820"/>
                </a:lnTo>
                <a:lnTo>
                  <a:pt x="80327" y="190915"/>
                </a:lnTo>
                <a:lnTo>
                  <a:pt x="79917" y="191010"/>
                </a:lnTo>
                <a:lnTo>
                  <a:pt x="79514" y="191104"/>
                </a:lnTo>
                <a:lnTo>
                  <a:pt x="79118" y="191198"/>
                </a:lnTo>
                <a:lnTo>
                  <a:pt x="78729" y="191292"/>
                </a:lnTo>
                <a:lnTo>
                  <a:pt x="78347" y="191386"/>
                </a:lnTo>
                <a:lnTo>
                  <a:pt x="77973" y="191480"/>
                </a:lnTo>
                <a:lnTo>
                  <a:pt x="77605" y="191573"/>
                </a:lnTo>
                <a:lnTo>
                  <a:pt x="77245" y="191666"/>
                </a:lnTo>
                <a:lnTo>
                  <a:pt x="76892" y="191759"/>
                </a:lnTo>
                <a:lnTo>
                  <a:pt x="76547" y="191852"/>
                </a:lnTo>
                <a:lnTo>
                  <a:pt x="76208" y="191945"/>
                </a:lnTo>
                <a:lnTo>
                  <a:pt x="75877" y="192037"/>
                </a:lnTo>
                <a:lnTo>
                  <a:pt x="75552" y="192130"/>
                </a:lnTo>
                <a:lnTo>
                  <a:pt x="75235" y="192222"/>
                </a:lnTo>
                <a:lnTo>
                  <a:pt x="74925" y="192313"/>
                </a:lnTo>
                <a:lnTo>
                  <a:pt x="74623" y="192405"/>
                </a:lnTo>
                <a:lnTo>
                  <a:pt x="74327" y="192496"/>
                </a:lnTo>
                <a:lnTo>
                  <a:pt x="74039" y="192588"/>
                </a:lnTo>
                <a:lnTo>
                  <a:pt x="73758" y="192679"/>
                </a:lnTo>
                <a:lnTo>
                  <a:pt x="73482" y="192771"/>
                </a:lnTo>
                <a:lnTo>
                  <a:pt x="73212" y="192864"/>
                </a:lnTo>
                <a:lnTo>
                  <a:pt x="72946" y="192960"/>
                </a:lnTo>
                <a:lnTo>
                  <a:pt x="72686" y="193057"/>
                </a:lnTo>
                <a:lnTo>
                  <a:pt x="72430" y="193156"/>
                </a:lnTo>
                <a:lnTo>
                  <a:pt x="72178" y="193257"/>
                </a:lnTo>
                <a:lnTo>
                  <a:pt x="71932" y="193359"/>
                </a:lnTo>
                <a:lnTo>
                  <a:pt x="71690" y="193464"/>
                </a:lnTo>
                <a:lnTo>
                  <a:pt x="71453" y="193570"/>
                </a:lnTo>
                <a:lnTo>
                  <a:pt x="71221" y="193678"/>
                </a:lnTo>
                <a:lnTo>
                  <a:pt x="70994" y="193788"/>
                </a:lnTo>
                <a:lnTo>
                  <a:pt x="70771" y="193899"/>
                </a:lnTo>
                <a:lnTo>
                  <a:pt x="70554" y="194012"/>
                </a:lnTo>
                <a:lnTo>
                  <a:pt x="70341" y="194128"/>
                </a:lnTo>
                <a:lnTo>
                  <a:pt x="70132" y="194245"/>
                </a:lnTo>
                <a:lnTo>
                  <a:pt x="69929" y="194363"/>
                </a:lnTo>
                <a:lnTo>
                  <a:pt x="69730" y="194484"/>
                </a:lnTo>
                <a:lnTo>
                  <a:pt x="69537" y="194606"/>
                </a:lnTo>
                <a:lnTo>
                  <a:pt x="69347" y="194730"/>
                </a:lnTo>
                <a:lnTo>
                  <a:pt x="69163" y="194856"/>
                </a:lnTo>
                <a:lnTo>
                  <a:pt x="68984" y="194984"/>
                </a:lnTo>
                <a:lnTo>
                  <a:pt x="68809" y="195113"/>
                </a:lnTo>
                <a:lnTo>
                  <a:pt x="68639" y="195245"/>
                </a:lnTo>
                <a:lnTo>
                  <a:pt x="68474" y="195378"/>
                </a:lnTo>
                <a:lnTo>
                  <a:pt x="68313" y="195513"/>
                </a:lnTo>
                <a:lnTo>
                  <a:pt x="68155" y="195651"/>
                </a:lnTo>
                <a:lnTo>
                  <a:pt x="68000" y="195792"/>
                </a:lnTo>
                <a:lnTo>
                  <a:pt x="67849" y="195935"/>
                </a:lnTo>
                <a:lnTo>
                  <a:pt x="67700" y="196080"/>
                </a:lnTo>
                <a:lnTo>
                  <a:pt x="67555" y="196229"/>
                </a:lnTo>
                <a:lnTo>
                  <a:pt x="67413" y="196379"/>
                </a:lnTo>
                <a:lnTo>
                  <a:pt x="67274" y="196533"/>
                </a:lnTo>
                <a:lnTo>
                  <a:pt x="67139" y="196689"/>
                </a:lnTo>
                <a:lnTo>
                  <a:pt x="67006" y="196848"/>
                </a:lnTo>
                <a:lnTo>
                  <a:pt x="66877" y="197009"/>
                </a:lnTo>
                <a:lnTo>
                  <a:pt x="66751" y="197173"/>
                </a:lnTo>
                <a:lnTo>
                  <a:pt x="66628" y="197339"/>
                </a:lnTo>
                <a:lnTo>
                  <a:pt x="66509" y="197508"/>
                </a:lnTo>
                <a:lnTo>
                  <a:pt x="66392" y="197680"/>
                </a:lnTo>
                <a:lnTo>
                  <a:pt x="66279" y="197854"/>
                </a:lnTo>
                <a:lnTo>
                  <a:pt x="66169" y="198031"/>
                </a:lnTo>
                <a:lnTo>
                  <a:pt x="66062" y="198210"/>
                </a:lnTo>
                <a:lnTo>
                  <a:pt x="65958" y="198392"/>
                </a:lnTo>
                <a:lnTo>
                  <a:pt x="65858" y="198576"/>
                </a:lnTo>
                <a:lnTo>
                  <a:pt x="65760" y="198764"/>
                </a:lnTo>
                <a:lnTo>
                  <a:pt x="65666" y="198953"/>
                </a:lnTo>
                <a:lnTo>
                  <a:pt x="65575" y="199146"/>
                </a:lnTo>
                <a:lnTo>
                  <a:pt x="65488" y="199341"/>
                </a:lnTo>
                <a:lnTo>
                  <a:pt x="65402" y="199539"/>
                </a:lnTo>
                <a:lnTo>
                  <a:pt x="65316" y="199743"/>
                </a:lnTo>
                <a:lnTo>
                  <a:pt x="65231" y="199952"/>
                </a:lnTo>
                <a:lnTo>
                  <a:pt x="65146" y="200165"/>
                </a:lnTo>
                <a:lnTo>
                  <a:pt x="65062" y="200384"/>
                </a:lnTo>
                <a:lnTo>
                  <a:pt x="64978" y="200608"/>
                </a:lnTo>
                <a:lnTo>
                  <a:pt x="64894" y="200836"/>
                </a:lnTo>
                <a:lnTo>
                  <a:pt x="64811" y="201070"/>
                </a:lnTo>
                <a:lnTo>
                  <a:pt x="64729" y="201308"/>
                </a:lnTo>
                <a:lnTo>
                  <a:pt x="64646" y="201552"/>
                </a:lnTo>
                <a:lnTo>
                  <a:pt x="64564" y="201801"/>
                </a:lnTo>
                <a:lnTo>
                  <a:pt x="64483" y="202054"/>
                </a:lnTo>
                <a:lnTo>
                  <a:pt x="64401" y="202313"/>
                </a:lnTo>
                <a:lnTo>
                  <a:pt x="64321" y="202576"/>
                </a:lnTo>
                <a:lnTo>
                  <a:pt x="64240" y="202845"/>
                </a:lnTo>
                <a:lnTo>
                  <a:pt x="64160" y="203118"/>
                </a:lnTo>
                <a:lnTo>
                  <a:pt x="64081" y="203397"/>
                </a:lnTo>
                <a:lnTo>
                  <a:pt x="64002" y="203680"/>
                </a:lnTo>
                <a:lnTo>
                  <a:pt x="63923" y="203969"/>
                </a:lnTo>
                <a:lnTo>
                  <a:pt x="63845" y="204262"/>
                </a:lnTo>
                <a:lnTo>
                  <a:pt x="63767" y="204560"/>
                </a:lnTo>
                <a:lnTo>
                  <a:pt x="63689" y="204864"/>
                </a:lnTo>
                <a:lnTo>
                  <a:pt x="63612" y="205172"/>
                </a:lnTo>
                <a:lnTo>
                  <a:pt x="63535" y="205486"/>
                </a:lnTo>
                <a:lnTo>
                  <a:pt x="63507" y="205600"/>
                </a:lnTo>
                <a:lnTo>
                  <a:pt x="63480" y="205715"/>
                </a:lnTo>
                <a:lnTo>
                  <a:pt x="63454" y="205828"/>
                </a:lnTo>
                <a:lnTo>
                  <a:pt x="63430" y="205942"/>
                </a:lnTo>
                <a:lnTo>
                  <a:pt x="63406" y="206055"/>
                </a:lnTo>
                <a:lnTo>
                  <a:pt x="63384" y="206168"/>
                </a:lnTo>
                <a:lnTo>
                  <a:pt x="63363" y="206280"/>
                </a:lnTo>
                <a:lnTo>
                  <a:pt x="63344" y="206392"/>
                </a:lnTo>
                <a:lnTo>
                  <a:pt x="63325" y="206503"/>
                </a:lnTo>
                <a:lnTo>
                  <a:pt x="63308" y="206614"/>
                </a:lnTo>
                <a:lnTo>
                  <a:pt x="63292" y="206725"/>
                </a:lnTo>
                <a:lnTo>
                  <a:pt x="63277" y="206835"/>
                </a:lnTo>
                <a:lnTo>
                  <a:pt x="63263" y="206945"/>
                </a:lnTo>
                <a:lnTo>
                  <a:pt x="63250" y="207055"/>
                </a:lnTo>
                <a:lnTo>
                  <a:pt x="63239" y="207164"/>
                </a:lnTo>
                <a:lnTo>
                  <a:pt x="63229" y="207272"/>
                </a:lnTo>
                <a:lnTo>
                  <a:pt x="63220" y="207381"/>
                </a:lnTo>
                <a:lnTo>
                  <a:pt x="63212" y="207489"/>
                </a:lnTo>
                <a:lnTo>
                  <a:pt x="63205" y="207596"/>
                </a:lnTo>
                <a:lnTo>
                  <a:pt x="63200" y="207703"/>
                </a:lnTo>
                <a:lnTo>
                  <a:pt x="63196" y="207810"/>
                </a:lnTo>
                <a:lnTo>
                  <a:pt x="63193" y="207916"/>
                </a:lnTo>
                <a:lnTo>
                  <a:pt x="63191" y="208022"/>
                </a:lnTo>
                <a:lnTo>
                  <a:pt x="63190" y="208127"/>
                </a:lnTo>
                <a:lnTo>
                  <a:pt x="63192" y="208280"/>
                </a:lnTo>
                <a:lnTo>
                  <a:pt x="63195" y="208430"/>
                </a:lnTo>
                <a:lnTo>
                  <a:pt x="63201" y="208579"/>
                </a:lnTo>
                <a:lnTo>
                  <a:pt x="63210" y="208726"/>
                </a:lnTo>
                <a:lnTo>
                  <a:pt x="63213" y="208773"/>
                </a:lnTo>
                <a:lnTo>
                  <a:pt x="97031" y="208773"/>
                </a:lnTo>
                <a:lnTo>
                  <a:pt x="97661" y="208447"/>
                </a:lnTo>
                <a:close/>
                <a:moveTo>
                  <a:pt x="81324" y="119195"/>
                </a:moveTo>
                <a:lnTo>
                  <a:pt x="81436" y="118785"/>
                </a:lnTo>
                <a:lnTo>
                  <a:pt x="81551" y="118378"/>
                </a:lnTo>
                <a:lnTo>
                  <a:pt x="81668" y="117976"/>
                </a:lnTo>
                <a:lnTo>
                  <a:pt x="81787" y="117578"/>
                </a:lnTo>
                <a:lnTo>
                  <a:pt x="81909" y="117184"/>
                </a:lnTo>
                <a:lnTo>
                  <a:pt x="82034" y="116794"/>
                </a:lnTo>
                <a:lnTo>
                  <a:pt x="82161" y="116409"/>
                </a:lnTo>
                <a:lnTo>
                  <a:pt x="82291" y="116027"/>
                </a:lnTo>
                <a:lnTo>
                  <a:pt x="82424" y="115650"/>
                </a:lnTo>
                <a:lnTo>
                  <a:pt x="82559" y="115277"/>
                </a:lnTo>
                <a:lnTo>
                  <a:pt x="82697" y="114908"/>
                </a:lnTo>
                <a:lnTo>
                  <a:pt x="82837" y="114544"/>
                </a:lnTo>
                <a:lnTo>
                  <a:pt x="82980" y="114183"/>
                </a:lnTo>
                <a:lnTo>
                  <a:pt x="83125" y="113827"/>
                </a:lnTo>
                <a:lnTo>
                  <a:pt x="83273" y="113475"/>
                </a:lnTo>
                <a:lnTo>
                  <a:pt x="83424" y="113127"/>
                </a:lnTo>
                <a:lnTo>
                  <a:pt x="83577" y="112783"/>
                </a:lnTo>
                <a:lnTo>
                  <a:pt x="83733" y="112444"/>
                </a:lnTo>
                <a:lnTo>
                  <a:pt x="83891" y="112108"/>
                </a:lnTo>
                <a:lnTo>
                  <a:pt x="84052" y="111777"/>
                </a:lnTo>
                <a:lnTo>
                  <a:pt x="84216" y="111450"/>
                </a:lnTo>
                <a:lnTo>
                  <a:pt x="84382" y="111128"/>
                </a:lnTo>
                <a:lnTo>
                  <a:pt x="84550" y="110807"/>
                </a:lnTo>
                <a:lnTo>
                  <a:pt x="84720" y="110487"/>
                </a:lnTo>
                <a:lnTo>
                  <a:pt x="84891" y="110167"/>
                </a:lnTo>
                <a:lnTo>
                  <a:pt x="85063" y="109847"/>
                </a:lnTo>
                <a:lnTo>
                  <a:pt x="85237" y="109527"/>
                </a:lnTo>
                <a:lnTo>
                  <a:pt x="85412" y="109207"/>
                </a:lnTo>
                <a:lnTo>
                  <a:pt x="85589" y="108888"/>
                </a:lnTo>
                <a:lnTo>
                  <a:pt x="85767" y="108569"/>
                </a:lnTo>
                <a:lnTo>
                  <a:pt x="85946" y="108250"/>
                </a:lnTo>
                <a:lnTo>
                  <a:pt x="86127" y="107931"/>
                </a:lnTo>
                <a:lnTo>
                  <a:pt x="86309" y="107613"/>
                </a:lnTo>
                <a:lnTo>
                  <a:pt x="86493" y="107294"/>
                </a:lnTo>
                <a:lnTo>
                  <a:pt x="86678" y="106976"/>
                </a:lnTo>
                <a:lnTo>
                  <a:pt x="86864" y="106658"/>
                </a:lnTo>
                <a:lnTo>
                  <a:pt x="87052" y="106340"/>
                </a:lnTo>
                <a:lnTo>
                  <a:pt x="87241" y="106023"/>
                </a:lnTo>
                <a:lnTo>
                  <a:pt x="87432" y="105705"/>
                </a:lnTo>
                <a:lnTo>
                  <a:pt x="87623" y="105388"/>
                </a:lnTo>
                <a:lnTo>
                  <a:pt x="87817" y="105071"/>
                </a:lnTo>
                <a:lnTo>
                  <a:pt x="88012" y="104754"/>
                </a:lnTo>
                <a:lnTo>
                  <a:pt x="88208" y="104438"/>
                </a:lnTo>
                <a:lnTo>
                  <a:pt x="88405" y="104122"/>
                </a:lnTo>
                <a:lnTo>
                  <a:pt x="88604" y="103805"/>
                </a:lnTo>
                <a:lnTo>
                  <a:pt x="88804" y="103489"/>
                </a:lnTo>
                <a:lnTo>
                  <a:pt x="88941" y="103268"/>
                </a:lnTo>
                <a:lnTo>
                  <a:pt x="89082" y="103043"/>
                </a:lnTo>
                <a:lnTo>
                  <a:pt x="89227" y="102816"/>
                </a:lnTo>
                <a:lnTo>
                  <a:pt x="89377" y="102585"/>
                </a:lnTo>
                <a:lnTo>
                  <a:pt x="89532" y="102351"/>
                </a:lnTo>
                <a:lnTo>
                  <a:pt x="89691" y="102115"/>
                </a:lnTo>
                <a:lnTo>
                  <a:pt x="89855" y="101875"/>
                </a:lnTo>
                <a:lnTo>
                  <a:pt x="90023" y="101633"/>
                </a:lnTo>
                <a:lnTo>
                  <a:pt x="90196" y="101387"/>
                </a:lnTo>
                <a:lnTo>
                  <a:pt x="90374" y="101138"/>
                </a:lnTo>
                <a:lnTo>
                  <a:pt x="90556" y="100887"/>
                </a:lnTo>
                <a:lnTo>
                  <a:pt x="90743" y="100632"/>
                </a:lnTo>
                <a:lnTo>
                  <a:pt x="90934" y="100375"/>
                </a:lnTo>
                <a:lnTo>
                  <a:pt x="91130" y="100114"/>
                </a:lnTo>
                <a:lnTo>
                  <a:pt x="91330" y="99851"/>
                </a:lnTo>
                <a:lnTo>
                  <a:pt x="91536" y="99584"/>
                </a:lnTo>
                <a:lnTo>
                  <a:pt x="91745" y="99315"/>
                </a:lnTo>
                <a:lnTo>
                  <a:pt x="91959" y="99042"/>
                </a:lnTo>
                <a:lnTo>
                  <a:pt x="92178" y="98767"/>
                </a:lnTo>
                <a:lnTo>
                  <a:pt x="92402" y="98488"/>
                </a:lnTo>
                <a:lnTo>
                  <a:pt x="92630" y="98207"/>
                </a:lnTo>
                <a:lnTo>
                  <a:pt x="92862" y="97922"/>
                </a:lnTo>
                <a:lnTo>
                  <a:pt x="93100" y="97635"/>
                </a:lnTo>
                <a:lnTo>
                  <a:pt x="93341" y="97344"/>
                </a:lnTo>
                <a:lnTo>
                  <a:pt x="93587" y="97052"/>
                </a:lnTo>
                <a:lnTo>
                  <a:pt x="93834" y="96759"/>
                </a:lnTo>
                <a:lnTo>
                  <a:pt x="94083" y="96465"/>
                </a:lnTo>
                <a:lnTo>
                  <a:pt x="94335" y="96170"/>
                </a:lnTo>
                <a:lnTo>
                  <a:pt x="94589" y="95875"/>
                </a:lnTo>
                <a:lnTo>
                  <a:pt x="94845" y="95578"/>
                </a:lnTo>
                <a:lnTo>
                  <a:pt x="95104" y="95281"/>
                </a:lnTo>
                <a:lnTo>
                  <a:pt x="95364" y="94983"/>
                </a:lnTo>
                <a:lnTo>
                  <a:pt x="95627" y="94685"/>
                </a:lnTo>
                <a:lnTo>
                  <a:pt x="95892" y="94385"/>
                </a:lnTo>
                <a:lnTo>
                  <a:pt x="96159" y="94085"/>
                </a:lnTo>
                <a:lnTo>
                  <a:pt x="96428" y="93784"/>
                </a:lnTo>
                <a:lnTo>
                  <a:pt x="96700" y="93482"/>
                </a:lnTo>
                <a:lnTo>
                  <a:pt x="96973" y="93179"/>
                </a:lnTo>
                <a:lnTo>
                  <a:pt x="97249" y="92876"/>
                </a:lnTo>
                <a:lnTo>
                  <a:pt x="97527" y="92571"/>
                </a:lnTo>
                <a:lnTo>
                  <a:pt x="97808" y="92266"/>
                </a:lnTo>
                <a:lnTo>
                  <a:pt x="98090" y="91960"/>
                </a:lnTo>
                <a:lnTo>
                  <a:pt x="98375" y="91654"/>
                </a:lnTo>
                <a:lnTo>
                  <a:pt x="98662" y="91346"/>
                </a:lnTo>
                <a:lnTo>
                  <a:pt x="98951" y="91038"/>
                </a:lnTo>
                <a:lnTo>
                  <a:pt x="99242" y="90729"/>
                </a:lnTo>
                <a:lnTo>
                  <a:pt x="99535" y="90419"/>
                </a:lnTo>
                <a:lnTo>
                  <a:pt x="99831" y="90108"/>
                </a:lnTo>
                <a:lnTo>
                  <a:pt x="100129" y="89797"/>
                </a:lnTo>
                <a:lnTo>
                  <a:pt x="100428" y="89487"/>
                </a:lnTo>
                <a:lnTo>
                  <a:pt x="100728" y="89177"/>
                </a:lnTo>
                <a:lnTo>
                  <a:pt x="101031" y="88867"/>
                </a:lnTo>
                <a:lnTo>
                  <a:pt x="101335" y="88558"/>
                </a:lnTo>
                <a:lnTo>
                  <a:pt x="101640" y="88249"/>
                </a:lnTo>
                <a:lnTo>
                  <a:pt x="101947" y="87940"/>
                </a:lnTo>
                <a:lnTo>
                  <a:pt x="102256" y="87632"/>
                </a:lnTo>
                <a:lnTo>
                  <a:pt x="102566" y="87325"/>
                </a:lnTo>
                <a:lnTo>
                  <a:pt x="102878" y="87017"/>
                </a:lnTo>
                <a:lnTo>
                  <a:pt x="103191" y="86710"/>
                </a:lnTo>
                <a:lnTo>
                  <a:pt x="103507" y="86404"/>
                </a:lnTo>
                <a:lnTo>
                  <a:pt x="103823" y="86098"/>
                </a:lnTo>
                <a:lnTo>
                  <a:pt x="104141" y="85792"/>
                </a:lnTo>
                <a:lnTo>
                  <a:pt x="104461" y="85487"/>
                </a:lnTo>
                <a:lnTo>
                  <a:pt x="104783" y="85182"/>
                </a:lnTo>
                <a:lnTo>
                  <a:pt x="105106" y="84877"/>
                </a:lnTo>
                <a:lnTo>
                  <a:pt x="105430" y="84573"/>
                </a:lnTo>
                <a:lnTo>
                  <a:pt x="105757" y="84270"/>
                </a:lnTo>
                <a:lnTo>
                  <a:pt x="106085" y="83966"/>
                </a:lnTo>
                <a:lnTo>
                  <a:pt x="106414" y="83663"/>
                </a:lnTo>
                <a:lnTo>
                  <a:pt x="106745" y="83361"/>
                </a:lnTo>
                <a:lnTo>
                  <a:pt x="107078" y="83059"/>
                </a:lnTo>
                <a:lnTo>
                  <a:pt x="107412" y="82757"/>
                </a:lnTo>
                <a:lnTo>
                  <a:pt x="107747" y="82457"/>
                </a:lnTo>
                <a:lnTo>
                  <a:pt x="108081" y="82159"/>
                </a:lnTo>
                <a:lnTo>
                  <a:pt x="108416" y="81864"/>
                </a:lnTo>
                <a:lnTo>
                  <a:pt x="108750" y="81572"/>
                </a:lnTo>
                <a:lnTo>
                  <a:pt x="109084" y="81282"/>
                </a:lnTo>
                <a:lnTo>
                  <a:pt x="109418" y="80995"/>
                </a:lnTo>
                <a:lnTo>
                  <a:pt x="109752" y="80710"/>
                </a:lnTo>
                <a:lnTo>
                  <a:pt x="110086" y="80428"/>
                </a:lnTo>
                <a:lnTo>
                  <a:pt x="110419" y="80148"/>
                </a:lnTo>
                <a:lnTo>
                  <a:pt x="110752" y="79872"/>
                </a:lnTo>
                <a:lnTo>
                  <a:pt x="111085" y="79597"/>
                </a:lnTo>
                <a:lnTo>
                  <a:pt x="111418" y="79326"/>
                </a:lnTo>
                <a:lnTo>
                  <a:pt x="111750" y="79057"/>
                </a:lnTo>
                <a:lnTo>
                  <a:pt x="112082" y="78790"/>
                </a:lnTo>
                <a:lnTo>
                  <a:pt x="112415" y="78526"/>
                </a:lnTo>
                <a:lnTo>
                  <a:pt x="112746" y="78265"/>
                </a:lnTo>
                <a:lnTo>
                  <a:pt x="113078" y="78006"/>
                </a:lnTo>
                <a:lnTo>
                  <a:pt x="113410" y="77750"/>
                </a:lnTo>
                <a:lnTo>
                  <a:pt x="113741" y="77496"/>
                </a:lnTo>
                <a:lnTo>
                  <a:pt x="114072" y="77245"/>
                </a:lnTo>
                <a:lnTo>
                  <a:pt x="114403" y="76997"/>
                </a:lnTo>
                <a:lnTo>
                  <a:pt x="114734" y="76751"/>
                </a:lnTo>
                <a:lnTo>
                  <a:pt x="115064" y="76508"/>
                </a:lnTo>
                <a:lnTo>
                  <a:pt x="115395" y="76267"/>
                </a:lnTo>
                <a:lnTo>
                  <a:pt x="115724" y="76030"/>
                </a:lnTo>
                <a:lnTo>
                  <a:pt x="116052" y="75796"/>
                </a:lnTo>
                <a:lnTo>
                  <a:pt x="116379" y="75567"/>
                </a:lnTo>
                <a:lnTo>
                  <a:pt x="116704" y="75341"/>
                </a:lnTo>
                <a:lnTo>
                  <a:pt x="117028" y="75118"/>
                </a:lnTo>
                <a:lnTo>
                  <a:pt x="117351" y="74900"/>
                </a:lnTo>
                <a:lnTo>
                  <a:pt x="117672" y="74685"/>
                </a:lnTo>
                <a:lnTo>
                  <a:pt x="117992" y="74474"/>
                </a:lnTo>
                <a:lnTo>
                  <a:pt x="118310" y="74267"/>
                </a:lnTo>
                <a:lnTo>
                  <a:pt x="118627" y="74064"/>
                </a:lnTo>
                <a:lnTo>
                  <a:pt x="118943" y="73864"/>
                </a:lnTo>
                <a:lnTo>
                  <a:pt x="119257" y="73669"/>
                </a:lnTo>
                <a:lnTo>
                  <a:pt x="119570" y="73477"/>
                </a:lnTo>
                <a:lnTo>
                  <a:pt x="119881" y="73289"/>
                </a:lnTo>
                <a:lnTo>
                  <a:pt x="120191" y="73104"/>
                </a:lnTo>
                <a:lnTo>
                  <a:pt x="120500" y="72924"/>
                </a:lnTo>
                <a:lnTo>
                  <a:pt x="120807" y="72747"/>
                </a:lnTo>
                <a:lnTo>
                  <a:pt x="121113" y="72574"/>
                </a:lnTo>
                <a:lnTo>
                  <a:pt x="121417" y="72405"/>
                </a:lnTo>
                <a:lnTo>
                  <a:pt x="121720" y="72239"/>
                </a:lnTo>
                <a:lnTo>
                  <a:pt x="122022" y="72078"/>
                </a:lnTo>
                <a:lnTo>
                  <a:pt x="122322" y="71920"/>
                </a:lnTo>
                <a:lnTo>
                  <a:pt x="122621" y="71766"/>
                </a:lnTo>
                <a:lnTo>
                  <a:pt x="122918" y="71616"/>
                </a:lnTo>
                <a:lnTo>
                  <a:pt x="123213" y="71470"/>
                </a:lnTo>
                <a:lnTo>
                  <a:pt x="123506" y="71331"/>
                </a:lnTo>
                <a:lnTo>
                  <a:pt x="123796" y="71198"/>
                </a:lnTo>
                <a:lnTo>
                  <a:pt x="124083" y="71072"/>
                </a:lnTo>
                <a:lnTo>
                  <a:pt x="124367" y="70951"/>
                </a:lnTo>
                <a:lnTo>
                  <a:pt x="124648" y="70837"/>
                </a:lnTo>
                <a:lnTo>
                  <a:pt x="124927" y="70729"/>
                </a:lnTo>
                <a:lnTo>
                  <a:pt x="125202" y="70627"/>
                </a:lnTo>
                <a:lnTo>
                  <a:pt x="125475" y="70531"/>
                </a:lnTo>
                <a:lnTo>
                  <a:pt x="125746" y="70441"/>
                </a:lnTo>
                <a:lnTo>
                  <a:pt x="126013" y="70358"/>
                </a:lnTo>
                <a:lnTo>
                  <a:pt x="126278" y="70280"/>
                </a:lnTo>
                <a:lnTo>
                  <a:pt x="126540" y="70209"/>
                </a:lnTo>
                <a:lnTo>
                  <a:pt x="126799" y="70144"/>
                </a:lnTo>
                <a:lnTo>
                  <a:pt x="127055" y="70086"/>
                </a:lnTo>
                <a:lnTo>
                  <a:pt x="127308" y="70033"/>
                </a:lnTo>
                <a:lnTo>
                  <a:pt x="127559" y="69987"/>
                </a:lnTo>
                <a:lnTo>
                  <a:pt x="127807" y="69947"/>
                </a:lnTo>
                <a:lnTo>
                  <a:pt x="128052" y="69913"/>
                </a:lnTo>
                <a:lnTo>
                  <a:pt x="128294" y="69885"/>
                </a:lnTo>
                <a:lnTo>
                  <a:pt x="128534" y="69863"/>
                </a:lnTo>
                <a:lnTo>
                  <a:pt x="128770" y="69848"/>
                </a:lnTo>
                <a:lnTo>
                  <a:pt x="129004" y="69838"/>
                </a:lnTo>
                <a:lnTo>
                  <a:pt x="129235" y="69835"/>
                </a:lnTo>
                <a:lnTo>
                  <a:pt x="130269" y="69835"/>
                </a:lnTo>
                <a:lnTo>
                  <a:pt x="130317" y="70082"/>
                </a:lnTo>
                <a:lnTo>
                  <a:pt x="130366" y="70324"/>
                </a:lnTo>
                <a:lnTo>
                  <a:pt x="130416" y="70561"/>
                </a:lnTo>
                <a:lnTo>
                  <a:pt x="130467" y="70794"/>
                </a:lnTo>
                <a:lnTo>
                  <a:pt x="130518" y="71022"/>
                </a:lnTo>
                <a:lnTo>
                  <a:pt x="130571" y="71246"/>
                </a:lnTo>
                <a:lnTo>
                  <a:pt x="130624" y="71465"/>
                </a:lnTo>
                <a:lnTo>
                  <a:pt x="130677" y="71679"/>
                </a:lnTo>
                <a:lnTo>
                  <a:pt x="130732" y="71889"/>
                </a:lnTo>
                <a:lnTo>
                  <a:pt x="130788" y="72095"/>
                </a:lnTo>
                <a:lnTo>
                  <a:pt x="130844" y="72295"/>
                </a:lnTo>
                <a:lnTo>
                  <a:pt x="130901" y="72491"/>
                </a:lnTo>
                <a:lnTo>
                  <a:pt x="130959" y="72683"/>
                </a:lnTo>
                <a:lnTo>
                  <a:pt x="131017" y="72870"/>
                </a:lnTo>
                <a:lnTo>
                  <a:pt x="131077" y="73052"/>
                </a:lnTo>
                <a:lnTo>
                  <a:pt x="131137" y="73230"/>
                </a:lnTo>
                <a:lnTo>
                  <a:pt x="131198" y="73403"/>
                </a:lnTo>
                <a:lnTo>
                  <a:pt x="131260" y="73572"/>
                </a:lnTo>
                <a:lnTo>
                  <a:pt x="131322" y="73736"/>
                </a:lnTo>
                <a:lnTo>
                  <a:pt x="131386" y="73895"/>
                </a:lnTo>
                <a:lnTo>
                  <a:pt x="131450" y="74050"/>
                </a:lnTo>
                <a:lnTo>
                  <a:pt x="131515" y="74200"/>
                </a:lnTo>
                <a:lnTo>
                  <a:pt x="131581" y="74346"/>
                </a:lnTo>
                <a:lnTo>
                  <a:pt x="131647" y="74487"/>
                </a:lnTo>
                <a:lnTo>
                  <a:pt x="131713" y="74626"/>
                </a:lnTo>
                <a:lnTo>
                  <a:pt x="131776" y="74767"/>
                </a:lnTo>
                <a:lnTo>
                  <a:pt x="131836" y="74908"/>
                </a:lnTo>
                <a:lnTo>
                  <a:pt x="131893" y="75050"/>
                </a:lnTo>
                <a:lnTo>
                  <a:pt x="131948" y="75194"/>
                </a:lnTo>
                <a:lnTo>
                  <a:pt x="131999" y="75338"/>
                </a:lnTo>
                <a:lnTo>
                  <a:pt x="132048" y="75483"/>
                </a:lnTo>
                <a:lnTo>
                  <a:pt x="132094" y="75629"/>
                </a:lnTo>
                <a:lnTo>
                  <a:pt x="132137" y="75777"/>
                </a:lnTo>
                <a:lnTo>
                  <a:pt x="132178" y="75925"/>
                </a:lnTo>
                <a:lnTo>
                  <a:pt x="132216" y="76074"/>
                </a:lnTo>
                <a:lnTo>
                  <a:pt x="132250" y="76224"/>
                </a:lnTo>
                <a:lnTo>
                  <a:pt x="132283" y="76376"/>
                </a:lnTo>
                <a:lnTo>
                  <a:pt x="132312" y="76528"/>
                </a:lnTo>
                <a:lnTo>
                  <a:pt x="132338" y="76681"/>
                </a:lnTo>
                <a:lnTo>
                  <a:pt x="132362" y="76835"/>
                </a:lnTo>
                <a:lnTo>
                  <a:pt x="132383" y="76991"/>
                </a:lnTo>
                <a:lnTo>
                  <a:pt x="132401" y="77147"/>
                </a:lnTo>
                <a:lnTo>
                  <a:pt x="132417" y="77304"/>
                </a:lnTo>
                <a:lnTo>
                  <a:pt x="132429" y="77462"/>
                </a:lnTo>
                <a:lnTo>
                  <a:pt x="132439" y="77622"/>
                </a:lnTo>
                <a:lnTo>
                  <a:pt x="132446" y="77782"/>
                </a:lnTo>
                <a:lnTo>
                  <a:pt x="132450" y="77943"/>
                </a:lnTo>
                <a:lnTo>
                  <a:pt x="132451" y="78105"/>
                </a:lnTo>
                <a:lnTo>
                  <a:pt x="132421" y="78346"/>
                </a:lnTo>
                <a:lnTo>
                  <a:pt x="132386" y="78590"/>
                </a:lnTo>
                <a:lnTo>
                  <a:pt x="132347" y="78837"/>
                </a:lnTo>
                <a:lnTo>
                  <a:pt x="132305" y="79086"/>
                </a:lnTo>
                <a:lnTo>
                  <a:pt x="132258" y="79339"/>
                </a:lnTo>
                <a:lnTo>
                  <a:pt x="132207" y="79595"/>
                </a:lnTo>
                <a:lnTo>
                  <a:pt x="132153" y="79854"/>
                </a:lnTo>
                <a:lnTo>
                  <a:pt x="132094" y="80115"/>
                </a:lnTo>
                <a:lnTo>
                  <a:pt x="132031" y="80380"/>
                </a:lnTo>
                <a:lnTo>
                  <a:pt x="131965" y="80648"/>
                </a:lnTo>
                <a:lnTo>
                  <a:pt x="131894" y="80918"/>
                </a:lnTo>
                <a:lnTo>
                  <a:pt x="131820" y="81192"/>
                </a:lnTo>
                <a:lnTo>
                  <a:pt x="131741" y="81469"/>
                </a:lnTo>
                <a:lnTo>
                  <a:pt x="131659" y="81748"/>
                </a:lnTo>
                <a:lnTo>
                  <a:pt x="131572" y="82031"/>
                </a:lnTo>
                <a:lnTo>
                  <a:pt x="131481" y="82317"/>
                </a:lnTo>
                <a:lnTo>
                  <a:pt x="131387" y="82605"/>
                </a:lnTo>
                <a:lnTo>
                  <a:pt x="131288" y="82897"/>
                </a:lnTo>
                <a:lnTo>
                  <a:pt x="131186" y="83192"/>
                </a:lnTo>
                <a:lnTo>
                  <a:pt x="131079" y="83489"/>
                </a:lnTo>
                <a:lnTo>
                  <a:pt x="130969" y="83790"/>
                </a:lnTo>
                <a:lnTo>
                  <a:pt x="130855" y="84094"/>
                </a:lnTo>
                <a:lnTo>
                  <a:pt x="130736" y="84400"/>
                </a:lnTo>
                <a:lnTo>
                  <a:pt x="130614" y="84710"/>
                </a:lnTo>
                <a:lnTo>
                  <a:pt x="130489" y="85021"/>
                </a:lnTo>
                <a:lnTo>
                  <a:pt x="130362" y="85332"/>
                </a:lnTo>
                <a:lnTo>
                  <a:pt x="130234" y="85643"/>
                </a:lnTo>
                <a:lnTo>
                  <a:pt x="130105" y="85954"/>
                </a:lnTo>
                <a:lnTo>
                  <a:pt x="129974" y="86265"/>
                </a:lnTo>
                <a:lnTo>
                  <a:pt x="129842" y="86576"/>
                </a:lnTo>
                <a:lnTo>
                  <a:pt x="129708" y="86887"/>
                </a:lnTo>
                <a:lnTo>
                  <a:pt x="129574" y="87198"/>
                </a:lnTo>
                <a:lnTo>
                  <a:pt x="129437" y="87509"/>
                </a:lnTo>
                <a:lnTo>
                  <a:pt x="129300" y="87821"/>
                </a:lnTo>
                <a:lnTo>
                  <a:pt x="129160" y="88132"/>
                </a:lnTo>
                <a:lnTo>
                  <a:pt x="129020" y="88443"/>
                </a:lnTo>
                <a:lnTo>
                  <a:pt x="128878" y="88754"/>
                </a:lnTo>
                <a:lnTo>
                  <a:pt x="128735" y="89065"/>
                </a:lnTo>
                <a:lnTo>
                  <a:pt x="128590" y="89376"/>
                </a:lnTo>
                <a:lnTo>
                  <a:pt x="128444" y="89687"/>
                </a:lnTo>
                <a:lnTo>
                  <a:pt x="128297" y="89998"/>
                </a:lnTo>
                <a:lnTo>
                  <a:pt x="128148" y="90309"/>
                </a:lnTo>
                <a:lnTo>
                  <a:pt x="127997" y="90620"/>
                </a:lnTo>
                <a:lnTo>
                  <a:pt x="127846" y="90931"/>
                </a:lnTo>
                <a:lnTo>
                  <a:pt x="127693" y="91242"/>
                </a:lnTo>
                <a:lnTo>
                  <a:pt x="127538" y="91553"/>
                </a:lnTo>
                <a:lnTo>
                  <a:pt x="127383" y="91865"/>
                </a:lnTo>
                <a:lnTo>
                  <a:pt x="127225" y="92176"/>
                </a:lnTo>
                <a:lnTo>
                  <a:pt x="127067" y="92486"/>
                </a:lnTo>
                <a:lnTo>
                  <a:pt x="126909" y="92794"/>
                </a:lnTo>
                <a:lnTo>
                  <a:pt x="126751" y="93101"/>
                </a:lnTo>
                <a:lnTo>
                  <a:pt x="126594" y="93406"/>
                </a:lnTo>
                <a:lnTo>
                  <a:pt x="126436" y="93709"/>
                </a:lnTo>
                <a:lnTo>
                  <a:pt x="126278" y="94010"/>
                </a:lnTo>
                <a:lnTo>
                  <a:pt x="126120" y="94309"/>
                </a:lnTo>
                <a:lnTo>
                  <a:pt x="125962" y="94607"/>
                </a:lnTo>
                <a:lnTo>
                  <a:pt x="125804" y="94903"/>
                </a:lnTo>
                <a:lnTo>
                  <a:pt x="125646" y="95197"/>
                </a:lnTo>
                <a:lnTo>
                  <a:pt x="125488" y="95489"/>
                </a:lnTo>
                <a:lnTo>
                  <a:pt x="125330" y="95779"/>
                </a:lnTo>
                <a:lnTo>
                  <a:pt x="125172" y="96068"/>
                </a:lnTo>
                <a:lnTo>
                  <a:pt x="125014" y="96355"/>
                </a:lnTo>
                <a:lnTo>
                  <a:pt x="124856" y="96640"/>
                </a:lnTo>
                <a:lnTo>
                  <a:pt x="124698" y="96923"/>
                </a:lnTo>
                <a:lnTo>
                  <a:pt x="124540" y="97205"/>
                </a:lnTo>
                <a:lnTo>
                  <a:pt x="124382" y="97484"/>
                </a:lnTo>
                <a:lnTo>
                  <a:pt x="124225" y="97762"/>
                </a:lnTo>
                <a:lnTo>
                  <a:pt x="124067" y="98038"/>
                </a:lnTo>
                <a:lnTo>
                  <a:pt x="123909" y="98313"/>
                </a:lnTo>
                <a:lnTo>
                  <a:pt x="123751" y="98585"/>
                </a:lnTo>
                <a:lnTo>
                  <a:pt x="123593" y="98856"/>
                </a:lnTo>
                <a:lnTo>
                  <a:pt x="123435" y="99125"/>
                </a:lnTo>
                <a:lnTo>
                  <a:pt x="123278" y="99390"/>
                </a:lnTo>
                <a:lnTo>
                  <a:pt x="123124" y="99651"/>
                </a:lnTo>
                <a:lnTo>
                  <a:pt x="122973" y="99907"/>
                </a:lnTo>
                <a:lnTo>
                  <a:pt x="122824" y="100158"/>
                </a:lnTo>
                <a:lnTo>
                  <a:pt x="122678" y="100405"/>
                </a:lnTo>
                <a:lnTo>
                  <a:pt x="122534" y="100647"/>
                </a:lnTo>
                <a:lnTo>
                  <a:pt x="122393" y="100884"/>
                </a:lnTo>
                <a:lnTo>
                  <a:pt x="122254" y="101116"/>
                </a:lnTo>
                <a:lnTo>
                  <a:pt x="122118" y="101343"/>
                </a:lnTo>
                <a:lnTo>
                  <a:pt x="121985" y="101566"/>
                </a:lnTo>
                <a:lnTo>
                  <a:pt x="121854" y="101783"/>
                </a:lnTo>
                <a:lnTo>
                  <a:pt x="121726" y="101996"/>
                </a:lnTo>
                <a:lnTo>
                  <a:pt x="121601" y="102204"/>
                </a:lnTo>
                <a:lnTo>
                  <a:pt x="121478" y="102408"/>
                </a:lnTo>
                <a:lnTo>
                  <a:pt x="121358" y="102606"/>
                </a:lnTo>
                <a:lnTo>
                  <a:pt x="121240" y="102800"/>
                </a:lnTo>
                <a:lnTo>
                  <a:pt x="121125" y="102989"/>
                </a:lnTo>
                <a:lnTo>
                  <a:pt x="121012" y="103174"/>
                </a:lnTo>
                <a:lnTo>
                  <a:pt x="120902" y="103353"/>
                </a:lnTo>
                <a:lnTo>
                  <a:pt x="120795" y="103528"/>
                </a:lnTo>
                <a:lnTo>
                  <a:pt x="120690" y="103698"/>
                </a:lnTo>
                <a:lnTo>
                  <a:pt x="120588" y="103863"/>
                </a:lnTo>
                <a:lnTo>
                  <a:pt x="120488" y="104023"/>
                </a:lnTo>
                <a:lnTo>
                  <a:pt x="120391" y="104179"/>
                </a:lnTo>
                <a:lnTo>
                  <a:pt x="120168" y="104543"/>
                </a:lnTo>
                <a:lnTo>
                  <a:pt x="119938" y="104909"/>
                </a:lnTo>
                <a:lnTo>
                  <a:pt x="119701" y="105277"/>
                </a:lnTo>
                <a:lnTo>
                  <a:pt x="119458" y="105646"/>
                </a:lnTo>
                <a:lnTo>
                  <a:pt x="119208" y="106017"/>
                </a:lnTo>
                <a:lnTo>
                  <a:pt x="118952" y="106390"/>
                </a:lnTo>
                <a:lnTo>
                  <a:pt x="118689" y="106764"/>
                </a:lnTo>
                <a:lnTo>
                  <a:pt x="118419" y="107139"/>
                </a:lnTo>
                <a:lnTo>
                  <a:pt x="118143" y="107517"/>
                </a:lnTo>
                <a:lnTo>
                  <a:pt x="117861" y="107896"/>
                </a:lnTo>
                <a:lnTo>
                  <a:pt x="117571" y="108276"/>
                </a:lnTo>
                <a:lnTo>
                  <a:pt x="117275" y="108658"/>
                </a:lnTo>
                <a:lnTo>
                  <a:pt x="116973" y="109042"/>
                </a:lnTo>
                <a:lnTo>
                  <a:pt x="116664" y="109427"/>
                </a:lnTo>
                <a:lnTo>
                  <a:pt x="116349" y="109814"/>
                </a:lnTo>
                <a:lnTo>
                  <a:pt x="116026" y="110202"/>
                </a:lnTo>
                <a:lnTo>
                  <a:pt x="115698" y="110592"/>
                </a:lnTo>
                <a:lnTo>
                  <a:pt x="115362" y="110984"/>
                </a:lnTo>
                <a:lnTo>
                  <a:pt x="115020" y="111377"/>
                </a:lnTo>
                <a:lnTo>
                  <a:pt x="114672" y="111772"/>
                </a:lnTo>
                <a:lnTo>
                  <a:pt x="114317" y="112169"/>
                </a:lnTo>
                <a:lnTo>
                  <a:pt x="113955" y="112567"/>
                </a:lnTo>
                <a:lnTo>
                  <a:pt x="113587" y="112966"/>
                </a:lnTo>
                <a:lnTo>
                  <a:pt x="113212" y="113367"/>
                </a:lnTo>
                <a:lnTo>
                  <a:pt x="112833" y="113768"/>
                </a:lnTo>
                <a:lnTo>
                  <a:pt x="112452" y="114167"/>
                </a:lnTo>
                <a:lnTo>
                  <a:pt x="112069" y="114563"/>
                </a:lnTo>
                <a:lnTo>
                  <a:pt x="111684" y="114956"/>
                </a:lnTo>
                <a:lnTo>
                  <a:pt x="111297" y="115348"/>
                </a:lnTo>
                <a:lnTo>
                  <a:pt x="110908" y="115736"/>
                </a:lnTo>
                <a:lnTo>
                  <a:pt x="110517" y="116123"/>
                </a:lnTo>
                <a:lnTo>
                  <a:pt x="110124" y="116507"/>
                </a:lnTo>
                <a:lnTo>
                  <a:pt x="109729" y="116889"/>
                </a:lnTo>
                <a:lnTo>
                  <a:pt x="109332" y="117268"/>
                </a:lnTo>
                <a:lnTo>
                  <a:pt x="108933" y="117645"/>
                </a:lnTo>
                <a:lnTo>
                  <a:pt x="108532" y="118019"/>
                </a:lnTo>
                <a:lnTo>
                  <a:pt x="108129" y="118391"/>
                </a:lnTo>
                <a:lnTo>
                  <a:pt x="107724" y="118761"/>
                </a:lnTo>
                <a:lnTo>
                  <a:pt x="107317" y="119128"/>
                </a:lnTo>
                <a:lnTo>
                  <a:pt x="106908" y="119493"/>
                </a:lnTo>
                <a:lnTo>
                  <a:pt x="106497" y="119856"/>
                </a:lnTo>
                <a:lnTo>
                  <a:pt x="106084" y="120216"/>
                </a:lnTo>
                <a:lnTo>
                  <a:pt x="105669" y="120574"/>
                </a:lnTo>
                <a:lnTo>
                  <a:pt x="105252" y="120929"/>
                </a:lnTo>
                <a:lnTo>
                  <a:pt x="104833" y="121282"/>
                </a:lnTo>
                <a:lnTo>
                  <a:pt x="104412" y="121633"/>
                </a:lnTo>
                <a:lnTo>
                  <a:pt x="103989" y="121981"/>
                </a:lnTo>
                <a:lnTo>
                  <a:pt x="103564" y="122327"/>
                </a:lnTo>
                <a:lnTo>
                  <a:pt x="103138" y="122669"/>
                </a:lnTo>
                <a:lnTo>
                  <a:pt x="102712" y="123006"/>
                </a:lnTo>
                <a:lnTo>
                  <a:pt x="102286" y="123338"/>
                </a:lnTo>
                <a:lnTo>
                  <a:pt x="101860" y="123665"/>
                </a:lnTo>
                <a:lnTo>
                  <a:pt x="101434" y="123987"/>
                </a:lnTo>
                <a:lnTo>
                  <a:pt x="101008" y="124304"/>
                </a:lnTo>
                <a:lnTo>
                  <a:pt x="100582" y="124616"/>
                </a:lnTo>
                <a:lnTo>
                  <a:pt x="100156" y="124924"/>
                </a:lnTo>
                <a:lnTo>
                  <a:pt x="99731" y="125226"/>
                </a:lnTo>
                <a:lnTo>
                  <a:pt x="99305" y="125523"/>
                </a:lnTo>
                <a:lnTo>
                  <a:pt x="98879" y="125815"/>
                </a:lnTo>
                <a:lnTo>
                  <a:pt x="98453" y="126103"/>
                </a:lnTo>
                <a:lnTo>
                  <a:pt x="98027" y="126385"/>
                </a:lnTo>
                <a:lnTo>
                  <a:pt x="97601" y="126662"/>
                </a:lnTo>
                <a:lnTo>
                  <a:pt x="97175" y="126934"/>
                </a:lnTo>
                <a:lnTo>
                  <a:pt x="96749" y="127202"/>
                </a:lnTo>
                <a:lnTo>
                  <a:pt x="96323" y="127464"/>
                </a:lnTo>
                <a:lnTo>
                  <a:pt x="95897" y="127721"/>
                </a:lnTo>
                <a:lnTo>
                  <a:pt x="95471" y="127974"/>
                </a:lnTo>
                <a:lnTo>
                  <a:pt x="95045" y="128221"/>
                </a:lnTo>
                <a:lnTo>
                  <a:pt x="94619" y="128464"/>
                </a:lnTo>
                <a:lnTo>
                  <a:pt x="94193" y="128701"/>
                </a:lnTo>
                <a:lnTo>
                  <a:pt x="93767" y="128933"/>
                </a:lnTo>
                <a:lnTo>
                  <a:pt x="93341" y="129161"/>
                </a:lnTo>
                <a:lnTo>
                  <a:pt x="92918" y="129381"/>
                </a:lnTo>
                <a:lnTo>
                  <a:pt x="92499" y="129592"/>
                </a:lnTo>
                <a:lnTo>
                  <a:pt x="92084" y="129793"/>
                </a:lnTo>
                <a:lnTo>
                  <a:pt x="91674" y="129986"/>
                </a:lnTo>
                <a:lnTo>
                  <a:pt x="91269" y="130168"/>
                </a:lnTo>
                <a:lnTo>
                  <a:pt x="90868" y="130342"/>
                </a:lnTo>
                <a:lnTo>
                  <a:pt x="90472" y="130506"/>
                </a:lnTo>
                <a:lnTo>
                  <a:pt x="90081" y="130660"/>
                </a:lnTo>
                <a:lnTo>
                  <a:pt x="89694" y="130806"/>
                </a:lnTo>
                <a:lnTo>
                  <a:pt x="89311" y="130942"/>
                </a:lnTo>
                <a:lnTo>
                  <a:pt x="88934" y="131068"/>
                </a:lnTo>
                <a:lnTo>
                  <a:pt x="88560" y="131185"/>
                </a:lnTo>
                <a:lnTo>
                  <a:pt x="88192" y="131293"/>
                </a:lnTo>
                <a:lnTo>
                  <a:pt x="87828" y="131391"/>
                </a:lnTo>
                <a:lnTo>
                  <a:pt x="87468" y="131480"/>
                </a:lnTo>
                <a:lnTo>
                  <a:pt x="87113" y="131560"/>
                </a:lnTo>
                <a:lnTo>
                  <a:pt x="86763" y="131630"/>
                </a:lnTo>
                <a:lnTo>
                  <a:pt x="86417" y="131691"/>
                </a:lnTo>
                <a:lnTo>
                  <a:pt x="86076" y="131743"/>
                </a:lnTo>
                <a:lnTo>
                  <a:pt x="85740" y="131785"/>
                </a:lnTo>
                <a:lnTo>
                  <a:pt x="85408" y="131818"/>
                </a:lnTo>
                <a:lnTo>
                  <a:pt x="85081" y="131841"/>
                </a:lnTo>
                <a:lnTo>
                  <a:pt x="84758" y="131855"/>
                </a:lnTo>
                <a:lnTo>
                  <a:pt x="84440" y="131860"/>
                </a:lnTo>
                <a:lnTo>
                  <a:pt x="84241" y="131857"/>
                </a:lnTo>
                <a:lnTo>
                  <a:pt x="84048" y="131847"/>
                </a:lnTo>
                <a:lnTo>
                  <a:pt x="83860" y="131831"/>
                </a:lnTo>
                <a:lnTo>
                  <a:pt x="83677" y="131809"/>
                </a:lnTo>
                <a:lnTo>
                  <a:pt x="83499" y="131780"/>
                </a:lnTo>
                <a:lnTo>
                  <a:pt x="83327" y="131745"/>
                </a:lnTo>
                <a:lnTo>
                  <a:pt x="83160" y="131704"/>
                </a:lnTo>
                <a:lnTo>
                  <a:pt x="82998" y="131656"/>
                </a:lnTo>
                <a:lnTo>
                  <a:pt x="82841" y="131602"/>
                </a:lnTo>
                <a:lnTo>
                  <a:pt x="82689" y="131541"/>
                </a:lnTo>
                <a:lnTo>
                  <a:pt x="82542" y="131474"/>
                </a:lnTo>
                <a:lnTo>
                  <a:pt x="82401" y="131401"/>
                </a:lnTo>
                <a:lnTo>
                  <a:pt x="82265" y="131321"/>
                </a:lnTo>
                <a:lnTo>
                  <a:pt x="82134" y="131235"/>
                </a:lnTo>
                <a:lnTo>
                  <a:pt x="82008" y="131142"/>
                </a:lnTo>
                <a:lnTo>
                  <a:pt x="81887" y="131043"/>
                </a:lnTo>
                <a:lnTo>
                  <a:pt x="81772" y="130938"/>
                </a:lnTo>
                <a:lnTo>
                  <a:pt x="81662" y="130826"/>
                </a:lnTo>
                <a:lnTo>
                  <a:pt x="81556" y="130708"/>
                </a:lnTo>
                <a:lnTo>
                  <a:pt x="81457" y="130584"/>
                </a:lnTo>
                <a:lnTo>
                  <a:pt x="81362" y="130453"/>
                </a:lnTo>
                <a:lnTo>
                  <a:pt x="81272" y="130316"/>
                </a:lnTo>
                <a:lnTo>
                  <a:pt x="81188" y="130172"/>
                </a:lnTo>
                <a:lnTo>
                  <a:pt x="81109" y="130022"/>
                </a:lnTo>
                <a:lnTo>
                  <a:pt x="81034" y="129868"/>
                </a:lnTo>
                <a:lnTo>
                  <a:pt x="80962" y="129711"/>
                </a:lnTo>
                <a:lnTo>
                  <a:pt x="80893" y="129552"/>
                </a:lnTo>
                <a:lnTo>
                  <a:pt x="80828" y="129390"/>
                </a:lnTo>
                <a:lnTo>
                  <a:pt x="80766" y="129227"/>
                </a:lnTo>
                <a:lnTo>
                  <a:pt x="80707" y="129060"/>
                </a:lnTo>
                <a:lnTo>
                  <a:pt x="80651" y="128892"/>
                </a:lnTo>
                <a:lnTo>
                  <a:pt x="80598" y="128720"/>
                </a:lnTo>
                <a:lnTo>
                  <a:pt x="80549" y="128547"/>
                </a:lnTo>
                <a:lnTo>
                  <a:pt x="80503" y="128371"/>
                </a:lnTo>
                <a:lnTo>
                  <a:pt x="80459" y="128193"/>
                </a:lnTo>
                <a:lnTo>
                  <a:pt x="80420" y="128012"/>
                </a:lnTo>
                <a:lnTo>
                  <a:pt x="80383" y="127829"/>
                </a:lnTo>
                <a:lnTo>
                  <a:pt x="80349" y="127644"/>
                </a:lnTo>
                <a:lnTo>
                  <a:pt x="80319" y="127456"/>
                </a:lnTo>
                <a:lnTo>
                  <a:pt x="80292" y="127266"/>
                </a:lnTo>
                <a:lnTo>
                  <a:pt x="80268" y="127073"/>
                </a:lnTo>
                <a:lnTo>
                  <a:pt x="80247" y="126878"/>
                </a:lnTo>
                <a:lnTo>
                  <a:pt x="80230" y="126680"/>
                </a:lnTo>
                <a:lnTo>
                  <a:pt x="80215" y="126481"/>
                </a:lnTo>
                <a:lnTo>
                  <a:pt x="80204" y="126278"/>
                </a:lnTo>
                <a:lnTo>
                  <a:pt x="80196" y="126074"/>
                </a:lnTo>
                <a:lnTo>
                  <a:pt x="80191" y="125867"/>
                </a:lnTo>
                <a:lnTo>
                  <a:pt x="80190" y="125658"/>
                </a:lnTo>
                <a:lnTo>
                  <a:pt x="80190" y="125543"/>
                </a:lnTo>
                <a:lnTo>
                  <a:pt x="80192" y="125427"/>
                </a:lnTo>
                <a:lnTo>
                  <a:pt x="80194" y="125312"/>
                </a:lnTo>
                <a:lnTo>
                  <a:pt x="80198" y="125196"/>
                </a:lnTo>
                <a:lnTo>
                  <a:pt x="80202" y="125081"/>
                </a:lnTo>
                <a:lnTo>
                  <a:pt x="80208" y="124965"/>
                </a:lnTo>
                <a:lnTo>
                  <a:pt x="80214" y="124849"/>
                </a:lnTo>
                <a:lnTo>
                  <a:pt x="80222" y="124732"/>
                </a:lnTo>
                <a:lnTo>
                  <a:pt x="80230" y="124616"/>
                </a:lnTo>
                <a:lnTo>
                  <a:pt x="80240" y="124499"/>
                </a:lnTo>
                <a:lnTo>
                  <a:pt x="80250" y="124382"/>
                </a:lnTo>
                <a:lnTo>
                  <a:pt x="80262" y="124265"/>
                </a:lnTo>
                <a:lnTo>
                  <a:pt x="80274" y="124147"/>
                </a:lnTo>
                <a:lnTo>
                  <a:pt x="80288" y="124030"/>
                </a:lnTo>
                <a:lnTo>
                  <a:pt x="80302" y="123912"/>
                </a:lnTo>
                <a:lnTo>
                  <a:pt x="80317" y="123794"/>
                </a:lnTo>
                <a:lnTo>
                  <a:pt x="80334" y="123676"/>
                </a:lnTo>
                <a:lnTo>
                  <a:pt x="80351" y="123558"/>
                </a:lnTo>
                <a:lnTo>
                  <a:pt x="80370" y="123439"/>
                </a:lnTo>
                <a:lnTo>
                  <a:pt x="80389" y="123320"/>
                </a:lnTo>
                <a:lnTo>
                  <a:pt x="80410" y="123201"/>
                </a:lnTo>
                <a:lnTo>
                  <a:pt x="80431" y="123082"/>
                </a:lnTo>
                <a:lnTo>
                  <a:pt x="80454" y="122963"/>
                </a:lnTo>
                <a:lnTo>
                  <a:pt x="80477" y="122843"/>
                </a:lnTo>
                <a:lnTo>
                  <a:pt x="80501" y="122724"/>
                </a:lnTo>
                <a:lnTo>
                  <a:pt x="80525" y="122605"/>
                </a:lnTo>
                <a:lnTo>
                  <a:pt x="80550" y="122485"/>
                </a:lnTo>
                <a:lnTo>
                  <a:pt x="80574" y="122366"/>
                </a:lnTo>
                <a:lnTo>
                  <a:pt x="80599" y="122248"/>
                </a:lnTo>
                <a:lnTo>
                  <a:pt x="80624" y="122129"/>
                </a:lnTo>
                <a:lnTo>
                  <a:pt x="80649" y="122011"/>
                </a:lnTo>
                <a:lnTo>
                  <a:pt x="80675" y="121893"/>
                </a:lnTo>
                <a:lnTo>
                  <a:pt x="80700" y="121775"/>
                </a:lnTo>
                <a:lnTo>
                  <a:pt x="80726" y="121657"/>
                </a:lnTo>
                <a:lnTo>
                  <a:pt x="80752" y="121539"/>
                </a:lnTo>
                <a:lnTo>
                  <a:pt x="80779" y="121422"/>
                </a:lnTo>
                <a:lnTo>
                  <a:pt x="80805" y="121305"/>
                </a:lnTo>
                <a:lnTo>
                  <a:pt x="80832" y="121188"/>
                </a:lnTo>
                <a:lnTo>
                  <a:pt x="80858" y="121071"/>
                </a:lnTo>
                <a:lnTo>
                  <a:pt x="80885" y="120955"/>
                </a:lnTo>
                <a:lnTo>
                  <a:pt x="80913" y="120838"/>
                </a:lnTo>
                <a:lnTo>
                  <a:pt x="80940" y="120722"/>
                </a:lnTo>
                <a:lnTo>
                  <a:pt x="80968" y="120606"/>
                </a:lnTo>
                <a:lnTo>
                  <a:pt x="80995" y="120490"/>
                </a:lnTo>
                <a:lnTo>
                  <a:pt x="81023" y="120375"/>
                </a:lnTo>
                <a:lnTo>
                  <a:pt x="81052" y="120259"/>
                </a:lnTo>
                <a:lnTo>
                  <a:pt x="81080" y="120144"/>
                </a:lnTo>
                <a:lnTo>
                  <a:pt x="81109" y="120029"/>
                </a:lnTo>
                <a:lnTo>
                  <a:pt x="81215" y="119610"/>
                </a:lnTo>
                <a:lnTo>
                  <a:pt x="81324" y="119195"/>
                </a:lnTo>
                <a:close/>
                <a:moveTo>
                  <a:pt x="172962" y="117732"/>
                </a:moveTo>
                <a:cubicBezTo>
                  <a:pt x="172962" y="114439"/>
                  <a:pt x="173843" y="111645"/>
                  <a:pt x="175604" y="109347"/>
                </a:cubicBezTo>
                <a:cubicBezTo>
                  <a:pt x="177365" y="107050"/>
                  <a:pt x="179701" y="105519"/>
                  <a:pt x="182611" y="104753"/>
                </a:cubicBezTo>
                <a:cubicBezTo>
                  <a:pt x="183453" y="103068"/>
                  <a:pt x="184755" y="100790"/>
                  <a:pt x="186516" y="97919"/>
                </a:cubicBezTo>
                <a:cubicBezTo>
                  <a:pt x="188277" y="95047"/>
                  <a:pt x="190459" y="91927"/>
                  <a:pt x="193063" y="88558"/>
                </a:cubicBezTo>
                <a:cubicBezTo>
                  <a:pt x="195666" y="85188"/>
                  <a:pt x="198634" y="81800"/>
                  <a:pt x="201965" y="78392"/>
                </a:cubicBezTo>
                <a:cubicBezTo>
                  <a:pt x="205296" y="74985"/>
                  <a:pt x="208971" y="71884"/>
                  <a:pt x="212991" y="69089"/>
                </a:cubicBezTo>
                <a:cubicBezTo>
                  <a:pt x="217011" y="66294"/>
                  <a:pt x="221338" y="64016"/>
                  <a:pt x="225970" y="62254"/>
                </a:cubicBezTo>
                <a:cubicBezTo>
                  <a:pt x="230603" y="60493"/>
                  <a:pt x="235523" y="59613"/>
                  <a:pt x="240730" y="59613"/>
                </a:cubicBezTo>
                <a:cubicBezTo>
                  <a:pt x="245171" y="59613"/>
                  <a:pt x="249038" y="60149"/>
                  <a:pt x="252331" y="61221"/>
                </a:cubicBezTo>
                <a:cubicBezTo>
                  <a:pt x="255624" y="62293"/>
                  <a:pt x="258342" y="63786"/>
                  <a:pt x="260486" y="65700"/>
                </a:cubicBezTo>
                <a:cubicBezTo>
                  <a:pt x="262630" y="67615"/>
                  <a:pt x="264238" y="69893"/>
                  <a:pt x="265310" y="72534"/>
                </a:cubicBezTo>
                <a:cubicBezTo>
                  <a:pt x="266382" y="75176"/>
                  <a:pt x="266918" y="78029"/>
                  <a:pt x="266918" y="81092"/>
                </a:cubicBezTo>
                <a:cubicBezTo>
                  <a:pt x="266918" y="83695"/>
                  <a:pt x="266574" y="86184"/>
                  <a:pt x="265885" y="88558"/>
                </a:cubicBezTo>
                <a:cubicBezTo>
                  <a:pt x="264812" y="92846"/>
                  <a:pt x="262822" y="96598"/>
                  <a:pt x="259912" y="99814"/>
                </a:cubicBezTo>
                <a:cubicBezTo>
                  <a:pt x="257002" y="103030"/>
                  <a:pt x="253575" y="105844"/>
                  <a:pt x="249632" y="108256"/>
                </a:cubicBezTo>
                <a:cubicBezTo>
                  <a:pt x="245688" y="110668"/>
                  <a:pt x="241400" y="112678"/>
                  <a:pt x="236767" y="114286"/>
                </a:cubicBezTo>
                <a:cubicBezTo>
                  <a:pt x="232135" y="115894"/>
                  <a:pt x="227502" y="117234"/>
                  <a:pt x="222869" y="118306"/>
                </a:cubicBezTo>
                <a:cubicBezTo>
                  <a:pt x="218236" y="119378"/>
                  <a:pt x="213776" y="120202"/>
                  <a:pt x="209488" y="120776"/>
                </a:cubicBezTo>
                <a:cubicBezTo>
                  <a:pt x="205200" y="121350"/>
                  <a:pt x="201486" y="121791"/>
                  <a:pt x="198346" y="122097"/>
                </a:cubicBezTo>
                <a:cubicBezTo>
                  <a:pt x="197657" y="123475"/>
                  <a:pt x="197064" y="125217"/>
                  <a:pt x="196566" y="127323"/>
                </a:cubicBezTo>
                <a:cubicBezTo>
                  <a:pt x="196068" y="129429"/>
                  <a:pt x="195820" y="131477"/>
                  <a:pt x="195820" y="133468"/>
                </a:cubicBezTo>
                <a:cubicBezTo>
                  <a:pt x="195820" y="137909"/>
                  <a:pt x="197581" y="141355"/>
                  <a:pt x="201103" y="143805"/>
                </a:cubicBezTo>
                <a:cubicBezTo>
                  <a:pt x="204626" y="146256"/>
                  <a:pt x="209488" y="147481"/>
                  <a:pt x="215690" y="147481"/>
                </a:cubicBezTo>
                <a:cubicBezTo>
                  <a:pt x="219289" y="147481"/>
                  <a:pt x="222735" y="147079"/>
                  <a:pt x="226028" y="146275"/>
                </a:cubicBezTo>
                <a:cubicBezTo>
                  <a:pt x="229321" y="145471"/>
                  <a:pt x="232441" y="144437"/>
                  <a:pt x="235389" y="143174"/>
                </a:cubicBezTo>
                <a:cubicBezTo>
                  <a:pt x="238337" y="141910"/>
                  <a:pt x="241113" y="140532"/>
                  <a:pt x="243716" y="139039"/>
                </a:cubicBezTo>
                <a:cubicBezTo>
                  <a:pt x="246320" y="137546"/>
                  <a:pt x="248694" y="136072"/>
                  <a:pt x="250838" y="134617"/>
                </a:cubicBezTo>
                <a:cubicBezTo>
                  <a:pt x="253594" y="132779"/>
                  <a:pt x="256217" y="131228"/>
                  <a:pt x="258706" y="129965"/>
                </a:cubicBezTo>
                <a:cubicBezTo>
                  <a:pt x="261194" y="128701"/>
                  <a:pt x="263396" y="128070"/>
                  <a:pt x="265310" y="128070"/>
                </a:cubicBezTo>
                <a:cubicBezTo>
                  <a:pt x="267225" y="128070"/>
                  <a:pt x="268450" y="128548"/>
                  <a:pt x="268986" y="129505"/>
                </a:cubicBezTo>
                <a:cubicBezTo>
                  <a:pt x="269522" y="130463"/>
                  <a:pt x="269790" y="131477"/>
                  <a:pt x="269790" y="132549"/>
                </a:cubicBezTo>
                <a:cubicBezTo>
                  <a:pt x="269790" y="133162"/>
                  <a:pt x="269771" y="133755"/>
                  <a:pt x="269732" y="134329"/>
                </a:cubicBezTo>
                <a:cubicBezTo>
                  <a:pt x="269694" y="134904"/>
                  <a:pt x="269637" y="135382"/>
                  <a:pt x="269560" y="135765"/>
                </a:cubicBezTo>
                <a:cubicBezTo>
                  <a:pt x="269177" y="137756"/>
                  <a:pt x="268411" y="139747"/>
                  <a:pt x="267263" y="141738"/>
                </a:cubicBezTo>
                <a:cubicBezTo>
                  <a:pt x="266114" y="143729"/>
                  <a:pt x="264659" y="145452"/>
                  <a:pt x="262898" y="146907"/>
                </a:cubicBezTo>
                <a:cubicBezTo>
                  <a:pt x="254934" y="153186"/>
                  <a:pt x="246760" y="157665"/>
                  <a:pt x="238375" y="160345"/>
                </a:cubicBezTo>
                <a:cubicBezTo>
                  <a:pt x="229991" y="163026"/>
                  <a:pt x="221051" y="164366"/>
                  <a:pt x="211555" y="164366"/>
                </a:cubicBezTo>
                <a:cubicBezTo>
                  <a:pt x="209718" y="164366"/>
                  <a:pt x="207554" y="164251"/>
                  <a:pt x="205066" y="164021"/>
                </a:cubicBezTo>
                <a:cubicBezTo>
                  <a:pt x="202577" y="163791"/>
                  <a:pt x="199993" y="163332"/>
                  <a:pt x="197313" y="162643"/>
                </a:cubicBezTo>
                <a:cubicBezTo>
                  <a:pt x="194633" y="161953"/>
                  <a:pt x="191991" y="160958"/>
                  <a:pt x="189387" y="159656"/>
                </a:cubicBezTo>
                <a:cubicBezTo>
                  <a:pt x="186784" y="158355"/>
                  <a:pt x="184467" y="156632"/>
                  <a:pt x="182438" y="154488"/>
                </a:cubicBezTo>
                <a:cubicBezTo>
                  <a:pt x="180409" y="152343"/>
                  <a:pt x="178763" y="149702"/>
                  <a:pt x="177499" y="146562"/>
                </a:cubicBezTo>
                <a:cubicBezTo>
                  <a:pt x="176236" y="143423"/>
                  <a:pt x="175604" y="139632"/>
                  <a:pt x="175604" y="135191"/>
                </a:cubicBezTo>
                <a:cubicBezTo>
                  <a:pt x="175604" y="131592"/>
                  <a:pt x="176102" y="127572"/>
                  <a:pt x="177097" y="123131"/>
                </a:cubicBezTo>
                <a:cubicBezTo>
                  <a:pt x="176102" y="122977"/>
                  <a:pt x="175164" y="122461"/>
                  <a:pt x="174283" y="121580"/>
                </a:cubicBezTo>
                <a:cubicBezTo>
                  <a:pt x="173403" y="120699"/>
                  <a:pt x="172962" y="119417"/>
                  <a:pt x="172962" y="117732"/>
                </a:cubicBezTo>
                <a:moveTo>
                  <a:pt x="244865" y="85916"/>
                </a:moveTo>
                <a:cubicBezTo>
                  <a:pt x="245018" y="85533"/>
                  <a:pt x="245095" y="85188"/>
                  <a:pt x="245095" y="84882"/>
                </a:cubicBezTo>
                <a:cubicBezTo>
                  <a:pt x="245095" y="84576"/>
                  <a:pt x="245095" y="84231"/>
                  <a:pt x="245095" y="83848"/>
                </a:cubicBezTo>
                <a:cubicBezTo>
                  <a:pt x="245095" y="81781"/>
                  <a:pt x="244329" y="80230"/>
                  <a:pt x="242798" y="79196"/>
                </a:cubicBezTo>
                <a:cubicBezTo>
                  <a:pt x="241266" y="78163"/>
                  <a:pt x="239428" y="77646"/>
                  <a:pt x="237284" y="77646"/>
                </a:cubicBezTo>
                <a:cubicBezTo>
                  <a:pt x="233915" y="77646"/>
                  <a:pt x="230603" y="78526"/>
                  <a:pt x="227349" y="80288"/>
                </a:cubicBezTo>
                <a:cubicBezTo>
                  <a:pt x="224094" y="82049"/>
                  <a:pt x="221031" y="84250"/>
                  <a:pt x="218160" y="86892"/>
                </a:cubicBezTo>
                <a:cubicBezTo>
                  <a:pt x="215288" y="89534"/>
                  <a:pt x="212742" y="92367"/>
                  <a:pt x="210522" y="95392"/>
                </a:cubicBezTo>
                <a:cubicBezTo>
                  <a:pt x="208301" y="98416"/>
                  <a:pt x="206578" y="101154"/>
                  <a:pt x="205353" y="103604"/>
                </a:cubicBezTo>
                <a:cubicBezTo>
                  <a:pt x="210866" y="103145"/>
                  <a:pt x="215920" y="102398"/>
                  <a:pt x="220515" y="101364"/>
                </a:cubicBezTo>
                <a:cubicBezTo>
                  <a:pt x="225109" y="100331"/>
                  <a:pt x="229110" y="99029"/>
                  <a:pt x="232518" y="97459"/>
                </a:cubicBezTo>
                <a:cubicBezTo>
                  <a:pt x="235925" y="95889"/>
                  <a:pt x="238682" y="94128"/>
                  <a:pt x="240787" y="92176"/>
                </a:cubicBezTo>
                <a:cubicBezTo>
                  <a:pt x="242893" y="90223"/>
                  <a:pt x="244252" y="88136"/>
                  <a:pt x="244865" y="85916"/>
                </a:cubicBezTo>
                <a:moveTo>
                  <a:pt x="231541" y="54789"/>
                </a:moveTo>
                <a:lnTo>
                  <a:pt x="231541" y="54789"/>
                </a:lnTo>
                <a:close/>
                <a:moveTo>
                  <a:pt x="293074" y="150238"/>
                </a:moveTo>
                <a:cubicBezTo>
                  <a:pt x="294070" y="144878"/>
                  <a:pt x="295218" y="138981"/>
                  <a:pt x="296520" y="132549"/>
                </a:cubicBezTo>
                <a:cubicBezTo>
                  <a:pt x="297822" y="126117"/>
                  <a:pt x="299162" y="119608"/>
                  <a:pt x="300540" y="113023"/>
                </a:cubicBezTo>
                <a:cubicBezTo>
                  <a:pt x="301918" y="106438"/>
                  <a:pt x="303259" y="99967"/>
                  <a:pt x="304560" y="93611"/>
                </a:cubicBezTo>
                <a:cubicBezTo>
                  <a:pt x="305862" y="87256"/>
                  <a:pt x="306972" y="81436"/>
                  <a:pt x="307891" y="76153"/>
                </a:cubicBezTo>
                <a:cubicBezTo>
                  <a:pt x="307815" y="75387"/>
                  <a:pt x="307776" y="74717"/>
                  <a:pt x="307776" y="74143"/>
                </a:cubicBezTo>
                <a:cubicBezTo>
                  <a:pt x="307776" y="73568"/>
                  <a:pt x="307776" y="72936"/>
                  <a:pt x="307776" y="72247"/>
                </a:cubicBezTo>
                <a:cubicBezTo>
                  <a:pt x="307776" y="69874"/>
                  <a:pt x="307930" y="67500"/>
                  <a:pt x="308236" y="65126"/>
                </a:cubicBezTo>
                <a:cubicBezTo>
                  <a:pt x="308542" y="62752"/>
                  <a:pt x="308963" y="60570"/>
                  <a:pt x="309499" y="58579"/>
                </a:cubicBezTo>
                <a:cubicBezTo>
                  <a:pt x="310342" y="55669"/>
                  <a:pt x="311280" y="53697"/>
                  <a:pt x="312313" y="52664"/>
                </a:cubicBezTo>
                <a:cubicBezTo>
                  <a:pt x="313347" y="51630"/>
                  <a:pt x="315013" y="51113"/>
                  <a:pt x="317310" y="51113"/>
                </a:cubicBezTo>
                <a:cubicBezTo>
                  <a:pt x="319530" y="51113"/>
                  <a:pt x="321311" y="51553"/>
                  <a:pt x="322651" y="52434"/>
                </a:cubicBezTo>
                <a:cubicBezTo>
                  <a:pt x="323991" y="53314"/>
                  <a:pt x="325044" y="54482"/>
                  <a:pt x="325809" y="55937"/>
                </a:cubicBezTo>
                <a:cubicBezTo>
                  <a:pt x="326575" y="57392"/>
                  <a:pt x="327073" y="59058"/>
                  <a:pt x="327303" y="60934"/>
                </a:cubicBezTo>
                <a:cubicBezTo>
                  <a:pt x="327532" y="62810"/>
                  <a:pt x="327647" y="64743"/>
                  <a:pt x="327647" y="66734"/>
                </a:cubicBezTo>
                <a:cubicBezTo>
                  <a:pt x="327647" y="67806"/>
                  <a:pt x="327609" y="68993"/>
                  <a:pt x="327532" y="70295"/>
                </a:cubicBezTo>
                <a:cubicBezTo>
                  <a:pt x="327456" y="71596"/>
                  <a:pt x="327418" y="72630"/>
                  <a:pt x="327418" y="73396"/>
                </a:cubicBezTo>
                <a:cubicBezTo>
                  <a:pt x="329562" y="71175"/>
                  <a:pt x="331840" y="68897"/>
                  <a:pt x="334252" y="66562"/>
                </a:cubicBezTo>
                <a:cubicBezTo>
                  <a:pt x="336664" y="64226"/>
                  <a:pt x="339229" y="62120"/>
                  <a:pt x="341947" y="60244"/>
                </a:cubicBezTo>
                <a:cubicBezTo>
                  <a:pt x="344666" y="58368"/>
                  <a:pt x="347537" y="56818"/>
                  <a:pt x="350562" y="55593"/>
                </a:cubicBezTo>
                <a:cubicBezTo>
                  <a:pt x="353587" y="54367"/>
                  <a:pt x="356745" y="53755"/>
                  <a:pt x="360038" y="53755"/>
                </a:cubicBezTo>
                <a:cubicBezTo>
                  <a:pt x="361340" y="53755"/>
                  <a:pt x="362622" y="53870"/>
                  <a:pt x="363886" y="54099"/>
                </a:cubicBezTo>
                <a:cubicBezTo>
                  <a:pt x="365149" y="54329"/>
                  <a:pt x="366432" y="54635"/>
                  <a:pt x="367734" y="55018"/>
                </a:cubicBezTo>
                <a:cubicBezTo>
                  <a:pt x="369265" y="55401"/>
                  <a:pt x="370854" y="55918"/>
                  <a:pt x="372500" y="56569"/>
                </a:cubicBezTo>
                <a:cubicBezTo>
                  <a:pt x="374147" y="57220"/>
                  <a:pt x="375736" y="58119"/>
                  <a:pt x="377267" y="59268"/>
                </a:cubicBezTo>
                <a:cubicBezTo>
                  <a:pt x="379794" y="61182"/>
                  <a:pt x="381919" y="63575"/>
                  <a:pt x="383642" y="66447"/>
                </a:cubicBezTo>
                <a:cubicBezTo>
                  <a:pt x="385365" y="69318"/>
                  <a:pt x="386226" y="72247"/>
                  <a:pt x="386226" y="75234"/>
                </a:cubicBezTo>
                <a:cubicBezTo>
                  <a:pt x="386226" y="76382"/>
                  <a:pt x="385996" y="77627"/>
                  <a:pt x="385537" y="78967"/>
                </a:cubicBezTo>
                <a:cubicBezTo>
                  <a:pt x="385078" y="80307"/>
                  <a:pt x="384446" y="81532"/>
                  <a:pt x="383642" y="82642"/>
                </a:cubicBezTo>
                <a:cubicBezTo>
                  <a:pt x="382838" y="83753"/>
                  <a:pt x="381900" y="84671"/>
                  <a:pt x="380828" y="85399"/>
                </a:cubicBezTo>
                <a:cubicBezTo>
                  <a:pt x="379756" y="86126"/>
                  <a:pt x="378569" y="86490"/>
                  <a:pt x="377267" y="86490"/>
                </a:cubicBezTo>
                <a:cubicBezTo>
                  <a:pt x="375965" y="86490"/>
                  <a:pt x="374376" y="86165"/>
                  <a:pt x="372500" y="85514"/>
                </a:cubicBezTo>
                <a:cubicBezTo>
                  <a:pt x="370624" y="84863"/>
                  <a:pt x="369074" y="84001"/>
                  <a:pt x="367848" y="82929"/>
                </a:cubicBezTo>
                <a:cubicBezTo>
                  <a:pt x="367312" y="82470"/>
                  <a:pt x="366757" y="81819"/>
                  <a:pt x="366183" y="80977"/>
                </a:cubicBezTo>
                <a:cubicBezTo>
                  <a:pt x="365609" y="80134"/>
                  <a:pt x="365073" y="79292"/>
                  <a:pt x="364575" y="78450"/>
                </a:cubicBezTo>
                <a:cubicBezTo>
                  <a:pt x="364077" y="77607"/>
                  <a:pt x="363618" y="76823"/>
                  <a:pt x="363197" y="76095"/>
                </a:cubicBezTo>
                <a:cubicBezTo>
                  <a:pt x="362775" y="75368"/>
                  <a:pt x="362450" y="74889"/>
                  <a:pt x="362220" y="74659"/>
                </a:cubicBezTo>
                <a:cubicBezTo>
                  <a:pt x="361837" y="74583"/>
                  <a:pt x="361416" y="74525"/>
                  <a:pt x="360957" y="74487"/>
                </a:cubicBezTo>
                <a:cubicBezTo>
                  <a:pt x="360497" y="74449"/>
                  <a:pt x="360076" y="74430"/>
                  <a:pt x="359693" y="74430"/>
                </a:cubicBezTo>
                <a:cubicBezTo>
                  <a:pt x="355788" y="74430"/>
                  <a:pt x="352074" y="75425"/>
                  <a:pt x="348552" y="77416"/>
                </a:cubicBezTo>
                <a:cubicBezTo>
                  <a:pt x="345029" y="79407"/>
                  <a:pt x="341737" y="81838"/>
                  <a:pt x="338674" y="84710"/>
                </a:cubicBezTo>
                <a:cubicBezTo>
                  <a:pt x="335611" y="87581"/>
                  <a:pt x="332797" y="90644"/>
                  <a:pt x="330232" y="93899"/>
                </a:cubicBezTo>
                <a:cubicBezTo>
                  <a:pt x="327666" y="97153"/>
                  <a:pt x="325427" y="100082"/>
                  <a:pt x="323512" y="102685"/>
                </a:cubicBezTo>
                <a:cubicBezTo>
                  <a:pt x="321981" y="108888"/>
                  <a:pt x="320277" y="115492"/>
                  <a:pt x="318401" y="122499"/>
                </a:cubicBezTo>
                <a:cubicBezTo>
                  <a:pt x="316525" y="129505"/>
                  <a:pt x="314668" y="136837"/>
                  <a:pt x="312830" y="144495"/>
                </a:cubicBezTo>
                <a:lnTo>
                  <a:pt x="312830" y="147366"/>
                </a:lnTo>
                <a:cubicBezTo>
                  <a:pt x="312830" y="149663"/>
                  <a:pt x="312754" y="151999"/>
                  <a:pt x="312600" y="154373"/>
                </a:cubicBezTo>
                <a:cubicBezTo>
                  <a:pt x="312447" y="156746"/>
                  <a:pt x="311988" y="158852"/>
                  <a:pt x="311222" y="160690"/>
                </a:cubicBezTo>
                <a:cubicBezTo>
                  <a:pt x="310380" y="161839"/>
                  <a:pt x="309174" y="162815"/>
                  <a:pt x="307604" y="163619"/>
                </a:cubicBezTo>
                <a:cubicBezTo>
                  <a:pt x="306034" y="164423"/>
                  <a:pt x="304216" y="164825"/>
                  <a:pt x="302148" y="164825"/>
                </a:cubicBezTo>
                <a:cubicBezTo>
                  <a:pt x="298932" y="164825"/>
                  <a:pt x="296520" y="163772"/>
                  <a:pt x="294912" y="161666"/>
                </a:cubicBezTo>
                <a:cubicBezTo>
                  <a:pt x="293304" y="159561"/>
                  <a:pt x="292500" y="157091"/>
                  <a:pt x="292500" y="154258"/>
                </a:cubicBezTo>
                <a:cubicBezTo>
                  <a:pt x="292500" y="152956"/>
                  <a:pt x="292691" y="151616"/>
                  <a:pt x="293074" y="150238"/>
                </a:cubicBezTo>
                <a:close/>
                <a:moveTo>
                  <a:pt x="497226" y="87179"/>
                </a:moveTo>
                <a:lnTo>
                  <a:pt x="642295" y="87179"/>
                </a:lnTo>
                <a:lnTo>
                  <a:pt x="615991" y="53755"/>
                </a:lnTo>
                <a:lnTo>
                  <a:pt x="622768" y="47437"/>
                </a:lnTo>
                <a:lnTo>
                  <a:pt x="667908" y="91199"/>
                </a:lnTo>
                <a:lnTo>
                  <a:pt x="667908" y="98550"/>
                </a:lnTo>
                <a:lnTo>
                  <a:pt x="622768" y="142312"/>
                </a:lnTo>
                <a:lnTo>
                  <a:pt x="615991" y="135995"/>
                </a:lnTo>
                <a:lnTo>
                  <a:pt x="642295" y="102456"/>
                </a:lnTo>
                <a:lnTo>
                  <a:pt x="497226" y="102456"/>
                </a:lnTo>
                <a:lnTo>
                  <a:pt x="497226" y="87179"/>
                </a:lnTo>
                <a:close/>
                <a:moveTo>
                  <a:pt x="760900" y="113138"/>
                </a:moveTo>
                <a:cubicBezTo>
                  <a:pt x="760900" y="108696"/>
                  <a:pt x="761436" y="103662"/>
                  <a:pt x="762508" y="98034"/>
                </a:cubicBezTo>
                <a:cubicBezTo>
                  <a:pt x="763580" y="92405"/>
                  <a:pt x="765456" y="86949"/>
                  <a:pt x="768137" y="81666"/>
                </a:cubicBezTo>
                <a:cubicBezTo>
                  <a:pt x="771812" y="74315"/>
                  <a:pt x="775909" y="67213"/>
                  <a:pt x="780427" y="60359"/>
                </a:cubicBezTo>
                <a:cubicBezTo>
                  <a:pt x="784944" y="53506"/>
                  <a:pt x="789577" y="47189"/>
                  <a:pt x="794325" y="41407"/>
                </a:cubicBezTo>
                <a:cubicBezTo>
                  <a:pt x="799072" y="35626"/>
                  <a:pt x="803820" y="30495"/>
                  <a:pt x="808567" y="26016"/>
                </a:cubicBezTo>
                <a:cubicBezTo>
                  <a:pt x="813315" y="21536"/>
                  <a:pt x="817833" y="18033"/>
                  <a:pt x="822121" y="15506"/>
                </a:cubicBezTo>
                <a:lnTo>
                  <a:pt x="822006" y="15621"/>
                </a:lnTo>
                <a:cubicBezTo>
                  <a:pt x="824686" y="13936"/>
                  <a:pt x="827519" y="12175"/>
                  <a:pt x="830506" y="10337"/>
                </a:cubicBezTo>
                <a:cubicBezTo>
                  <a:pt x="833492" y="8500"/>
                  <a:pt x="836555" y="6815"/>
                  <a:pt x="839695" y="5284"/>
                </a:cubicBezTo>
                <a:cubicBezTo>
                  <a:pt x="842834" y="3752"/>
                  <a:pt x="846012" y="2489"/>
                  <a:pt x="849228" y="1493"/>
                </a:cubicBezTo>
                <a:cubicBezTo>
                  <a:pt x="852444" y="498"/>
                  <a:pt x="855622" y="0"/>
                  <a:pt x="858762" y="0"/>
                </a:cubicBezTo>
                <a:cubicBezTo>
                  <a:pt x="861978" y="0"/>
                  <a:pt x="865041" y="651"/>
                  <a:pt x="867950" y="1953"/>
                </a:cubicBezTo>
                <a:cubicBezTo>
                  <a:pt x="870860" y="3254"/>
                  <a:pt x="873406" y="5035"/>
                  <a:pt x="875589" y="7294"/>
                </a:cubicBezTo>
                <a:cubicBezTo>
                  <a:pt x="877771" y="9553"/>
                  <a:pt x="879494" y="12175"/>
                  <a:pt x="880757" y="15162"/>
                </a:cubicBezTo>
                <a:cubicBezTo>
                  <a:pt x="882021" y="18148"/>
                  <a:pt x="882653" y="21326"/>
                  <a:pt x="882653" y="24695"/>
                </a:cubicBezTo>
                <a:cubicBezTo>
                  <a:pt x="882653" y="27069"/>
                  <a:pt x="882519" y="28926"/>
                  <a:pt x="882251" y="30266"/>
                </a:cubicBezTo>
                <a:cubicBezTo>
                  <a:pt x="881983" y="31606"/>
                  <a:pt x="881561" y="32620"/>
                  <a:pt x="880987" y="33310"/>
                </a:cubicBezTo>
                <a:cubicBezTo>
                  <a:pt x="880413" y="33999"/>
                  <a:pt x="879685" y="34420"/>
                  <a:pt x="878805" y="34573"/>
                </a:cubicBezTo>
                <a:cubicBezTo>
                  <a:pt x="877924" y="34726"/>
                  <a:pt x="876910" y="34803"/>
                  <a:pt x="875761" y="34803"/>
                </a:cubicBezTo>
                <a:cubicBezTo>
                  <a:pt x="874076" y="34803"/>
                  <a:pt x="872755" y="34439"/>
                  <a:pt x="871798" y="33712"/>
                </a:cubicBezTo>
                <a:cubicBezTo>
                  <a:pt x="870841" y="32984"/>
                  <a:pt x="870075" y="32104"/>
                  <a:pt x="869501" y="31070"/>
                </a:cubicBezTo>
                <a:cubicBezTo>
                  <a:pt x="868927" y="30036"/>
                  <a:pt x="868486" y="28887"/>
                  <a:pt x="868180" y="27624"/>
                </a:cubicBezTo>
                <a:cubicBezTo>
                  <a:pt x="867874" y="26361"/>
                  <a:pt x="867510" y="25212"/>
                  <a:pt x="867089" y="24178"/>
                </a:cubicBezTo>
                <a:cubicBezTo>
                  <a:pt x="866668" y="23144"/>
                  <a:pt x="866132" y="22264"/>
                  <a:pt x="865481" y="21536"/>
                </a:cubicBezTo>
                <a:cubicBezTo>
                  <a:pt x="864830" y="20809"/>
                  <a:pt x="863930" y="20445"/>
                  <a:pt x="862782" y="20445"/>
                </a:cubicBezTo>
                <a:cubicBezTo>
                  <a:pt x="859719" y="20445"/>
                  <a:pt x="856407" y="21134"/>
                  <a:pt x="852846" y="22513"/>
                </a:cubicBezTo>
                <a:cubicBezTo>
                  <a:pt x="849286" y="23891"/>
                  <a:pt x="845648" y="25729"/>
                  <a:pt x="841934" y="28026"/>
                </a:cubicBezTo>
                <a:cubicBezTo>
                  <a:pt x="838221" y="30323"/>
                  <a:pt x="834507" y="32946"/>
                  <a:pt x="830793" y="35894"/>
                </a:cubicBezTo>
                <a:cubicBezTo>
                  <a:pt x="827079" y="38842"/>
                  <a:pt x="823538" y="41848"/>
                  <a:pt x="820168" y="44911"/>
                </a:cubicBezTo>
                <a:cubicBezTo>
                  <a:pt x="816799" y="47973"/>
                  <a:pt x="813679" y="50998"/>
                  <a:pt x="810807" y="53984"/>
                </a:cubicBezTo>
                <a:cubicBezTo>
                  <a:pt x="807936" y="56971"/>
                  <a:pt x="805466" y="59651"/>
                  <a:pt x="803399" y="62025"/>
                </a:cubicBezTo>
                <a:cubicBezTo>
                  <a:pt x="800336" y="65930"/>
                  <a:pt x="797541" y="69893"/>
                  <a:pt x="795014" y="73913"/>
                </a:cubicBezTo>
                <a:cubicBezTo>
                  <a:pt x="792487" y="77933"/>
                  <a:pt x="790305" y="82030"/>
                  <a:pt x="788467" y="86203"/>
                </a:cubicBezTo>
                <a:cubicBezTo>
                  <a:pt x="786629" y="90376"/>
                  <a:pt x="785212" y="94664"/>
                  <a:pt x="784217" y="99067"/>
                </a:cubicBezTo>
                <a:cubicBezTo>
                  <a:pt x="783222" y="103470"/>
                  <a:pt x="782724" y="108046"/>
                  <a:pt x="782724" y="112793"/>
                </a:cubicBezTo>
                <a:cubicBezTo>
                  <a:pt x="782724" y="116469"/>
                  <a:pt x="783241" y="119685"/>
                  <a:pt x="784274" y="122441"/>
                </a:cubicBezTo>
                <a:cubicBezTo>
                  <a:pt x="785308" y="125198"/>
                  <a:pt x="786438" y="127572"/>
                  <a:pt x="787663" y="129563"/>
                </a:cubicBezTo>
                <a:cubicBezTo>
                  <a:pt x="789118" y="131860"/>
                  <a:pt x="790917" y="133449"/>
                  <a:pt x="793061" y="134329"/>
                </a:cubicBezTo>
                <a:cubicBezTo>
                  <a:pt x="795205" y="135210"/>
                  <a:pt x="797771" y="135650"/>
                  <a:pt x="800757" y="135650"/>
                </a:cubicBezTo>
                <a:cubicBezTo>
                  <a:pt x="807266" y="135650"/>
                  <a:pt x="813277" y="135038"/>
                  <a:pt x="818790" y="133813"/>
                </a:cubicBezTo>
                <a:cubicBezTo>
                  <a:pt x="824303" y="132587"/>
                  <a:pt x="829587" y="130941"/>
                  <a:pt x="834641" y="128874"/>
                </a:cubicBezTo>
                <a:cubicBezTo>
                  <a:pt x="839695" y="126806"/>
                  <a:pt x="844634" y="124356"/>
                  <a:pt x="849458" y="121523"/>
                </a:cubicBezTo>
                <a:cubicBezTo>
                  <a:pt x="854282" y="118689"/>
                  <a:pt x="859259" y="115665"/>
                  <a:pt x="864390" y="112449"/>
                </a:cubicBezTo>
                <a:lnTo>
                  <a:pt x="867376" y="112449"/>
                </a:lnTo>
                <a:cubicBezTo>
                  <a:pt x="868372" y="112449"/>
                  <a:pt x="869386" y="112717"/>
                  <a:pt x="870420" y="113253"/>
                </a:cubicBezTo>
                <a:cubicBezTo>
                  <a:pt x="871454" y="113789"/>
                  <a:pt x="872373" y="114478"/>
                  <a:pt x="873177" y="115320"/>
                </a:cubicBezTo>
                <a:cubicBezTo>
                  <a:pt x="873981" y="116162"/>
                  <a:pt x="874631" y="117120"/>
                  <a:pt x="875129" y="118192"/>
                </a:cubicBezTo>
                <a:cubicBezTo>
                  <a:pt x="875627" y="119264"/>
                  <a:pt x="875876" y="120374"/>
                  <a:pt x="875876" y="121523"/>
                </a:cubicBezTo>
                <a:cubicBezTo>
                  <a:pt x="875876" y="124049"/>
                  <a:pt x="874880" y="126557"/>
                  <a:pt x="872889" y="129046"/>
                </a:cubicBezTo>
                <a:cubicBezTo>
                  <a:pt x="870898" y="131535"/>
                  <a:pt x="868352" y="133908"/>
                  <a:pt x="865251" y="136167"/>
                </a:cubicBezTo>
                <a:cubicBezTo>
                  <a:pt x="862150" y="138426"/>
                  <a:pt x="858647" y="140551"/>
                  <a:pt x="854741" y="142542"/>
                </a:cubicBezTo>
                <a:cubicBezTo>
                  <a:pt x="850836" y="144533"/>
                  <a:pt x="846988" y="146294"/>
                  <a:pt x="843198" y="147826"/>
                </a:cubicBezTo>
                <a:cubicBezTo>
                  <a:pt x="839408" y="149357"/>
                  <a:pt x="835866" y="150659"/>
                  <a:pt x="832573" y="151731"/>
                </a:cubicBezTo>
                <a:cubicBezTo>
                  <a:pt x="829281" y="152803"/>
                  <a:pt x="826639" y="153530"/>
                  <a:pt x="824648" y="153913"/>
                </a:cubicBezTo>
                <a:cubicBezTo>
                  <a:pt x="822963" y="154296"/>
                  <a:pt x="821336" y="154660"/>
                  <a:pt x="819766" y="155004"/>
                </a:cubicBezTo>
                <a:cubicBezTo>
                  <a:pt x="818197" y="155349"/>
                  <a:pt x="816340" y="155694"/>
                  <a:pt x="814196" y="156038"/>
                </a:cubicBezTo>
                <a:cubicBezTo>
                  <a:pt x="812052" y="156383"/>
                  <a:pt x="809486" y="156651"/>
                  <a:pt x="806500" y="156842"/>
                </a:cubicBezTo>
                <a:cubicBezTo>
                  <a:pt x="803514" y="157034"/>
                  <a:pt x="799761" y="157129"/>
                  <a:pt x="795244" y="157129"/>
                </a:cubicBezTo>
                <a:cubicBezTo>
                  <a:pt x="792487" y="157129"/>
                  <a:pt x="789960" y="156689"/>
                  <a:pt x="787663" y="155808"/>
                </a:cubicBezTo>
                <a:cubicBezTo>
                  <a:pt x="785366" y="154928"/>
                  <a:pt x="783317" y="153894"/>
                  <a:pt x="781518" y="152707"/>
                </a:cubicBezTo>
                <a:cubicBezTo>
                  <a:pt x="779718" y="151520"/>
                  <a:pt x="778187" y="150276"/>
                  <a:pt x="776923" y="148974"/>
                </a:cubicBezTo>
                <a:cubicBezTo>
                  <a:pt x="775660" y="147672"/>
                  <a:pt x="774645" y="146562"/>
                  <a:pt x="773880" y="145643"/>
                </a:cubicBezTo>
                <a:cubicBezTo>
                  <a:pt x="769362" y="140360"/>
                  <a:pt x="766069" y="135153"/>
                  <a:pt x="764002" y="130022"/>
                </a:cubicBezTo>
                <a:cubicBezTo>
                  <a:pt x="761934" y="124892"/>
                  <a:pt x="760900" y="119264"/>
                  <a:pt x="760900" y="113138"/>
                </a:cubicBezTo>
                <a:close/>
                <a:moveTo>
                  <a:pt x="952093" y="157129"/>
                </a:moveTo>
                <a:cubicBezTo>
                  <a:pt x="952093" y="154909"/>
                  <a:pt x="952361" y="152248"/>
                  <a:pt x="952897" y="149147"/>
                </a:cubicBezTo>
                <a:cubicBezTo>
                  <a:pt x="953433" y="146045"/>
                  <a:pt x="953701" y="142197"/>
                  <a:pt x="953701" y="137603"/>
                </a:cubicBezTo>
                <a:cubicBezTo>
                  <a:pt x="951174" y="139441"/>
                  <a:pt x="948379" y="141623"/>
                  <a:pt x="945316" y="144150"/>
                </a:cubicBezTo>
                <a:cubicBezTo>
                  <a:pt x="942253" y="146677"/>
                  <a:pt x="939076" y="149089"/>
                  <a:pt x="935783" y="151386"/>
                </a:cubicBezTo>
                <a:cubicBezTo>
                  <a:pt x="932490" y="153684"/>
                  <a:pt x="929217" y="155617"/>
                  <a:pt x="925962" y="157187"/>
                </a:cubicBezTo>
                <a:cubicBezTo>
                  <a:pt x="922708" y="158757"/>
                  <a:pt x="919664" y="159541"/>
                  <a:pt x="916831" y="159541"/>
                </a:cubicBezTo>
                <a:cubicBezTo>
                  <a:pt x="914534" y="159541"/>
                  <a:pt x="912351" y="159197"/>
                  <a:pt x="910284" y="158508"/>
                </a:cubicBezTo>
                <a:cubicBezTo>
                  <a:pt x="908216" y="157818"/>
                  <a:pt x="906455" y="156900"/>
                  <a:pt x="905000" y="155751"/>
                </a:cubicBezTo>
                <a:cubicBezTo>
                  <a:pt x="900942" y="152535"/>
                  <a:pt x="898013" y="149319"/>
                  <a:pt x="896213" y="146103"/>
                </a:cubicBezTo>
                <a:cubicBezTo>
                  <a:pt x="894414" y="142887"/>
                  <a:pt x="893514" y="139135"/>
                  <a:pt x="893514" y="134846"/>
                </a:cubicBezTo>
                <a:cubicBezTo>
                  <a:pt x="893514" y="132932"/>
                  <a:pt x="893687" y="130941"/>
                  <a:pt x="894031" y="128874"/>
                </a:cubicBezTo>
                <a:cubicBezTo>
                  <a:pt x="894376" y="126806"/>
                  <a:pt x="894893" y="124432"/>
                  <a:pt x="895582" y="121752"/>
                </a:cubicBezTo>
                <a:cubicBezTo>
                  <a:pt x="898492" y="109654"/>
                  <a:pt x="903488" y="98455"/>
                  <a:pt x="910571" y="88156"/>
                </a:cubicBezTo>
                <a:cubicBezTo>
                  <a:pt x="917654" y="77856"/>
                  <a:pt x="926441" y="69070"/>
                  <a:pt x="936932" y="61795"/>
                </a:cubicBezTo>
                <a:cubicBezTo>
                  <a:pt x="940990" y="58962"/>
                  <a:pt x="945048" y="57143"/>
                  <a:pt x="949107" y="56339"/>
                </a:cubicBezTo>
                <a:cubicBezTo>
                  <a:pt x="953165" y="55535"/>
                  <a:pt x="957185" y="55133"/>
                  <a:pt x="961167" y="55133"/>
                </a:cubicBezTo>
                <a:cubicBezTo>
                  <a:pt x="962928" y="55133"/>
                  <a:pt x="964900" y="55248"/>
                  <a:pt x="967082" y="55478"/>
                </a:cubicBezTo>
                <a:cubicBezTo>
                  <a:pt x="969265" y="55707"/>
                  <a:pt x="971237" y="55937"/>
                  <a:pt x="972998" y="56167"/>
                </a:cubicBezTo>
                <a:cubicBezTo>
                  <a:pt x="974759" y="55784"/>
                  <a:pt x="976195" y="55516"/>
                  <a:pt x="977305" y="55363"/>
                </a:cubicBezTo>
                <a:cubicBezTo>
                  <a:pt x="978415" y="55210"/>
                  <a:pt x="979583" y="55133"/>
                  <a:pt x="980808" y="55133"/>
                </a:cubicBezTo>
                <a:cubicBezTo>
                  <a:pt x="983106" y="55133"/>
                  <a:pt x="985020" y="55439"/>
                  <a:pt x="986551" y="56052"/>
                </a:cubicBezTo>
                <a:cubicBezTo>
                  <a:pt x="988083" y="56665"/>
                  <a:pt x="989308" y="57488"/>
                  <a:pt x="990227" y="58521"/>
                </a:cubicBezTo>
                <a:cubicBezTo>
                  <a:pt x="991146" y="59555"/>
                  <a:pt x="991816" y="60742"/>
                  <a:pt x="992237" y="62082"/>
                </a:cubicBezTo>
                <a:cubicBezTo>
                  <a:pt x="992658" y="63422"/>
                  <a:pt x="992869" y="64820"/>
                  <a:pt x="992869" y="66275"/>
                </a:cubicBezTo>
                <a:cubicBezTo>
                  <a:pt x="992869" y="68265"/>
                  <a:pt x="992562" y="70161"/>
                  <a:pt x="991950" y="71960"/>
                </a:cubicBezTo>
                <a:cubicBezTo>
                  <a:pt x="991337" y="73760"/>
                  <a:pt x="990725" y="75578"/>
                  <a:pt x="990112" y="77416"/>
                </a:cubicBezTo>
                <a:lnTo>
                  <a:pt x="974950" y="137948"/>
                </a:lnTo>
                <a:cubicBezTo>
                  <a:pt x="974644" y="141240"/>
                  <a:pt x="974376" y="144265"/>
                  <a:pt x="974146" y="147022"/>
                </a:cubicBezTo>
                <a:cubicBezTo>
                  <a:pt x="973917" y="149778"/>
                  <a:pt x="973457" y="152343"/>
                  <a:pt x="972768" y="154717"/>
                </a:cubicBezTo>
                <a:cubicBezTo>
                  <a:pt x="972538" y="155406"/>
                  <a:pt x="972251" y="156268"/>
                  <a:pt x="971907" y="157302"/>
                </a:cubicBezTo>
                <a:cubicBezTo>
                  <a:pt x="971562" y="158335"/>
                  <a:pt x="971007" y="159331"/>
                  <a:pt x="970241" y="160288"/>
                </a:cubicBezTo>
                <a:cubicBezTo>
                  <a:pt x="969475" y="161245"/>
                  <a:pt x="968518" y="162068"/>
                  <a:pt x="967370" y="162758"/>
                </a:cubicBezTo>
                <a:cubicBezTo>
                  <a:pt x="966221" y="163447"/>
                  <a:pt x="964728" y="163791"/>
                  <a:pt x="962890" y="163791"/>
                </a:cubicBezTo>
                <a:cubicBezTo>
                  <a:pt x="960516" y="163791"/>
                  <a:pt x="958621" y="163638"/>
                  <a:pt x="957204" y="163332"/>
                </a:cubicBezTo>
                <a:cubicBezTo>
                  <a:pt x="955788" y="163026"/>
                  <a:pt x="954697" y="162585"/>
                  <a:pt x="953931" y="162011"/>
                </a:cubicBezTo>
                <a:cubicBezTo>
                  <a:pt x="953165" y="161437"/>
                  <a:pt x="952667" y="160747"/>
                  <a:pt x="952438" y="159943"/>
                </a:cubicBezTo>
                <a:cubicBezTo>
                  <a:pt x="952208" y="159139"/>
                  <a:pt x="952093" y="158201"/>
                  <a:pt x="952093" y="157129"/>
                </a:cubicBezTo>
                <a:moveTo>
                  <a:pt x="913959" y="122441"/>
                </a:moveTo>
                <a:cubicBezTo>
                  <a:pt x="913653" y="123513"/>
                  <a:pt x="913328" y="125045"/>
                  <a:pt x="912983" y="127036"/>
                </a:cubicBezTo>
                <a:cubicBezTo>
                  <a:pt x="912639" y="129027"/>
                  <a:pt x="912466" y="131018"/>
                  <a:pt x="912466" y="133009"/>
                </a:cubicBezTo>
                <a:cubicBezTo>
                  <a:pt x="912466" y="135076"/>
                  <a:pt x="912773" y="136933"/>
                  <a:pt x="913385" y="138579"/>
                </a:cubicBezTo>
                <a:cubicBezTo>
                  <a:pt x="913998" y="140226"/>
                  <a:pt x="915338" y="141049"/>
                  <a:pt x="917405" y="141049"/>
                </a:cubicBezTo>
                <a:cubicBezTo>
                  <a:pt x="920621" y="141049"/>
                  <a:pt x="923627" y="140341"/>
                  <a:pt x="926422" y="138924"/>
                </a:cubicBezTo>
                <a:cubicBezTo>
                  <a:pt x="929217" y="137507"/>
                  <a:pt x="931839" y="135804"/>
                  <a:pt x="934290" y="133813"/>
                </a:cubicBezTo>
                <a:cubicBezTo>
                  <a:pt x="937582" y="131133"/>
                  <a:pt x="940933" y="128127"/>
                  <a:pt x="944340" y="124796"/>
                </a:cubicBezTo>
                <a:cubicBezTo>
                  <a:pt x="947748" y="121465"/>
                  <a:pt x="950964" y="117962"/>
                  <a:pt x="953988" y="114286"/>
                </a:cubicBezTo>
                <a:cubicBezTo>
                  <a:pt x="957013" y="110611"/>
                  <a:pt x="959693" y="106840"/>
                  <a:pt x="962029" y="102973"/>
                </a:cubicBezTo>
                <a:cubicBezTo>
                  <a:pt x="964364" y="99106"/>
                  <a:pt x="966068" y="95258"/>
                  <a:pt x="967140" y="91429"/>
                </a:cubicBezTo>
                <a:cubicBezTo>
                  <a:pt x="967752" y="89208"/>
                  <a:pt x="968269" y="86643"/>
                  <a:pt x="968690" y="83733"/>
                </a:cubicBezTo>
                <a:cubicBezTo>
                  <a:pt x="969112" y="80824"/>
                  <a:pt x="969322" y="78220"/>
                  <a:pt x="969322" y="75923"/>
                </a:cubicBezTo>
                <a:cubicBezTo>
                  <a:pt x="969322" y="74927"/>
                  <a:pt x="969093" y="73951"/>
                  <a:pt x="968633" y="72994"/>
                </a:cubicBezTo>
                <a:cubicBezTo>
                  <a:pt x="968174" y="72037"/>
                  <a:pt x="967293" y="71558"/>
                  <a:pt x="965991" y="71558"/>
                </a:cubicBezTo>
                <a:cubicBezTo>
                  <a:pt x="962239" y="71558"/>
                  <a:pt x="958468" y="72286"/>
                  <a:pt x="954678" y="73741"/>
                </a:cubicBezTo>
                <a:cubicBezTo>
                  <a:pt x="950887" y="75195"/>
                  <a:pt x="947231" y="77148"/>
                  <a:pt x="943708" y="79598"/>
                </a:cubicBezTo>
                <a:cubicBezTo>
                  <a:pt x="940186" y="82049"/>
                  <a:pt x="936836" y="84939"/>
                  <a:pt x="933658" y="88270"/>
                </a:cubicBezTo>
                <a:cubicBezTo>
                  <a:pt x="930480" y="91601"/>
                  <a:pt x="927590" y="95162"/>
                  <a:pt x="924986" y="98952"/>
                </a:cubicBezTo>
                <a:cubicBezTo>
                  <a:pt x="922383" y="102743"/>
                  <a:pt x="920143" y="106648"/>
                  <a:pt x="918267" y="110668"/>
                </a:cubicBezTo>
                <a:cubicBezTo>
                  <a:pt x="916391" y="114688"/>
                  <a:pt x="914955" y="118613"/>
                  <a:pt x="913959" y="122441"/>
                </a:cubicBezTo>
                <a:close/>
                <a:moveTo>
                  <a:pt x="1026785" y="126347"/>
                </a:moveTo>
                <a:cubicBezTo>
                  <a:pt x="1026785" y="119914"/>
                  <a:pt x="1027512" y="113233"/>
                  <a:pt x="1028967" y="106304"/>
                </a:cubicBezTo>
                <a:cubicBezTo>
                  <a:pt x="1030422" y="99374"/>
                  <a:pt x="1031954" y="92731"/>
                  <a:pt x="1033562" y="86375"/>
                </a:cubicBezTo>
                <a:cubicBezTo>
                  <a:pt x="1031571" y="86299"/>
                  <a:pt x="1029542" y="85992"/>
                  <a:pt x="1027474" y="85456"/>
                </a:cubicBezTo>
                <a:cubicBezTo>
                  <a:pt x="1025407" y="84920"/>
                  <a:pt x="1023530" y="84193"/>
                  <a:pt x="1021846" y="83274"/>
                </a:cubicBezTo>
                <a:cubicBezTo>
                  <a:pt x="1020161" y="82355"/>
                  <a:pt x="1018783" y="81226"/>
                  <a:pt x="1017711" y="79886"/>
                </a:cubicBezTo>
                <a:cubicBezTo>
                  <a:pt x="1016639" y="78546"/>
                  <a:pt x="1016103" y="76995"/>
                  <a:pt x="1016103" y="75234"/>
                </a:cubicBezTo>
                <a:cubicBezTo>
                  <a:pt x="1016103" y="74545"/>
                  <a:pt x="1016256" y="73664"/>
                  <a:pt x="1016562" y="72592"/>
                </a:cubicBezTo>
                <a:cubicBezTo>
                  <a:pt x="1016869" y="71520"/>
                  <a:pt x="1017309" y="70467"/>
                  <a:pt x="1017883" y="69433"/>
                </a:cubicBezTo>
                <a:cubicBezTo>
                  <a:pt x="1018457" y="68400"/>
                  <a:pt x="1019204" y="67519"/>
                  <a:pt x="1020123" y="66791"/>
                </a:cubicBezTo>
                <a:cubicBezTo>
                  <a:pt x="1021042" y="66064"/>
                  <a:pt x="1022076" y="65700"/>
                  <a:pt x="1023224" y="65700"/>
                </a:cubicBezTo>
                <a:lnTo>
                  <a:pt x="1038615" y="65700"/>
                </a:lnTo>
                <a:cubicBezTo>
                  <a:pt x="1040070" y="65700"/>
                  <a:pt x="1041066" y="65069"/>
                  <a:pt x="1041602" y="63805"/>
                </a:cubicBezTo>
                <a:cubicBezTo>
                  <a:pt x="1042138" y="62542"/>
                  <a:pt x="1042559" y="61297"/>
                  <a:pt x="1042865" y="60072"/>
                </a:cubicBezTo>
                <a:cubicBezTo>
                  <a:pt x="1043861" y="55631"/>
                  <a:pt x="1044799" y="51783"/>
                  <a:pt x="1045679" y="48529"/>
                </a:cubicBezTo>
                <a:cubicBezTo>
                  <a:pt x="1046560" y="45274"/>
                  <a:pt x="1047307" y="42518"/>
                  <a:pt x="1047919" y="40259"/>
                </a:cubicBezTo>
                <a:cubicBezTo>
                  <a:pt x="1048532" y="38000"/>
                  <a:pt x="1049010" y="36162"/>
                  <a:pt x="1049355" y="34745"/>
                </a:cubicBezTo>
                <a:cubicBezTo>
                  <a:pt x="1049700" y="33329"/>
                  <a:pt x="1049872" y="32199"/>
                  <a:pt x="1049872" y="31357"/>
                </a:cubicBezTo>
                <a:cubicBezTo>
                  <a:pt x="1049872" y="30362"/>
                  <a:pt x="1049834" y="29404"/>
                  <a:pt x="1049757" y="28485"/>
                </a:cubicBezTo>
                <a:cubicBezTo>
                  <a:pt x="1049680" y="27567"/>
                  <a:pt x="1049642" y="26303"/>
                  <a:pt x="1049642" y="24695"/>
                </a:cubicBezTo>
                <a:lnTo>
                  <a:pt x="1049642" y="23546"/>
                </a:lnTo>
                <a:cubicBezTo>
                  <a:pt x="1049642" y="22934"/>
                  <a:pt x="1049700" y="22130"/>
                  <a:pt x="1049814" y="21134"/>
                </a:cubicBezTo>
                <a:cubicBezTo>
                  <a:pt x="1049929" y="20139"/>
                  <a:pt x="1050293" y="18722"/>
                  <a:pt x="1050906" y="16885"/>
                </a:cubicBezTo>
                <a:cubicBezTo>
                  <a:pt x="1051365" y="15430"/>
                  <a:pt x="1052207" y="14051"/>
                  <a:pt x="1053433" y="12750"/>
                </a:cubicBezTo>
                <a:cubicBezTo>
                  <a:pt x="1054658" y="11448"/>
                  <a:pt x="1056457" y="10797"/>
                  <a:pt x="1058831" y="10797"/>
                </a:cubicBezTo>
                <a:cubicBezTo>
                  <a:pt x="1060898" y="10797"/>
                  <a:pt x="1062660" y="11218"/>
                  <a:pt x="1064115" y="12060"/>
                </a:cubicBezTo>
                <a:cubicBezTo>
                  <a:pt x="1065569" y="12903"/>
                  <a:pt x="1066756" y="14013"/>
                  <a:pt x="1067675" y="15391"/>
                </a:cubicBezTo>
                <a:cubicBezTo>
                  <a:pt x="1068594" y="16770"/>
                  <a:pt x="1069283" y="18339"/>
                  <a:pt x="1069743" y="20101"/>
                </a:cubicBezTo>
                <a:cubicBezTo>
                  <a:pt x="1070202" y="21862"/>
                  <a:pt x="1070432" y="23623"/>
                  <a:pt x="1070432" y="25384"/>
                </a:cubicBezTo>
                <a:cubicBezTo>
                  <a:pt x="1070432" y="27299"/>
                  <a:pt x="1070240" y="29021"/>
                  <a:pt x="1069858" y="30553"/>
                </a:cubicBezTo>
                <a:lnTo>
                  <a:pt x="1061473" y="62714"/>
                </a:lnTo>
                <a:cubicBezTo>
                  <a:pt x="1065608" y="62025"/>
                  <a:pt x="1069283" y="61374"/>
                  <a:pt x="1072499" y="60761"/>
                </a:cubicBezTo>
                <a:cubicBezTo>
                  <a:pt x="1075715" y="60149"/>
                  <a:pt x="1078932" y="59536"/>
                  <a:pt x="1082148" y="58924"/>
                </a:cubicBezTo>
                <a:cubicBezTo>
                  <a:pt x="1085670" y="58234"/>
                  <a:pt x="1088714" y="57583"/>
                  <a:pt x="1091279" y="56971"/>
                </a:cubicBezTo>
                <a:cubicBezTo>
                  <a:pt x="1093844" y="56358"/>
                  <a:pt x="1096046" y="55841"/>
                  <a:pt x="1097884" y="55420"/>
                </a:cubicBezTo>
                <a:cubicBezTo>
                  <a:pt x="1099721" y="54999"/>
                  <a:pt x="1101272" y="54655"/>
                  <a:pt x="1102535" y="54387"/>
                </a:cubicBezTo>
                <a:cubicBezTo>
                  <a:pt x="1103799" y="54119"/>
                  <a:pt x="1104852" y="53984"/>
                  <a:pt x="1105694" y="53984"/>
                </a:cubicBezTo>
                <a:cubicBezTo>
                  <a:pt x="1106919" y="53984"/>
                  <a:pt x="1108164" y="54080"/>
                  <a:pt x="1109427" y="54272"/>
                </a:cubicBezTo>
                <a:cubicBezTo>
                  <a:pt x="1110691" y="54463"/>
                  <a:pt x="1111801" y="54789"/>
                  <a:pt x="1112758" y="55248"/>
                </a:cubicBezTo>
                <a:cubicBezTo>
                  <a:pt x="1113715" y="55707"/>
                  <a:pt x="1114500" y="56358"/>
                  <a:pt x="1115113" y="57201"/>
                </a:cubicBezTo>
                <a:cubicBezTo>
                  <a:pt x="1115725" y="58043"/>
                  <a:pt x="1116032" y="59153"/>
                  <a:pt x="1116032" y="60532"/>
                </a:cubicBezTo>
                <a:cubicBezTo>
                  <a:pt x="1116032" y="62369"/>
                  <a:pt x="1115668" y="63997"/>
                  <a:pt x="1114940" y="65413"/>
                </a:cubicBezTo>
                <a:cubicBezTo>
                  <a:pt x="1114213" y="66830"/>
                  <a:pt x="1113275" y="68055"/>
                  <a:pt x="1112126" y="69089"/>
                </a:cubicBezTo>
                <a:cubicBezTo>
                  <a:pt x="1110978" y="70122"/>
                  <a:pt x="1109676" y="70965"/>
                  <a:pt x="1108221" y="71616"/>
                </a:cubicBezTo>
                <a:cubicBezTo>
                  <a:pt x="1106766" y="72266"/>
                  <a:pt x="1105311" y="72745"/>
                  <a:pt x="1103856" y="73051"/>
                </a:cubicBezTo>
                <a:cubicBezTo>
                  <a:pt x="1102631" y="73281"/>
                  <a:pt x="1101042" y="73626"/>
                  <a:pt x="1099090" y="74085"/>
                </a:cubicBezTo>
                <a:cubicBezTo>
                  <a:pt x="1097137" y="74545"/>
                  <a:pt x="1094993" y="75042"/>
                  <a:pt x="1092657" y="75578"/>
                </a:cubicBezTo>
                <a:cubicBezTo>
                  <a:pt x="1090322" y="76114"/>
                  <a:pt x="1087891" y="76689"/>
                  <a:pt x="1085364" y="77301"/>
                </a:cubicBezTo>
                <a:cubicBezTo>
                  <a:pt x="1082837" y="77914"/>
                  <a:pt x="1080386" y="78526"/>
                  <a:pt x="1078013" y="79139"/>
                </a:cubicBezTo>
                <a:cubicBezTo>
                  <a:pt x="1074490" y="80058"/>
                  <a:pt x="1071485" y="80824"/>
                  <a:pt x="1068996" y="81436"/>
                </a:cubicBezTo>
                <a:cubicBezTo>
                  <a:pt x="1066507" y="82049"/>
                  <a:pt x="1064383" y="82508"/>
                  <a:pt x="1062621" y="82815"/>
                </a:cubicBezTo>
                <a:cubicBezTo>
                  <a:pt x="1060860" y="83121"/>
                  <a:pt x="1059424" y="83351"/>
                  <a:pt x="1058314" y="83504"/>
                </a:cubicBezTo>
                <a:cubicBezTo>
                  <a:pt x="1057204" y="83657"/>
                  <a:pt x="1056304" y="83733"/>
                  <a:pt x="1055615" y="83733"/>
                </a:cubicBezTo>
                <a:cubicBezTo>
                  <a:pt x="1054160" y="88098"/>
                  <a:pt x="1052896" y="92386"/>
                  <a:pt x="1051824" y="96598"/>
                </a:cubicBezTo>
                <a:cubicBezTo>
                  <a:pt x="1050752" y="100809"/>
                  <a:pt x="1049853" y="104734"/>
                  <a:pt x="1049125" y="108371"/>
                </a:cubicBezTo>
                <a:cubicBezTo>
                  <a:pt x="1048398" y="112008"/>
                  <a:pt x="1047862" y="115263"/>
                  <a:pt x="1047517" y="118134"/>
                </a:cubicBezTo>
                <a:cubicBezTo>
                  <a:pt x="1047173" y="121006"/>
                  <a:pt x="1047000" y="123245"/>
                  <a:pt x="1047000" y="124853"/>
                </a:cubicBezTo>
                <a:cubicBezTo>
                  <a:pt x="1047000" y="126921"/>
                  <a:pt x="1047192" y="128893"/>
                  <a:pt x="1047575" y="130769"/>
                </a:cubicBezTo>
                <a:cubicBezTo>
                  <a:pt x="1047957" y="132645"/>
                  <a:pt x="1048608" y="134272"/>
                  <a:pt x="1049527" y="135650"/>
                </a:cubicBezTo>
                <a:cubicBezTo>
                  <a:pt x="1050446" y="137029"/>
                  <a:pt x="1051690" y="138120"/>
                  <a:pt x="1053260" y="138924"/>
                </a:cubicBezTo>
                <a:cubicBezTo>
                  <a:pt x="1054830" y="139728"/>
                  <a:pt x="1056802" y="140130"/>
                  <a:pt x="1059176" y="140130"/>
                </a:cubicBezTo>
                <a:cubicBezTo>
                  <a:pt x="1063234" y="140130"/>
                  <a:pt x="1067216" y="139020"/>
                  <a:pt x="1071121" y="136799"/>
                </a:cubicBezTo>
                <a:cubicBezTo>
                  <a:pt x="1075026" y="134578"/>
                  <a:pt x="1078759" y="131764"/>
                  <a:pt x="1082320" y="128357"/>
                </a:cubicBezTo>
                <a:cubicBezTo>
                  <a:pt x="1085881" y="124949"/>
                  <a:pt x="1089250" y="121216"/>
                  <a:pt x="1092428" y="117158"/>
                </a:cubicBezTo>
                <a:cubicBezTo>
                  <a:pt x="1095605" y="113099"/>
                  <a:pt x="1098534" y="109232"/>
                  <a:pt x="1101215" y="105557"/>
                </a:cubicBezTo>
                <a:cubicBezTo>
                  <a:pt x="1102133" y="104179"/>
                  <a:pt x="1103320" y="103489"/>
                  <a:pt x="1104775" y="103489"/>
                </a:cubicBezTo>
                <a:cubicBezTo>
                  <a:pt x="1105235" y="103489"/>
                  <a:pt x="1105790" y="103566"/>
                  <a:pt x="1106441" y="103719"/>
                </a:cubicBezTo>
                <a:cubicBezTo>
                  <a:pt x="1107092" y="103872"/>
                  <a:pt x="1107723" y="104140"/>
                  <a:pt x="1108336" y="104523"/>
                </a:cubicBezTo>
                <a:cubicBezTo>
                  <a:pt x="1108948" y="104906"/>
                  <a:pt x="1109465" y="105404"/>
                  <a:pt x="1109886" y="106016"/>
                </a:cubicBezTo>
                <a:cubicBezTo>
                  <a:pt x="1110308" y="106629"/>
                  <a:pt x="1110518" y="107356"/>
                  <a:pt x="1110518" y="108199"/>
                </a:cubicBezTo>
                <a:cubicBezTo>
                  <a:pt x="1110518" y="108811"/>
                  <a:pt x="1110480" y="109271"/>
                  <a:pt x="1110403" y="109577"/>
                </a:cubicBezTo>
                <a:cubicBezTo>
                  <a:pt x="1109178" y="114325"/>
                  <a:pt x="1107283" y="119091"/>
                  <a:pt x="1104718" y="123877"/>
                </a:cubicBezTo>
                <a:cubicBezTo>
                  <a:pt x="1102153" y="128663"/>
                  <a:pt x="1099530" y="133468"/>
                  <a:pt x="1096850" y="138292"/>
                </a:cubicBezTo>
                <a:cubicBezTo>
                  <a:pt x="1095931" y="139977"/>
                  <a:pt x="1094725" y="141623"/>
                  <a:pt x="1093232" y="143231"/>
                </a:cubicBezTo>
                <a:cubicBezTo>
                  <a:pt x="1091739" y="144839"/>
                  <a:pt x="1090111" y="146390"/>
                  <a:pt x="1088350" y="147883"/>
                </a:cubicBezTo>
                <a:cubicBezTo>
                  <a:pt x="1086589" y="149376"/>
                  <a:pt x="1084751" y="150793"/>
                  <a:pt x="1082837" y="152133"/>
                </a:cubicBezTo>
                <a:cubicBezTo>
                  <a:pt x="1080922" y="153473"/>
                  <a:pt x="1079123" y="154679"/>
                  <a:pt x="1077438" y="155751"/>
                </a:cubicBezTo>
                <a:cubicBezTo>
                  <a:pt x="1074529" y="157589"/>
                  <a:pt x="1071351" y="158852"/>
                  <a:pt x="1067905" y="159541"/>
                </a:cubicBezTo>
                <a:cubicBezTo>
                  <a:pt x="1064459" y="160231"/>
                  <a:pt x="1061128" y="160575"/>
                  <a:pt x="1057912" y="160575"/>
                </a:cubicBezTo>
                <a:cubicBezTo>
                  <a:pt x="1052935" y="160575"/>
                  <a:pt x="1048513" y="159675"/>
                  <a:pt x="1044646" y="157876"/>
                </a:cubicBezTo>
                <a:cubicBezTo>
                  <a:pt x="1040779" y="156076"/>
                  <a:pt x="1037524" y="153626"/>
                  <a:pt x="1034883" y="150525"/>
                </a:cubicBezTo>
                <a:cubicBezTo>
                  <a:pt x="1032241" y="147424"/>
                  <a:pt x="1030231" y="143805"/>
                  <a:pt x="1028852" y="139671"/>
                </a:cubicBezTo>
                <a:cubicBezTo>
                  <a:pt x="1027474" y="135536"/>
                  <a:pt x="1026785" y="131094"/>
                  <a:pt x="1026785" y="1263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(c)">
            <a:extLst xmlns:a="http://schemas.openxmlformats.org/drawingml/2006/main">
              <a:ext uri="{FF2B5EF4-FFF2-40B4-BE49-F238E27FC236}">
                <a16:creationId xmlns:a16="http://schemas.microsoft.com/office/drawing/2014/main" id="{3F477314-BF33-4CDF-B5BC-F0E6EB9B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295" y="43679"/>
            <a:ext cx="231516" cy="219613"/>
          </a:xfrm>
          <a:custGeom xmlns:a="http://schemas.openxmlformats.org/drawingml/2006/main">
            <a:pathLst>
              <a:path w="231516" h="219613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53472" y="168386"/>
                </a:moveTo>
                <a:lnTo>
                  <a:pt x="160938" y="170568"/>
                </a:lnTo>
                <a:cubicBezTo>
                  <a:pt x="154965" y="192545"/>
                  <a:pt x="141794" y="203533"/>
                  <a:pt x="121426" y="203533"/>
                </a:cubicBezTo>
                <a:cubicBezTo>
                  <a:pt x="106494" y="203533"/>
                  <a:pt x="94280" y="198589"/>
                  <a:pt x="84785" y="188702"/>
                </a:cubicBezTo>
                <a:cubicBezTo>
                  <a:pt x="75290" y="178814"/>
                  <a:pt x="70543" y="165668"/>
                  <a:pt x="70543" y="149265"/>
                </a:cubicBezTo>
                <a:cubicBezTo>
                  <a:pt x="70543" y="130256"/>
                  <a:pt x="75750" y="115520"/>
                  <a:pt x="86164" y="105058"/>
                </a:cubicBezTo>
                <a:cubicBezTo>
                  <a:pt x="96578" y="94594"/>
                  <a:pt x="108829" y="89362"/>
                  <a:pt x="122919" y="89362"/>
                </a:cubicBezTo>
                <a:cubicBezTo>
                  <a:pt x="133486" y="89362"/>
                  <a:pt x="142216" y="92271"/>
                  <a:pt x="149107" y="98091"/>
                </a:cubicBezTo>
                <a:cubicBezTo>
                  <a:pt x="155999" y="103911"/>
                  <a:pt x="159445" y="110381"/>
                  <a:pt x="159445" y="117502"/>
                </a:cubicBezTo>
                <a:cubicBezTo>
                  <a:pt x="159445" y="121791"/>
                  <a:pt x="158162" y="125332"/>
                  <a:pt x="155597" y="128127"/>
                </a:cubicBezTo>
                <a:cubicBezTo>
                  <a:pt x="153032" y="130922"/>
                  <a:pt x="149988" y="132319"/>
                  <a:pt x="146465" y="132319"/>
                </a:cubicBezTo>
                <a:cubicBezTo>
                  <a:pt x="143020" y="132319"/>
                  <a:pt x="140110" y="131141"/>
                  <a:pt x="137736" y="128784"/>
                </a:cubicBezTo>
                <a:cubicBezTo>
                  <a:pt x="135362" y="126424"/>
                  <a:pt x="134175" y="123571"/>
                  <a:pt x="134175" y="120223"/>
                </a:cubicBezTo>
                <a:cubicBezTo>
                  <a:pt x="134175" y="116878"/>
                  <a:pt x="135477" y="113683"/>
                  <a:pt x="138081" y="110639"/>
                </a:cubicBezTo>
                <a:cubicBezTo>
                  <a:pt x="139306" y="109194"/>
                  <a:pt x="139918" y="108053"/>
                  <a:pt x="139918" y="107215"/>
                </a:cubicBezTo>
                <a:cubicBezTo>
                  <a:pt x="139918" y="105009"/>
                  <a:pt x="138425" y="102860"/>
                  <a:pt x="135439" y="100769"/>
                </a:cubicBezTo>
                <a:cubicBezTo>
                  <a:pt x="132452" y="98677"/>
                  <a:pt x="128394" y="97632"/>
                  <a:pt x="123264" y="97632"/>
                </a:cubicBezTo>
                <a:cubicBezTo>
                  <a:pt x="113922" y="97632"/>
                  <a:pt x="106839" y="101035"/>
                  <a:pt x="102014" y="107843"/>
                </a:cubicBezTo>
                <a:cubicBezTo>
                  <a:pt x="95123" y="117709"/>
                  <a:pt x="91677" y="130711"/>
                  <a:pt x="91677" y="146849"/>
                </a:cubicBezTo>
                <a:cubicBezTo>
                  <a:pt x="91677" y="162221"/>
                  <a:pt x="94740" y="173865"/>
                  <a:pt x="100866" y="181781"/>
                </a:cubicBezTo>
                <a:cubicBezTo>
                  <a:pt x="106992" y="189697"/>
                  <a:pt x="114802" y="193655"/>
                  <a:pt x="124297" y="193655"/>
                </a:cubicBezTo>
                <a:cubicBezTo>
                  <a:pt x="137391" y="193655"/>
                  <a:pt x="147116" y="185232"/>
                  <a:pt x="153472" y="168386"/>
                </a:cubicBezTo>
                <a:close/>
                <a:moveTo>
                  <a:pt x="172363" y="0"/>
                </a:moveTo>
                <a:cubicBezTo>
                  <a:pt x="185764" y="12187"/>
                  <a:pt x="195565" y="22076"/>
                  <a:pt x="201768" y="29666"/>
                </a:cubicBezTo>
                <a:cubicBezTo>
                  <a:pt x="211416" y="41547"/>
                  <a:pt x="218786" y="54195"/>
                  <a:pt x="223878" y="67610"/>
                </a:cubicBezTo>
                <a:cubicBezTo>
                  <a:pt x="228970" y="81025"/>
                  <a:pt x="231516" y="95129"/>
                  <a:pt x="231516" y="109922"/>
                </a:cubicBezTo>
                <a:cubicBezTo>
                  <a:pt x="231516" y="124485"/>
                  <a:pt x="229066" y="138244"/>
                  <a:pt x="224165" y="151200"/>
                </a:cubicBezTo>
                <a:cubicBezTo>
                  <a:pt x="219265" y="164155"/>
                  <a:pt x="211914" y="176841"/>
                  <a:pt x="202112" y="189258"/>
                </a:cubicBezTo>
                <a:cubicBezTo>
                  <a:pt x="195144" y="198074"/>
                  <a:pt x="185228" y="208192"/>
                  <a:pt x="172363" y="219613"/>
                </a:cubicBezTo>
                <a:lnTo>
                  <a:pt x="169377" y="213634"/>
                </a:lnTo>
                <a:cubicBezTo>
                  <a:pt x="179561" y="202904"/>
                  <a:pt x="187353" y="192672"/>
                  <a:pt x="192751" y="182937"/>
                </a:cubicBezTo>
                <a:cubicBezTo>
                  <a:pt x="198149" y="173200"/>
                  <a:pt x="202265" y="162468"/>
                  <a:pt x="205099" y="150740"/>
                </a:cubicBezTo>
                <a:cubicBezTo>
                  <a:pt x="207932" y="139012"/>
                  <a:pt x="209348" y="125674"/>
                  <a:pt x="209348" y="110726"/>
                </a:cubicBezTo>
                <a:cubicBezTo>
                  <a:pt x="209348" y="95088"/>
                  <a:pt x="207970" y="81348"/>
                  <a:pt x="205213" y="69505"/>
                </a:cubicBezTo>
                <a:cubicBezTo>
                  <a:pt x="202457" y="57662"/>
                  <a:pt x="198494" y="47046"/>
                  <a:pt x="193325" y="37656"/>
                </a:cubicBezTo>
                <a:cubicBezTo>
                  <a:pt x="188157" y="28266"/>
                  <a:pt x="180174" y="17823"/>
                  <a:pt x="169377" y="6325"/>
                </a:cubicBezTo>
                <a:lnTo>
                  <a:pt x="1723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(c)">
            <a:extLst xmlns:a="http://schemas.openxmlformats.org/drawingml/2006/main">
              <a:ext uri="{FF2B5EF4-FFF2-40B4-BE49-F238E27FC236}">
                <a16:creationId xmlns:a16="http://schemas.microsoft.com/office/drawing/2014/main" id="{DDB2C3C8-4631-4980-BE01-F3FDFAF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295" y="43679"/>
            <a:ext cx="231516" cy="219613"/>
          </a:xfrm>
          <a:custGeom xmlns:a="http://schemas.openxmlformats.org/drawingml/2006/main">
            <a:pathLst>
              <a:path w="231516" h="219613" fill="none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53472" y="168386"/>
                </a:moveTo>
                <a:lnTo>
                  <a:pt x="160938" y="170568"/>
                </a:lnTo>
                <a:cubicBezTo>
                  <a:pt x="154965" y="192545"/>
                  <a:pt x="141794" y="203533"/>
                  <a:pt x="121426" y="203533"/>
                </a:cubicBezTo>
                <a:cubicBezTo>
                  <a:pt x="106494" y="203533"/>
                  <a:pt x="94280" y="198589"/>
                  <a:pt x="84785" y="188702"/>
                </a:cubicBezTo>
                <a:cubicBezTo>
                  <a:pt x="75290" y="178814"/>
                  <a:pt x="70543" y="165668"/>
                  <a:pt x="70543" y="149265"/>
                </a:cubicBezTo>
                <a:cubicBezTo>
                  <a:pt x="70543" y="130256"/>
                  <a:pt x="75750" y="115520"/>
                  <a:pt x="86164" y="105058"/>
                </a:cubicBezTo>
                <a:cubicBezTo>
                  <a:pt x="96578" y="94594"/>
                  <a:pt x="108829" y="89362"/>
                  <a:pt x="122919" y="89362"/>
                </a:cubicBezTo>
                <a:cubicBezTo>
                  <a:pt x="133486" y="89362"/>
                  <a:pt x="142216" y="92271"/>
                  <a:pt x="149107" y="98091"/>
                </a:cubicBezTo>
                <a:cubicBezTo>
                  <a:pt x="155999" y="103911"/>
                  <a:pt x="159445" y="110381"/>
                  <a:pt x="159445" y="117502"/>
                </a:cubicBezTo>
                <a:cubicBezTo>
                  <a:pt x="159445" y="121791"/>
                  <a:pt x="158162" y="125332"/>
                  <a:pt x="155597" y="128127"/>
                </a:cubicBezTo>
                <a:cubicBezTo>
                  <a:pt x="153032" y="130922"/>
                  <a:pt x="149988" y="132319"/>
                  <a:pt x="146465" y="132319"/>
                </a:cubicBezTo>
                <a:cubicBezTo>
                  <a:pt x="143020" y="132319"/>
                  <a:pt x="140110" y="131141"/>
                  <a:pt x="137736" y="128784"/>
                </a:cubicBezTo>
                <a:cubicBezTo>
                  <a:pt x="135362" y="126424"/>
                  <a:pt x="134175" y="123571"/>
                  <a:pt x="134175" y="120223"/>
                </a:cubicBezTo>
                <a:cubicBezTo>
                  <a:pt x="134175" y="116878"/>
                  <a:pt x="135477" y="113683"/>
                  <a:pt x="138081" y="110639"/>
                </a:cubicBezTo>
                <a:cubicBezTo>
                  <a:pt x="139306" y="109194"/>
                  <a:pt x="139918" y="108053"/>
                  <a:pt x="139918" y="107215"/>
                </a:cubicBezTo>
                <a:cubicBezTo>
                  <a:pt x="139918" y="105009"/>
                  <a:pt x="138425" y="102860"/>
                  <a:pt x="135439" y="100769"/>
                </a:cubicBezTo>
                <a:cubicBezTo>
                  <a:pt x="132452" y="98677"/>
                  <a:pt x="128394" y="97632"/>
                  <a:pt x="123264" y="97632"/>
                </a:cubicBezTo>
                <a:cubicBezTo>
                  <a:pt x="113922" y="97632"/>
                  <a:pt x="106839" y="101035"/>
                  <a:pt x="102014" y="107843"/>
                </a:cubicBezTo>
                <a:cubicBezTo>
                  <a:pt x="95123" y="117709"/>
                  <a:pt x="91677" y="130711"/>
                  <a:pt x="91677" y="146849"/>
                </a:cubicBezTo>
                <a:cubicBezTo>
                  <a:pt x="91677" y="162221"/>
                  <a:pt x="94740" y="173865"/>
                  <a:pt x="100866" y="181781"/>
                </a:cubicBezTo>
                <a:cubicBezTo>
                  <a:pt x="106992" y="189697"/>
                  <a:pt x="114802" y="193655"/>
                  <a:pt x="124297" y="193655"/>
                </a:cubicBezTo>
                <a:cubicBezTo>
                  <a:pt x="137391" y="193655"/>
                  <a:pt x="147116" y="185232"/>
                  <a:pt x="153472" y="168386"/>
                </a:cubicBezTo>
                <a:close/>
                <a:moveTo>
                  <a:pt x="172363" y="0"/>
                </a:moveTo>
                <a:cubicBezTo>
                  <a:pt x="185764" y="12187"/>
                  <a:pt x="195565" y="22076"/>
                  <a:pt x="201768" y="29666"/>
                </a:cubicBezTo>
                <a:cubicBezTo>
                  <a:pt x="211416" y="41547"/>
                  <a:pt x="218786" y="54195"/>
                  <a:pt x="223878" y="67610"/>
                </a:cubicBezTo>
                <a:cubicBezTo>
                  <a:pt x="228970" y="81025"/>
                  <a:pt x="231516" y="95129"/>
                  <a:pt x="231516" y="109922"/>
                </a:cubicBezTo>
                <a:cubicBezTo>
                  <a:pt x="231516" y="124485"/>
                  <a:pt x="229066" y="138244"/>
                  <a:pt x="224165" y="151200"/>
                </a:cubicBezTo>
                <a:cubicBezTo>
                  <a:pt x="219265" y="164155"/>
                  <a:pt x="211914" y="176841"/>
                  <a:pt x="202112" y="189258"/>
                </a:cubicBezTo>
                <a:cubicBezTo>
                  <a:pt x="195144" y="198074"/>
                  <a:pt x="185228" y="208192"/>
                  <a:pt x="172363" y="219613"/>
                </a:cubicBezTo>
                <a:lnTo>
                  <a:pt x="169377" y="213634"/>
                </a:lnTo>
                <a:cubicBezTo>
                  <a:pt x="179561" y="202904"/>
                  <a:pt x="187353" y="192672"/>
                  <a:pt x="192751" y="182937"/>
                </a:cubicBezTo>
                <a:cubicBezTo>
                  <a:pt x="198149" y="173200"/>
                  <a:pt x="202265" y="162468"/>
                  <a:pt x="205099" y="150740"/>
                </a:cubicBezTo>
                <a:cubicBezTo>
                  <a:pt x="207932" y="139012"/>
                  <a:pt x="209348" y="125674"/>
                  <a:pt x="209348" y="110726"/>
                </a:cubicBezTo>
                <a:cubicBezTo>
                  <a:pt x="209348" y="95088"/>
                  <a:pt x="207970" y="81348"/>
                  <a:pt x="205213" y="69505"/>
                </a:cubicBezTo>
                <a:cubicBezTo>
                  <a:pt x="202457" y="57662"/>
                  <a:pt x="198494" y="47046"/>
                  <a:pt x="193325" y="37656"/>
                </a:cubicBezTo>
                <a:cubicBezTo>
                  <a:pt x="188157" y="28266"/>
                  <a:pt x="180174" y="17823"/>
                  <a:pt x="169377" y="6325"/>
                </a:cubicBezTo>
                <a:lnTo>
                  <a:pt x="17236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15" name="Text EditingUsing">
            <a:extLst xmlns:a="http://schemas.openxmlformats.org/drawingml/2006/main">
              <a:ext uri="{FF2B5EF4-FFF2-40B4-BE49-F238E27FC236}">
                <a16:creationId xmlns:a16="http://schemas.microsoft.com/office/drawing/2014/main" id="{934CFA3A-2597-4713-A54D-DEA1B08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259" y="79566"/>
            <a:ext cx="1371830" cy="198266"/>
          </a:xfrm>
          <a:custGeom xmlns:a="http://schemas.openxmlformats.org/drawingml/2006/main">
            <a:pathLst>
              <a:path w="1371830" h="198266">
                <a:moveTo>
                  <a:pt x="0" y="1880"/>
                </a:moveTo>
                <a:lnTo>
                  <a:pt x="122428" y="1880"/>
                </a:lnTo>
                <a:lnTo>
                  <a:pt x="125353" y="54111"/>
                </a:lnTo>
                <a:lnTo>
                  <a:pt x="118354" y="54111"/>
                </a:lnTo>
                <a:cubicBezTo>
                  <a:pt x="115568" y="37675"/>
                  <a:pt x="111163" y="26185"/>
                  <a:pt x="105140" y="19639"/>
                </a:cubicBezTo>
                <a:cubicBezTo>
                  <a:pt x="99116" y="13092"/>
                  <a:pt x="91264" y="9819"/>
                  <a:pt x="81584" y="9819"/>
                </a:cubicBezTo>
                <a:lnTo>
                  <a:pt x="51290" y="9819"/>
                </a:lnTo>
                <a:cubicBezTo>
                  <a:pt x="48853" y="9819"/>
                  <a:pt x="47007" y="10479"/>
                  <a:pt x="45754" y="11798"/>
                </a:cubicBezTo>
                <a:cubicBezTo>
                  <a:pt x="44500" y="13116"/>
                  <a:pt x="43873" y="15129"/>
                  <a:pt x="43873" y="17837"/>
                </a:cubicBezTo>
                <a:lnTo>
                  <a:pt x="43873" y="72705"/>
                </a:lnTo>
                <a:lnTo>
                  <a:pt x="57140" y="72705"/>
                </a:lnTo>
                <a:cubicBezTo>
                  <a:pt x="64243" y="72705"/>
                  <a:pt x="70006" y="70154"/>
                  <a:pt x="74428" y="65053"/>
                </a:cubicBezTo>
                <a:cubicBezTo>
                  <a:pt x="78850" y="59952"/>
                  <a:pt x="81235" y="52126"/>
                  <a:pt x="81584" y="41575"/>
                </a:cubicBezTo>
                <a:lnTo>
                  <a:pt x="88791" y="41575"/>
                </a:lnTo>
                <a:lnTo>
                  <a:pt x="88791" y="113444"/>
                </a:lnTo>
                <a:lnTo>
                  <a:pt x="81584" y="113444"/>
                </a:lnTo>
                <a:cubicBezTo>
                  <a:pt x="81235" y="101568"/>
                  <a:pt x="78815" y="93063"/>
                  <a:pt x="74324" y="87930"/>
                </a:cubicBezTo>
                <a:cubicBezTo>
                  <a:pt x="69832" y="82794"/>
                  <a:pt x="63721" y="80226"/>
                  <a:pt x="55991" y="80226"/>
                </a:cubicBezTo>
                <a:lnTo>
                  <a:pt x="43873" y="80226"/>
                </a:lnTo>
                <a:lnTo>
                  <a:pt x="43873" y="141648"/>
                </a:lnTo>
                <a:cubicBezTo>
                  <a:pt x="43873" y="143877"/>
                  <a:pt x="44622" y="145583"/>
                  <a:pt x="46119" y="146767"/>
                </a:cubicBezTo>
                <a:cubicBezTo>
                  <a:pt x="47617" y="147951"/>
                  <a:pt x="50106" y="148543"/>
                  <a:pt x="53588" y="148543"/>
                </a:cubicBezTo>
                <a:lnTo>
                  <a:pt x="77510" y="148543"/>
                </a:lnTo>
                <a:cubicBezTo>
                  <a:pt x="103486" y="148543"/>
                  <a:pt x="118458" y="131968"/>
                  <a:pt x="122428" y="98820"/>
                </a:cubicBezTo>
                <a:lnTo>
                  <a:pt x="129949" y="98820"/>
                </a:lnTo>
                <a:lnTo>
                  <a:pt x="127337" y="156482"/>
                </a:lnTo>
                <a:lnTo>
                  <a:pt x="0" y="156482"/>
                </a:lnTo>
                <a:lnTo>
                  <a:pt x="0" y="148543"/>
                </a:lnTo>
                <a:lnTo>
                  <a:pt x="10551" y="148543"/>
                </a:lnTo>
                <a:cubicBezTo>
                  <a:pt x="14659" y="148543"/>
                  <a:pt x="17549" y="147830"/>
                  <a:pt x="19221" y="146405"/>
                </a:cubicBezTo>
                <a:cubicBezTo>
                  <a:pt x="20892" y="144977"/>
                  <a:pt x="21728" y="142906"/>
                  <a:pt x="21728" y="140193"/>
                </a:cubicBezTo>
                <a:lnTo>
                  <a:pt x="21728" y="17856"/>
                </a:lnTo>
                <a:cubicBezTo>
                  <a:pt x="21728" y="15142"/>
                  <a:pt x="20997" y="13125"/>
                  <a:pt x="19534" y="11804"/>
                </a:cubicBezTo>
                <a:cubicBezTo>
                  <a:pt x="18072" y="10481"/>
                  <a:pt x="15774" y="9819"/>
                  <a:pt x="12640" y="9819"/>
                </a:cubicBezTo>
                <a:lnTo>
                  <a:pt x="0" y="9819"/>
                </a:lnTo>
                <a:lnTo>
                  <a:pt x="0" y="1880"/>
                </a:lnTo>
                <a:close/>
                <a:moveTo>
                  <a:pt x="202931" y="2089"/>
                </a:moveTo>
                <a:lnTo>
                  <a:pt x="241164" y="209"/>
                </a:lnTo>
                <a:lnTo>
                  <a:pt x="241164" y="134033"/>
                </a:lnTo>
                <a:cubicBezTo>
                  <a:pt x="241164" y="139251"/>
                  <a:pt x="242156" y="142975"/>
                  <a:pt x="244141" y="145203"/>
                </a:cubicBezTo>
                <a:cubicBezTo>
                  <a:pt x="246126" y="147430"/>
                  <a:pt x="249103" y="148543"/>
                  <a:pt x="253073" y="148543"/>
                </a:cubicBezTo>
                <a:lnTo>
                  <a:pt x="259862" y="148543"/>
                </a:lnTo>
                <a:lnTo>
                  <a:pt x="259862" y="156482"/>
                </a:lnTo>
                <a:lnTo>
                  <a:pt x="226435" y="156482"/>
                </a:lnTo>
                <a:lnTo>
                  <a:pt x="223928" y="136618"/>
                </a:lnTo>
                <a:cubicBezTo>
                  <a:pt x="219959" y="143693"/>
                  <a:pt x="215310" y="149016"/>
                  <a:pt x="209983" y="152587"/>
                </a:cubicBezTo>
                <a:cubicBezTo>
                  <a:pt x="204655" y="156159"/>
                  <a:pt x="198683" y="157944"/>
                  <a:pt x="192068" y="157944"/>
                </a:cubicBezTo>
                <a:cubicBezTo>
                  <a:pt x="180925" y="157944"/>
                  <a:pt x="171437" y="153274"/>
                  <a:pt x="163602" y="143934"/>
                </a:cubicBezTo>
                <a:cubicBezTo>
                  <a:pt x="155768" y="134591"/>
                  <a:pt x="151850" y="122251"/>
                  <a:pt x="151850" y="106915"/>
                </a:cubicBezTo>
                <a:cubicBezTo>
                  <a:pt x="151850" y="90324"/>
                  <a:pt x="156864" y="77079"/>
                  <a:pt x="166893" y="67181"/>
                </a:cubicBezTo>
                <a:cubicBezTo>
                  <a:pt x="174762" y="59442"/>
                  <a:pt x="183815" y="55573"/>
                  <a:pt x="194052" y="55573"/>
                </a:cubicBezTo>
                <a:cubicBezTo>
                  <a:pt x="200320" y="55573"/>
                  <a:pt x="205943" y="57150"/>
                  <a:pt x="210923" y="60303"/>
                </a:cubicBezTo>
                <a:cubicBezTo>
                  <a:pt x="215902" y="63456"/>
                  <a:pt x="220237" y="68221"/>
                  <a:pt x="223928" y="74598"/>
                </a:cubicBezTo>
                <a:lnTo>
                  <a:pt x="223928" y="19505"/>
                </a:lnTo>
                <a:cubicBezTo>
                  <a:pt x="223928" y="16589"/>
                  <a:pt x="222796" y="14281"/>
                  <a:pt x="220533" y="12581"/>
                </a:cubicBezTo>
                <a:cubicBezTo>
                  <a:pt x="218270" y="10879"/>
                  <a:pt x="214736" y="10028"/>
                  <a:pt x="209930" y="10028"/>
                </a:cubicBezTo>
                <a:lnTo>
                  <a:pt x="202931" y="10028"/>
                </a:lnTo>
                <a:lnTo>
                  <a:pt x="202931" y="2089"/>
                </a:lnTo>
                <a:moveTo>
                  <a:pt x="196873" y="64348"/>
                </a:moveTo>
                <a:cubicBezTo>
                  <a:pt x="189352" y="64348"/>
                  <a:pt x="183380" y="67451"/>
                  <a:pt x="178958" y="73658"/>
                </a:cubicBezTo>
                <a:cubicBezTo>
                  <a:pt x="174536" y="79862"/>
                  <a:pt x="172325" y="90320"/>
                  <a:pt x="172325" y="105032"/>
                </a:cubicBezTo>
                <a:cubicBezTo>
                  <a:pt x="172325" y="121001"/>
                  <a:pt x="174588" y="132246"/>
                  <a:pt x="179114" y="138766"/>
                </a:cubicBezTo>
                <a:cubicBezTo>
                  <a:pt x="183641" y="145284"/>
                  <a:pt x="189456" y="148543"/>
                  <a:pt x="196559" y="148543"/>
                </a:cubicBezTo>
                <a:cubicBezTo>
                  <a:pt x="204150" y="148543"/>
                  <a:pt x="210644" y="144900"/>
                  <a:pt x="216041" y="137614"/>
                </a:cubicBezTo>
                <a:cubicBezTo>
                  <a:pt x="221438" y="130328"/>
                  <a:pt x="224137" y="119677"/>
                  <a:pt x="224137" y="105662"/>
                </a:cubicBezTo>
                <a:cubicBezTo>
                  <a:pt x="224137" y="92413"/>
                  <a:pt x="221247" y="81988"/>
                  <a:pt x="215467" y="74389"/>
                </a:cubicBezTo>
                <a:cubicBezTo>
                  <a:pt x="210453" y="67695"/>
                  <a:pt x="204255" y="64348"/>
                  <a:pt x="196873" y="64348"/>
                </a:cubicBezTo>
                <a:close/>
                <a:moveTo>
                  <a:pt x="296079" y="0"/>
                </a:moveTo>
                <a:cubicBezTo>
                  <a:pt x="299213" y="0"/>
                  <a:pt x="301964" y="1189"/>
                  <a:pt x="304332" y="3568"/>
                </a:cubicBezTo>
                <a:cubicBezTo>
                  <a:pt x="306700" y="5947"/>
                  <a:pt x="307883" y="8744"/>
                  <a:pt x="307883" y="11961"/>
                </a:cubicBezTo>
                <a:cubicBezTo>
                  <a:pt x="307883" y="15110"/>
                  <a:pt x="306734" y="17839"/>
                  <a:pt x="304436" y="20148"/>
                </a:cubicBezTo>
                <a:cubicBezTo>
                  <a:pt x="302138" y="22455"/>
                  <a:pt x="299387" y="23608"/>
                  <a:pt x="296184" y="23608"/>
                </a:cubicBezTo>
                <a:cubicBezTo>
                  <a:pt x="292980" y="23608"/>
                  <a:pt x="290212" y="22436"/>
                  <a:pt x="287879" y="20092"/>
                </a:cubicBezTo>
                <a:cubicBezTo>
                  <a:pt x="285546" y="17748"/>
                  <a:pt x="284380" y="15003"/>
                  <a:pt x="284380" y="11856"/>
                </a:cubicBezTo>
                <a:cubicBezTo>
                  <a:pt x="284380" y="8709"/>
                  <a:pt x="285564" y="5947"/>
                  <a:pt x="287932" y="3568"/>
                </a:cubicBezTo>
                <a:cubicBezTo>
                  <a:pt x="290299" y="1189"/>
                  <a:pt x="293015" y="0"/>
                  <a:pt x="296079" y="0"/>
                </a:cubicBezTo>
                <a:moveTo>
                  <a:pt x="269024" y="58707"/>
                </a:moveTo>
                <a:lnTo>
                  <a:pt x="307883" y="57453"/>
                </a:lnTo>
                <a:lnTo>
                  <a:pt x="307883" y="141551"/>
                </a:lnTo>
                <a:cubicBezTo>
                  <a:pt x="307883" y="143846"/>
                  <a:pt x="308441" y="145482"/>
                  <a:pt x="309555" y="146457"/>
                </a:cubicBezTo>
                <a:cubicBezTo>
                  <a:pt x="311157" y="147848"/>
                  <a:pt x="313176" y="148543"/>
                  <a:pt x="315614" y="148543"/>
                </a:cubicBezTo>
                <a:lnTo>
                  <a:pt x="326686" y="148543"/>
                </a:lnTo>
                <a:lnTo>
                  <a:pt x="326686" y="156482"/>
                </a:lnTo>
                <a:lnTo>
                  <a:pt x="271113" y="156482"/>
                </a:lnTo>
                <a:lnTo>
                  <a:pt x="271113" y="148543"/>
                </a:lnTo>
                <a:lnTo>
                  <a:pt x="281455" y="148543"/>
                </a:lnTo>
                <a:cubicBezTo>
                  <a:pt x="284519" y="148543"/>
                  <a:pt x="286765" y="147797"/>
                  <a:pt x="288193" y="146307"/>
                </a:cubicBezTo>
                <a:cubicBezTo>
                  <a:pt x="289620" y="144814"/>
                  <a:pt x="290334" y="142645"/>
                  <a:pt x="290334" y="139801"/>
                </a:cubicBezTo>
                <a:lnTo>
                  <a:pt x="290334" y="78404"/>
                </a:lnTo>
                <a:cubicBezTo>
                  <a:pt x="290334" y="74520"/>
                  <a:pt x="289220" y="71589"/>
                  <a:pt x="286991" y="69613"/>
                </a:cubicBezTo>
                <a:cubicBezTo>
                  <a:pt x="284763" y="67635"/>
                  <a:pt x="281455" y="66646"/>
                  <a:pt x="277068" y="66646"/>
                </a:cubicBezTo>
                <a:lnTo>
                  <a:pt x="269024" y="66646"/>
                </a:lnTo>
                <a:lnTo>
                  <a:pt x="269024" y="58707"/>
                </a:lnTo>
                <a:close/>
                <a:moveTo>
                  <a:pt x="363990" y="18594"/>
                </a:moveTo>
                <a:lnTo>
                  <a:pt x="371093" y="18594"/>
                </a:lnTo>
                <a:lnTo>
                  <a:pt x="371093" y="58498"/>
                </a:lnTo>
                <a:lnTo>
                  <a:pt x="402745" y="58498"/>
                </a:lnTo>
                <a:lnTo>
                  <a:pt x="402745" y="68108"/>
                </a:lnTo>
                <a:lnTo>
                  <a:pt x="371093" y="68108"/>
                </a:lnTo>
                <a:lnTo>
                  <a:pt x="371093" y="130889"/>
                </a:lnTo>
                <a:cubicBezTo>
                  <a:pt x="371093" y="136321"/>
                  <a:pt x="372381" y="140482"/>
                  <a:pt x="374958" y="143372"/>
                </a:cubicBezTo>
                <a:cubicBezTo>
                  <a:pt x="377535" y="146262"/>
                  <a:pt x="380808" y="147707"/>
                  <a:pt x="384777" y="147707"/>
                </a:cubicBezTo>
                <a:cubicBezTo>
                  <a:pt x="389513" y="147707"/>
                  <a:pt x="393552" y="145522"/>
                  <a:pt x="396895" y="141152"/>
                </a:cubicBezTo>
                <a:cubicBezTo>
                  <a:pt x="400238" y="136780"/>
                  <a:pt x="402188" y="129564"/>
                  <a:pt x="402745" y="119503"/>
                </a:cubicBezTo>
                <a:lnTo>
                  <a:pt x="409744" y="119503"/>
                </a:lnTo>
                <a:cubicBezTo>
                  <a:pt x="409326" y="132526"/>
                  <a:pt x="406366" y="142188"/>
                  <a:pt x="400864" y="148491"/>
                </a:cubicBezTo>
                <a:cubicBezTo>
                  <a:pt x="395363" y="154793"/>
                  <a:pt x="388225" y="157944"/>
                  <a:pt x="379450" y="157944"/>
                </a:cubicBezTo>
                <a:cubicBezTo>
                  <a:pt x="371372" y="157944"/>
                  <a:pt x="365052" y="155731"/>
                  <a:pt x="360490" y="151305"/>
                </a:cubicBezTo>
                <a:cubicBezTo>
                  <a:pt x="355929" y="146876"/>
                  <a:pt x="353648" y="141071"/>
                  <a:pt x="353648" y="133889"/>
                </a:cubicBezTo>
                <a:lnTo>
                  <a:pt x="353648" y="68108"/>
                </a:lnTo>
                <a:lnTo>
                  <a:pt x="336621" y="68108"/>
                </a:lnTo>
                <a:lnTo>
                  <a:pt x="336621" y="60796"/>
                </a:lnTo>
                <a:cubicBezTo>
                  <a:pt x="344351" y="59473"/>
                  <a:pt x="350236" y="56235"/>
                  <a:pt x="354275" y="51081"/>
                </a:cubicBezTo>
                <a:cubicBezTo>
                  <a:pt x="360264" y="43351"/>
                  <a:pt x="363502" y="32522"/>
                  <a:pt x="363990" y="18594"/>
                </a:cubicBezTo>
                <a:close/>
                <a:moveTo>
                  <a:pt x="447331" y="0"/>
                </a:moveTo>
                <a:cubicBezTo>
                  <a:pt x="450465" y="0"/>
                  <a:pt x="453216" y="1189"/>
                  <a:pt x="455584" y="3568"/>
                </a:cubicBezTo>
                <a:cubicBezTo>
                  <a:pt x="457951" y="5947"/>
                  <a:pt x="459135" y="8744"/>
                  <a:pt x="459135" y="11961"/>
                </a:cubicBezTo>
                <a:cubicBezTo>
                  <a:pt x="459135" y="15110"/>
                  <a:pt x="457986" y="17839"/>
                  <a:pt x="455688" y="20148"/>
                </a:cubicBezTo>
                <a:cubicBezTo>
                  <a:pt x="453390" y="22455"/>
                  <a:pt x="450639" y="23608"/>
                  <a:pt x="447436" y="23608"/>
                </a:cubicBezTo>
                <a:cubicBezTo>
                  <a:pt x="444232" y="23608"/>
                  <a:pt x="441464" y="22436"/>
                  <a:pt x="439131" y="20092"/>
                </a:cubicBezTo>
                <a:cubicBezTo>
                  <a:pt x="436798" y="17748"/>
                  <a:pt x="435632" y="15003"/>
                  <a:pt x="435632" y="11856"/>
                </a:cubicBezTo>
                <a:cubicBezTo>
                  <a:pt x="435632" y="8709"/>
                  <a:pt x="436816" y="5947"/>
                  <a:pt x="439183" y="3568"/>
                </a:cubicBezTo>
                <a:cubicBezTo>
                  <a:pt x="441551" y="1189"/>
                  <a:pt x="444267" y="0"/>
                  <a:pt x="447331" y="0"/>
                </a:cubicBezTo>
                <a:moveTo>
                  <a:pt x="420276" y="58707"/>
                </a:moveTo>
                <a:lnTo>
                  <a:pt x="459135" y="57453"/>
                </a:lnTo>
                <a:lnTo>
                  <a:pt x="459135" y="141551"/>
                </a:lnTo>
                <a:cubicBezTo>
                  <a:pt x="459135" y="143846"/>
                  <a:pt x="459692" y="145482"/>
                  <a:pt x="460807" y="146457"/>
                </a:cubicBezTo>
                <a:cubicBezTo>
                  <a:pt x="462408" y="147848"/>
                  <a:pt x="464428" y="148543"/>
                  <a:pt x="466865" y="148543"/>
                </a:cubicBezTo>
                <a:lnTo>
                  <a:pt x="477938" y="148543"/>
                </a:lnTo>
                <a:lnTo>
                  <a:pt x="477938" y="156482"/>
                </a:lnTo>
                <a:lnTo>
                  <a:pt x="422365" y="156482"/>
                </a:lnTo>
                <a:lnTo>
                  <a:pt x="422365" y="148543"/>
                </a:lnTo>
                <a:lnTo>
                  <a:pt x="432707" y="148543"/>
                </a:lnTo>
                <a:cubicBezTo>
                  <a:pt x="435771" y="148543"/>
                  <a:pt x="438017" y="147797"/>
                  <a:pt x="439444" y="146307"/>
                </a:cubicBezTo>
                <a:cubicBezTo>
                  <a:pt x="440872" y="144814"/>
                  <a:pt x="441586" y="142645"/>
                  <a:pt x="441586" y="139801"/>
                </a:cubicBezTo>
                <a:lnTo>
                  <a:pt x="441586" y="78404"/>
                </a:lnTo>
                <a:cubicBezTo>
                  <a:pt x="441586" y="74520"/>
                  <a:pt x="440472" y="71589"/>
                  <a:pt x="438243" y="69613"/>
                </a:cubicBezTo>
                <a:cubicBezTo>
                  <a:pt x="436015" y="67635"/>
                  <a:pt x="432707" y="66646"/>
                  <a:pt x="428319" y="66646"/>
                </a:cubicBezTo>
                <a:lnTo>
                  <a:pt x="420276" y="66646"/>
                </a:lnTo>
                <a:lnTo>
                  <a:pt x="420276" y="58707"/>
                </a:lnTo>
                <a:close/>
                <a:moveTo>
                  <a:pt x="489546" y="58498"/>
                </a:moveTo>
                <a:lnTo>
                  <a:pt x="522033" y="56618"/>
                </a:lnTo>
                <a:cubicBezTo>
                  <a:pt x="523356" y="62742"/>
                  <a:pt x="524331" y="69910"/>
                  <a:pt x="524958" y="78123"/>
                </a:cubicBezTo>
                <a:cubicBezTo>
                  <a:pt x="529345" y="71024"/>
                  <a:pt x="534516" y="65700"/>
                  <a:pt x="540470" y="62151"/>
                </a:cubicBezTo>
                <a:cubicBezTo>
                  <a:pt x="546424" y="58601"/>
                  <a:pt x="553162" y="56827"/>
                  <a:pt x="560683" y="56827"/>
                </a:cubicBezTo>
                <a:cubicBezTo>
                  <a:pt x="567160" y="56827"/>
                  <a:pt x="572592" y="58096"/>
                  <a:pt x="576979" y="60636"/>
                </a:cubicBezTo>
                <a:cubicBezTo>
                  <a:pt x="581366" y="63174"/>
                  <a:pt x="584883" y="67191"/>
                  <a:pt x="587530" y="72688"/>
                </a:cubicBezTo>
                <a:cubicBezTo>
                  <a:pt x="590176" y="78183"/>
                  <a:pt x="591499" y="84339"/>
                  <a:pt x="591499" y="91155"/>
                </a:cubicBezTo>
                <a:lnTo>
                  <a:pt x="591499" y="138733"/>
                </a:lnTo>
                <a:cubicBezTo>
                  <a:pt x="591499" y="142283"/>
                  <a:pt x="592300" y="144805"/>
                  <a:pt x="593902" y="146300"/>
                </a:cubicBezTo>
                <a:cubicBezTo>
                  <a:pt x="595503" y="147795"/>
                  <a:pt x="598185" y="148543"/>
                  <a:pt x="601945" y="148543"/>
                </a:cubicBezTo>
                <a:lnTo>
                  <a:pt x="608840" y="148543"/>
                </a:lnTo>
                <a:lnTo>
                  <a:pt x="608840" y="156482"/>
                </a:lnTo>
                <a:lnTo>
                  <a:pt x="557236" y="156482"/>
                </a:lnTo>
                <a:lnTo>
                  <a:pt x="557236" y="148543"/>
                </a:lnTo>
                <a:lnTo>
                  <a:pt x="562146" y="148543"/>
                </a:lnTo>
                <a:cubicBezTo>
                  <a:pt x="566742" y="148543"/>
                  <a:pt x="569945" y="147813"/>
                  <a:pt x="571756" y="146352"/>
                </a:cubicBezTo>
                <a:cubicBezTo>
                  <a:pt x="573567" y="144892"/>
                  <a:pt x="574472" y="142701"/>
                  <a:pt x="574472" y="139778"/>
                </a:cubicBezTo>
                <a:lnTo>
                  <a:pt x="574472" y="97945"/>
                </a:lnTo>
                <a:cubicBezTo>
                  <a:pt x="574472" y="88835"/>
                  <a:pt x="573079" y="82089"/>
                  <a:pt x="570294" y="77706"/>
                </a:cubicBezTo>
                <a:cubicBezTo>
                  <a:pt x="566394" y="71447"/>
                  <a:pt x="560474" y="68317"/>
                  <a:pt x="552535" y="68317"/>
                </a:cubicBezTo>
                <a:cubicBezTo>
                  <a:pt x="544666" y="68317"/>
                  <a:pt x="538102" y="71481"/>
                  <a:pt x="532845" y="77810"/>
                </a:cubicBezTo>
                <a:cubicBezTo>
                  <a:pt x="527587" y="84139"/>
                  <a:pt x="524958" y="92380"/>
                  <a:pt x="524958" y="102535"/>
                </a:cubicBezTo>
                <a:lnTo>
                  <a:pt x="524958" y="138737"/>
                </a:lnTo>
                <a:cubicBezTo>
                  <a:pt x="524958" y="142284"/>
                  <a:pt x="525776" y="144805"/>
                  <a:pt x="527413" y="146300"/>
                </a:cubicBezTo>
                <a:cubicBezTo>
                  <a:pt x="529049" y="147795"/>
                  <a:pt x="531748" y="148543"/>
                  <a:pt x="535508" y="148543"/>
                </a:cubicBezTo>
                <a:lnTo>
                  <a:pt x="542298" y="148543"/>
                </a:lnTo>
                <a:lnTo>
                  <a:pt x="542298" y="156482"/>
                </a:lnTo>
                <a:lnTo>
                  <a:pt x="490486" y="156482"/>
                </a:lnTo>
                <a:lnTo>
                  <a:pt x="490486" y="148543"/>
                </a:lnTo>
                <a:lnTo>
                  <a:pt x="497276" y="148543"/>
                </a:lnTo>
                <a:cubicBezTo>
                  <a:pt x="500688" y="148543"/>
                  <a:pt x="503282" y="147848"/>
                  <a:pt x="505058" y="146457"/>
                </a:cubicBezTo>
                <a:cubicBezTo>
                  <a:pt x="506834" y="145066"/>
                  <a:pt x="507722" y="143327"/>
                  <a:pt x="507722" y="141240"/>
                </a:cubicBezTo>
                <a:lnTo>
                  <a:pt x="507722" y="78120"/>
                </a:lnTo>
                <a:cubicBezTo>
                  <a:pt x="507722" y="73948"/>
                  <a:pt x="506590" y="70784"/>
                  <a:pt x="504327" y="68627"/>
                </a:cubicBezTo>
                <a:cubicBezTo>
                  <a:pt x="502064" y="66471"/>
                  <a:pt x="498808" y="65392"/>
                  <a:pt x="494560" y="65392"/>
                </a:cubicBezTo>
                <a:lnTo>
                  <a:pt x="489546" y="65392"/>
                </a:lnTo>
                <a:lnTo>
                  <a:pt x="489546" y="58498"/>
                </a:lnTo>
                <a:close/>
                <a:moveTo>
                  <a:pt x="695262" y="64034"/>
                </a:moveTo>
                <a:cubicBezTo>
                  <a:pt x="702226" y="57001"/>
                  <a:pt x="708633" y="53484"/>
                  <a:pt x="714483" y="53484"/>
                </a:cubicBezTo>
                <a:cubicBezTo>
                  <a:pt x="717965" y="53484"/>
                  <a:pt x="720855" y="54598"/>
                  <a:pt x="723153" y="56827"/>
                </a:cubicBezTo>
                <a:cubicBezTo>
                  <a:pt x="725451" y="59055"/>
                  <a:pt x="726600" y="61771"/>
                  <a:pt x="726600" y="64974"/>
                </a:cubicBezTo>
                <a:cubicBezTo>
                  <a:pt x="726600" y="67551"/>
                  <a:pt x="725817" y="69693"/>
                  <a:pt x="724250" y="71399"/>
                </a:cubicBezTo>
                <a:cubicBezTo>
                  <a:pt x="722683" y="73105"/>
                  <a:pt x="720855" y="73958"/>
                  <a:pt x="718766" y="73958"/>
                </a:cubicBezTo>
                <a:cubicBezTo>
                  <a:pt x="714796" y="73958"/>
                  <a:pt x="712115" y="71521"/>
                  <a:pt x="710722" y="66646"/>
                </a:cubicBezTo>
                <a:cubicBezTo>
                  <a:pt x="710165" y="64557"/>
                  <a:pt x="709225" y="63512"/>
                  <a:pt x="707902" y="63512"/>
                </a:cubicBezTo>
                <a:cubicBezTo>
                  <a:pt x="705534" y="63512"/>
                  <a:pt x="702957" y="65079"/>
                  <a:pt x="700172" y="68213"/>
                </a:cubicBezTo>
                <a:cubicBezTo>
                  <a:pt x="703166" y="72330"/>
                  <a:pt x="705221" y="75907"/>
                  <a:pt x="706335" y="78943"/>
                </a:cubicBezTo>
                <a:cubicBezTo>
                  <a:pt x="707449" y="81976"/>
                  <a:pt x="708006" y="85238"/>
                  <a:pt x="708006" y="88726"/>
                </a:cubicBezTo>
                <a:cubicBezTo>
                  <a:pt x="708006" y="94796"/>
                  <a:pt x="706544" y="100152"/>
                  <a:pt x="703619" y="104793"/>
                </a:cubicBezTo>
                <a:cubicBezTo>
                  <a:pt x="700694" y="109433"/>
                  <a:pt x="695837" y="113532"/>
                  <a:pt x="689047" y="117090"/>
                </a:cubicBezTo>
                <a:cubicBezTo>
                  <a:pt x="682257" y="120649"/>
                  <a:pt x="675763" y="122428"/>
                  <a:pt x="669565" y="122428"/>
                </a:cubicBezTo>
                <a:lnTo>
                  <a:pt x="658179" y="122428"/>
                </a:lnTo>
                <a:cubicBezTo>
                  <a:pt x="650100" y="122428"/>
                  <a:pt x="644738" y="123282"/>
                  <a:pt x="642092" y="124990"/>
                </a:cubicBezTo>
                <a:cubicBezTo>
                  <a:pt x="639445" y="126770"/>
                  <a:pt x="638122" y="129370"/>
                  <a:pt x="638122" y="132789"/>
                </a:cubicBezTo>
                <a:cubicBezTo>
                  <a:pt x="638122" y="135566"/>
                  <a:pt x="639202" y="137702"/>
                  <a:pt x="641361" y="139197"/>
                </a:cubicBezTo>
                <a:cubicBezTo>
                  <a:pt x="643519" y="140692"/>
                  <a:pt x="647593" y="141440"/>
                  <a:pt x="653582" y="141440"/>
                </a:cubicBezTo>
                <a:lnTo>
                  <a:pt x="679384" y="140604"/>
                </a:lnTo>
                <a:cubicBezTo>
                  <a:pt x="692407" y="140604"/>
                  <a:pt x="701791" y="142780"/>
                  <a:pt x="707536" y="147133"/>
                </a:cubicBezTo>
                <a:cubicBezTo>
                  <a:pt x="713282" y="151485"/>
                  <a:pt x="716154" y="157457"/>
                  <a:pt x="716154" y="165048"/>
                </a:cubicBezTo>
                <a:cubicBezTo>
                  <a:pt x="716154" y="173404"/>
                  <a:pt x="712881" y="180438"/>
                  <a:pt x="706335" y="186149"/>
                </a:cubicBezTo>
                <a:cubicBezTo>
                  <a:pt x="697212" y="194227"/>
                  <a:pt x="683597" y="198266"/>
                  <a:pt x="665491" y="198266"/>
                </a:cubicBezTo>
                <a:cubicBezTo>
                  <a:pt x="650518" y="198266"/>
                  <a:pt x="639411" y="195536"/>
                  <a:pt x="632168" y="190076"/>
                </a:cubicBezTo>
                <a:cubicBezTo>
                  <a:pt x="626458" y="185791"/>
                  <a:pt x="623602" y="180987"/>
                  <a:pt x="623602" y="175663"/>
                </a:cubicBezTo>
                <a:cubicBezTo>
                  <a:pt x="623602" y="171587"/>
                  <a:pt x="625430" y="167855"/>
                  <a:pt x="629086" y="164467"/>
                </a:cubicBezTo>
                <a:cubicBezTo>
                  <a:pt x="632743" y="161080"/>
                  <a:pt x="638888" y="158558"/>
                  <a:pt x="647524" y="156900"/>
                </a:cubicBezTo>
                <a:cubicBezTo>
                  <a:pt x="640629" y="155207"/>
                  <a:pt x="635441" y="152720"/>
                  <a:pt x="631959" y="149441"/>
                </a:cubicBezTo>
                <a:cubicBezTo>
                  <a:pt x="628477" y="146161"/>
                  <a:pt x="626736" y="142087"/>
                  <a:pt x="626736" y="137219"/>
                </a:cubicBezTo>
                <a:cubicBezTo>
                  <a:pt x="626736" y="132705"/>
                  <a:pt x="628146" y="128774"/>
                  <a:pt x="630967" y="125424"/>
                </a:cubicBezTo>
                <a:cubicBezTo>
                  <a:pt x="633787" y="122073"/>
                  <a:pt x="638679" y="119198"/>
                  <a:pt x="645643" y="116800"/>
                </a:cubicBezTo>
                <a:cubicBezTo>
                  <a:pt x="639724" y="113527"/>
                  <a:pt x="635267" y="109575"/>
                  <a:pt x="632273" y="104944"/>
                </a:cubicBezTo>
                <a:cubicBezTo>
                  <a:pt x="629278" y="100310"/>
                  <a:pt x="627781" y="94998"/>
                  <a:pt x="627781" y="89007"/>
                </a:cubicBezTo>
                <a:cubicBezTo>
                  <a:pt x="627781" y="79534"/>
                  <a:pt x="631506" y="71594"/>
                  <a:pt x="638958" y="65187"/>
                </a:cubicBezTo>
                <a:cubicBezTo>
                  <a:pt x="646409" y="58778"/>
                  <a:pt x="656089" y="55573"/>
                  <a:pt x="667998" y="55573"/>
                </a:cubicBezTo>
                <a:cubicBezTo>
                  <a:pt x="672873" y="55573"/>
                  <a:pt x="677574" y="56269"/>
                  <a:pt x="682100" y="57662"/>
                </a:cubicBezTo>
                <a:cubicBezTo>
                  <a:pt x="686627" y="59055"/>
                  <a:pt x="691014" y="61179"/>
                  <a:pt x="695262" y="64034"/>
                </a:cubicBezTo>
                <a:moveTo>
                  <a:pt x="667789" y="62258"/>
                </a:moveTo>
                <a:cubicBezTo>
                  <a:pt x="661591" y="62258"/>
                  <a:pt x="656473" y="64539"/>
                  <a:pt x="652433" y="69101"/>
                </a:cubicBezTo>
                <a:cubicBezTo>
                  <a:pt x="648394" y="73662"/>
                  <a:pt x="646375" y="80052"/>
                  <a:pt x="646375" y="88269"/>
                </a:cubicBezTo>
                <a:cubicBezTo>
                  <a:pt x="646375" y="97044"/>
                  <a:pt x="648394" y="103851"/>
                  <a:pt x="652433" y="108691"/>
                </a:cubicBezTo>
                <a:cubicBezTo>
                  <a:pt x="656473" y="113531"/>
                  <a:pt x="661626" y="115951"/>
                  <a:pt x="667894" y="115951"/>
                </a:cubicBezTo>
                <a:cubicBezTo>
                  <a:pt x="674161" y="115951"/>
                  <a:pt x="679297" y="113601"/>
                  <a:pt x="683301" y="108900"/>
                </a:cubicBezTo>
                <a:cubicBezTo>
                  <a:pt x="687306" y="104199"/>
                  <a:pt x="689308" y="97462"/>
                  <a:pt x="689308" y="88687"/>
                </a:cubicBezTo>
                <a:cubicBezTo>
                  <a:pt x="689308" y="80539"/>
                  <a:pt x="687271" y="74097"/>
                  <a:pt x="683197" y="69362"/>
                </a:cubicBezTo>
                <a:cubicBezTo>
                  <a:pt x="679123" y="64626"/>
                  <a:pt x="673987" y="62258"/>
                  <a:pt x="667789" y="62258"/>
                </a:cubicBezTo>
                <a:moveTo>
                  <a:pt x="673952" y="156691"/>
                </a:moveTo>
                <a:cubicBezTo>
                  <a:pt x="661138" y="156691"/>
                  <a:pt x="651998" y="158461"/>
                  <a:pt x="646531" y="162002"/>
                </a:cubicBezTo>
                <a:cubicBezTo>
                  <a:pt x="641065" y="165543"/>
                  <a:pt x="638331" y="169813"/>
                  <a:pt x="638331" y="174811"/>
                </a:cubicBezTo>
                <a:cubicBezTo>
                  <a:pt x="638331" y="179534"/>
                  <a:pt x="640386" y="183249"/>
                  <a:pt x="644494" y="185956"/>
                </a:cubicBezTo>
                <a:cubicBezTo>
                  <a:pt x="649926" y="189566"/>
                  <a:pt x="657656" y="191372"/>
                  <a:pt x="667685" y="191372"/>
                </a:cubicBezTo>
                <a:cubicBezTo>
                  <a:pt x="679663" y="191372"/>
                  <a:pt x="688681" y="189392"/>
                  <a:pt x="694740" y="185434"/>
                </a:cubicBezTo>
                <a:cubicBezTo>
                  <a:pt x="700799" y="181477"/>
                  <a:pt x="703828" y="177069"/>
                  <a:pt x="703828" y="172210"/>
                </a:cubicBezTo>
                <a:cubicBezTo>
                  <a:pt x="703828" y="169363"/>
                  <a:pt x="702888" y="166707"/>
                  <a:pt x="701008" y="164241"/>
                </a:cubicBezTo>
                <a:cubicBezTo>
                  <a:pt x="699127" y="161776"/>
                  <a:pt x="696133" y="159901"/>
                  <a:pt x="692024" y="158617"/>
                </a:cubicBezTo>
                <a:cubicBezTo>
                  <a:pt x="687915" y="157333"/>
                  <a:pt x="681891" y="156691"/>
                  <a:pt x="673952" y="156691"/>
                </a:cubicBezTo>
                <a:close/>
                <a:moveTo>
                  <a:pt x="792190" y="1880"/>
                </a:moveTo>
                <a:lnTo>
                  <a:pt x="863536" y="1880"/>
                </a:lnTo>
                <a:lnTo>
                  <a:pt x="863536" y="9819"/>
                </a:lnTo>
                <a:lnTo>
                  <a:pt x="849225" y="9819"/>
                </a:lnTo>
                <a:cubicBezTo>
                  <a:pt x="845395" y="9819"/>
                  <a:pt x="842714" y="10446"/>
                  <a:pt x="841182" y="11700"/>
                </a:cubicBezTo>
                <a:cubicBezTo>
                  <a:pt x="839650" y="12951"/>
                  <a:pt x="838883" y="14864"/>
                  <a:pt x="838883" y="17438"/>
                </a:cubicBezTo>
                <a:lnTo>
                  <a:pt x="838883" y="104598"/>
                </a:lnTo>
                <a:cubicBezTo>
                  <a:pt x="838883" y="113714"/>
                  <a:pt x="839684" y="120603"/>
                  <a:pt x="841286" y="125264"/>
                </a:cubicBezTo>
                <a:cubicBezTo>
                  <a:pt x="843654" y="132155"/>
                  <a:pt x="847989" y="137653"/>
                  <a:pt x="854291" y="141759"/>
                </a:cubicBezTo>
                <a:cubicBezTo>
                  <a:pt x="860594" y="145864"/>
                  <a:pt x="868829" y="147916"/>
                  <a:pt x="878996" y="147916"/>
                </a:cubicBezTo>
                <a:cubicBezTo>
                  <a:pt x="893064" y="147916"/>
                  <a:pt x="903788" y="144281"/>
                  <a:pt x="911170" y="137010"/>
                </a:cubicBezTo>
                <a:cubicBezTo>
                  <a:pt x="918552" y="129737"/>
                  <a:pt x="922243" y="120011"/>
                  <a:pt x="922243" y="107833"/>
                </a:cubicBezTo>
                <a:lnTo>
                  <a:pt x="922243" y="36959"/>
                </a:lnTo>
                <a:cubicBezTo>
                  <a:pt x="922243" y="30696"/>
                  <a:pt x="921808" y="25946"/>
                  <a:pt x="920937" y="22710"/>
                </a:cubicBezTo>
                <a:cubicBezTo>
                  <a:pt x="920067" y="19474"/>
                  <a:pt x="918813" y="16952"/>
                  <a:pt x="917177" y="15144"/>
                </a:cubicBezTo>
                <a:cubicBezTo>
                  <a:pt x="915540" y="13333"/>
                  <a:pt x="913468" y="11993"/>
                  <a:pt x="910961" y="11125"/>
                </a:cubicBezTo>
                <a:cubicBezTo>
                  <a:pt x="908454" y="10255"/>
                  <a:pt x="904276" y="9819"/>
                  <a:pt x="898426" y="9819"/>
                </a:cubicBezTo>
                <a:lnTo>
                  <a:pt x="898426" y="1880"/>
                </a:lnTo>
                <a:lnTo>
                  <a:pt x="956819" y="1880"/>
                </a:lnTo>
                <a:lnTo>
                  <a:pt x="956819" y="9819"/>
                </a:lnTo>
                <a:lnTo>
                  <a:pt x="952641" y="9819"/>
                </a:lnTo>
                <a:cubicBezTo>
                  <a:pt x="946095" y="9819"/>
                  <a:pt x="941220" y="11578"/>
                  <a:pt x="938017" y="15095"/>
                </a:cubicBezTo>
                <a:cubicBezTo>
                  <a:pt x="934813" y="18611"/>
                  <a:pt x="933211" y="23713"/>
                  <a:pt x="933211" y="30398"/>
                </a:cubicBezTo>
                <a:lnTo>
                  <a:pt x="933211" y="106341"/>
                </a:lnTo>
                <a:cubicBezTo>
                  <a:pt x="933211" y="122915"/>
                  <a:pt x="928476" y="135625"/>
                  <a:pt x="919005" y="144469"/>
                </a:cubicBezTo>
                <a:cubicBezTo>
                  <a:pt x="908350" y="154427"/>
                  <a:pt x="894178" y="159407"/>
                  <a:pt x="876489" y="159407"/>
                </a:cubicBezTo>
                <a:cubicBezTo>
                  <a:pt x="861168" y="159407"/>
                  <a:pt x="849121" y="157230"/>
                  <a:pt x="840346" y="152878"/>
                </a:cubicBezTo>
                <a:cubicBezTo>
                  <a:pt x="831571" y="148525"/>
                  <a:pt x="825199" y="142275"/>
                  <a:pt x="821230" y="134127"/>
                </a:cubicBezTo>
                <a:cubicBezTo>
                  <a:pt x="818235" y="127929"/>
                  <a:pt x="816738" y="120130"/>
                  <a:pt x="816738" y="110728"/>
                </a:cubicBezTo>
                <a:lnTo>
                  <a:pt x="816738" y="17445"/>
                </a:lnTo>
                <a:cubicBezTo>
                  <a:pt x="816738" y="15077"/>
                  <a:pt x="815920" y="13214"/>
                  <a:pt x="814283" y="11856"/>
                </a:cubicBezTo>
                <a:cubicBezTo>
                  <a:pt x="812646" y="10498"/>
                  <a:pt x="810192" y="9819"/>
                  <a:pt x="806919" y="9819"/>
                </a:cubicBezTo>
                <a:lnTo>
                  <a:pt x="792190" y="9819"/>
                </a:lnTo>
                <a:lnTo>
                  <a:pt x="792190" y="1880"/>
                </a:lnTo>
                <a:close/>
                <a:moveTo>
                  <a:pt x="979605" y="119503"/>
                </a:moveTo>
                <a:cubicBezTo>
                  <a:pt x="983922" y="131551"/>
                  <a:pt x="988884" y="139890"/>
                  <a:pt x="994490" y="144521"/>
                </a:cubicBezTo>
                <a:cubicBezTo>
                  <a:pt x="1000096" y="149152"/>
                  <a:pt x="1007008" y="151468"/>
                  <a:pt x="1015226" y="151468"/>
                </a:cubicBezTo>
                <a:cubicBezTo>
                  <a:pt x="1022817" y="151468"/>
                  <a:pt x="1028649" y="149814"/>
                  <a:pt x="1032723" y="146506"/>
                </a:cubicBezTo>
                <a:cubicBezTo>
                  <a:pt x="1036797" y="143198"/>
                  <a:pt x="1038834" y="139002"/>
                  <a:pt x="1038834" y="133918"/>
                </a:cubicBezTo>
                <a:cubicBezTo>
                  <a:pt x="1038834" y="130993"/>
                  <a:pt x="1038085" y="128434"/>
                  <a:pt x="1036588" y="126241"/>
                </a:cubicBezTo>
                <a:cubicBezTo>
                  <a:pt x="1035091" y="124047"/>
                  <a:pt x="1033019" y="122410"/>
                  <a:pt x="1030373" y="121331"/>
                </a:cubicBezTo>
                <a:cubicBezTo>
                  <a:pt x="1027726" y="120251"/>
                  <a:pt x="1020867" y="118667"/>
                  <a:pt x="1009794" y="116578"/>
                </a:cubicBezTo>
                <a:cubicBezTo>
                  <a:pt x="999208" y="114489"/>
                  <a:pt x="991827" y="112295"/>
                  <a:pt x="987648" y="109997"/>
                </a:cubicBezTo>
                <a:cubicBezTo>
                  <a:pt x="983470" y="107699"/>
                  <a:pt x="980214" y="104530"/>
                  <a:pt x="977881" y="100491"/>
                </a:cubicBezTo>
                <a:cubicBezTo>
                  <a:pt x="975548" y="96452"/>
                  <a:pt x="974382" y="92065"/>
                  <a:pt x="974382" y="87329"/>
                </a:cubicBezTo>
                <a:cubicBezTo>
                  <a:pt x="974382" y="80156"/>
                  <a:pt x="976784" y="73645"/>
                  <a:pt x="981589" y="67795"/>
                </a:cubicBezTo>
                <a:cubicBezTo>
                  <a:pt x="987787" y="60343"/>
                  <a:pt x="996458" y="56618"/>
                  <a:pt x="1007600" y="56618"/>
                </a:cubicBezTo>
                <a:cubicBezTo>
                  <a:pt x="1016096" y="56618"/>
                  <a:pt x="1023966" y="59334"/>
                  <a:pt x="1031208" y="64766"/>
                </a:cubicBezTo>
                <a:lnTo>
                  <a:pt x="1038103" y="57453"/>
                </a:lnTo>
                <a:lnTo>
                  <a:pt x="1042385" y="57453"/>
                </a:lnTo>
                <a:lnTo>
                  <a:pt x="1045101" y="92343"/>
                </a:lnTo>
                <a:lnTo>
                  <a:pt x="1038103" y="92343"/>
                </a:lnTo>
                <a:cubicBezTo>
                  <a:pt x="1035038" y="82417"/>
                  <a:pt x="1030895" y="75270"/>
                  <a:pt x="1025672" y="70903"/>
                </a:cubicBezTo>
                <a:cubicBezTo>
                  <a:pt x="1020449" y="66533"/>
                  <a:pt x="1014007" y="64348"/>
                  <a:pt x="1006347" y="64348"/>
                </a:cubicBezTo>
                <a:cubicBezTo>
                  <a:pt x="999731" y="64348"/>
                  <a:pt x="994543" y="65967"/>
                  <a:pt x="990782" y="69205"/>
                </a:cubicBezTo>
                <a:cubicBezTo>
                  <a:pt x="987021" y="72443"/>
                  <a:pt x="985141" y="76395"/>
                  <a:pt x="985141" y="81061"/>
                </a:cubicBezTo>
                <a:cubicBezTo>
                  <a:pt x="985141" y="85170"/>
                  <a:pt x="986882" y="88583"/>
                  <a:pt x="990364" y="91298"/>
                </a:cubicBezTo>
                <a:cubicBezTo>
                  <a:pt x="993777" y="94084"/>
                  <a:pt x="1000462" y="96269"/>
                  <a:pt x="1010421" y="97853"/>
                </a:cubicBezTo>
                <a:cubicBezTo>
                  <a:pt x="1021981" y="99784"/>
                  <a:pt x="1029502" y="101403"/>
                  <a:pt x="1032984" y="102711"/>
                </a:cubicBezTo>
                <a:cubicBezTo>
                  <a:pt x="1038695" y="104807"/>
                  <a:pt x="1043117" y="108038"/>
                  <a:pt x="1046251" y="112406"/>
                </a:cubicBezTo>
                <a:cubicBezTo>
                  <a:pt x="1049384" y="116772"/>
                  <a:pt x="1050951" y="122098"/>
                  <a:pt x="1050951" y="128385"/>
                </a:cubicBezTo>
                <a:cubicBezTo>
                  <a:pt x="1050951" y="137049"/>
                  <a:pt x="1047556" y="144385"/>
                  <a:pt x="1040766" y="150394"/>
                </a:cubicBezTo>
                <a:cubicBezTo>
                  <a:pt x="1033976" y="156402"/>
                  <a:pt x="1025358" y="159407"/>
                  <a:pt x="1014912" y="159407"/>
                </a:cubicBezTo>
                <a:cubicBezTo>
                  <a:pt x="1005232" y="159407"/>
                  <a:pt x="996249" y="156196"/>
                  <a:pt x="987962" y="149774"/>
                </a:cubicBezTo>
                <a:lnTo>
                  <a:pt x="980336" y="158571"/>
                </a:lnTo>
                <a:lnTo>
                  <a:pt x="974800" y="158571"/>
                </a:lnTo>
                <a:lnTo>
                  <a:pt x="972710" y="119503"/>
                </a:lnTo>
                <a:lnTo>
                  <a:pt x="979605" y="119503"/>
                </a:lnTo>
                <a:close/>
                <a:moveTo>
                  <a:pt x="1092132" y="0"/>
                </a:moveTo>
                <a:cubicBezTo>
                  <a:pt x="1095266" y="0"/>
                  <a:pt x="1098017" y="1189"/>
                  <a:pt x="1100385" y="3568"/>
                </a:cubicBezTo>
                <a:cubicBezTo>
                  <a:pt x="1102753" y="5947"/>
                  <a:pt x="1103937" y="8744"/>
                  <a:pt x="1103937" y="11961"/>
                </a:cubicBezTo>
                <a:cubicBezTo>
                  <a:pt x="1103937" y="15110"/>
                  <a:pt x="1102787" y="17839"/>
                  <a:pt x="1100489" y="20148"/>
                </a:cubicBezTo>
                <a:cubicBezTo>
                  <a:pt x="1098191" y="22455"/>
                  <a:pt x="1095440" y="23608"/>
                  <a:pt x="1092237" y="23608"/>
                </a:cubicBezTo>
                <a:cubicBezTo>
                  <a:pt x="1089034" y="23608"/>
                  <a:pt x="1086265" y="22436"/>
                  <a:pt x="1083932" y="20092"/>
                </a:cubicBezTo>
                <a:cubicBezTo>
                  <a:pt x="1081599" y="17748"/>
                  <a:pt x="1080433" y="15003"/>
                  <a:pt x="1080433" y="11856"/>
                </a:cubicBezTo>
                <a:cubicBezTo>
                  <a:pt x="1080433" y="8709"/>
                  <a:pt x="1081617" y="5947"/>
                  <a:pt x="1083985" y="3568"/>
                </a:cubicBezTo>
                <a:cubicBezTo>
                  <a:pt x="1086352" y="1189"/>
                  <a:pt x="1089068" y="0"/>
                  <a:pt x="1092132" y="0"/>
                </a:cubicBezTo>
                <a:moveTo>
                  <a:pt x="1065077" y="58707"/>
                </a:moveTo>
                <a:lnTo>
                  <a:pt x="1103937" y="57453"/>
                </a:lnTo>
                <a:lnTo>
                  <a:pt x="1103937" y="141551"/>
                </a:lnTo>
                <a:cubicBezTo>
                  <a:pt x="1103937" y="143846"/>
                  <a:pt x="1104494" y="145482"/>
                  <a:pt x="1105608" y="146457"/>
                </a:cubicBezTo>
                <a:cubicBezTo>
                  <a:pt x="1107210" y="147848"/>
                  <a:pt x="1109229" y="148543"/>
                  <a:pt x="1111667" y="148543"/>
                </a:cubicBezTo>
                <a:lnTo>
                  <a:pt x="1122739" y="148543"/>
                </a:lnTo>
                <a:lnTo>
                  <a:pt x="1122739" y="156482"/>
                </a:lnTo>
                <a:lnTo>
                  <a:pt x="1067166" y="156482"/>
                </a:lnTo>
                <a:lnTo>
                  <a:pt x="1067166" y="148543"/>
                </a:lnTo>
                <a:lnTo>
                  <a:pt x="1077508" y="148543"/>
                </a:lnTo>
                <a:cubicBezTo>
                  <a:pt x="1080572" y="148543"/>
                  <a:pt x="1082818" y="147797"/>
                  <a:pt x="1084246" y="146307"/>
                </a:cubicBezTo>
                <a:cubicBezTo>
                  <a:pt x="1085673" y="144814"/>
                  <a:pt x="1086387" y="142645"/>
                  <a:pt x="1086387" y="139801"/>
                </a:cubicBezTo>
                <a:lnTo>
                  <a:pt x="1086387" y="78404"/>
                </a:lnTo>
                <a:cubicBezTo>
                  <a:pt x="1086387" y="74520"/>
                  <a:pt x="1085273" y="71589"/>
                  <a:pt x="1083044" y="69613"/>
                </a:cubicBezTo>
                <a:cubicBezTo>
                  <a:pt x="1080816" y="67635"/>
                  <a:pt x="1077508" y="66646"/>
                  <a:pt x="1073121" y="66646"/>
                </a:cubicBezTo>
                <a:lnTo>
                  <a:pt x="1065077" y="66646"/>
                </a:lnTo>
                <a:lnTo>
                  <a:pt x="1065077" y="58707"/>
                </a:lnTo>
                <a:close/>
                <a:moveTo>
                  <a:pt x="1134774" y="58498"/>
                </a:moveTo>
                <a:lnTo>
                  <a:pt x="1167261" y="56618"/>
                </a:lnTo>
                <a:cubicBezTo>
                  <a:pt x="1168585" y="62742"/>
                  <a:pt x="1169560" y="69910"/>
                  <a:pt x="1170186" y="78123"/>
                </a:cubicBezTo>
                <a:cubicBezTo>
                  <a:pt x="1174574" y="71024"/>
                  <a:pt x="1179744" y="65700"/>
                  <a:pt x="1185699" y="62151"/>
                </a:cubicBezTo>
                <a:cubicBezTo>
                  <a:pt x="1191653" y="58601"/>
                  <a:pt x="1198391" y="56827"/>
                  <a:pt x="1205912" y="56827"/>
                </a:cubicBezTo>
                <a:cubicBezTo>
                  <a:pt x="1212388" y="56827"/>
                  <a:pt x="1217820" y="58096"/>
                  <a:pt x="1222208" y="60636"/>
                </a:cubicBezTo>
                <a:cubicBezTo>
                  <a:pt x="1226595" y="63174"/>
                  <a:pt x="1230112" y="67191"/>
                  <a:pt x="1232758" y="72688"/>
                </a:cubicBezTo>
                <a:cubicBezTo>
                  <a:pt x="1235405" y="78183"/>
                  <a:pt x="1236728" y="84339"/>
                  <a:pt x="1236728" y="91155"/>
                </a:cubicBezTo>
                <a:lnTo>
                  <a:pt x="1236728" y="138733"/>
                </a:lnTo>
                <a:cubicBezTo>
                  <a:pt x="1236728" y="142283"/>
                  <a:pt x="1237529" y="144805"/>
                  <a:pt x="1239130" y="146300"/>
                </a:cubicBezTo>
                <a:cubicBezTo>
                  <a:pt x="1240732" y="147795"/>
                  <a:pt x="1243413" y="148543"/>
                  <a:pt x="1247174" y="148543"/>
                </a:cubicBezTo>
                <a:lnTo>
                  <a:pt x="1254068" y="148543"/>
                </a:lnTo>
                <a:lnTo>
                  <a:pt x="1254068" y="156482"/>
                </a:lnTo>
                <a:lnTo>
                  <a:pt x="1202465" y="156482"/>
                </a:lnTo>
                <a:lnTo>
                  <a:pt x="1202465" y="148543"/>
                </a:lnTo>
                <a:lnTo>
                  <a:pt x="1207374" y="148543"/>
                </a:lnTo>
                <a:cubicBezTo>
                  <a:pt x="1211971" y="148543"/>
                  <a:pt x="1215174" y="147813"/>
                  <a:pt x="1216985" y="146352"/>
                </a:cubicBezTo>
                <a:cubicBezTo>
                  <a:pt x="1218795" y="144892"/>
                  <a:pt x="1219701" y="142701"/>
                  <a:pt x="1219701" y="139778"/>
                </a:cubicBezTo>
                <a:lnTo>
                  <a:pt x="1219701" y="97945"/>
                </a:lnTo>
                <a:cubicBezTo>
                  <a:pt x="1219701" y="88835"/>
                  <a:pt x="1218308" y="82089"/>
                  <a:pt x="1215522" y="77706"/>
                </a:cubicBezTo>
                <a:cubicBezTo>
                  <a:pt x="1211622" y="71447"/>
                  <a:pt x="1205703" y="68317"/>
                  <a:pt x="1197764" y="68317"/>
                </a:cubicBezTo>
                <a:cubicBezTo>
                  <a:pt x="1189895" y="68317"/>
                  <a:pt x="1183331" y="71481"/>
                  <a:pt x="1178073" y="77810"/>
                </a:cubicBezTo>
                <a:cubicBezTo>
                  <a:pt x="1172815" y="84139"/>
                  <a:pt x="1170186" y="92380"/>
                  <a:pt x="1170186" y="102535"/>
                </a:cubicBezTo>
                <a:lnTo>
                  <a:pt x="1170186" y="138737"/>
                </a:lnTo>
                <a:cubicBezTo>
                  <a:pt x="1170186" y="142284"/>
                  <a:pt x="1171005" y="144805"/>
                  <a:pt x="1172641" y="146300"/>
                </a:cubicBezTo>
                <a:cubicBezTo>
                  <a:pt x="1174278" y="147795"/>
                  <a:pt x="1176976" y="148543"/>
                  <a:pt x="1180737" y="148543"/>
                </a:cubicBezTo>
                <a:lnTo>
                  <a:pt x="1187527" y="148543"/>
                </a:lnTo>
                <a:lnTo>
                  <a:pt x="1187527" y="156482"/>
                </a:lnTo>
                <a:lnTo>
                  <a:pt x="1135714" y="156482"/>
                </a:lnTo>
                <a:lnTo>
                  <a:pt x="1135714" y="148543"/>
                </a:lnTo>
                <a:lnTo>
                  <a:pt x="1142504" y="148543"/>
                </a:lnTo>
                <a:cubicBezTo>
                  <a:pt x="1145917" y="148543"/>
                  <a:pt x="1148511" y="147848"/>
                  <a:pt x="1150287" y="146457"/>
                </a:cubicBezTo>
                <a:cubicBezTo>
                  <a:pt x="1152062" y="145066"/>
                  <a:pt x="1152950" y="143327"/>
                  <a:pt x="1152950" y="141240"/>
                </a:cubicBezTo>
                <a:lnTo>
                  <a:pt x="1152950" y="78120"/>
                </a:lnTo>
                <a:cubicBezTo>
                  <a:pt x="1152950" y="73948"/>
                  <a:pt x="1151819" y="70784"/>
                  <a:pt x="1149555" y="68627"/>
                </a:cubicBezTo>
                <a:cubicBezTo>
                  <a:pt x="1147292" y="66471"/>
                  <a:pt x="1144036" y="65392"/>
                  <a:pt x="1139788" y="65392"/>
                </a:cubicBezTo>
                <a:lnTo>
                  <a:pt x="1134774" y="65392"/>
                </a:lnTo>
                <a:lnTo>
                  <a:pt x="1134774" y="58498"/>
                </a:lnTo>
                <a:close/>
                <a:moveTo>
                  <a:pt x="1340491" y="64034"/>
                </a:moveTo>
                <a:cubicBezTo>
                  <a:pt x="1347455" y="57001"/>
                  <a:pt x="1353862" y="53484"/>
                  <a:pt x="1359712" y="53484"/>
                </a:cubicBezTo>
                <a:cubicBezTo>
                  <a:pt x="1363194" y="53484"/>
                  <a:pt x="1366084" y="54598"/>
                  <a:pt x="1368382" y="56827"/>
                </a:cubicBezTo>
                <a:cubicBezTo>
                  <a:pt x="1370680" y="59055"/>
                  <a:pt x="1371830" y="61771"/>
                  <a:pt x="1371830" y="64974"/>
                </a:cubicBezTo>
                <a:cubicBezTo>
                  <a:pt x="1371830" y="67551"/>
                  <a:pt x="1371046" y="69693"/>
                  <a:pt x="1369479" y="71399"/>
                </a:cubicBezTo>
                <a:cubicBezTo>
                  <a:pt x="1367912" y="73105"/>
                  <a:pt x="1366084" y="73958"/>
                  <a:pt x="1363995" y="73958"/>
                </a:cubicBezTo>
                <a:cubicBezTo>
                  <a:pt x="1360026" y="73958"/>
                  <a:pt x="1357344" y="71521"/>
                  <a:pt x="1355952" y="66646"/>
                </a:cubicBezTo>
                <a:cubicBezTo>
                  <a:pt x="1355394" y="64557"/>
                  <a:pt x="1354454" y="63512"/>
                  <a:pt x="1353131" y="63512"/>
                </a:cubicBezTo>
                <a:cubicBezTo>
                  <a:pt x="1350763" y="63512"/>
                  <a:pt x="1348187" y="65079"/>
                  <a:pt x="1345401" y="68213"/>
                </a:cubicBezTo>
                <a:cubicBezTo>
                  <a:pt x="1348396" y="72330"/>
                  <a:pt x="1350450" y="75907"/>
                  <a:pt x="1351564" y="78943"/>
                </a:cubicBezTo>
                <a:cubicBezTo>
                  <a:pt x="1352678" y="81976"/>
                  <a:pt x="1353236" y="85238"/>
                  <a:pt x="1353236" y="88726"/>
                </a:cubicBezTo>
                <a:cubicBezTo>
                  <a:pt x="1353236" y="94796"/>
                  <a:pt x="1351773" y="100152"/>
                  <a:pt x="1348848" y="104793"/>
                </a:cubicBezTo>
                <a:cubicBezTo>
                  <a:pt x="1345923" y="109433"/>
                  <a:pt x="1341066" y="113532"/>
                  <a:pt x="1334276" y="117090"/>
                </a:cubicBezTo>
                <a:cubicBezTo>
                  <a:pt x="1327486" y="120649"/>
                  <a:pt x="1320992" y="122428"/>
                  <a:pt x="1314794" y="122428"/>
                </a:cubicBezTo>
                <a:lnTo>
                  <a:pt x="1303408" y="122428"/>
                </a:lnTo>
                <a:cubicBezTo>
                  <a:pt x="1295330" y="122428"/>
                  <a:pt x="1289967" y="123282"/>
                  <a:pt x="1287321" y="124990"/>
                </a:cubicBezTo>
                <a:cubicBezTo>
                  <a:pt x="1284675" y="126770"/>
                  <a:pt x="1283352" y="129370"/>
                  <a:pt x="1283352" y="132789"/>
                </a:cubicBezTo>
                <a:cubicBezTo>
                  <a:pt x="1283352" y="135566"/>
                  <a:pt x="1284431" y="137702"/>
                  <a:pt x="1286590" y="139197"/>
                </a:cubicBezTo>
                <a:cubicBezTo>
                  <a:pt x="1288749" y="140692"/>
                  <a:pt x="1292823" y="141440"/>
                  <a:pt x="1298812" y="141440"/>
                </a:cubicBezTo>
                <a:lnTo>
                  <a:pt x="1324613" y="140604"/>
                </a:lnTo>
                <a:cubicBezTo>
                  <a:pt x="1337636" y="140604"/>
                  <a:pt x="1347020" y="142780"/>
                  <a:pt x="1352766" y="147133"/>
                </a:cubicBezTo>
                <a:cubicBezTo>
                  <a:pt x="1358511" y="151485"/>
                  <a:pt x="1361384" y="157457"/>
                  <a:pt x="1361384" y="165048"/>
                </a:cubicBezTo>
                <a:cubicBezTo>
                  <a:pt x="1361384" y="173404"/>
                  <a:pt x="1358110" y="180438"/>
                  <a:pt x="1351564" y="186149"/>
                </a:cubicBezTo>
                <a:cubicBezTo>
                  <a:pt x="1342441" y="194227"/>
                  <a:pt x="1328827" y="198266"/>
                  <a:pt x="1310720" y="198266"/>
                </a:cubicBezTo>
                <a:cubicBezTo>
                  <a:pt x="1295747" y="198266"/>
                  <a:pt x="1284640" y="195536"/>
                  <a:pt x="1277397" y="190076"/>
                </a:cubicBezTo>
                <a:cubicBezTo>
                  <a:pt x="1271687" y="185791"/>
                  <a:pt x="1268831" y="180987"/>
                  <a:pt x="1268831" y="175663"/>
                </a:cubicBezTo>
                <a:cubicBezTo>
                  <a:pt x="1268831" y="171587"/>
                  <a:pt x="1270660" y="167855"/>
                  <a:pt x="1274316" y="164467"/>
                </a:cubicBezTo>
                <a:cubicBezTo>
                  <a:pt x="1277972" y="161080"/>
                  <a:pt x="1284118" y="158558"/>
                  <a:pt x="1292753" y="156900"/>
                </a:cubicBezTo>
                <a:cubicBezTo>
                  <a:pt x="1285859" y="155207"/>
                  <a:pt x="1280670" y="152720"/>
                  <a:pt x="1277188" y="149441"/>
                </a:cubicBezTo>
                <a:cubicBezTo>
                  <a:pt x="1273706" y="146161"/>
                  <a:pt x="1271965" y="142087"/>
                  <a:pt x="1271965" y="137219"/>
                </a:cubicBezTo>
                <a:cubicBezTo>
                  <a:pt x="1271965" y="132705"/>
                  <a:pt x="1273376" y="128774"/>
                  <a:pt x="1276196" y="125424"/>
                </a:cubicBezTo>
                <a:cubicBezTo>
                  <a:pt x="1279016" y="122073"/>
                  <a:pt x="1283909" y="119198"/>
                  <a:pt x="1290873" y="116800"/>
                </a:cubicBezTo>
                <a:cubicBezTo>
                  <a:pt x="1284953" y="113527"/>
                  <a:pt x="1280496" y="109575"/>
                  <a:pt x="1277502" y="104944"/>
                </a:cubicBezTo>
                <a:cubicBezTo>
                  <a:pt x="1274507" y="100310"/>
                  <a:pt x="1273010" y="94998"/>
                  <a:pt x="1273010" y="89007"/>
                </a:cubicBezTo>
                <a:cubicBezTo>
                  <a:pt x="1273010" y="79534"/>
                  <a:pt x="1276736" y="71594"/>
                  <a:pt x="1284187" y="65187"/>
                </a:cubicBezTo>
                <a:cubicBezTo>
                  <a:pt x="1291639" y="58778"/>
                  <a:pt x="1301319" y="55573"/>
                  <a:pt x="1313227" y="55573"/>
                </a:cubicBezTo>
                <a:cubicBezTo>
                  <a:pt x="1318102" y="55573"/>
                  <a:pt x="1322803" y="56269"/>
                  <a:pt x="1327329" y="57662"/>
                </a:cubicBezTo>
                <a:cubicBezTo>
                  <a:pt x="1331856" y="59055"/>
                  <a:pt x="1336243" y="61179"/>
                  <a:pt x="1340491" y="64034"/>
                </a:cubicBezTo>
                <a:moveTo>
                  <a:pt x="1313018" y="62258"/>
                </a:moveTo>
                <a:cubicBezTo>
                  <a:pt x="1306820" y="62258"/>
                  <a:pt x="1301702" y="64539"/>
                  <a:pt x="1297663" y="69101"/>
                </a:cubicBezTo>
                <a:cubicBezTo>
                  <a:pt x="1293623" y="73662"/>
                  <a:pt x="1291604" y="80052"/>
                  <a:pt x="1291604" y="88269"/>
                </a:cubicBezTo>
                <a:cubicBezTo>
                  <a:pt x="1291604" y="97044"/>
                  <a:pt x="1293623" y="103851"/>
                  <a:pt x="1297663" y="108691"/>
                </a:cubicBezTo>
                <a:cubicBezTo>
                  <a:pt x="1301702" y="113531"/>
                  <a:pt x="1306855" y="115951"/>
                  <a:pt x="1313123" y="115951"/>
                </a:cubicBezTo>
                <a:cubicBezTo>
                  <a:pt x="1319390" y="115951"/>
                  <a:pt x="1324526" y="113601"/>
                  <a:pt x="1328531" y="108900"/>
                </a:cubicBezTo>
                <a:cubicBezTo>
                  <a:pt x="1332535" y="104199"/>
                  <a:pt x="1334537" y="97462"/>
                  <a:pt x="1334537" y="88687"/>
                </a:cubicBezTo>
                <a:cubicBezTo>
                  <a:pt x="1334537" y="80539"/>
                  <a:pt x="1332500" y="74097"/>
                  <a:pt x="1328426" y="69362"/>
                </a:cubicBezTo>
                <a:cubicBezTo>
                  <a:pt x="1324352" y="64626"/>
                  <a:pt x="1319216" y="62258"/>
                  <a:pt x="1313018" y="62258"/>
                </a:cubicBezTo>
                <a:moveTo>
                  <a:pt x="1319181" y="156691"/>
                </a:moveTo>
                <a:cubicBezTo>
                  <a:pt x="1306368" y="156691"/>
                  <a:pt x="1297227" y="158461"/>
                  <a:pt x="1291761" y="162002"/>
                </a:cubicBezTo>
                <a:cubicBezTo>
                  <a:pt x="1286294" y="165543"/>
                  <a:pt x="1283560" y="169813"/>
                  <a:pt x="1283560" y="174811"/>
                </a:cubicBezTo>
                <a:cubicBezTo>
                  <a:pt x="1283560" y="179534"/>
                  <a:pt x="1285615" y="183249"/>
                  <a:pt x="1289724" y="185956"/>
                </a:cubicBezTo>
                <a:cubicBezTo>
                  <a:pt x="1295156" y="189566"/>
                  <a:pt x="1302886" y="191372"/>
                  <a:pt x="1312914" y="191372"/>
                </a:cubicBezTo>
                <a:cubicBezTo>
                  <a:pt x="1324892" y="191372"/>
                  <a:pt x="1333910" y="189392"/>
                  <a:pt x="1339969" y="185434"/>
                </a:cubicBezTo>
                <a:cubicBezTo>
                  <a:pt x="1346028" y="181477"/>
                  <a:pt x="1349057" y="177069"/>
                  <a:pt x="1349057" y="172210"/>
                </a:cubicBezTo>
                <a:cubicBezTo>
                  <a:pt x="1349057" y="169363"/>
                  <a:pt x="1348117" y="166707"/>
                  <a:pt x="1346237" y="164241"/>
                </a:cubicBezTo>
                <a:cubicBezTo>
                  <a:pt x="1344356" y="161776"/>
                  <a:pt x="1341362" y="159901"/>
                  <a:pt x="1337253" y="158617"/>
                </a:cubicBezTo>
                <a:cubicBezTo>
                  <a:pt x="1333144" y="157333"/>
                  <a:pt x="1327120" y="156691"/>
                  <a:pt x="1319181" y="1566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EditingUsing">
            <a:extLst xmlns:a="http://schemas.openxmlformats.org/drawingml/2006/main">
              <a:ext uri="{FF2B5EF4-FFF2-40B4-BE49-F238E27FC236}">
                <a16:creationId xmlns:a16="http://schemas.microsoft.com/office/drawing/2014/main" id="{FB766A21-A08F-4DF7-914C-340AACBB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259" y="79566"/>
            <a:ext cx="1371830" cy="198266"/>
          </a:xfrm>
          <a:custGeom xmlns:a="http://schemas.openxmlformats.org/drawingml/2006/main">
            <a:pathLst>
              <a:path w="1371830" h="198266" fill="none">
                <a:moveTo>
                  <a:pt x="0" y="1880"/>
                </a:moveTo>
                <a:lnTo>
                  <a:pt x="122428" y="1880"/>
                </a:lnTo>
                <a:lnTo>
                  <a:pt x="125353" y="54111"/>
                </a:lnTo>
                <a:lnTo>
                  <a:pt x="118354" y="54111"/>
                </a:lnTo>
                <a:cubicBezTo>
                  <a:pt x="115568" y="37675"/>
                  <a:pt x="111163" y="26185"/>
                  <a:pt x="105140" y="19639"/>
                </a:cubicBezTo>
                <a:cubicBezTo>
                  <a:pt x="99116" y="13092"/>
                  <a:pt x="91264" y="9819"/>
                  <a:pt x="81584" y="9819"/>
                </a:cubicBezTo>
                <a:lnTo>
                  <a:pt x="51290" y="9819"/>
                </a:lnTo>
                <a:cubicBezTo>
                  <a:pt x="48853" y="9819"/>
                  <a:pt x="47007" y="10479"/>
                  <a:pt x="45754" y="11798"/>
                </a:cubicBezTo>
                <a:cubicBezTo>
                  <a:pt x="44500" y="13116"/>
                  <a:pt x="43873" y="15129"/>
                  <a:pt x="43873" y="17837"/>
                </a:cubicBezTo>
                <a:lnTo>
                  <a:pt x="43873" y="72705"/>
                </a:lnTo>
                <a:lnTo>
                  <a:pt x="57140" y="72705"/>
                </a:lnTo>
                <a:cubicBezTo>
                  <a:pt x="64243" y="72705"/>
                  <a:pt x="70006" y="70154"/>
                  <a:pt x="74428" y="65053"/>
                </a:cubicBezTo>
                <a:cubicBezTo>
                  <a:pt x="78850" y="59952"/>
                  <a:pt x="81235" y="52126"/>
                  <a:pt x="81584" y="41575"/>
                </a:cubicBezTo>
                <a:lnTo>
                  <a:pt x="88791" y="41575"/>
                </a:lnTo>
                <a:lnTo>
                  <a:pt x="88791" y="113444"/>
                </a:lnTo>
                <a:lnTo>
                  <a:pt x="81584" y="113444"/>
                </a:lnTo>
                <a:cubicBezTo>
                  <a:pt x="81235" y="101568"/>
                  <a:pt x="78815" y="93063"/>
                  <a:pt x="74324" y="87930"/>
                </a:cubicBezTo>
                <a:cubicBezTo>
                  <a:pt x="69832" y="82794"/>
                  <a:pt x="63721" y="80226"/>
                  <a:pt x="55991" y="80226"/>
                </a:cubicBezTo>
                <a:lnTo>
                  <a:pt x="43873" y="80226"/>
                </a:lnTo>
                <a:lnTo>
                  <a:pt x="43873" y="141648"/>
                </a:lnTo>
                <a:cubicBezTo>
                  <a:pt x="43873" y="143877"/>
                  <a:pt x="44622" y="145583"/>
                  <a:pt x="46119" y="146767"/>
                </a:cubicBezTo>
                <a:cubicBezTo>
                  <a:pt x="47617" y="147951"/>
                  <a:pt x="50106" y="148543"/>
                  <a:pt x="53588" y="148543"/>
                </a:cubicBezTo>
                <a:lnTo>
                  <a:pt x="77510" y="148543"/>
                </a:lnTo>
                <a:cubicBezTo>
                  <a:pt x="103486" y="148543"/>
                  <a:pt x="118458" y="131968"/>
                  <a:pt x="122428" y="98820"/>
                </a:cubicBezTo>
                <a:lnTo>
                  <a:pt x="129949" y="98820"/>
                </a:lnTo>
                <a:lnTo>
                  <a:pt x="127337" y="156482"/>
                </a:lnTo>
                <a:lnTo>
                  <a:pt x="0" y="156482"/>
                </a:lnTo>
                <a:lnTo>
                  <a:pt x="0" y="148543"/>
                </a:lnTo>
                <a:lnTo>
                  <a:pt x="10551" y="148543"/>
                </a:lnTo>
                <a:cubicBezTo>
                  <a:pt x="14659" y="148543"/>
                  <a:pt x="17549" y="147830"/>
                  <a:pt x="19221" y="146405"/>
                </a:cubicBezTo>
                <a:cubicBezTo>
                  <a:pt x="20892" y="144977"/>
                  <a:pt x="21728" y="142906"/>
                  <a:pt x="21728" y="140193"/>
                </a:cubicBezTo>
                <a:lnTo>
                  <a:pt x="21728" y="17856"/>
                </a:lnTo>
                <a:cubicBezTo>
                  <a:pt x="21728" y="15142"/>
                  <a:pt x="20997" y="13125"/>
                  <a:pt x="19534" y="11804"/>
                </a:cubicBezTo>
                <a:cubicBezTo>
                  <a:pt x="18072" y="10481"/>
                  <a:pt x="15774" y="9819"/>
                  <a:pt x="12640" y="9819"/>
                </a:cubicBezTo>
                <a:lnTo>
                  <a:pt x="0" y="9819"/>
                </a:lnTo>
                <a:lnTo>
                  <a:pt x="0" y="1880"/>
                </a:lnTo>
                <a:close/>
                <a:moveTo>
                  <a:pt x="202931" y="2089"/>
                </a:moveTo>
                <a:lnTo>
                  <a:pt x="241164" y="209"/>
                </a:lnTo>
                <a:lnTo>
                  <a:pt x="241164" y="134033"/>
                </a:lnTo>
                <a:cubicBezTo>
                  <a:pt x="241164" y="139251"/>
                  <a:pt x="242156" y="142975"/>
                  <a:pt x="244141" y="145203"/>
                </a:cubicBezTo>
                <a:cubicBezTo>
                  <a:pt x="246126" y="147430"/>
                  <a:pt x="249103" y="148543"/>
                  <a:pt x="253073" y="148543"/>
                </a:cubicBezTo>
                <a:lnTo>
                  <a:pt x="259862" y="148543"/>
                </a:lnTo>
                <a:lnTo>
                  <a:pt x="259862" y="156482"/>
                </a:lnTo>
                <a:lnTo>
                  <a:pt x="226435" y="156482"/>
                </a:lnTo>
                <a:lnTo>
                  <a:pt x="223928" y="136618"/>
                </a:lnTo>
                <a:cubicBezTo>
                  <a:pt x="219959" y="143693"/>
                  <a:pt x="215310" y="149016"/>
                  <a:pt x="209983" y="152587"/>
                </a:cubicBezTo>
                <a:cubicBezTo>
                  <a:pt x="204655" y="156159"/>
                  <a:pt x="198683" y="157944"/>
                  <a:pt x="192068" y="157944"/>
                </a:cubicBezTo>
                <a:cubicBezTo>
                  <a:pt x="180925" y="157944"/>
                  <a:pt x="171437" y="153274"/>
                  <a:pt x="163602" y="143934"/>
                </a:cubicBezTo>
                <a:cubicBezTo>
                  <a:pt x="155768" y="134591"/>
                  <a:pt x="151850" y="122251"/>
                  <a:pt x="151850" y="106915"/>
                </a:cubicBezTo>
                <a:cubicBezTo>
                  <a:pt x="151850" y="90324"/>
                  <a:pt x="156864" y="77079"/>
                  <a:pt x="166893" y="67181"/>
                </a:cubicBezTo>
                <a:cubicBezTo>
                  <a:pt x="174762" y="59442"/>
                  <a:pt x="183815" y="55573"/>
                  <a:pt x="194052" y="55573"/>
                </a:cubicBezTo>
                <a:cubicBezTo>
                  <a:pt x="200320" y="55573"/>
                  <a:pt x="205943" y="57150"/>
                  <a:pt x="210923" y="60303"/>
                </a:cubicBezTo>
                <a:cubicBezTo>
                  <a:pt x="215902" y="63456"/>
                  <a:pt x="220237" y="68221"/>
                  <a:pt x="223928" y="74598"/>
                </a:cubicBezTo>
                <a:lnTo>
                  <a:pt x="223928" y="19505"/>
                </a:lnTo>
                <a:cubicBezTo>
                  <a:pt x="223928" y="16589"/>
                  <a:pt x="222796" y="14281"/>
                  <a:pt x="220533" y="12581"/>
                </a:cubicBezTo>
                <a:cubicBezTo>
                  <a:pt x="218270" y="10879"/>
                  <a:pt x="214736" y="10028"/>
                  <a:pt x="209930" y="10028"/>
                </a:cubicBezTo>
                <a:lnTo>
                  <a:pt x="202931" y="10028"/>
                </a:lnTo>
                <a:lnTo>
                  <a:pt x="202931" y="2089"/>
                </a:lnTo>
                <a:moveTo>
                  <a:pt x="196873" y="64348"/>
                </a:moveTo>
                <a:cubicBezTo>
                  <a:pt x="189352" y="64348"/>
                  <a:pt x="183380" y="67451"/>
                  <a:pt x="178958" y="73658"/>
                </a:cubicBezTo>
                <a:cubicBezTo>
                  <a:pt x="174536" y="79862"/>
                  <a:pt x="172325" y="90320"/>
                  <a:pt x="172325" y="105032"/>
                </a:cubicBezTo>
                <a:cubicBezTo>
                  <a:pt x="172325" y="121001"/>
                  <a:pt x="174588" y="132246"/>
                  <a:pt x="179114" y="138766"/>
                </a:cubicBezTo>
                <a:cubicBezTo>
                  <a:pt x="183641" y="145284"/>
                  <a:pt x="189456" y="148543"/>
                  <a:pt x="196559" y="148543"/>
                </a:cubicBezTo>
                <a:cubicBezTo>
                  <a:pt x="204150" y="148543"/>
                  <a:pt x="210644" y="144900"/>
                  <a:pt x="216041" y="137614"/>
                </a:cubicBezTo>
                <a:cubicBezTo>
                  <a:pt x="221438" y="130328"/>
                  <a:pt x="224137" y="119677"/>
                  <a:pt x="224137" y="105662"/>
                </a:cubicBezTo>
                <a:cubicBezTo>
                  <a:pt x="224137" y="92413"/>
                  <a:pt x="221247" y="81988"/>
                  <a:pt x="215467" y="74389"/>
                </a:cubicBezTo>
                <a:cubicBezTo>
                  <a:pt x="210453" y="67695"/>
                  <a:pt x="204255" y="64348"/>
                  <a:pt x="196873" y="64348"/>
                </a:cubicBezTo>
                <a:close/>
                <a:moveTo>
                  <a:pt x="296079" y="0"/>
                </a:moveTo>
                <a:cubicBezTo>
                  <a:pt x="299213" y="0"/>
                  <a:pt x="301964" y="1189"/>
                  <a:pt x="304332" y="3568"/>
                </a:cubicBezTo>
                <a:cubicBezTo>
                  <a:pt x="306700" y="5947"/>
                  <a:pt x="307883" y="8744"/>
                  <a:pt x="307883" y="11961"/>
                </a:cubicBezTo>
                <a:cubicBezTo>
                  <a:pt x="307883" y="15110"/>
                  <a:pt x="306734" y="17839"/>
                  <a:pt x="304436" y="20148"/>
                </a:cubicBezTo>
                <a:cubicBezTo>
                  <a:pt x="302138" y="22455"/>
                  <a:pt x="299387" y="23608"/>
                  <a:pt x="296184" y="23608"/>
                </a:cubicBezTo>
                <a:cubicBezTo>
                  <a:pt x="292980" y="23608"/>
                  <a:pt x="290212" y="22436"/>
                  <a:pt x="287879" y="20092"/>
                </a:cubicBezTo>
                <a:cubicBezTo>
                  <a:pt x="285546" y="17748"/>
                  <a:pt x="284380" y="15003"/>
                  <a:pt x="284380" y="11856"/>
                </a:cubicBezTo>
                <a:cubicBezTo>
                  <a:pt x="284380" y="8709"/>
                  <a:pt x="285564" y="5947"/>
                  <a:pt x="287932" y="3568"/>
                </a:cubicBezTo>
                <a:cubicBezTo>
                  <a:pt x="290299" y="1189"/>
                  <a:pt x="293015" y="0"/>
                  <a:pt x="296079" y="0"/>
                </a:cubicBezTo>
                <a:moveTo>
                  <a:pt x="269024" y="58707"/>
                </a:moveTo>
                <a:lnTo>
                  <a:pt x="307883" y="57453"/>
                </a:lnTo>
                <a:lnTo>
                  <a:pt x="307883" y="141551"/>
                </a:lnTo>
                <a:cubicBezTo>
                  <a:pt x="307883" y="143846"/>
                  <a:pt x="308441" y="145482"/>
                  <a:pt x="309555" y="146457"/>
                </a:cubicBezTo>
                <a:cubicBezTo>
                  <a:pt x="311157" y="147848"/>
                  <a:pt x="313176" y="148543"/>
                  <a:pt x="315614" y="148543"/>
                </a:cubicBezTo>
                <a:lnTo>
                  <a:pt x="326686" y="148543"/>
                </a:lnTo>
                <a:lnTo>
                  <a:pt x="326686" y="156482"/>
                </a:lnTo>
                <a:lnTo>
                  <a:pt x="271113" y="156482"/>
                </a:lnTo>
                <a:lnTo>
                  <a:pt x="271113" y="148543"/>
                </a:lnTo>
                <a:lnTo>
                  <a:pt x="281455" y="148543"/>
                </a:lnTo>
                <a:cubicBezTo>
                  <a:pt x="284519" y="148543"/>
                  <a:pt x="286765" y="147797"/>
                  <a:pt x="288193" y="146307"/>
                </a:cubicBezTo>
                <a:cubicBezTo>
                  <a:pt x="289620" y="144814"/>
                  <a:pt x="290334" y="142645"/>
                  <a:pt x="290334" y="139801"/>
                </a:cubicBezTo>
                <a:lnTo>
                  <a:pt x="290334" y="78404"/>
                </a:lnTo>
                <a:cubicBezTo>
                  <a:pt x="290334" y="74520"/>
                  <a:pt x="289220" y="71589"/>
                  <a:pt x="286991" y="69613"/>
                </a:cubicBezTo>
                <a:cubicBezTo>
                  <a:pt x="284763" y="67635"/>
                  <a:pt x="281455" y="66646"/>
                  <a:pt x="277068" y="66646"/>
                </a:cubicBezTo>
                <a:lnTo>
                  <a:pt x="269024" y="66646"/>
                </a:lnTo>
                <a:lnTo>
                  <a:pt x="269024" y="58707"/>
                </a:lnTo>
                <a:close/>
                <a:moveTo>
                  <a:pt x="363990" y="18594"/>
                </a:moveTo>
                <a:lnTo>
                  <a:pt x="371093" y="18594"/>
                </a:lnTo>
                <a:lnTo>
                  <a:pt x="371093" y="58498"/>
                </a:lnTo>
                <a:lnTo>
                  <a:pt x="402745" y="58498"/>
                </a:lnTo>
                <a:lnTo>
                  <a:pt x="402745" y="68108"/>
                </a:lnTo>
                <a:lnTo>
                  <a:pt x="371093" y="68108"/>
                </a:lnTo>
                <a:lnTo>
                  <a:pt x="371093" y="130889"/>
                </a:lnTo>
                <a:cubicBezTo>
                  <a:pt x="371093" y="136321"/>
                  <a:pt x="372381" y="140482"/>
                  <a:pt x="374958" y="143372"/>
                </a:cubicBezTo>
                <a:cubicBezTo>
                  <a:pt x="377535" y="146262"/>
                  <a:pt x="380808" y="147707"/>
                  <a:pt x="384777" y="147707"/>
                </a:cubicBezTo>
                <a:cubicBezTo>
                  <a:pt x="389513" y="147707"/>
                  <a:pt x="393552" y="145522"/>
                  <a:pt x="396895" y="141152"/>
                </a:cubicBezTo>
                <a:cubicBezTo>
                  <a:pt x="400238" y="136780"/>
                  <a:pt x="402188" y="129564"/>
                  <a:pt x="402745" y="119503"/>
                </a:cubicBezTo>
                <a:lnTo>
                  <a:pt x="409744" y="119503"/>
                </a:lnTo>
                <a:cubicBezTo>
                  <a:pt x="409326" y="132526"/>
                  <a:pt x="406366" y="142188"/>
                  <a:pt x="400864" y="148491"/>
                </a:cubicBezTo>
                <a:cubicBezTo>
                  <a:pt x="395363" y="154793"/>
                  <a:pt x="388225" y="157944"/>
                  <a:pt x="379450" y="157944"/>
                </a:cubicBezTo>
                <a:cubicBezTo>
                  <a:pt x="371372" y="157944"/>
                  <a:pt x="365052" y="155731"/>
                  <a:pt x="360490" y="151305"/>
                </a:cubicBezTo>
                <a:cubicBezTo>
                  <a:pt x="355929" y="146876"/>
                  <a:pt x="353648" y="141071"/>
                  <a:pt x="353648" y="133889"/>
                </a:cubicBezTo>
                <a:lnTo>
                  <a:pt x="353648" y="68108"/>
                </a:lnTo>
                <a:lnTo>
                  <a:pt x="336621" y="68108"/>
                </a:lnTo>
                <a:lnTo>
                  <a:pt x="336621" y="60796"/>
                </a:lnTo>
                <a:cubicBezTo>
                  <a:pt x="344351" y="59473"/>
                  <a:pt x="350236" y="56235"/>
                  <a:pt x="354275" y="51081"/>
                </a:cubicBezTo>
                <a:cubicBezTo>
                  <a:pt x="360264" y="43351"/>
                  <a:pt x="363502" y="32522"/>
                  <a:pt x="363990" y="18594"/>
                </a:cubicBezTo>
                <a:close/>
                <a:moveTo>
                  <a:pt x="447331" y="0"/>
                </a:moveTo>
                <a:cubicBezTo>
                  <a:pt x="450465" y="0"/>
                  <a:pt x="453216" y="1189"/>
                  <a:pt x="455584" y="3568"/>
                </a:cubicBezTo>
                <a:cubicBezTo>
                  <a:pt x="457951" y="5947"/>
                  <a:pt x="459135" y="8744"/>
                  <a:pt x="459135" y="11961"/>
                </a:cubicBezTo>
                <a:cubicBezTo>
                  <a:pt x="459135" y="15110"/>
                  <a:pt x="457986" y="17839"/>
                  <a:pt x="455688" y="20148"/>
                </a:cubicBezTo>
                <a:cubicBezTo>
                  <a:pt x="453390" y="22455"/>
                  <a:pt x="450639" y="23608"/>
                  <a:pt x="447436" y="23608"/>
                </a:cubicBezTo>
                <a:cubicBezTo>
                  <a:pt x="444232" y="23608"/>
                  <a:pt x="441464" y="22436"/>
                  <a:pt x="439131" y="20092"/>
                </a:cubicBezTo>
                <a:cubicBezTo>
                  <a:pt x="436798" y="17748"/>
                  <a:pt x="435632" y="15003"/>
                  <a:pt x="435632" y="11856"/>
                </a:cubicBezTo>
                <a:cubicBezTo>
                  <a:pt x="435632" y="8709"/>
                  <a:pt x="436816" y="5947"/>
                  <a:pt x="439183" y="3568"/>
                </a:cubicBezTo>
                <a:cubicBezTo>
                  <a:pt x="441551" y="1189"/>
                  <a:pt x="444267" y="0"/>
                  <a:pt x="447331" y="0"/>
                </a:cubicBezTo>
                <a:moveTo>
                  <a:pt x="420276" y="58707"/>
                </a:moveTo>
                <a:lnTo>
                  <a:pt x="459135" y="57453"/>
                </a:lnTo>
                <a:lnTo>
                  <a:pt x="459135" y="141551"/>
                </a:lnTo>
                <a:cubicBezTo>
                  <a:pt x="459135" y="143846"/>
                  <a:pt x="459692" y="145482"/>
                  <a:pt x="460807" y="146457"/>
                </a:cubicBezTo>
                <a:cubicBezTo>
                  <a:pt x="462408" y="147848"/>
                  <a:pt x="464428" y="148543"/>
                  <a:pt x="466865" y="148543"/>
                </a:cubicBezTo>
                <a:lnTo>
                  <a:pt x="477938" y="148543"/>
                </a:lnTo>
                <a:lnTo>
                  <a:pt x="477938" y="156482"/>
                </a:lnTo>
                <a:lnTo>
                  <a:pt x="422365" y="156482"/>
                </a:lnTo>
                <a:lnTo>
                  <a:pt x="422365" y="148543"/>
                </a:lnTo>
                <a:lnTo>
                  <a:pt x="432707" y="148543"/>
                </a:lnTo>
                <a:cubicBezTo>
                  <a:pt x="435771" y="148543"/>
                  <a:pt x="438017" y="147797"/>
                  <a:pt x="439444" y="146307"/>
                </a:cubicBezTo>
                <a:cubicBezTo>
                  <a:pt x="440872" y="144814"/>
                  <a:pt x="441586" y="142645"/>
                  <a:pt x="441586" y="139801"/>
                </a:cubicBezTo>
                <a:lnTo>
                  <a:pt x="441586" y="78404"/>
                </a:lnTo>
                <a:cubicBezTo>
                  <a:pt x="441586" y="74520"/>
                  <a:pt x="440472" y="71589"/>
                  <a:pt x="438243" y="69613"/>
                </a:cubicBezTo>
                <a:cubicBezTo>
                  <a:pt x="436015" y="67635"/>
                  <a:pt x="432707" y="66646"/>
                  <a:pt x="428319" y="66646"/>
                </a:cubicBezTo>
                <a:lnTo>
                  <a:pt x="420276" y="66646"/>
                </a:lnTo>
                <a:lnTo>
                  <a:pt x="420276" y="58707"/>
                </a:lnTo>
                <a:close/>
                <a:moveTo>
                  <a:pt x="489546" y="58498"/>
                </a:moveTo>
                <a:lnTo>
                  <a:pt x="522033" y="56618"/>
                </a:lnTo>
                <a:cubicBezTo>
                  <a:pt x="523356" y="62742"/>
                  <a:pt x="524331" y="69910"/>
                  <a:pt x="524958" y="78123"/>
                </a:cubicBezTo>
                <a:cubicBezTo>
                  <a:pt x="529345" y="71024"/>
                  <a:pt x="534516" y="65700"/>
                  <a:pt x="540470" y="62151"/>
                </a:cubicBezTo>
                <a:cubicBezTo>
                  <a:pt x="546424" y="58601"/>
                  <a:pt x="553162" y="56827"/>
                  <a:pt x="560683" y="56827"/>
                </a:cubicBezTo>
                <a:cubicBezTo>
                  <a:pt x="567160" y="56827"/>
                  <a:pt x="572592" y="58096"/>
                  <a:pt x="576979" y="60636"/>
                </a:cubicBezTo>
                <a:cubicBezTo>
                  <a:pt x="581366" y="63174"/>
                  <a:pt x="584883" y="67191"/>
                  <a:pt x="587530" y="72688"/>
                </a:cubicBezTo>
                <a:cubicBezTo>
                  <a:pt x="590176" y="78183"/>
                  <a:pt x="591499" y="84339"/>
                  <a:pt x="591499" y="91155"/>
                </a:cubicBezTo>
                <a:lnTo>
                  <a:pt x="591499" y="138733"/>
                </a:lnTo>
                <a:cubicBezTo>
                  <a:pt x="591499" y="142283"/>
                  <a:pt x="592300" y="144805"/>
                  <a:pt x="593902" y="146300"/>
                </a:cubicBezTo>
                <a:cubicBezTo>
                  <a:pt x="595503" y="147795"/>
                  <a:pt x="598185" y="148543"/>
                  <a:pt x="601945" y="148543"/>
                </a:cubicBezTo>
                <a:lnTo>
                  <a:pt x="608840" y="148543"/>
                </a:lnTo>
                <a:lnTo>
                  <a:pt x="608840" y="156482"/>
                </a:lnTo>
                <a:lnTo>
                  <a:pt x="557236" y="156482"/>
                </a:lnTo>
                <a:lnTo>
                  <a:pt x="557236" y="148543"/>
                </a:lnTo>
                <a:lnTo>
                  <a:pt x="562146" y="148543"/>
                </a:lnTo>
                <a:cubicBezTo>
                  <a:pt x="566742" y="148543"/>
                  <a:pt x="569945" y="147813"/>
                  <a:pt x="571756" y="146352"/>
                </a:cubicBezTo>
                <a:cubicBezTo>
                  <a:pt x="573567" y="144892"/>
                  <a:pt x="574472" y="142701"/>
                  <a:pt x="574472" y="139778"/>
                </a:cubicBezTo>
                <a:lnTo>
                  <a:pt x="574472" y="97945"/>
                </a:lnTo>
                <a:cubicBezTo>
                  <a:pt x="574472" y="88835"/>
                  <a:pt x="573079" y="82089"/>
                  <a:pt x="570294" y="77706"/>
                </a:cubicBezTo>
                <a:cubicBezTo>
                  <a:pt x="566394" y="71447"/>
                  <a:pt x="560474" y="68317"/>
                  <a:pt x="552535" y="68317"/>
                </a:cubicBezTo>
                <a:cubicBezTo>
                  <a:pt x="544666" y="68317"/>
                  <a:pt x="538102" y="71481"/>
                  <a:pt x="532845" y="77810"/>
                </a:cubicBezTo>
                <a:cubicBezTo>
                  <a:pt x="527587" y="84139"/>
                  <a:pt x="524958" y="92380"/>
                  <a:pt x="524958" y="102535"/>
                </a:cubicBezTo>
                <a:lnTo>
                  <a:pt x="524958" y="138737"/>
                </a:lnTo>
                <a:cubicBezTo>
                  <a:pt x="524958" y="142284"/>
                  <a:pt x="525776" y="144805"/>
                  <a:pt x="527413" y="146300"/>
                </a:cubicBezTo>
                <a:cubicBezTo>
                  <a:pt x="529049" y="147795"/>
                  <a:pt x="531748" y="148543"/>
                  <a:pt x="535508" y="148543"/>
                </a:cubicBezTo>
                <a:lnTo>
                  <a:pt x="542298" y="148543"/>
                </a:lnTo>
                <a:lnTo>
                  <a:pt x="542298" y="156482"/>
                </a:lnTo>
                <a:lnTo>
                  <a:pt x="490486" y="156482"/>
                </a:lnTo>
                <a:lnTo>
                  <a:pt x="490486" y="148543"/>
                </a:lnTo>
                <a:lnTo>
                  <a:pt x="497276" y="148543"/>
                </a:lnTo>
                <a:cubicBezTo>
                  <a:pt x="500688" y="148543"/>
                  <a:pt x="503282" y="147848"/>
                  <a:pt x="505058" y="146457"/>
                </a:cubicBezTo>
                <a:cubicBezTo>
                  <a:pt x="506834" y="145066"/>
                  <a:pt x="507722" y="143327"/>
                  <a:pt x="507722" y="141240"/>
                </a:cubicBezTo>
                <a:lnTo>
                  <a:pt x="507722" y="78120"/>
                </a:lnTo>
                <a:cubicBezTo>
                  <a:pt x="507722" y="73948"/>
                  <a:pt x="506590" y="70784"/>
                  <a:pt x="504327" y="68627"/>
                </a:cubicBezTo>
                <a:cubicBezTo>
                  <a:pt x="502064" y="66471"/>
                  <a:pt x="498808" y="65392"/>
                  <a:pt x="494560" y="65392"/>
                </a:cubicBezTo>
                <a:lnTo>
                  <a:pt x="489546" y="65392"/>
                </a:lnTo>
                <a:lnTo>
                  <a:pt x="489546" y="58498"/>
                </a:lnTo>
                <a:close/>
                <a:moveTo>
                  <a:pt x="695262" y="64034"/>
                </a:moveTo>
                <a:cubicBezTo>
                  <a:pt x="702226" y="57001"/>
                  <a:pt x="708633" y="53484"/>
                  <a:pt x="714483" y="53484"/>
                </a:cubicBezTo>
                <a:cubicBezTo>
                  <a:pt x="717965" y="53484"/>
                  <a:pt x="720855" y="54598"/>
                  <a:pt x="723153" y="56827"/>
                </a:cubicBezTo>
                <a:cubicBezTo>
                  <a:pt x="725451" y="59055"/>
                  <a:pt x="726600" y="61771"/>
                  <a:pt x="726600" y="64974"/>
                </a:cubicBezTo>
                <a:cubicBezTo>
                  <a:pt x="726600" y="67551"/>
                  <a:pt x="725817" y="69693"/>
                  <a:pt x="724250" y="71399"/>
                </a:cubicBezTo>
                <a:cubicBezTo>
                  <a:pt x="722683" y="73105"/>
                  <a:pt x="720855" y="73958"/>
                  <a:pt x="718766" y="73958"/>
                </a:cubicBezTo>
                <a:cubicBezTo>
                  <a:pt x="714796" y="73958"/>
                  <a:pt x="712115" y="71521"/>
                  <a:pt x="710722" y="66646"/>
                </a:cubicBezTo>
                <a:cubicBezTo>
                  <a:pt x="710165" y="64557"/>
                  <a:pt x="709225" y="63512"/>
                  <a:pt x="707902" y="63512"/>
                </a:cubicBezTo>
                <a:cubicBezTo>
                  <a:pt x="705534" y="63512"/>
                  <a:pt x="702957" y="65079"/>
                  <a:pt x="700172" y="68213"/>
                </a:cubicBezTo>
                <a:cubicBezTo>
                  <a:pt x="703166" y="72330"/>
                  <a:pt x="705221" y="75907"/>
                  <a:pt x="706335" y="78943"/>
                </a:cubicBezTo>
                <a:cubicBezTo>
                  <a:pt x="707449" y="81976"/>
                  <a:pt x="708006" y="85238"/>
                  <a:pt x="708006" y="88726"/>
                </a:cubicBezTo>
                <a:cubicBezTo>
                  <a:pt x="708006" y="94796"/>
                  <a:pt x="706544" y="100152"/>
                  <a:pt x="703619" y="104793"/>
                </a:cubicBezTo>
                <a:cubicBezTo>
                  <a:pt x="700694" y="109433"/>
                  <a:pt x="695837" y="113532"/>
                  <a:pt x="689047" y="117090"/>
                </a:cubicBezTo>
                <a:cubicBezTo>
                  <a:pt x="682257" y="120649"/>
                  <a:pt x="675763" y="122428"/>
                  <a:pt x="669565" y="122428"/>
                </a:cubicBezTo>
                <a:lnTo>
                  <a:pt x="658179" y="122428"/>
                </a:lnTo>
                <a:cubicBezTo>
                  <a:pt x="650100" y="122428"/>
                  <a:pt x="644738" y="123282"/>
                  <a:pt x="642092" y="124990"/>
                </a:cubicBezTo>
                <a:cubicBezTo>
                  <a:pt x="639445" y="126770"/>
                  <a:pt x="638122" y="129370"/>
                  <a:pt x="638122" y="132789"/>
                </a:cubicBezTo>
                <a:cubicBezTo>
                  <a:pt x="638122" y="135566"/>
                  <a:pt x="639202" y="137702"/>
                  <a:pt x="641361" y="139197"/>
                </a:cubicBezTo>
                <a:cubicBezTo>
                  <a:pt x="643519" y="140692"/>
                  <a:pt x="647593" y="141440"/>
                  <a:pt x="653582" y="141440"/>
                </a:cubicBezTo>
                <a:lnTo>
                  <a:pt x="679384" y="140604"/>
                </a:lnTo>
                <a:cubicBezTo>
                  <a:pt x="692407" y="140604"/>
                  <a:pt x="701791" y="142780"/>
                  <a:pt x="707536" y="147133"/>
                </a:cubicBezTo>
                <a:cubicBezTo>
                  <a:pt x="713282" y="151485"/>
                  <a:pt x="716154" y="157457"/>
                  <a:pt x="716154" y="165048"/>
                </a:cubicBezTo>
                <a:cubicBezTo>
                  <a:pt x="716154" y="173404"/>
                  <a:pt x="712881" y="180438"/>
                  <a:pt x="706335" y="186149"/>
                </a:cubicBezTo>
                <a:cubicBezTo>
                  <a:pt x="697212" y="194227"/>
                  <a:pt x="683597" y="198266"/>
                  <a:pt x="665491" y="198266"/>
                </a:cubicBezTo>
                <a:cubicBezTo>
                  <a:pt x="650518" y="198266"/>
                  <a:pt x="639411" y="195536"/>
                  <a:pt x="632168" y="190076"/>
                </a:cubicBezTo>
                <a:cubicBezTo>
                  <a:pt x="626458" y="185791"/>
                  <a:pt x="623602" y="180987"/>
                  <a:pt x="623602" y="175663"/>
                </a:cubicBezTo>
                <a:cubicBezTo>
                  <a:pt x="623602" y="171587"/>
                  <a:pt x="625430" y="167855"/>
                  <a:pt x="629086" y="164467"/>
                </a:cubicBezTo>
                <a:cubicBezTo>
                  <a:pt x="632743" y="161080"/>
                  <a:pt x="638888" y="158558"/>
                  <a:pt x="647524" y="156900"/>
                </a:cubicBezTo>
                <a:cubicBezTo>
                  <a:pt x="640629" y="155207"/>
                  <a:pt x="635441" y="152720"/>
                  <a:pt x="631959" y="149441"/>
                </a:cubicBezTo>
                <a:cubicBezTo>
                  <a:pt x="628477" y="146161"/>
                  <a:pt x="626736" y="142087"/>
                  <a:pt x="626736" y="137219"/>
                </a:cubicBezTo>
                <a:cubicBezTo>
                  <a:pt x="626736" y="132705"/>
                  <a:pt x="628146" y="128774"/>
                  <a:pt x="630967" y="125424"/>
                </a:cubicBezTo>
                <a:cubicBezTo>
                  <a:pt x="633787" y="122073"/>
                  <a:pt x="638679" y="119198"/>
                  <a:pt x="645643" y="116800"/>
                </a:cubicBezTo>
                <a:cubicBezTo>
                  <a:pt x="639724" y="113527"/>
                  <a:pt x="635267" y="109575"/>
                  <a:pt x="632273" y="104944"/>
                </a:cubicBezTo>
                <a:cubicBezTo>
                  <a:pt x="629278" y="100310"/>
                  <a:pt x="627781" y="94998"/>
                  <a:pt x="627781" y="89007"/>
                </a:cubicBezTo>
                <a:cubicBezTo>
                  <a:pt x="627781" y="79534"/>
                  <a:pt x="631506" y="71594"/>
                  <a:pt x="638958" y="65187"/>
                </a:cubicBezTo>
                <a:cubicBezTo>
                  <a:pt x="646409" y="58778"/>
                  <a:pt x="656089" y="55573"/>
                  <a:pt x="667998" y="55573"/>
                </a:cubicBezTo>
                <a:cubicBezTo>
                  <a:pt x="672873" y="55573"/>
                  <a:pt x="677574" y="56269"/>
                  <a:pt x="682100" y="57662"/>
                </a:cubicBezTo>
                <a:cubicBezTo>
                  <a:pt x="686627" y="59055"/>
                  <a:pt x="691014" y="61179"/>
                  <a:pt x="695262" y="64034"/>
                </a:cubicBezTo>
                <a:moveTo>
                  <a:pt x="667789" y="62258"/>
                </a:moveTo>
                <a:cubicBezTo>
                  <a:pt x="661591" y="62258"/>
                  <a:pt x="656473" y="64539"/>
                  <a:pt x="652433" y="69101"/>
                </a:cubicBezTo>
                <a:cubicBezTo>
                  <a:pt x="648394" y="73662"/>
                  <a:pt x="646375" y="80052"/>
                  <a:pt x="646375" y="88269"/>
                </a:cubicBezTo>
                <a:cubicBezTo>
                  <a:pt x="646375" y="97044"/>
                  <a:pt x="648394" y="103851"/>
                  <a:pt x="652433" y="108691"/>
                </a:cubicBezTo>
                <a:cubicBezTo>
                  <a:pt x="656473" y="113531"/>
                  <a:pt x="661626" y="115951"/>
                  <a:pt x="667894" y="115951"/>
                </a:cubicBezTo>
                <a:cubicBezTo>
                  <a:pt x="674161" y="115951"/>
                  <a:pt x="679297" y="113601"/>
                  <a:pt x="683301" y="108900"/>
                </a:cubicBezTo>
                <a:cubicBezTo>
                  <a:pt x="687306" y="104199"/>
                  <a:pt x="689308" y="97462"/>
                  <a:pt x="689308" y="88687"/>
                </a:cubicBezTo>
                <a:cubicBezTo>
                  <a:pt x="689308" y="80539"/>
                  <a:pt x="687271" y="74097"/>
                  <a:pt x="683197" y="69362"/>
                </a:cubicBezTo>
                <a:cubicBezTo>
                  <a:pt x="679123" y="64626"/>
                  <a:pt x="673987" y="62258"/>
                  <a:pt x="667789" y="62258"/>
                </a:cubicBezTo>
                <a:moveTo>
                  <a:pt x="673952" y="156691"/>
                </a:moveTo>
                <a:cubicBezTo>
                  <a:pt x="661138" y="156691"/>
                  <a:pt x="651998" y="158461"/>
                  <a:pt x="646531" y="162002"/>
                </a:cubicBezTo>
                <a:cubicBezTo>
                  <a:pt x="641065" y="165543"/>
                  <a:pt x="638331" y="169813"/>
                  <a:pt x="638331" y="174811"/>
                </a:cubicBezTo>
                <a:cubicBezTo>
                  <a:pt x="638331" y="179534"/>
                  <a:pt x="640386" y="183249"/>
                  <a:pt x="644494" y="185956"/>
                </a:cubicBezTo>
                <a:cubicBezTo>
                  <a:pt x="649926" y="189566"/>
                  <a:pt x="657656" y="191372"/>
                  <a:pt x="667685" y="191372"/>
                </a:cubicBezTo>
                <a:cubicBezTo>
                  <a:pt x="679663" y="191372"/>
                  <a:pt x="688681" y="189392"/>
                  <a:pt x="694740" y="185434"/>
                </a:cubicBezTo>
                <a:cubicBezTo>
                  <a:pt x="700799" y="181477"/>
                  <a:pt x="703828" y="177069"/>
                  <a:pt x="703828" y="172210"/>
                </a:cubicBezTo>
                <a:cubicBezTo>
                  <a:pt x="703828" y="169363"/>
                  <a:pt x="702888" y="166707"/>
                  <a:pt x="701008" y="164241"/>
                </a:cubicBezTo>
                <a:cubicBezTo>
                  <a:pt x="699127" y="161776"/>
                  <a:pt x="696133" y="159901"/>
                  <a:pt x="692024" y="158617"/>
                </a:cubicBezTo>
                <a:cubicBezTo>
                  <a:pt x="687915" y="157333"/>
                  <a:pt x="681891" y="156691"/>
                  <a:pt x="673952" y="156691"/>
                </a:cubicBezTo>
                <a:close/>
                <a:moveTo>
                  <a:pt x="792190" y="1880"/>
                </a:moveTo>
                <a:lnTo>
                  <a:pt x="863536" y="1880"/>
                </a:lnTo>
                <a:lnTo>
                  <a:pt x="863536" y="9819"/>
                </a:lnTo>
                <a:lnTo>
                  <a:pt x="849225" y="9819"/>
                </a:lnTo>
                <a:cubicBezTo>
                  <a:pt x="845395" y="9819"/>
                  <a:pt x="842714" y="10446"/>
                  <a:pt x="841182" y="11700"/>
                </a:cubicBezTo>
                <a:cubicBezTo>
                  <a:pt x="839650" y="12951"/>
                  <a:pt x="838883" y="14864"/>
                  <a:pt x="838883" y="17438"/>
                </a:cubicBezTo>
                <a:lnTo>
                  <a:pt x="838883" y="104598"/>
                </a:lnTo>
                <a:cubicBezTo>
                  <a:pt x="838883" y="113714"/>
                  <a:pt x="839684" y="120603"/>
                  <a:pt x="841286" y="125264"/>
                </a:cubicBezTo>
                <a:cubicBezTo>
                  <a:pt x="843654" y="132155"/>
                  <a:pt x="847989" y="137653"/>
                  <a:pt x="854291" y="141759"/>
                </a:cubicBezTo>
                <a:cubicBezTo>
                  <a:pt x="860594" y="145864"/>
                  <a:pt x="868829" y="147916"/>
                  <a:pt x="878996" y="147916"/>
                </a:cubicBezTo>
                <a:cubicBezTo>
                  <a:pt x="893064" y="147916"/>
                  <a:pt x="903788" y="144281"/>
                  <a:pt x="911170" y="137010"/>
                </a:cubicBezTo>
                <a:cubicBezTo>
                  <a:pt x="918552" y="129737"/>
                  <a:pt x="922243" y="120011"/>
                  <a:pt x="922243" y="107833"/>
                </a:cubicBezTo>
                <a:lnTo>
                  <a:pt x="922243" y="36959"/>
                </a:lnTo>
                <a:cubicBezTo>
                  <a:pt x="922243" y="30696"/>
                  <a:pt x="921808" y="25946"/>
                  <a:pt x="920937" y="22710"/>
                </a:cubicBezTo>
                <a:cubicBezTo>
                  <a:pt x="920067" y="19474"/>
                  <a:pt x="918813" y="16952"/>
                  <a:pt x="917177" y="15144"/>
                </a:cubicBezTo>
                <a:cubicBezTo>
                  <a:pt x="915540" y="13333"/>
                  <a:pt x="913468" y="11993"/>
                  <a:pt x="910961" y="11125"/>
                </a:cubicBezTo>
                <a:cubicBezTo>
                  <a:pt x="908454" y="10255"/>
                  <a:pt x="904276" y="9819"/>
                  <a:pt x="898426" y="9819"/>
                </a:cubicBezTo>
                <a:lnTo>
                  <a:pt x="898426" y="1880"/>
                </a:lnTo>
                <a:lnTo>
                  <a:pt x="956819" y="1880"/>
                </a:lnTo>
                <a:lnTo>
                  <a:pt x="956819" y="9819"/>
                </a:lnTo>
                <a:lnTo>
                  <a:pt x="952641" y="9819"/>
                </a:lnTo>
                <a:cubicBezTo>
                  <a:pt x="946095" y="9819"/>
                  <a:pt x="941220" y="11578"/>
                  <a:pt x="938017" y="15095"/>
                </a:cubicBezTo>
                <a:cubicBezTo>
                  <a:pt x="934813" y="18611"/>
                  <a:pt x="933211" y="23713"/>
                  <a:pt x="933211" y="30398"/>
                </a:cubicBezTo>
                <a:lnTo>
                  <a:pt x="933211" y="106341"/>
                </a:lnTo>
                <a:cubicBezTo>
                  <a:pt x="933211" y="122915"/>
                  <a:pt x="928476" y="135625"/>
                  <a:pt x="919005" y="144469"/>
                </a:cubicBezTo>
                <a:cubicBezTo>
                  <a:pt x="908350" y="154427"/>
                  <a:pt x="894178" y="159407"/>
                  <a:pt x="876489" y="159407"/>
                </a:cubicBezTo>
                <a:cubicBezTo>
                  <a:pt x="861168" y="159407"/>
                  <a:pt x="849121" y="157230"/>
                  <a:pt x="840346" y="152878"/>
                </a:cubicBezTo>
                <a:cubicBezTo>
                  <a:pt x="831571" y="148525"/>
                  <a:pt x="825199" y="142275"/>
                  <a:pt x="821230" y="134127"/>
                </a:cubicBezTo>
                <a:cubicBezTo>
                  <a:pt x="818235" y="127929"/>
                  <a:pt x="816738" y="120130"/>
                  <a:pt x="816738" y="110728"/>
                </a:cubicBezTo>
                <a:lnTo>
                  <a:pt x="816738" y="17445"/>
                </a:lnTo>
                <a:cubicBezTo>
                  <a:pt x="816738" y="15077"/>
                  <a:pt x="815920" y="13214"/>
                  <a:pt x="814283" y="11856"/>
                </a:cubicBezTo>
                <a:cubicBezTo>
                  <a:pt x="812646" y="10498"/>
                  <a:pt x="810192" y="9819"/>
                  <a:pt x="806919" y="9819"/>
                </a:cubicBezTo>
                <a:lnTo>
                  <a:pt x="792190" y="9819"/>
                </a:lnTo>
                <a:lnTo>
                  <a:pt x="792190" y="1880"/>
                </a:lnTo>
                <a:close/>
                <a:moveTo>
                  <a:pt x="979605" y="119503"/>
                </a:moveTo>
                <a:cubicBezTo>
                  <a:pt x="983922" y="131551"/>
                  <a:pt x="988884" y="139890"/>
                  <a:pt x="994490" y="144521"/>
                </a:cubicBezTo>
                <a:cubicBezTo>
                  <a:pt x="1000096" y="149152"/>
                  <a:pt x="1007008" y="151468"/>
                  <a:pt x="1015226" y="151468"/>
                </a:cubicBezTo>
                <a:cubicBezTo>
                  <a:pt x="1022817" y="151468"/>
                  <a:pt x="1028649" y="149814"/>
                  <a:pt x="1032723" y="146506"/>
                </a:cubicBezTo>
                <a:cubicBezTo>
                  <a:pt x="1036797" y="143198"/>
                  <a:pt x="1038834" y="139002"/>
                  <a:pt x="1038834" y="133918"/>
                </a:cubicBezTo>
                <a:cubicBezTo>
                  <a:pt x="1038834" y="130993"/>
                  <a:pt x="1038085" y="128434"/>
                  <a:pt x="1036588" y="126241"/>
                </a:cubicBezTo>
                <a:cubicBezTo>
                  <a:pt x="1035091" y="124047"/>
                  <a:pt x="1033019" y="122410"/>
                  <a:pt x="1030373" y="121331"/>
                </a:cubicBezTo>
                <a:cubicBezTo>
                  <a:pt x="1027726" y="120251"/>
                  <a:pt x="1020867" y="118667"/>
                  <a:pt x="1009794" y="116578"/>
                </a:cubicBezTo>
                <a:cubicBezTo>
                  <a:pt x="999208" y="114489"/>
                  <a:pt x="991827" y="112295"/>
                  <a:pt x="987648" y="109997"/>
                </a:cubicBezTo>
                <a:cubicBezTo>
                  <a:pt x="983470" y="107699"/>
                  <a:pt x="980214" y="104530"/>
                  <a:pt x="977881" y="100491"/>
                </a:cubicBezTo>
                <a:cubicBezTo>
                  <a:pt x="975548" y="96452"/>
                  <a:pt x="974382" y="92065"/>
                  <a:pt x="974382" y="87329"/>
                </a:cubicBezTo>
                <a:cubicBezTo>
                  <a:pt x="974382" y="80156"/>
                  <a:pt x="976784" y="73645"/>
                  <a:pt x="981589" y="67795"/>
                </a:cubicBezTo>
                <a:cubicBezTo>
                  <a:pt x="987787" y="60343"/>
                  <a:pt x="996458" y="56618"/>
                  <a:pt x="1007600" y="56618"/>
                </a:cubicBezTo>
                <a:cubicBezTo>
                  <a:pt x="1016096" y="56618"/>
                  <a:pt x="1023966" y="59334"/>
                  <a:pt x="1031208" y="64766"/>
                </a:cubicBezTo>
                <a:lnTo>
                  <a:pt x="1038103" y="57453"/>
                </a:lnTo>
                <a:lnTo>
                  <a:pt x="1042385" y="57453"/>
                </a:lnTo>
                <a:lnTo>
                  <a:pt x="1045101" y="92343"/>
                </a:lnTo>
                <a:lnTo>
                  <a:pt x="1038103" y="92343"/>
                </a:lnTo>
                <a:cubicBezTo>
                  <a:pt x="1035038" y="82417"/>
                  <a:pt x="1030895" y="75270"/>
                  <a:pt x="1025672" y="70903"/>
                </a:cubicBezTo>
                <a:cubicBezTo>
                  <a:pt x="1020449" y="66533"/>
                  <a:pt x="1014007" y="64348"/>
                  <a:pt x="1006347" y="64348"/>
                </a:cubicBezTo>
                <a:cubicBezTo>
                  <a:pt x="999731" y="64348"/>
                  <a:pt x="994543" y="65967"/>
                  <a:pt x="990782" y="69205"/>
                </a:cubicBezTo>
                <a:cubicBezTo>
                  <a:pt x="987021" y="72443"/>
                  <a:pt x="985141" y="76395"/>
                  <a:pt x="985141" y="81061"/>
                </a:cubicBezTo>
                <a:cubicBezTo>
                  <a:pt x="985141" y="85170"/>
                  <a:pt x="986882" y="88583"/>
                  <a:pt x="990364" y="91298"/>
                </a:cubicBezTo>
                <a:cubicBezTo>
                  <a:pt x="993777" y="94084"/>
                  <a:pt x="1000462" y="96269"/>
                  <a:pt x="1010421" y="97853"/>
                </a:cubicBezTo>
                <a:cubicBezTo>
                  <a:pt x="1021981" y="99784"/>
                  <a:pt x="1029502" y="101403"/>
                  <a:pt x="1032984" y="102711"/>
                </a:cubicBezTo>
                <a:cubicBezTo>
                  <a:pt x="1038695" y="104807"/>
                  <a:pt x="1043117" y="108038"/>
                  <a:pt x="1046251" y="112406"/>
                </a:cubicBezTo>
                <a:cubicBezTo>
                  <a:pt x="1049384" y="116772"/>
                  <a:pt x="1050951" y="122098"/>
                  <a:pt x="1050951" y="128385"/>
                </a:cubicBezTo>
                <a:cubicBezTo>
                  <a:pt x="1050951" y="137049"/>
                  <a:pt x="1047556" y="144385"/>
                  <a:pt x="1040766" y="150394"/>
                </a:cubicBezTo>
                <a:cubicBezTo>
                  <a:pt x="1033976" y="156402"/>
                  <a:pt x="1025358" y="159407"/>
                  <a:pt x="1014912" y="159407"/>
                </a:cubicBezTo>
                <a:cubicBezTo>
                  <a:pt x="1005232" y="159407"/>
                  <a:pt x="996249" y="156196"/>
                  <a:pt x="987962" y="149774"/>
                </a:cubicBezTo>
                <a:lnTo>
                  <a:pt x="980336" y="158571"/>
                </a:lnTo>
                <a:lnTo>
                  <a:pt x="974800" y="158571"/>
                </a:lnTo>
                <a:lnTo>
                  <a:pt x="972710" y="119503"/>
                </a:lnTo>
                <a:lnTo>
                  <a:pt x="979605" y="119503"/>
                </a:lnTo>
                <a:close/>
                <a:moveTo>
                  <a:pt x="1092132" y="0"/>
                </a:moveTo>
                <a:cubicBezTo>
                  <a:pt x="1095266" y="0"/>
                  <a:pt x="1098017" y="1189"/>
                  <a:pt x="1100385" y="3568"/>
                </a:cubicBezTo>
                <a:cubicBezTo>
                  <a:pt x="1102753" y="5947"/>
                  <a:pt x="1103937" y="8744"/>
                  <a:pt x="1103937" y="11961"/>
                </a:cubicBezTo>
                <a:cubicBezTo>
                  <a:pt x="1103937" y="15110"/>
                  <a:pt x="1102787" y="17839"/>
                  <a:pt x="1100489" y="20148"/>
                </a:cubicBezTo>
                <a:cubicBezTo>
                  <a:pt x="1098191" y="22455"/>
                  <a:pt x="1095440" y="23608"/>
                  <a:pt x="1092237" y="23608"/>
                </a:cubicBezTo>
                <a:cubicBezTo>
                  <a:pt x="1089034" y="23608"/>
                  <a:pt x="1086265" y="22436"/>
                  <a:pt x="1083932" y="20092"/>
                </a:cubicBezTo>
                <a:cubicBezTo>
                  <a:pt x="1081599" y="17748"/>
                  <a:pt x="1080433" y="15003"/>
                  <a:pt x="1080433" y="11856"/>
                </a:cubicBezTo>
                <a:cubicBezTo>
                  <a:pt x="1080433" y="8709"/>
                  <a:pt x="1081617" y="5947"/>
                  <a:pt x="1083985" y="3568"/>
                </a:cubicBezTo>
                <a:cubicBezTo>
                  <a:pt x="1086352" y="1189"/>
                  <a:pt x="1089068" y="0"/>
                  <a:pt x="1092132" y="0"/>
                </a:cubicBezTo>
                <a:moveTo>
                  <a:pt x="1065077" y="58707"/>
                </a:moveTo>
                <a:lnTo>
                  <a:pt x="1103937" y="57453"/>
                </a:lnTo>
                <a:lnTo>
                  <a:pt x="1103937" y="141551"/>
                </a:lnTo>
                <a:cubicBezTo>
                  <a:pt x="1103937" y="143846"/>
                  <a:pt x="1104494" y="145482"/>
                  <a:pt x="1105608" y="146457"/>
                </a:cubicBezTo>
                <a:cubicBezTo>
                  <a:pt x="1107210" y="147848"/>
                  <a:pt x="1109229" y="148543"/>
                  <a:pt x="1111667" y="148543"/>
                </a:cubicBezTo>
                <a:lnTo>
                  <a:pt x="1122739" y="148543"/>
                </a:lnTo>
                <a:lnTo>
                  <a:pt x="1122739" y="156482"/>
                </a:lnTo>
                <a:lnTo>
                  <a:pt x="1067166" y="156482"/>
                </a:lnTo>
                <a:lnTo>
                  <a:pt x="1067166" y="148543"/>
                </a:lnTo>
                <a:lnTo>
                  <a:pt x="1077508" y="148543"/>
                </a:lnTo>
                <a:cubicBezTo>
                  <a:pt x="1080572" y="148543"/>
                  <a:pt x="1082818" y="147797"/>
                  <a:pt x="1084246" y="146307"/>
                </a:cubicBezTo>
                <a:cubicBezTo>
                  <a:pt x="1085673" y="144814"/>
                  <a:pt x="1086387" y="142645"/>
                  <a:pt x="1086387" y="139801"/>
                </a:cubicBezTo>
                <a:lnTo>
                  <a:pt x="1086387" y="78404"/>
                </a:lnTo>
                <a:cubicBezTo>
                  <a:pt x="1086387" y="74520"/>
                  <a:pt x="1085273" y="71589"/>
                  <a:pt x="1083044" y="69613"/>
                </a:cubicBezTo>
                <a:cubicBezTo>
                  <a:pt x="1080816" y="67635"/>
                  <a:pt x="1077508" y="66646"/>
                  <a:pt x="1073121" y="66646"/>
                </a:cubicBezTo>
                <a:lnTo>
                  <a:pt x="1065077" y="66646"/>
                </a:lnTo>
                <a:lnTo>
                  <a:pt x="1065077" y="58707"/>
                </a:lnTo>
                <a:close/>
                <a:moveTo>
                  <a:pt x="1134774" y="58498"/>
                </a:moveTo>
                <a:lnTo>
                  <a:pt x="1167261" y="56618"/>
                </a:lnTo>
                <a:cubicBezTo>
                  <a:pt x="1168585" y="62742"/>
                  <a:pt x="1169560" y="69910"/>
                  <a:pt x="1170186" y="78123"/>
                </a:cubicBezTo>
                <a:cubicBezTo>
                  <a:pt x="1174574" y="71024"/>
                  <a:pt x="1179744" y="65700"/>
                  <a:pt x="1185699" y="62151"/>
                </a:cubicBezTo>
                <a:cubicBezTo>
                  <a:pt x="1191653" y="58601"/>
                  <a:pt x="1198391" y="56827"/>
                  <a:pt x="1205912" y="56827"/>
                </a:cubicBezTo>
                <a:cubicBezTo>
                  <a:pt x="1212388" y="56827"/>
                  <a:pt x="1217820" y="58096"/>
                  <a:pt x="1222208" y="60636"/>
                </a:cubicBezTo>
                <a:cubicBezTo>
                  <a:pt x="1226595" y="63174"/>
                  <a:pt x="1230112" y="67191"/>
                  <a:pt x="1232758" y="72688"/>
                </a:cubicBezTo>
                <a:cubicBezTo>
                  <a:pt x="1235405" y="78183"/>
                  <a:pt x="1236728" y="84339"/>
                  <a:pt x="1236728" y="91155"/>
                </a:cubicBezTo>
                <a:lnTo>
                  <a:pt x="1236728" y="138733"/>
                </a:lnTo>
                <a:cubicBezTo>
                  <a:pt x="1236728" y="142283"/>
                  <a:pt x="1237529" y="144805"/>
                  <a:pt x="1239130" y="146300"/>
                </a:cubicBezTo>
                <a:cubicBezTo>
                  <a:pt x="1240732" y="147795"/>
                  <a:pt x="1243413" y="148543"/>
                  <a:pt x="1247174" y="148543"/>
                </a:cubicBezTo>
                <a:lnTo>
                  <a:pt x="1254068" y="148543"/>
                </a:lnTo>
                <a:lnTo>
                  <a:pt x="1254068" y="156482"/>
                </a:lnTo>
                <a:lnTo>
                  <a:pt x="1202465" y="156482"/>
                </a:lnTo>
                <a:lnTo>
                  <a:pt x="1202465" y="148543"/>
                </a:lnTo>
                <a:lnTo>
                  <a:pt x="1207374" y="148543"/>
                </a:lnTo>
                <a:cubicBezTo>
                  <a:pt x="1211971" y="148543"/>
                  <a:pt x="1215174" y="147813"/>
                  <a:pt x="1216985" y="146352"/>
                </a:cubicBezTo>
                <a:cubicBezTo>
                  <a:pt x="1218795" y="144892"/>
                  <a:pt x="1219701" y="142701"/>
                  <a:pt x="1219701" y="139778"/>
                </a:cubicBezTo>
                <a:lnTo>
                  <a:pt x="1219701" y="97945"/>
                </a:lnTo>
                <a:cubicBezTo>
                  <a:pt x="1219701" y="88835"/>
                  <a:pt x="1218308" y="82089"/>
                  <a:pt x="1215522" y="77706"/>
                </a:cubicBezTo>
                <a:cubicBezTo>
                  <a:pt x="1211622" y="71447"/>
                  <a:pt x="1205703" y="68317"/>
                  <a:pt x="1197764" y="68317"/>
                </a:cubicBezTo>
                <a:cubicBezTo>
                  <a:pt x="1189895" y="68317"/>
                  <a:pt x="1183331" y="71481"/>
                  <a:pt x="1178073" y="77810"/>
                </a:cubicBezTo>
                <a:cubicBezTo>
                  <a:pt x="1172815" y="84139"/>
                  <a:pt x="1170186" y="92380"/>
                  <a:pt x="1170186" y="102535"/>
                </a:cubicBezTo>
                <a:lnTo>
                  <a:pt x="1170186" y="138737"/>
                </a:lnTo>
                <a:cubicBezTo>
                  <a:pt x="1170186" y="142284"/>
                  <a:pt x="1171005" y="144805"/>
                  <a:pt x="1172641" y="146300"/>
                </a:cubicBezTo>
                <a:cubicBezTo>
                  <a:pt x="1174278" y="147795"/>
                  <a:pt x="1176976" y="148543"/>
                  <a:pt x="1180737" y="148543"/>
                </a:cubicBezTo>
                <a:lnTo>
                  <a:pt x="1187527" y="148543"/>
                </a:lnTo>
                <a:lnTo>
                  <a:pt x="1187527" y="156482"/>
                </a:lnTo>
                <a:lnTo>
                  <a:pt x="1135714" y="156482"/>
                </a:lnTo>
                <a:lnTo>
                  <a:pt x="1135714" y="148543"/>
                </a:lnTo>
                <a:lnTo>
                  <a:pt x="1142504" y="148543"/>
                </a:lnTo>
                <a:cubicBezTo>
                  <a:pt x="1145917" y="148543"/>
                  <a:pt x="1148511" y="147848"/>
                  <a:pt x="1150287" y="146457"/>
                </a:cubicBezTo>
                <a:cubicBezTo>
                  <a:pt x="1152062" y="145066"/>
                  <a:pt x="1152950" y="143327"/>
                  <a:pt x="1152950" y="141240"/>
                </a:cubicBezTo>
                <a:lnTo>
                  <a:pt x="1152950" y="78120"/>
                </a:lnTo>
                <a:cubicBezTo>
                  <a:pt x="1152950" y="73948"/>
                  <a:pt x="1151819" y="70784"/>
                  <a:pt x="1149555" y="68627"/>
                </a:cubicBezTo>
                <a:cubicBezTo>
                  <a:pt x="1147292" y="66471"/>
                  <a:pt x="1144036" y="65392"/>
                  <a:pt x="1139788" y="65392"/>
                </a:cubicBezTo>
                <a:lnTo>
                  <a:pt x="1134774" y="65392"/>
                </a:lnTo>
                <a:lnTo>
                  <a:pt x="1134774" y="58498"/>
                </a:lnTo>
                <a:close/>
                <a:moveTo>
                  <a:pt x="1340491" y="64034"/>
                </a:moveTo>
                <a:cubicBezTo>
                  <a:pt x="1347455" y="57001"/>
                  <a:pt x="1353862" y="53484"/>
                  <a:pt x="1359712" y="53484"/>
                </a:cubicBezTo>
                <a:cubicBezTo>
                  <a:pt x="1363194" y="53484"/>
                  <a:pt x="1366084" y="54598"/>
                  <a:pt x="1368382" y="56827"/>
                </a:cubicBezTo>
                <a:cubicBezTo>
                  <a:pt x="1370680" y="59055"/>
                  <a:pt x="1371830" y="61771"/>
                  <a:pt x="1371830" y="64974"/>
                </a:cubicBezTo>
                <a:cubicBezTo>
                  <a:pt x="1371830" y="67551"/>
                  <a:pt x="1371046" y="69693"/>
                  <a:pt x="1369479" y="71399"/>
                </a:cubicBezTo>
                <a:cubicBezTo>
                  <a:pt x="1367912" y="73105"/>
                  <a:pt x="1366084" y="73958"/>
                  <a:pt x="1363995" y="73958"/>
                </a:cubicBezTo>
                <a:cubicBezTo>
                  <a:pt x="1360026" y="73958"/>
                  <a:pt x="1357344" y="71521"/>
                  <a:pt x="1355952" y="66646"/>
                </a:cubicBezTo>
                <a:cubicBezTo>
                  <a:pt x="1355394" y="64557"/>
                  <a:pt x="1354454" y="63512"/>
                  <a:pt x="1353131" y="63512"/>
                </a:cubicBezTo>
                <a:cubicBezTo>
                  <a:pt x="1350763" y="63512"/>
                  <a:pt x="1348187" y="65079"/>
                  <a:pt x="1345401" y="68213"/>
                </a:cubicBezTo>
                <a:cubicBezTo>
                  <a:pt x="1348396" y="72330"/>
                  <a:pt x="1350450" y="75907"/>
                  <a:pt x="1351564" y="78943"/>
                </a:cubicBezTo>
                <a:cubicBezTo>
                  <a:pt x="1352678" y="81976"/>
                  <a:pt x="1353236" y="85238"/>
                  <a:pt x="1353236" y="88726"/>
                </a:cubicBezTo>
                <a:cubicBezTo>
                  <a:pt x="1353236" y="94796"/>
                  <a:pt x="1351773" y="100152"/>
                  <a:pt x="1348848" y="104793"/>
                </a:cubicBezTo>
                <a:cubicBezTo>
                  <a:pt x="1345923" y="109433"/>
                  <a:pt x="1341066" y="113532"/>
                  <a:pt x="1334276" y="117090"/>
                </a:cubicBezTo>
                <a:cubicBezTo>
                  <a:pt x="1327486" y="120649"/>
                  <a:pt x="1320992" y="122428"/>
                  <a:pt x="1314794" y="122428"/>
                </a:cubicBezTo>
                <a:lnTo>
                  <a:pt x="1303408" y="122428"/>
                </a:lnTo>
                <a:cubicBezTo>
                  <a:pt x="1295330" y="122428"/>
                  <a:pt x="1289967" y="123282"/>
                  <a:pt x="1287321" y="124990"/>
                </a:cubicBezTo>
                <a:cubicBezTo>
                  <a:pt x="1284675" y="126770"/>
                  <a:pt x="1283352" y="129370"/>
                  <a:pt x="1283352" y="132789"/>
                </a:cubicBezTo>
                <a:cubicBezTo>
                  <a:pt x="1283352" y="135566"/>
                  <a:pt x="1284431" y="137702"/>
                  <a:pt x="1286590" y="139197"/>
                </a:cubicBezTo>
                <a:cubicBezTo>
                  <a:pt x="1288749" y="140692"/>
                  <a:pt x="1292823" y="141440"/>
                  <a:pt x="1298812" y="141440"/>
                </a:cubicBezTo>
                <a:lnTo>
                  <a:pt x="1324613" y="140604"/>
                </a:lnTo>
                <a:cubicBezTo>
                  <a:pt x="1337636" y="140604"/>
                  <a:pt x="1347020" y="142780"/>
                  <a:pt x="1352766" y="147133"/>
                </a:cubicBezTo>
                <a:cubicBezTo>
                  <a:pt x="1358511" y="151485"/>
                  <a:pt x="1361384" y="157457"/>
                  <a:pt x="1361384" y="165048"/>
                </a:cubicBezTo>
                <a:cubicBezTo>
                  <a:pt x="1361384" y="173404"/>
                  <a:pt x="1358110" y="180438"/>
                  <a:pt x="1351564" y="186149"/>
                </a:cubicBezTo>
                <a:cubicBezTo>
                  <a:pt x="1342441" y="194227"/>
                  <a:pt x="1328827" y="198266"/>
                  <a:pt x="1310720" y="198266"/>
                </a:cubicBezTo>
                <a:cubicBezTo>
                  <a:pt x="1295747" y="198266"/>
                  <a:pt x="1284640" y="195536"/>
                  <a:pt x="1277397" y="190076"/>
                </a:cubicBezTo>
                <a:cubicBezTo>
                  <a:pt x="1271687" y="185791"/>
                  <a:pt x="1268831" y="180987"/>
                  <a:pt x="1268831" y="175663"/>
                </a:cubicBezTo>
                <a:cubicBezTo>
                  <a:pt x="1268831" y="171587"/>
                  <a:pt x="1270660" y="167855"/>
                  <a:pt x="1274316" y="164467"/>
                </a:cubicBezTo>
                <a:cubicBezTo>
                  <a:pt x="1277972" y="161080"/>
                  <a:pt x="1284118" y="158558"/>
                  <a:pt x="1292753" y="156900"/>
                </a:cubicBezTo>
                <a:cubicBezTo>
                  <a:pt x="1285859" y="155207"/>
                  <a:pt x="1280670" y="152720"/>
                  <a:pt x="1277188" y="149441"/>
                </a:cubicBezTo>
                <a:cubicBezTo>
                  <a:pt x="1273706" y="146161"/>
                  <a:pt x="1271965" y="142087"/>
                  <a:pt x="1271965" y="137219"/>
                </a:cubicBezTo>
                <a:cubicBezTo>
                  <a:pt x="1271965" y="132705"/>
                  <a:pt x="1273376" y="128774"/>
                  <a:pt x="1276196" y="125424"/>
                </a:cubicBezTo>
                <a:cubicBezTo>
                  <a:pt x="1279016" y="122073"/>
                  <a:pt x="1283909" y="119198"/>
                  <a:pt x="1290873" y="116800"/>
                </a:cubicBezTo>
                <a:cubicBezTo>
                  <a:pt x="1284953" y="113527"/>
                  <a:pt x="1280496" y="109575"/>
                  <a:pt x="1277502" y="104944"/>
                </a:cubicBezTo>
                <a:cubicBezTo>
                  <a:pt x="1274507" y="100310"/>
                  <a:pt x="1273010" y="94998"/>
                  <a:pt x="1273010" y="89007"/>
                </a:cubicBezTo>
                <a:cubicBezTo>
                  <a:pt x="1273010" y="79534"/>
                  <a:pt x="1276736" y="71594"/>
                  <a:pt x="1284187" y="65187"/>
                </a:cubicBezTo>
                <a:cubicBezTo>
                  <a:pt x="1291639" y="58778"/>
                  <a:pt x="1301319" y="55573"/>
                  <a:pt x="1313227" y="55573"/>
                </a:cubicBezTo>
                <a:cubicBezTo>
                  <a:pt x="1318102" y="55573"/>
                  <a:pt x="1322803" y="56269"/>
                  <a:pt x="1327329" y="57662"/>
                </a:cubicBezTo>
                <a:cubicBezTo>
                  <a:pt x="1331856" y="59055"/>
                  <a:pt x="1336243" y="61179"/>
                  <a:pt x="1340491" y="64034"/>
                </a:cubicBezTo>
                <a:moveTo>
                  <a:pt x="1313018" y="62258"/>
                </a:moveTo>
                <a:cubicBezTo>
                  <a:pt x="1306820" y="62258"/>
                  <a:pt x="1301702" y="64539"/>
                  <a:pt x="1297663" y="69101"/>
                </a:cubicBezTo>
                <a:cubicBezTo>
                  <a:pt x="1293623" y="73662"/>
                  <a:pt x="1291604" y="80052"/>
                  <a:pt x="1291604" y="88269"/>
                </a:cubicBezTo>
                <a:cubicBezTo>
                  <a:pt x="1291604" y="97044"/>
                  <a:pt x="1293623" y="103851"/>
                  <a:pt x="1297663" y="108691"/>
                </a:cubicBezTo>
                <a:cubicBezTo>
                  <a:pt x="1301702" y="113531"/>
                  <a:pt x="1306855" y="115951"/>
                  <a:pt x="1313123" y="115951"/>
                </a:cubicBezTo>
                <a:cubicBezTo>
                  <a:pt x="1319390" y="115951"/>
                  <a:pt x="1324526" y="113601"/>
                  <a:pt x="1328531" y="108900"/>
                </a:cubicBezTo>
                <a:cubicBezTo>
                  <a:pt x="1332535" y="104199"/>
                  <a:pt x="1334537" y="97462"/>
                  <a:pt x="1334537" y="88687"/>
                </a:cubicBezTo>
                <a:cubicBezTo>
                  <a:pt x="1334537" y="80539"/>
                  <a:pt x="1332500" y="74097"/>
                  <a:pt x="1328426" y="69362"/>
                </a:cubicBezTo>
                <a:cubicBezTo>
                  <a:pt x="1324352" y="64626"/>
                  <a:pt x="1319216" y="62258"/>
                  <a:pt x="1313018" y="62258"/>
                </a:cubicBezTo>
                <a:moveTo>
                  <a:pt x="1319181" y="156691"/>
                </a:moveTo>
                <a:cubicBezTo>
                  <a:pt x="1306368" y="156691"/>
                  <a:pt x="1297227" y="158461"/>
                  <a:pt x="1291761" y="162002"/>
                </a:cubicBezTo>
                <a:cubicBezTo>
                  <a:pt x="1286294" y="165543"/>
                  <a:pt x="1283560" y="169813"/>
                  <a:pt x="1283560" y="174811"/>
                </a:cubicBezTo>
                <a:cubicBezTo>
                  <a:pt x="1283560" y="179534"/>
                  <a:pt x="1285615" y="183249"/>
                  <a:pt x="1289724" y="185956"/>
                </a:cubicBezTo>
                <a:cubicBezTo>
                  <a:pt x="1295156" y="189566"/>
                  <a:pt x="1302886" y="191372"/>
                  <a:pt x="1312914" y="191372"/>
                </a:cubicBezTo>
                <a:cubicBezTo>
                  <a:pt x="1324892" y="191372"/>
                  <a:pt x="1333910" y="189392"/>
                  <a:pt x="1339969" y="185434"/>
                </a:cubicBezTo>
                <a:cubicBezTo>
                  <a:pt x="1346028" y="181477"/>
                  <a:pt x="1349057" y="177069"/>
                  <a:pt x="1349057" y="172210"/>
                </a:cubicBezTo>
                <a:cubicBezTo>
                  <a:pt x="1349057" y="169363"/>
                  <a:pt x="1348117" y="166707"/>
                  <a:pt x="1346237" y="164241"/>
                </a:cubicBezTo>
                <a:cubicBezTo>
                  <a:pt x="1344356" y="161776"/>
                  <a:pt x="1341362" y="159901"/>
                  <a:pt x="1337253" y="158617"/>
                </a:cubicBezTo>
                <a:cubicBezTo>
                  <a:pt x="1333144" y="157333"/>
                  <a:pt x="1327120" y="156691"/>
                  <a:pt x="1319181" y="1566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17" name="Text FlowEdit">
            <a:extLst xmlns:a="http://schemas.openxmlformats.org/drawingml/2006/main">
              <a:ext uri="{FF2B5EF4-FFF2-40B4-BE49-F238E27FC236}">
                <a16:creationId xmlns:a16="http://schemas.microsoft.com/office/drawing/2014/main" id="{0828BFED-911B-4238-89D3-0DA5E77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457" y="79566"/>
            <a:ext cx="896376" cy="159407"/>
          </a:xfrm>
          <a:custGeom xmlns:a="http://schemas.openxmlformats.org/drawingml/2006/main">
            <a:pathLst>
              <a:path w="896376" h="159407">
                <a:moveTo>
                  <a:pt x="0" y="1880"/>
                </a:moveTo>
                <a:lnTo>
                  <a:pt x="125666" y="1880"/>
                </a:lnTo>
                <a:lnTo>
                  <a:pt x="127755" y="55364"/>
                </a:lnTo>
                <a:lnTo>
                  <a:pt x="120547" y="55364"/>
                </a:lnTo>
                <a:cubicBezTo>
                  <a:pt x="117344" y="37020"/>
                  <a:pt x="112852" y="25069"/>
                  <a:pt x="107072" y="19511"/>
                </a:cubicBezTo>
                <a:cubicBezTo>
                  <a:pt x="100456" y="13050"/>
                  <a:pt x="91020" y="9819"/>
                  <a:pt x="78763" y="9819"/>
                </a:cubicBezTo>
                <a:lnTo>
                  <a:pt x="54006" y="9819"/>
                </a:lnTo>
                <a:cubicBezTo>
                  <a:pt x="51569" y="9819"/>
                  <a:pt x="49793" y="10392"/>
                  <a:pt x="48679" y="11536"/>
                </a:cubicBezTo>
                <a:cubicBezTo>
                  <a:pt x="47564" y="12679"/>
                  <a:pt x="47007" y="14393"/>
                  <a:pt x="47007" y="16678"/>
                </a:cubicBezTo>
                <a:lnTo>
                  <a:pt x="47007" y="72287"/>
                </a:lnTo>
                <a:lnTo>
                  <a:pt x="60274" y="72287"/>
                </a:lnTo>
                <a:cubicBezTo>
                  <a:pt x="67656" y="72287"/>
                  <a:pt x="73540" y="69849"/>
                  <a:pt x="77928" y="64974"/>
                </a:cubicBezTo>
                <a:cubicBezTo>
                  <a:pt x="82315" y="60100"/>
                  <a:pt x="84683" y="52578"/>
                  <a:pt x="85031" y="42411"/>
                </a:cubicBezTo>
                <a:lnTo>
                  <a:pt x="92552" y="42411"/>
                </a:lnTo>
                <a:lnTo>
                  <a:pt x="92552" y="112400"/>
                </a:lnTo>
                <a:lnTo>
                  <a:pt x="85031" y="112400"/>
                </a:lnTo>
                <a:cubicBezTo>
                  <a:pt x="84543" y="100839"/>
                  <a:pt x="82176" y="92587"/>
                  <a:pt x="77928" y="87642"/>
                </a:cubicBezTo>
                <a:cubicBezTo>
                  <a:pt x="73679" y="82698"/>
                  <a:pt x="67795" y="80226"/>
                  <a:pt x="60274" y="80226"/>
                </a:cubicBezTo>
                <a:lnTo>
                  <a:pt x="47007" y="80226"/>
                </a:lnTo>
                <a:lnTo>
                  <a:pt x="47007" y="139050"/>
                </a:lnTo>
                <a:cubicBezTo>
                  <a:pt x="47007" y="142528"/>
                  <a:pt x="47843" y="144979"/>
                  <a:pt x="49514" y="146405"/>
                </a:cubicBezTo>
                <a:cubicBezTo>
                  <a:pt x="51186" y="147830"/>
                  <a:pt x="54076" y="148543"/>
                  <a:pt x="58185" y="148543"/>
                </a:cubicBezTo>
                <a:lnTo>
                  <a:pt x="74271" y="148543"/>
                </a:lnTo>
                <a:lnTo>
                  <a:pt x="74271" y="156482"/>
                </a:lnTo>
                <a:lnTo>
                  <a:pt x="0" y="156482"/>
                </a:lnTo>
                <a:lnTo>
                  <a:pt x="0" y="148543"/>
                </a:lnTo>
                <a:lnTo>
                  <a:pt x="15878" y="148543"/>
                </a:lnTo>
                <a:cubicBezTo>
                  <a:pt x="19081" y="148543"/>
                  <a:pt x="21362" y="147900"/>
                  <a:pt x="22720" y="146614"/>
                </a:cubicBezTo>
                <a:cubicBezTo>
                  <a:pt x="24078" y="145325"/>
                  <a:pt x="24757" y="143220"/>
                  <a:pt x="24757" y="140297"/>
                </a:cubicBezTo>
                <a:lnTo>
                  <a:pt x="24757" y="17543"/>
                </a:lnTo>
                <a:cubicBezTo>
                  <a:pt x="24757" y="14759"/>
                  <a:pt x="24043" y="12777"/>
                  <a:pt x="22616" y="11595"/>
                </a:cubicBezTo>
                <a:cubicBezTo>
                  <a:pt x="21188" y="10411"/>
                  <a:pt x="18698" y="9819"/>
                  <a:pt x="15147" y="9819"/>
                </a:cubicBezTo>
                <a:lnTo>
                  <a:pt x="0" y="9819"/>
                </a:lnTo>
                <a:lnTo>
                  <a:pt x="0" y="1880"/>
                </a:lnTo>
                <a:close/>
                <a:moveTo>
                  <a:pt x="175495" y="209"/>
                </a:moveTo>
                <a:lnTo>
                  <a:pt x="175495" y="141965"/>
                </a:lnTo>
                <a:cubicBezTo>
                  <a:pt x="175495" y="143915"/>
                  <a:pt x="176087" y="145411"/>
                  <a:pt x="177271" y="146454"/>
                </a:cubicBezTo>
                <a:cubicBezTo>
                  <a:pt x="179012" y="147846"/>
                  <a:pt x="181136" y="148543"/>
                  <a:pt x="183643" y="148543"/>
                </a:cubicBezTo>
                <a:lnTo>
                  <a:pt x="193985" y="148543"/>
                </a:lnTo>
                <a:lnTo>
                  <a:pt x="193985" y="156482"/>
                </a:lnTo>
                <a:lnTo>
                  <a:pt x="138621" y="156482"/>
                </a:lnTo>
                <a:lnTo>
                  <a:pt x="138621" y="148543"/>
                </a:lnTo>
                <a:lnTo>
                  <a:pt x="148440" y="148543"/>
                </a:lnTo>
                <a:cubicBezTo>
                  <a:pt x="151643" y="148543"/>
                  <a:pt x="154029" y="147779"/>
                  <a:pt x="155595" y="146251"/>
                </a:cubicBezTo>
                <a:cubicBezTo>
                  <a:pt x="157162" y="144721"/>
                  <a:pt x="157946" y="142567"/>
                  <a:pt x="157946" y="139788"/>
                </a:cubicBezTo>
                <a:lnTo>
                  <a:pt x="157946" y="20970"/>
                </a:lnTo>
                <a:cubicBezTo>
                  <a:pt x="157946" y="17497"/>
                  <a:pt x="157006" y="14962"/>
                  <a:pt x="155125" y="13364"/>
                </a:cubicBezTo>
                <a:cubicBezTo>
                  <a:pt x="152549" y="11140"/>
                  <a:pt x="149380" y="10028"/>
                  <a:pt x="145620" y="10028"/>
                </a:cubicBezTo>
                <a:lnTo>
                  <a:pt x="136845" y="10028"/>
                </a:lnTo>
                <a:lnTo>
                  <a:pt x="136845" y="2089"/>
                </a:lnTo>
                <a:lnTo>
                  <a:pt x="175495" y="209"/>
                </a:lnTo>
                <a:close/>
                <a:moveTo>
                  <a:pt x="252182" y="55573"/>
                </a:moveTo>
                <a:cubicBezTo>
                  <a:pt x="265344" y="55573"/>
                  <a:pt x="276399" y="60331"/>
                  <a:pt x="285348" y="69848"/>
                </a:cubicBezTo>
                <a:cubicBezTo>
                  <a:pt x="294297" y="79363"/>
                  <a:pt x="298771" y="91893"/>
                  <a:pt x="298771" y="107438"/>
                </a:cubicBezTo>
                <a:cubicBezTo>
                  <a:pt x="298771" y="118173"/>
                  <a:pt x="296769" y="127323"/>
                  <a:pt x="292765" y="134888"/>
                </a:cubicBezTo>
                <a:cubicBezTo>
                  <a:pt x="288760" y="142450"/>
                  <a:pt x="283050" y="148427"/>
                  <a:pt x="275633" y="152819"/>
                </a:cubicBezTo>
                <a:cubicBezTo>
                  <a:pt x="268216" y="157211"/>
                  <a:pt x="260225" y="159407"/>
                  <a:pt x="251659" y="159407"/>
                </a:cubicBezTo>
                <a:cubicBezTo>
                  <a:pt x="238985" y="159407"/>
                  <a:pt x="228243" y="154597"/>
                  <a:pt x="219433" y="144978"/>
                </a:cubicBezTo>
                <a:cubicBezTo>
                  <a:pt x="210624" y="135357"/>
                  <a:pt x="206219" y="122878"/>
                  <a:pt x="206219" y="107542"/>
                </a:cubicBezTo>
                <a:cubicBezTo>
                  <a:pt x="206219" y="92136"/>
                  <a:pt x="210641" y="79624"/>
                  <a:pt x="219486" y="70005"/>
                </a:cubicBezTo>
                <a:cubicBezTo>
                  <a:pt x="228330" y="60384"/>
                  <a:pt x="239229" y="55573"/>
                  <a:pt x="252182" y="55573"/>
                </a:cubicBezTo>
                <a:moveTo>
                  <a:pt x="252182" y="63094"/>
                </a:moveTo>
                <a:cubicBezTo>
                  <a:pt x="244382" y="63094"/>
                  <a:pt x="237975" y="66624"/>
                  <a:pt x="232961" y="73684"/>
                </a:cubicBezTo>
                <a:cubicBezTo>
                  <a:pt x="227947" y="80744"/>
                  <a:pt x="225440" y="91890"/>
                  <a:pt x="225440" y="107124"/>
                </a:cubicBezTo>
                <a:cubicBezTo>
                  <a:pt x="225440" y="122637"/>
                  <a:pt x="227929" y="133975"/>
                  <a:pt x="232909" y="141139"/>
                </a:cubicBezTo>
                <a:cubicBezTo>
                  <a:pt x="237888" y="148303"/>
                  <a:pt x="244312" y="151886"/>
                  <a:pt x="252182" y="151886"/>
                </a:cubicBezTo>
                <a:cubicBezTo>
                  <a:pt x="260330" y="151886"/>
                  <a:pt x="266928" y="148303"/>
                  <a:pt x="271977" y="141139"/>
                </a:cubicBezTo>
                <a:cubicBezTo>
                  <a:pt x="277026" y="133975"/>
                  <a:pt x="279550" y="122255"/>
                  <a:pt x="279550" y="105978"/>
                </a:cubicBezTo>
                <a:cubicBezTo>
                  <a:pt x="279550" y="90884"/>
                  <a:pt x="277061" y="79963"/>
                  <a:pt x="272081" y="73217"/>
                </a:cubicBezTo>
                <a:cubicBezTo>
                  <a:pt x="267102" y="66468"/>
                  <a:pt x="260469" y="63094"/>
                  <a:pt x="252182" y="63094"/>
                </a:cubicBezTo>
                <a:close/>
                <a:moveTo>
                  <a:pt x="311944" y="58498"/>
                </a:moveTo>
                <a:lnTo>
                  <a:pt x="354877" y="58498"/>
                </a:lnTo>
                <a:lnTo>
                  <a:pt x="354877" y="65810"/>
                </a:lnTo>
                <a:lnTo>
                  <a:pt x="349236" y="65810"/>
                </a:lnTo>
                <a:cubicBezTo>
                  <a:pt x="346450" y="65810"/>
                  <a:pt x="344466" y="66242"/>
                  <a:pt x="343282" y="67106"/>
                </a:cubicBezTo>
                <a:cubicBezTo>
                  <a:pt x="342098" y="67968"/>
                  <a:pt x="341506" y="69123"/>
                  <a:pt x="341506" y="70573"/>
                </a:cubicBezTo>
                <a:cubicBezTo>
                  <a:pt x="341506" y="72090"/>
                  <a:pt x="341854" y="73711"/>
                  <a:pt x="342551" y="75437"/>
                </a:cubicBezTo>
                <a:lnTo>
                  <a:pt x="364592" y="130860"/>
                </a:lnTo>
                <a:lnTo>
                  <a:pt x="383708" y="78303"/>
                </a:lnTo>
                <a:cubicBezTo>
                  <a:pt x="381062" y="72623"/>
                  <a:pt x="378729" y="69121"/>
                  <a:pt x="376709" y="67798"/>
                </a:cubicBezTo>
                <a:cubicBezTo>
                  <a:pt x="374690" y="66473"/>
                  <a:pt x="371138" y="65810"/>
                  <a:pt x="366054" y="65810"/>
                </a:cubicBezTo>
                <a:lnTo>
                  <a:pt x="366054" y="58498"/>
                </a:lnTo>
                <a:lnTo>
                  <a:pt x="413270" y="58498"/>
                </a:lnTo>
                <a:lnTo>
                  <a:pt x="413270" y="65810"/>
                </a:lnTo>
                <a:lnTo>
                  <a:pt x="409301" y="65810"/>
                </a:lnTo>
                <a:cubicBezTo>
                  <a:pt x="405680" y="65810"/>
                  <a:pt x="403190" y="66276"/>
                  <a:pt x="401832" y="67207"/>
                </a:cubicBezTo>
                <a:cubicBezTo>
                  <a:pt x="400474" y="68139"/>
                  <a:pt x="399795" y="69432"/>
                  <a:pt x="399795" y="71089"/>
                </a:cubicBezTo>
                <a:cubicBezTo>
                  <a:pt x="399795" y="72331"/>
                  <a:pt x="400108" y="73781"/>
                  <a:pt x="400735" y="75437"/>
                </a:cubicBezTo>
                <a:lnTo>
                  <a:pt x="422985" y="130860"/>
                </a:lnTo>
                <a:lnTo>
                  <a:pt x="440639" y="81607"/>
                </a:lnTo>
                <a:cubicBezTo>
                  <a:pt x="441823" y="78351"/>
                  <a:pt x="442415" y="75579"/>
                  <a:pt x="442415" y="73292"/>
                </a:cubicBezTo>
                <a:cubicBezTo>
                  <a:pt x="442415" y="71007"/>
                  <a:pt x="441509" y="69241"/>
                  <a:pt x="439699" y="67994"/>
                </a:cubicBezTo>
                <a:cubicBezTo>
                  <a:pt x="437888" y="66747"/>
                  <a:pt x="434476" y="66019"/>
                  <a:pt x="429462" y="65810"/>
                </a:cubicBezTo>
                <a:lnTo>
                  <a:pt x="429462" y="58498"/>
                </a:lnTo>
                <a:lnTo>
                  <a:pt x="467590" y="58498"/>
                </a:lnTo>
                <a:lnTo>
                  <a:pt x="467590" y="65810"/>
                </a:lnTo>
                <a:cubicBezTo>
                  <a:pt x="462854" y="66572"/>
                  <a:pt x="459268" y="68043"/>
                  <a:pt x="456830" y="70224"/>
                </a:cubicBezTo>
                <a:cubicBezTo>
                  <a:pt x="454393" y="72402"/>
                  <a:pt x="452339" y="75739"/>
                  <a:pt x="450667" y="80235"/>
                </a:cubicBezTo>
                <a:lnTo>
                  <a:pt x="422254" y="159407"/>
                </a:lnTo>
                <a:lnTo>
                  <a:pt x="416195" y="159407"/>
                </a:lnTo>
                <a:lnTo>
                  <a:pt x="388618" y="90917"/>
                </a:lnTo>
                <a:lnTo>
                  <a:pt x="363965" y="159407"/>
                </a:lnTo>
                <a:lnTo>
                  <a:pt x="357906" y="159407"/>
                </a:lnTo>
                <a:lnTo>
                  <a:pt x="322808" y="72829"/>
                </a:lnTo>
                <a:cubicBezTo>
                  <a:pt x="321693" y="70145"/>
                  <a:pt x="320440" y="68339"/>
                  <a:pt x="319047" y="67410"/>
                </a:cubicBezTo>
                <a:cubicBezTo>
                  <a:pt x="317654" y="66480"/>
                  <a:pt x="315286" y="65947"/>
                  <a:pt x="311944" y="65810"/>
                </a:cubicBezTo>
                <a:lnTo>
                  <a:pt x="311944" y="58498"/>
                </a:lnTo>
                <a:close/>
                <a:moveTo>
                  <a:pt x="486846" y="1880"/>
                </a:moveTo>
                <a:lnTo>
                  <a:pt x="609274" y="1880"/>
                </a:lnTo>
                <a:lnTo>
                  <a:pt x="612199" y="54111"/>
                </a:lnTo>
                <a:lnTo>
                  <a:pt x="605200" y="54111"/>
                </a:lnTo>
                <a:cubicBezTo>
                  <a:pt x="602414" y="37675"/>
                  <a:pt x="598009" y="26185"/>
                  <a:pt x="591986" y="19639"/>
                </a:cubicBezTo>
                <a:cubicBezTo>
                  <a:pt x="585962" y="13092"/>
                  <a:pt x="578110" y="9819"/>
                  <a:pt x="568430" y="9819"/>
                </a:cubicBezTo>
                <a:lnTo>
                  <a:pt x="538136" y="9819"/>
                </a:lnTo>
                <a:cubicBezTo>
                  <a:pt x="535699" y="9819"/>
                  <a:pt x="533853" y="10479"/>
                  <a:pt x="532600" y="11798"/>
                </a:cubicBezTo>
                <a:cubicBezTo>
                  <a:pt x="531346" y="13116"/>
                  <a:pt x="530720" y="15129"/>
                  <a:pt x="530720" y="17837"/>
                </a:cubicBezTo>
                <a:lnTo>
                  <a:pt x="530720" y="72705"/>
                </a:lnTo>
                <a:lnTo>
                  <a:pt x="543986" y="72705"/>
                </a:lnTo>
                <a:cubicBezTo>
                  <a:pt x="551089" y="72705"/>
                  <a:pt x="556852" y="70154"/>
                  <a:pt x="561274" y="65053"/>
                </a:cubicBezTo>
                <a:cubicBezTo>
                  <a:pt x="565696" y="59952"/>
                  <a:pt x="568082" y="52126"/>
                  <a:pt x="568430" y="41575"/>
                </a:cubicBezTo>
                <a:lnTo>
                  <a:pt x="575638" y="41575"/>
                </a:lnTo>
                <a:lnTo>
                  <a:pt x="575638" y="113444"/>
                </a:lnTo>
                <a:lnTo>
                  <a:pt x="568430" y="113444"/>
                </a:lnTo>
                <a:cubicBezTo>
                  <a:pt x="568082" y="101568"/>
                  <a:pt x="565662" y="93063"/>
                  <a:pt x="561170" y="87930"/>
                </a:cubicBezTo>
                <a:cubicBezTo>
                  <a:pt x="556678" y="82794"/>
                  <a:pt x="550567" y="80226"/>
                  <a:pt x="542837" y="80226"/>
                </a:cubicBezTo>
                <a:lnTo>
                  <a:pt x="530720" y="80226"/>
                </a:lnTo>
                <a:lnTo>
                  <a:pt x="530720" y="141648"/>
                </a:lnTo>
                <a:cubicBezTo>
                  <a:pt x="530720" y="143877"/>
                  <a:pt x="531468" y="145583"/>
                  <a:pt x="532965" y="146767"/>
                </a:cubicBezTo>
                <a:cubicBezTo>
                  <a:pt x="534463" y="147951"/>
                  <a:pt x="536952" y="148543"/>
                  <a:pt x="540434" y="148543"/>
                </a:cubicBezTo>
                <a:lnTo>
                  <a:pt x="564356" y="148543"/>
                </a:lnTo>
                <a:cubicBezTo>
                  <a:pt x="590332" y="148543"/>
                  <a:pt x="605304" y="131968"/>
                  <a:pt x="609274" y="98820"/>
                </a:cubicBezTo>
                <a:lnTo>
                  <a:pt x="616795" y="98820"/>
                </a:lnTo>
                <a:lnTo>
                  <a:pt x="614183" y="156482"/>
                </a:lnTo>
                <a:lnTo>
                  <a:pt x="486846" y="156482"/>
                </a:lnTo>
                <a:lnTo>
                  <a:pt x="486846" y="148543"/>
                </a:lnTo>
                <a:lnTo>
                  <a:pt x="497397" y="148543"/>
                </a:lnTo>
                <a:cubicBezTo>
                  <a:pt x="501505" y="148543"/>
                  <a:pt x="504395" y="147830"/>
                  <a:pt x="506067" y="146405"/>
                </a:cubicBezTo>
                <a:cubicBezTo>
                  <a:pt x="507738" y="144977"/>
                  <a:pt x="508574" y="142906"/>
                  <a:pt x="508574" y="140193"/>
                </a:cubicBezTo>
                <a:lnTo>
                  <a:pt x="508574" y="17856"/>
                </a:lnTo>
                <a:cubicBezTo>
                  <a:pt x="508574" y="15142"/>
                  <a:pt x="507843" y="13125"/>
                  <a:pt x="506380" y="11804"/>
                </a:cubicBezTo>
                <a:cubicBezTo>
                  <a:pt x="504918" y="10481"/>
                  <a:pt x="502620" y="9819"/>
                  <a:pt x="499486" y="9819"/>
                </a:cubicBezTo>
                <a:lnTo>
                  <a:pt x="486846" y="9819"/>
                </a:lnTo>
                <a:lnTo>
                  <a:pt x="486846" y="1880"/>
                </a:lnTo>
                <a:close/>
                <a:moveTo>
                  <a:pt x="690205" y="2089"/>
                </a:moveTo>
                <a:lnTo>
                  <a:pt x="728438" y="209"/>
                </a:lnTo>
                <a:lnTo>
                  <a:pt x="728438" y="134033"/>
                </a:lnTo>
                <a:cubicBezTo>
                  <a:pt x="728438" y="139251"/>
                  <a:pt x="729430" y="142975"/>
                  <a:pt x="731415" y="145203"/>
                </a:cubicBezTo>
                <a:cubicBezTo>
                  <a:pt x="733400" y="147430"/>
                  <a:pt x="736377" y="148543"/>
                  <a:pt x="740347" y="148543"/>
                </a:cubicBezTo>
                <a:lnTo>
                  <a:pt x="747136" y="148543"/>
                </a:lnTo>
                <a:lnTo>
                  <a:pt x="747136" y="156482"/>
                </a:lnTo>
                <a:lnTo>
                  <a:pt x="713709" y="156482"/>
                </a:lnTo>
                <a:lnTo>
                  <a:pt x="711202" y="136618"/>
                </a:lnTo>
                <a:cubicBezTo>
                  <a:pt x="707233" y="143693"/>
                  <a:pt x="702584" y="149016"/>
                  <a:pt x="697257" y="152587"/>
                </a:cubicBezTo>
                <a:cubicBezTo>
                  <a:pt x="691929" y="156159"/>
                  <a:pt x="685957" y="157944"/>
                  <a:pt x="679342" y="157944"/>
                </a:cubicBezTo>
                <a:cubicBezTo>
                  <a:pt x="668199" y="157944"/>
                  <a:pt x="658711" y="153274"/>
                  <a:pt x="650876" y="143934"/>
                </a:cubicBezTo>
                <a:cubicBezTo>
                  <a:pt x="643042" y="134591"/>
                  <a:pt x="639124" y="122251"/>
                  <a:pt x="639124" y="106915"/>
                </a:cubicBezTo>
                <a:cubicBezTo>
                  <a:pt x="639124" y="90324"/>
                  <a:pt x="644138" y="77079"/>
                  <a:pt x="654167" y="67181"/>
                </a:cubicBezTo>
                <a:cubicBezTo>
                  <a:pt x="662036" y="59442"/>
                  <a:pt x="671089" y="55573"/>
                  <a:pt x="681326" y="55573"/>
                </a:cubicBezTo>
                <a:cubicBezTo>
                  <a:pt x="687594" y="55573"/>
                  <a:pt x="693217" y="57150"/>
                  <a:pt x="698197" y="60303"/>
                </a:cubicBezTo>
                <a:cubicBezTo>
                  <a:pt x="703176" y="63456"/>
                  <a:pt x="707511" y="68221"/>
                  <a:pt x="711202" y="74598"/>
                </a:cubicBezTo>
                <a:lnTo>
                  <a:pt x="711202" y="19505"/>
                </a:lnTo>
                <a:cubicBezTo>
                  <a:pt x="711202" y="16589"/>
                  <a:pt x="710070" y="14281"/>
                  <a:pt x="707807" y="12581"/>
                </a:cubicBezTo>
                <a:cubicBezTo>
                  <a:pt x="705544" y="10879"/>
                  <a:pt x="702010" y="10028"/>
                  <a:pt x="697204" y="10028"/>
                </a:cubicBezTo>
                <a:lnTo>
                  <a:pt x="690205" y="10028"/>
                </a:lnTo>
                <a:lnTo>
                  <a:pt x="690205" y="2089"/>
                </a:lnTo>
                <a:moveTo>
                  <a:pt x="684147" y="64348"/>
                </a:moveTo>
                <a:cubicBezTo>
                  <a:pt x="676626" y="64348"/>
                  <a:pt x="670654" y="67451"/>
                  <a:pt x="666232" y="73658"/>
                </a:cubicBezTo>
                <a:cubicBezTo>
                  <a:pt x="661810" y="79862"/>
                  <a:pt x="659599" y="90320"/>
                  <a:pt x="659599" y="105032"/>
                </a:cubicBezTo>
                <a:cubicBezTo>
                  <a:pt x="659599" y="121001"/>
                  <a:pt x="661862" y="132246"/>
                  <a:pt x="666388" y="138766"/>
                </a:cubicBezTo>
                <a:cubicBezTo>
                  <a:pt x="670915" y="145284"/>
                  <a:pt x="676730" y="148543"/>
                  <a:pt x="683833" y="148543"/>
                </a:cubicBezTo>
                <a:cubicBezTo>
                  <a:pt x="691424" y="148543"/>
                  <a:pt x="697918" y="144900"/>
                  <a:pt x="703315" y="137614"/>
                </a:cubicBezTo>
                <a:cubicBezTo>
                  <a:pt x="708712" y="130328"/>
                  <a:pt x="711411" y="119677"/>
                  <a:pt x="711411" y="105662"/>
                </a:cubicBezTo>
                <a:cubicBezTo>
                  <a:pt x="711411" y="92413"/>
                  <a:pt x="708521" y="81988"/>
                  <a:pt x="702741" y="74389"/>
                </a:cubicBezTo>
                <a:cubicBezTo>
                  <a:pt x="697727" y="67695"/>
                  <a:pt x="691529" y="64348"/>
                  <a:pt x="684147" y="64348"/>
                </a:cubicBezTo>
                <a:close/>
                <a:moveTo>
                  <a:pt x="782711" y="0"/>
                </a:moveTo>
                <a:cubicBezTo>
                  <a:pt x="785845" y="0"/>
                  <a:pt x="788595" y="1189"/>
                  <a:pt x="790963" y="3568"/>
                </a:cubicBezTo>
                <a:cubicBezTo>
                  <a:pt x="793331" y="5947"/>
                  <a:pt x="794515" y="8744"/>
                  <a:pt x="794515" y="11961"/>
                </a:cubicBezTo>
                <a:cubicBezTo>
                  <a:pt x="794515" y="15110"/>
                  <a:pt x="793366" y="17839"/>
                  <a:pt x="791068" y="20148"/>
                </a:cubicBezTo>
                <a:cubicBezTo>
                  <a:pt x="788770" y="22455"/>
                  <a:pt x="786019" y="23608"/>
                  <a:pt x="782815" y="23608"/>
                </a:cubicBezTo>
                <a:cubicBezTo>
                  <a:pt x="779612" y="23608"/>
                  <a:pt x="776844" y="22436"/>
                  <a:pt x="774511" y="20092"/>
                </a:cubicBezTo>
                <a:cubicBezTo>
                  <a:pt x="772178" y="17748"/>
                  <a:pt x="771011" y="15003"/>
                  <a:pt x="771011" y="11856"/>
                </a:cubicBezTo>
                <a:cubicBezTo>
                  <a:pt x="771011" y="8709"/>
                  <a:pt x="772195" y="5947"/>
                  <a:pt x="774563" y="3568"/>
                </a:cubicBezTo>
                <a:cubicBezTo>
                  <a:pt x="776931" y="1189"/>
                  <a:pt x="779647" y="0"/>
                  <a:pt x="782711" y="0"/>
                </a:cubicBezTo>
                <a:moveTo>
                  <a:pt x="755656" y="58707"/>
                </a:moveTo>
                <a:lnTo>
                  <a:pt x="794515" y="57453"/>
                </a:lnTo>
                <a:lnTo>
                  <a:pt x="794515" y="141551"/>
                </a:lnTo>
                <a:cubicBezTo>
                  <a:pt x="794515" y="143846"/>
                  <a:pt x="795072" y="145482"/>
                  <a:pt x="796186" y="146457"/>
                </a:cubicBezTo>
                <a:cubicBezTo>
                  <a:pt x="797788" y="147848"/>
                  <a:pt x="799808" y="148543"/>
                  <a:pt x="802245" y="148543"/>
                </a:cubicBezTo>
                <a:lnTo>
                  <a:pt x="813318" y="148543"/>
                </a:lnTo>
                <a:lnTo>
                  <a:pt x="813318" y="156482"/>
                </a:lnTo>
                <a:lnTo>
                  <a:pt x="757745" y="156482"/>
                </a:lnTo>
                <a:lnTo>
                  <a:pt x="757745" y="148543"/>
                </a:lnTo>
                <a:lnTo>
                  <a:pt x="768086" y="148543"/>
                </a:lnTo>
                <a:cubicBezTo>
                  <a:pt x="771151" y="148543"/>
                  <a:pt x="773396" y="147797"/>
                  <a:pt x="774824" y="146307"/>
                </a:cubicBezTo>
                <a:cubicBezTo>
                  <a:pt x="776252" y="144814"/>
                  <a:pt x="776966" y="142645"/>
                  <a:pt x="776966" y="139801"/>
                </a:cubicBezTo>
                <a:lnTo>
                  <a:pt x="776966" y="78404"/>
                </a:lnTo>
                <a:cubicBezTo>
                  <a:pt x="776966" y="74520"/>
                  <a:pt x="775851" y="71589"/>
                  <a:pt x="773623" y="69613"/>
                </a:cubicBezTo>
                <a:cubicBezTo>
                  <a:pt x="771394" y="67635"/>
                  <a:pt x="768086" y="66646"/>
                  <a:pt x="763699" y="66646"/>
                </a:cubicBezTo>
                <a:lnTo>
                  <a:pt x="755656" y="66646"/>
                </a:lnTo>
                <a:lnTo>
                  <a:pt x="755656" y="58707"/>
                </a:lnTo>
                <a:close/>
                <a:moveTo>
                  <a:pt x="850623" y="18594"/>
                </a:moveTo>
                <a:lnTo>
                  <a:pt x="857726" y="18594"/>
                </a:lnTo>
                <a:lnTo>
                  <a:pt x="857726" y="58498"/>
                </a:lnTo>
                <a:lnTo>
                  <a:pt x="889377" y="58498"/>
                </a:lnTo>
                <a:lnTo>
                  <a:pt x="889377" y="68108"/>
                </a:lnTo>
                <a:lnTo>
                  <a:pt x="857726" y="68108"/>
                </a:lnTo>
                <a:lnTo>
                  <a:pt x="857726" y="130889"/>
                </a:lnTo>
                <a:cubicBezTo>
                  <a:pt x="857726" y="136321"/>
                  <a:pt x="859014" y="140482"/>
                  <a:pt x="861591" y="143372"/>
                </a:cubicBezTo>
                <a:cubicBezTo>
                  <a:pt x="864168" y="146262"/>
                  <a:pt x="867441" y="147707"/>
                  <a:pt x="871410" y="147707"/>
                </a:cubicBezTo>
                <a:cubicBezTo>
                  <a:pt x="876146" y="147707"/>
                  <a:pt x="880185" y="145522"/>
                  <a:pt x="883528" y="141152"/>
                </a:cubicBezTo>
                <a:cubicBezTo>
                  <a:pt x="886870" y="136780"/>
                  <a:pt x="888820" y="129564"/>
                  <a:pt x="889377" y="119503"/>
                </a:cubicBezTo>
                <a:lnTo>
                  <a:pt x="896376" y="119503"/>
                </a:lnTo>
                <a:cubicBezTo>
                  <a:pt x="895959" y="132526"/>
                  <a:pt x="892999" y="142188"/>
                  <a:pt x="887497" y="148491"/>
                </a:cubicBezTo>
                <a:cubicBezTo>
                  <a:pt x="881996" y="154793"/>
                  <a:pt x="874857" y="157944"/>
                  <a:pt x="866083" y="157944"/>
                </a:cubicBezTo>
                <a:cubicBezTo>
                  <a:pt x="858005" y="157944"/>
                  <a:pt x="851685" y="155731"/>
                  <a:pt x="847123" y="151305"/>
                </a:cubicBezTo>
                <a:cubicBezTo>
                  <a:pt x="842562" y="146876"/>
                  <a:pt x="840281" y="141071"/>
                  <a:pt x="840281" y="133889"/>
                </a:cubicBezTo>
                <a:lnTo>
                  <a:pt x="840281" y="68108"/>
                </a:lnTo>
                <a:lnTo>
                  <a:pt x="823254" y="68108"/>
                </a:lnTo>
                <a:lnTo>
                  <a:pt x="823254" y="60796"/>
                </a:lnTo>
                <a:cubicBezTo>
                  <a:pt x="830984" y="59473"/>
                  <a:pt x="836869" y="56235"/>
                  <a:pt x="840908" y="51081"/>
                </a:cubicBezTo>
                <a:cubicBezTo>
                  <a:pt x="846897" y="43351"/>
                  <a:pt x="850135" y="32522"/>
                  <a:pt x="850623" y="185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FlowEdit">
            <a:extLst xmlns:a="http://schemas.openxmlformats.org/drawingml/2006/main">
              <a:ext uri="{FF2B5EF4-FFF2-40B4-BE49-F238E27FC236}">
                <a16:creationId xmlns:a16="http://schemas.microsoft.com/office/drawing/2014/main" id="{D2B84998-4740-4FC5-9E6E-DB33948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457" y="79566"/>
            <a:ext cx="896376" cy="159407"/>
          </a:xfrm>
          <a:custGeom xmlns:a="http://schemas.openxmlformats.org/drawingml/2006/main">
            <a:pathLst>
              <a:path w="896376" h="159407" fill="none">
                <a:moveTo>
                  <a:pt x="0" y="1880"/>
                </a:moveTo>
                <a:lnTo>
                  <a:pt x="125666" y="1880"/>
                </a:lnTo>
                <a:lnTo>
                  <a:pt x="127755" y="55364"/>
                </a:lnTo>
                <a:lnTo>
                  <a:pt x="120547" y="55364"/>
                </a:lnTo>
                <a:cubicBezTo>
                  <a:pt x="117344" y="37020"/>
                  <a:pt x="112852" y="25069"/>
                  <a:pt x="107072" y="19511"/>
                </a:cubicBezTo>
                <a:cubicBezTo>
                  <a:pt x="100456" y="13050"/>
                  <a:pt x="91020" y="9819"/>
                  <a:pt x="78763" y="9819"/>
                </a:cubicBezTo>
                <a:lnTo>
                  <a:pt x="54006" y="9819"/>
                </a:lnTo>
                <a:cubicBezTo>
                  <a:pt x="51569" y="9819"/>
                  <a:pt x="49793" y="10392"/>
                  <a:pt x="48679" y="11536"/>
                </a:cubicBezTo>
                <a:cubicBezTo>
                  <a:pt x="47564" y="12679"/>
                  <a:pt x="47007" y="14393"/>
                  <a:pt x="47007" y="16678"/>
                </a:cubicBezTo>
                <a:lnTo>
                  <a:pt x="47007" y="72287"/>
                </a:lnTo>
                <a:lnTo>
                  <a:pt x="60274" y="72287"/>
                </a:lnTo>
                <a:cubicBezTo>
                  <a:pt x="67656" y="72287"/>
                  <a:pt x="73540" y="69849"/>
                  <a:pt x="77928" y="64974"/>
                </a:cubicBezTo>
                <a:cubicBezTo>
                  <a:pt x="82315" y="60100"/>
                  <a:pt x="84683" y="52578"/>
                  <a:pt x="85031" y="42411"/>
                </a:cubicBezTo>
                <a:lnTo>
                  <a:pt x="92552" y="42411"/>
                </a:lnTo>
                <a:lnTo>
                  <a:pt x="92552" y="112400"/>
                </a:lnTo>
                <a:lnTo>
                  <a:pt x="85031" y="112400"/>
                </a:lnTo>
                <a:cubicBezTo>
                  <a:pt x="84543" y="100839"/>
                  <a:pt x="82176" y="92587"/>
                  <a:pt x="77928" y="87642"/>
                </a:cubicBezTo>
                <a:cubicBezTo>
                  <a:pt x="73679" y="82698"/>
                  <a:pt x="67795" y="80226"/>
                  <a:pt x="60274" y="80226"/>
                </a:cubicBezTo>
                <a:lnTo>
                  <a:pt x="47007" y="80226"/>
                </a:lnTo>
                <a:lnTo>
                  <a:pt x="47007" y="139050"/>
                </a:lnTo>
                <a:cubicBezTo>
                  <a:pt x="47007" y="142528"/>
                  <a:pt x="47843" y="144979"/>
                  <a:pt x="49514" y="146405"/>
                </a:cubicBezTo>
                <a:cubicBezTo>
                  <a:pt x="51186" y="147830"/>
                  <a:pt x="54076" y="148543"/>
                  <a:pt x="58185" y="148543"/>
                </a:cubicBezTo>
                <a:lnTo>
                  <a:pt x="74271" y="148543"/>
                </a:lnTo>
                <a:lnTo>
                  <a:pt x="74271" y="156482"/>
                </a:lnTo>
                <a:lnTo>
                  <a:pt x="0" y="156482"/>
                </a:lnTo>
                <a:lnTo>
                  <a:pt x="0" y="148543"/>
                </a:lnTo>
                <a:lnTo>
                  <a:pt x="15878" y="148543"/>
                </a:lnTo>
                <a:cubicBezTo>
                  <a:pt x="19081" y="148543"/>
                  <a:pt x="21362" y="147900"/>
                  <a:pt x="22720" y="146614"/>
                </a:cubicBezTo>
                <a:cubicBezTo>
                  <a:pt x="24078" y="145325"/>
                  <a:pt x="24757" y="143220"/>
                  <a:pt x="24757" y="140297"/>
                </a:cubicBezTo>
                <a:lnTo>
                  <a:pt x="24757" y="17543"/>
                </a:lnTo>
                <a:cubicBezTo>
                  <a:pt x="24757" y="14759"/>
                  <a:pt x="24043" y="12777"/>
                  <a:pt x="22616" y="11595"/>
                </a:cubicBezTo>
                <a:cubicBezTo>
                  <a:pt x="21188" y="10411"/>
                  <a:pt x="18698" y="9819"/>
                  <a:pt x="15147" y="9819"/>
                </a:cubicBezTo>
                <a:lnTo>
                  <a:pt x="0" y="9819"/>
                </a:lnTo>
                <a:lnTo>
                  <a:pt x="0" y="1880"/>
                </a:lnTo>
                <a:close/>
                <a:moveTo>
                  <a:pt x="175495" y="209"/>
                </a:moveTo>
                <a:lnTo>
                  <a:pt x="175495" y="141965"/>
                </a:lnTo>
                <a:cubicBezTo>
                  <a:pt x="175495" y="143915"/>
                  <a:pt x="176087" y="145411"/>
                  <a:pt x="177271" y="146454"/>
                </a:cubicBezTo>
                <a:cubicBezTo>
                  <a:pt x="179012" y="147846"/>
                  <a:pt x="181136" y="148543"/>
                  <a:pt x="183643" y="148543"/>
                </a:cubicBezTo>
                <a:lnTo>
                  <a:pt x="193985" y="148543"/>
                </a:lnTo>
                <a:lnTo>
                  <a:pt x="193985" y="156482"/>
                </a:lnTo>
                <a:lnTo>
                  <a:pt x="138621" y="156482"/>
                </a:lnTo>
                <a:lnTo>
                  <a:pt x="138621" y="148543"/>
                </a:lnTo>
                <a:lnTo>
                  <a:pt x="148440" y="148543"/>
                </a:lnTo>
                <a:cubicBezTo>
                  <a:pt x="151643" y="148543"/>
                  <a:pt x="154029" y="147779"/>
                  <a:pt x="155595" y="146251"/>
                </a:cubicBezTo>
                <a:cubicBezTo>
                  <a:pt x="157162" y="144721"/>
                  <a:pt x="157946" y="142567"/>
                  <a:pt x="157946" y="139788"/>
                </a:cubicBezTo>
                <a:lnTo>
                  <a:pt x="157946" y="20970"/>
                </a:lnTo>
                <a:cubicBezTo>
                  <a:pt x="157946" y="17497"/>
                  <a:pt x="157006" y="14962"/>
                  <a:pt x="155125" y="13364"/>
                </a:cubicBezTo>
                <a:cubicBezTo>
                  <a:pt x="152549" y="11140"/>
                  <a:pt x="149380" y="10028"/>
                  <a:pt x="145620" y="10028"/>
                </a:cubicBezTo>
                <a:lnTo>
                  <a:pt x="136845" y="10028"/>
                </a:lnTo>
                <a:lnTo>
                  <a:pt x="136845" y="2089"/>
                </a:lnTo>
                <a:lnTo>
                  <a:pt x="175495" y="209"/>
                </a:lnTo>
                <a:close/>
                <a:moveTo>
                  <a:pt x="252182" y="55573"/>
                </a:moveTo>
                <a:cubicBezTo>
                  <a:pt x="265344" y="55573"/>
                  <a:pt x="276399" y="60331"/>
                  <a:pt x="285348" y="69848"/>
                </a:cubicBezTo>
                <a:cubicBezTo>
                  <a:pt x="294297" y="79363"/>
                  <a:pt x="298771" y="91893"/>
                  <a:pt x="298771" y="107438"/>
                </a:cubicBezTo>
                <a:cubicBezTo>
                  <a:pt x="298771" y="118173"/>
                  <a:pt x="296769" y="127323"/>
                  <a:pt x="292765" y="134888"/>
                </a:cubicBezTo>
                <a:cubicBezTo>
                  <a:pt x="288760" y="142450"/>
                  <a:pt x="283050" y="148427"/>
                  <a:pt x="275633" y="152819"/>
                </a:cubicBezTo>
                <a:cubicBezTo>
                  <a:pt x="268216" y="157211"/>
                  <a:pt x="260225" y="159407"/>
                  <a:pt x="251659" y="159407"/>
                </a:cubicBezTo>
                <a:cubicBezTo>
                  <a:pt x="238985" y="159407"/>
                  <a:pt x="228243" y="154597"/>
                  <a:pt x="219433" y="144978"/>
                </a:cubicBezTo>
                <a:cubicBezTo>
                  <a:pt x="210624" y="135357"/>
                  <a:pt x="206219" y="122878"/>
                  <a:pt x="206219" y="107542"/>
                </a:cubicBezTo>
                <a:cubicBezTo>
                  <a:pt x="206219" y="92136"/>
                  <a:pt x="210641" y="79624"/>
                  <a:pt x="219486" y="70005"/>
                </a:cubicBezTo>
                <a:cubicBezTo>
                  <a:pt x="228330" y="60384"/>
                  <a:pt x="239229" y="55573"/>
                  <a:pt x="252182" y="55573"/>
                </a:cubicBezTo>
                <a:moveTo>
                  <a:pt x="252182" y="63094"/>
                </a:moveTo>
                <a:cubicBezTo>
                  <a:pt x="244382" y="63094"/>
                  <a:pt x="237975" y="66624"/>
                  <a:pt x="232961" y="73684"/>
                </a:cubicBezTo>
                <a:cubicBezTo>
                  <a:pt x="227947" y="80744"/>
                  <a:pt x="225440" y="91890"/>
                  <a:pt x="225440" y="107124"/>
                </a:cubicBezTo>
                <a:cubicBezTo>
                  <a:pt x="225440" y="122637"/>
                  <a:pt x="227929" y="133975"/>
                  <a:pt x="232909" y="141139"/>
                </a:cubicBezTo>
                <a:cubicBezTo>
                  <a:pt x="237888" y="148303"/>
                  <a:pt x="244312" y="151886"/>
                  <a:pt x="252182" y="151886"/>
                </a:cubicBezTo>
                <a:cubicBezTo>
                  <a:pt x="260330" y="151886"/>
                  <a:pt x="266928" y="148303"/>
                  <a:pt x="271977" y="141139"/>
                </a:cubicBezTo>
                <a:cubicBezTo>
                  <a:pt x="277026" y="133975"/>
                  <a:pt x="279550" y="122255"/>
                  <a:pt x="279550" y="105978"/>
                </a:cubicBezTo>
                <a:cubicBezTo>
                  <a:pt x="279550" y="90884"/>
                  <a:pt x="277061" y="79963"/>
                  <a:pt x="272081" y="73217"/>
                </a:cubicBezTo>
                <a:cubicBezTo>
                  <a:pt x="267102" y="66468"/>
                  <a:pt x="260469" y="63094"/>
                  <a:pt x="252182" y="63094"/>
                </a:cubicBezTo>
                <a:close/>
                <a:moveTo>
                  <a:pt x="311944" y="58498"/>
                </a:moveTo>
                <a:lnTo>
                  <a:pt x="354877" y="58498"/>
                </a:lnTo>
                <a:lnTo>
                  <a:pt x="354877" y="65810"/>
                </a:lnTo>
                <a:lnTo>
                  <a:pt x="349236" y="65810"/>
                </a:lnTo>
                <a:cubicBezTo>
                  <a:pt x="346450" y="65810"/>
                  <a:pt x="344466" y="66242"/>
                  <a:pt x="343282" y="67106"/>
                </a:cubicBezTo>
                <a:cubicBezTo>
                  <a:pt x="342098" y="67968"/>
                  <a:pt x="341506" y="69123"/>
                  <a:pt x="341506" y="70573"/>
                </a:cubicBezTo>
                <a:cubicBezTo>
                  <a:pt x="341506" y="72090"/>
                  <a:pt x="341854" y="73711"/>
                  <a:pt x="342551" y="75437"/>
                </a:cubicBezTo>
                <a:lnTo>
                  <a:pt x="364592" y="130860"/>
                </a:lnTo>
                <a:lnTo>
                  <a:pt x="383708" y="78303"/>
                </a:lnTo>
                <a:cubicBezTo>
                  <a:pt x="381062" y="72623"/>
                  <a:pt x="378729" y="69121"/>
                  <a:pt x="376709" y="67798"/>
                </a:cubicBezTo>
                <a:cubicBezTo>
                  <a:pt x="374690" y="66473"/>
                  <a:pt x="371138" y="65810"/>
                  <a:pt x="366054" y="65810"/>
                </a:cubicBezTo>
                <a:lnTo>
                  <a:pt x="366054" y="58498"/>
                </a:lnTo>
                <a:lnTo>
                  <a:pt x="413270" y="58498"/>
                </a:lnTo>
                <a:lnTo>
                  <a:pt x="413270" y="65810"/>
                </a:lnTo>
                <a:lnTo>
                  <a:pt x="409301" y="65810"/>
                </a:lnTo>
                <a:cubicBezTo>
                  <a:pt x="405680" y="65810"/>
                  <a:pt x="403190" y="66276"/>
                  <a:pt x="401832" y="67207"/>
                </a:cubicBezTo>
                <a:cubicBezTo>
                  <a:pt x="400474" y="68139"/>
                  <a:pt x="399795" y="69432"/>
                  <a:pt x="399795" y="71089"/>
                </a:cubicBezTo>
                <a:cubicBezTo>
                  <a:pt x="399795" y="72331"/>
                  <a:pt x="400108" y="73781"/>
                  <a:pt x="400735" y="75437"/>
                </a:cubicBezTo>
                <a:lnTo>
                  <a:pt x="422985" y="130860"/>
                </a:lnTo>
                <a:lnTo>
                  <a:pt x="440639" y="81607"/>
                </a:lnTo>
                <a:cubicBezTo>
                  <a:pt x="441823" y="78351"/>
                  <a:pt x="442415" y="75579"/>
                  <a:pt x="442415" y="73292"/>
                </a:cubicBezTo>
                <a:cubicBezTo>
                  <a:pt x="442415" y="71007"/>
                  <a:pt x="441509" y="69241"/>
                  <a:pt x="439699" y="67994"/>
                </a:cubicBezTo>
                <a:cubicBezTo>
                  <a:pt x="437888" y="66747"/>
                  <a:pt x="434476" y="66019"/>
                  <a:pt x="429462" y="65810"/>
                </a:cubicBezTo>
                <a:lnTo>
                  <a:pt x="429462" y="58498"/>
                </a:lnTo>
                <a:lnTo>
                  <a:pt x="467590" y="58498"/>
                </a:lnTo>
                <a:lnTo>
                  <a:pt x="467590" y="65810"/>
                </a:lnTo>
                <a:cubicBezTo>
                  <a:pt x="462854" y="66572"/>
                  <a:pt x="459268" y="68043"/>
                  <a:pt x="456830" y="70224"/>
                </a:cubicBezTo>
                <a:cubicBezTo>
                  <a:pt x="454393" y="72402"/>
                  <a:pt x="452339" y="75739"/>
                  <a:pt x="450667" y="80235"/>
                </a:cubicBezTo>
                <a:lnTo>
                  <a:pt x="422254" y="159407"/>
                </a:lnTo>
                <a:lnTo>
                  <a:pt x="416195" y="159407"/>
                </a:lnTo>
                <a:lnTo>
                  <a:pt x="388618" y="90917"/>
                </a:lnTo>
                <a:lnTo>
                  <a:pt x="363965" y="159407"/>
                </a:lnTo>
                <a:lnTo>
                  <a:pt x="357906" y="159407"/>
                </a:lnTo>
                <a:lnTo>
                  <a:pt x="322808" y="72829"/>
                </a:lnTo>
                <a:cubicBezTo>
                  <a:pt x="321693" y="70145"/>
                  <a:pt x="320440" y="68339"/>
                  <a:pt x="319047" y="67410"/>
                </a:cubicBezTo>
                <a:cubicBezTo>
                  <a:pt x="317654" y="66480"/>
                  <a:pt x="315286" y="65947"/>
                  <a:pt x="311944" y="65810"/>
                </a:cubicBezTo>
                <a:lnTo>
                  <a:pt x="311944" y="58498"/>
                </a:lnTo>
                <a:close/>
                <a:moveTo>
                  <a:pt x="486846" y="1880"/>
                </a:moveTo>
                <a:lnTo>
                  <a:pt x="609274" y="1880"/>
                </a:lnTo>
                <a:lnTo>
                  <a:pt x="612199" y="54111"/>
                </a:lnTo>
                <a:lnTo>
                  <a:pt x="605200" y="54111"/>
                </a:lnTo>
                <a:cubicBezTo>
                  <a:pt x="602414" y="37675"/>
                  <a:pt x="598009" y="26185"/>
                  <a:pt x="591986" y="19639"/>
                </a:cubicBezTo>
                <a:cubicBezTo>
                  <a:pt x="585962" y="13092"/>
                  <a:pt x="578110" y="9819"/>
                  <a:pt x="568430" y="9819"/>
                </a:cubicBezTo>
                <a:lnTo>
                  <a:pt x="538136" y="9819"/>
                </a:lnTo>
                <a:cubicBezTo>
                  <a:pt x="535699" y="9819"/>
                  <a:pt x="533853" y="10479"/>
                  <a:pt x="532600" y="11798"/>
                </a:cubicBezTo>
                <a:cubicBezTo>
                  <a:pt x="531346" y="13116"/>
                  <a:pt x="530720" y="15129"/>
                  <a:pt x="530720" y="17837"/>
                </a:cubicBezTo>
                <a:lnTo>
                  <a:pt x="530720" y="72705"/>
                </a:lnTo>
                <a:lnTo>
                  <a:pt x="543986" y="72705"/>
                </a:lnTo>
                <a:cubicBezTo>
                  <a:pt x="551089" y="72705"/>
                  <a:pt x="556852" y="70154"/>
                  <a:pt x="561274" y="65053"/>
                </a:cubicBezTo>
                <a:cubicBezTo>
                  <a:pt x="565696" y="59952"/>
                  <a:pt x="568082" y="52126"/>
                  <a:pt x="568430" y="41575"/>
                </a:cubicBezTo>
                <a:lnTo>
                  <a:pt x="575638" y="41575"/>
                </a:lnTo>
                <a:lnTo>
                  <a:pt x="575638" y="113444"/>
                </a:lnTo>
                <a:lnTo>
                  <a:pt x="568430" y="113444"/>
                </a:lnTo>
                <a:cubicBezTo>
                  <a:pt x="568082" y="101568"/>
                  <a:pt x="565662" y="93063"/>
                  <a:pt x="561170" y="87930"/>
                </a:cubicBezTo>
                <a:cubicBezTo>
                  <a:pt x="556678" y="82794"/>
                  <a:pt x="550567" y="80226"/>
                  <a:pt x="542837" y="80226"/>
                </a:cubicBezTo>
                <a:lnTo>
                  <a:pt x="530720" y="80226"/>
                </a:lnTo>
                <a:lnTo>
                  <a:pt x="530720" y="141648"/>
                </a:lnTo>
                <a:cubicBezTo>
                  <a:pt x="530720" y="143877"/>
                  <a:pt x="531468" y="145583"/>
                  <a:pt x="532965" y="146767"/>
                </a:cubicBezTo>
                <a:cubicBezTo>
                  <a:pt x="534463" y="147951"/>
                  <a:pt x="536952" y="148543"/>
                  <a:pt x="540434" y="148543"/>
                </a:cubicBezTo>
                <a:lnTo>
                  <a:pt x="564356" y="148543"/>
                </a:lnTo>
                <a:cubicBezTo>
                  <a:pt x="590332" y="148543"/>
                  <a:pt x="605304" y="131968"/>
                  <a:pt x="609274" y="98820"/>
                </a:cubicBezTo>
                <a:lnTo>
                  <a:pt x="616795" y="98820"/>
                </a:lnTo>
                <a:lnTo>
                  <a:pt x="614183" y="156482"/>
                </a:lnTo>
                <a:lnTo>
                  <a:pt x="486846" y="156482"/>
                </a:lnTo>
                <a:lnTo>
                  <a:pt x="486846" y="148543"/>
                </a:lnTo>
                <a:lnTo>
                  <a:pt x="497397" y="148543"/>
                </a:lnTo>
                <a:cubicBezTo>
                  <a:pt x="501505" y="148543"/>
                  <a:pt x="504395" y="147830"/>
                  <a:pt x="506067" y="146405"/>
                </a:cubicBezTo>
                <a:cubicBezTo>
                  <a:pt x="507738" y="144977"/>
                  <a:pt x="508574" y="142906"/>
                  <a:pt x="508574" y="140193"/>
                </a:cubicBezTo>
                <a:lnTo>
                  <a:pt x="508574" y="17856"/>
                </a:lnTo>
                <a:cubicBezTo>
                  <a:pt x="508574" y="15142"/>
                  <a:pt x="507843" y="13125"/>
                  <a:pt x="506380" y="11804"/>
                </a:cubicBezTo>
                <a:cubicBezTo>
                  <a:pt x="504918" y="10481"/>
                  <a:pt x="502620" y="9819"/>
                  <a:pt x="499486" y="9819"/>
                </a:cubicBezTo>
                <a:lnTo>
                  <a:pt x="486846" y="9819"/>
                </a:lnTo>
                <a:lnTo>
                  <a:pt x="486846" y="1880"/>
                </a:lnTo>
                <a:close/>
                <a:moveTo>
                  <a:pt x="690205" y="2089"/>
                </a:moveTo>
                <a:lnTo>
                  <a:pt x="728438" y="209"/>
                </a:lnTo>
                <a:lnTo>
                  <a:pt x="728438" y="134033"/>
                </a:lnTo>
                <a:cubicBezTo>
                  <a:pt x="728438" y="139251"/>
                  <a:pt x="729430" y="142975"/>
                  <a:pt x="731415" y="145203"/>
                </a:cubicBezTo>
                <a:cubicBezTo>
                  <a:pt x="733400" y="147430"/>
                  <a:pt x="736377" y="148543"/>
                  <a:pt x="740347" y="148543"/>
                </a:cubicBezTo>
                <a:lnTo>
                  <a:pt x="747136" y="148543"/>
                </a:lnTo>
                <a:lnTo>
                  <a:pt x="747136" y="156482"/>
                </a:lnTo>
                <a:lnTo>
                  <a:pt x="713709" y="156482"/>
                </a:lnTo>
                <a:lnTo>
                  <a:pt x="711202" y="136618"/>
                </a:lnTo>
                <a:cubicBezTo>
                  <a:pt x="707233" y="143693"/>
                  <a:pt x="702584" y="149016"/>
                  <a:pt x="697257" y="152587"/>
                </a:cubicBezTo>
                <a:cubicBezTo>
                  <a:pt x="691929" y="156159"/>
                  <a:pt x="685957" y="157944"/>
                  <a:pt x="679342" y="157944"/>
                </a:cubicBezTo>
                <a:cubicBezTo>
                  <a:pt x="668199" y="157944"/>
                  <a:pt x="658711" y="153274"/>
                  <a:pt x="650876" y="143934"/>
                </a:cubicBezTo>
                <a:cubicBezTo>
                  <a:pt x="643042" y="134591"/>
                  <a:pt x="639124" y="122251"/>
                  <a:pt x="639124" y="106915"/>
                </a:cubicBezTo>
                <a:cubicBezTo>
                  <a:pt x="639124" y="90324"/>
                  <a:pt x="644138" y="77079"/>
                  <a:pt x="654167" y="67181"/>
                </a:cubicBezTo>
                <a:cubicBezTo>
                  <a:pt x="662036" y="59442"/>
                  <a:pt x="671089" y="55573"/>
                  <a:pt x="681326" y="55573"/>
                </a:cubicBezTo>
                <a:cubicBezTo>
                  <a:pt x="687594" y="55573"/>
                  <a:pt x="693217" y="57150"/>
                  <a:pt x="698197" y="60303"/>
                </a:cubicBezTo>
                <a:cubicBezTo>
                  <a:pt x="703176" y="63456"/>
                  <a:pt x="707511" y="68221"/>
                  <a:pt x="711202" y="74598"/>
                </a:cubicBezTo>
                <a:lnTo>
                  <a:pt x="711202" y="19505"/>
                </a:lnTo>
                <a:cubicBezTo>
                  <a:pt x="711202" y="16589"/>
                  <a:pt x="710070" y="14281"/>
                  <a:pt x="707807" y="12581"/>
                </a:cubicBezTo>
                <a:cubicBezTo>
                  <a:pt x="705544" y="10879"/>
                  <a:pt x="702010" y="10028"/>
                  <a:pt x="697204" y="10028"/>
                </a:cubicBezTo>
                <a:lnTo>
                  <a:pt x="690205" y="10028"/>
                </a:lnTo>
                <a:lnTo>
                  <a:pt x="690205" y="2089"/>
                </a:lnTo>
                <a:moveTo>
                  <a:pt x="684147" y="64348"/>
                </a:moveTo>
                <a:cubicBezTo>
                  <a:pt x="676626" y="64348"/>
                  <a:pt x="670654" y="67451"/>
                  <a:pt x="666232" y="73658"/>
                </a:cubicBezTo>
                <a:cubicBezTo>
                  <a:pt x="661810" y="79862"/>
                  <a:pt x="659599" y="90320"/>
                  <a:pt x="659599" y="105032"/>
                </a:cubicBezTo>
                <a:cubicBezTo>
                  <a:pt x="659599" y="121001"/>
                  <a:pt x="661862" y="132246"/>
                  <a:pt x="666388" y="138766"/>
                </a:cubicBezTo>
                <a:cubicBezTo>
                  <a:pt x="670915" y="145284"/>
                  <a:pt x="676730" y="148543"/>
                  <a:pt x="683833" y="148543"/>
                </a:cubicBezTo>
                <a:cubicBezTo>
                  <a:pt x="691424" y="148543"/>
                  <a:pt x="697918" y="144900"/>
                  <a:pt x="703315" y="137614"/>
                </a:cubicBezTo>
                <a:cubicBezTo>
                  <a:pt x="708712" y="130328"/>
                  <a:pt x="711411" y="119677"/>
                  <a:pt x="711411" y="105662"/>
                </a:cubicBezTo>
                <a:cubicBezTo>
                  <a:pt x="711411" y="92413"/>
                  <a:pt x="708521" y="81988"/>
                  <a:pt x="702741" y="74389"/>
                </a:cubicBezTo>
                <a:cubicBezTo>
                  <a:pt x="697727" y="67695"/>
                  <a:pt x="691529" y="64348"/>
                  <a:pt x="684147" y="64348"/>
                </a:cubicBezTo>
                <a:close/>
                <a:moveTo>
                  <a:pt x="782711" y="0"/>
                </a:moveTo>
                <a:cubicBezTo>
                  <a:pt x="785845" y="0"/>
                  <a:pt x="788595" y="1189"/>
                  <a:pt x="790963" y="3568"/>
                </a:cubicBezTo>
                <a:cubicBezTo>
                  <a:pt x="793331" y="5947"/>
                  <a:pt x="794515" y="8744"/>
                  <a:pt x="794515" y="11961"/>
                </a:cubicBezTo>
                <a:cubicBezTo>
                  <a:pt x="794515" y="15110"/>
                  <a:pt x="793366" y="17839"/>
                  <a:pt x="791068" y="20148"/>
                </a:cubicBezTo>
                <a:cubicBezTo>
                  <a:pt x="788770" y="22455"/>
                  <a:pt x="786019" y="23608"/>
                  <a:pt x="782815" y="23608"/>
                </a:cubicBezTo>
                <a:cubicBezTo>
                  <a:pt x="779612" y="23608"/>
                  <a:pt x="776844" y="22436"/>
                  <a:pt x="774511" y="20092"/>
                </a:cubicBezTo>
                <a:cubicBezTo>
                  <a:pt x="772178" y="17748"/>
                  <a:pt x="771011" y="15003"/>
                  <a:pt x="771011" y="11856"/>
                </a:cubicBezTo>
                <a:cubicBezTo>
                  <a:pt x="771011" y="8709"/>
                  <a:pt x="772195" y="5947"/>
                  <a:pt x="774563" y="3568"/>
                </a:cubicBezTo>
                <a:cubicBezTo>
                  <a:pt x="776931" y="1189"/>
                  <a:pt x="779647" y="0"/>
                  <a:pt x="782711" y="0"/>
                </a:cubicBezTo>
                <a:moveTo>
                  <a:pt x="755656" y="58707"/>
                </a:moveTo>
                <a:lnTo>
                  <a:pt x="794515" y="57453"/>
                </a:lnTo>
                <a:lnTo>
                  <a:pt x="794515" y="141551"/>
                </a:lnTo>
                <a:cubicBezTo>
                  <a:pt x="794515" y="143846"/>
                  <a:pt x="795072" y="145482"/>
                  <a:pt x="796186" y="146457"/>
                </a:cubicBezTo>
                <a:cubicBezTo>
                  <a:pt x="797788" y="147848"/>
                  <a:pt x="799808" y="148543"/>
                  <a:pt x="802245" y="148543"/>
                </a:cubicBezTo>
                <a:lnTo>
                  <a:pt x="813318" y="148543"/>
                </a:lnTo>
                <a:lnTo>
                  <a:pt x="813318" y="156482"/>
                </a:lnTo>
                <a:lnTo>
                  <a:pt x="757745" y="156482"/>
                </a:lnTo>
                <a:lnTo>
                  <a:pt x="757745" y="148543"/>
                </a:lnTo>
                <a:lnTo>
                  <a:pt x="768086" y="148543"/>
                </a:lnTo>
                <a:cubicBezTo>
                  <a:pt x="771151" y="148543"/>
                  <a:pt x="773396" y="147797"/>
                  <a:pt x="774824" y="146307"/>
                </a:cubicBezTo>
                <a:cubicBezTo>
                  <a:pt x="776252" y="144814"/>
                  <a:pt x="776966" y="142645"/>
                  <a:pt x="776966" y="139801"/>
                </a:cubicBezTo>
                <a:lnTo>
                  <a:pt x="776966" y="78404"/>
                </a:lnTo>
                <a:cubicBezTo>
                  <a:pt x="776966" y="74520"/>
                  <a:pt x="775851" y="71589"/>
                  <a:pt x="773623" y="69613"/>
                </a:cubicBezTo>
                <a:cubicBezTo>
                  <a:pt x="771394" y="67635"/>
                  <a:pt x="768086" y="66646"/>
                  <a:pt x="763699" y="66646"/>
                </a:cubicBezTo>
                <a:lnTo>
                  <a:pt x="755656" y="66646"/>
                </a:lnTo>
                <a:lnTo>
                  <a:pt x="755656" y="58707"/>
                </a:lnTo>
                <a:close/>
                <a:moveTo>
                  <a:pt x="850623" y="18594"/>
                </a:moveTo>
                <a:lnTo>
                  <a:pt x="857726" y="18594"/>
                </a:lnTo>
                <a:lnTo>
                  <a:pt x="857726" y="58498"/>
                </a:lnTo>
                <a:lnTo>
                  <a:pt x="889377" y="58498"/>
                </a:lnTo>
                <a:lnTo>
                  <a:pt x="889377" y="68108"/>
                </a:lnTo>
                <a:lnTo>
                  <a:pt x="857726" y="68108"/>
                </a:lnTo>
                <a:lnTo>
                  <a:pt x="857726" y="130889"/>
                </a:lnTo>
                <a:cubicBezTo>
                  <a:pt x="857726" y="136321"/>
                  <a:pt x="859014" y="140482"/>
                  <a:pt x="861591" y="143372"/>
                </a:cubicBezTo>
                <a:cubicBezTo>
                  <a:pt x="864168" y="146262"/>
                  <a:pt x="867441" y="147707"/>
                  <a:pt x="871410" y="147707"/>
                </a:cubicBezTo>
                <a:cubicBezTo>
                  <a:pt x="876146" y="147707"/>
                  <a:pt x="880185" y="145522"/>
                  <a:pt x="883528" y="141152"/>
                </a:cubicBezTo>
                <a:cubicBezTo>
                  <a:pt x="886870" y="136780"/>
                  <a:pt x="888820" y="129564"/>
                  <a:pt x="889377" y="119503"/>
                </a:cubicBezTo>
                <a:lnTo>
                  <a:pt x="896376" y="119503"/>
                </a:lnTo>
                <a:cubicBezTo>
                  <a:pt x="895959" y="132526"/>
                  <a:pt x="892999" y="142188"/>
                  <a:pt x="887497" y="148491"/>
                </a:cubicBezTo>
                <a:cubicBezTo>
                  <a:pt x="881996" y="154793"/>
                  <a:pt x="874857" y="157944"/>
                  <a:pt x="866083" y="157944"/>
                </a:cubicBezTo>
                <a:cubicBezTo>
                  <a:pt x="858005" y="157944"/>
                  <a:pt x="851685" y="155731"/>
                  <a:pt x="847123" y="151305"/>
                </a:cubicBezTo>
                <a:cubicBezTo>
                  <a:pt x="842562" y="146876"/>
                  <a:pt x="840281" y="141071"/>
                  <a:pt x="840281" y="133889"/>
                </a:cubicBezTo>
                <a:lnTo>
                  <a:pt x="840281" y="68108"/>
                </a:lnTo>
                <a:lnTo>
                  <a:pt x="823254" y="68108"/>
                </a:lnTo>
                <a:lnTo>
                  <a:pt x="823254" y="60796"/>
                </a:lnTo>
                <a:cubicBezTo>
                  <a:pt x="830984" y="59473"/>
                  <a:pt x="836869" y="56235"/>
                  <a:pt x="840908" y="51081"/>
                </a:cubicBezTo>
                <a:cubicBezTo>
                  <a:pt x="846897" y="43351"/>
                  <a:pt x="850135" y="32522"/>
                  <a:pt x="850623" y="1859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97a78a0c74ef3"/>
          <a:stretch xmlns:a="http://schemas.openxmlformats.org/drawingml/2006/main"/>
        </p:blipFill>
        <p:spPr>
          <a:xfrm xmlns:a="http://schemas.openxmlformats.org/drawingml/2006/main">
            <a:off x="13269112" y="4374287"/>
            <a:ext cx="807923" cy="807923"/>
          </a:xfrm>
          <a:prstGeom xmlns:a="http://schemas.openxmlformats.org/drawingml/2006/main" prst="rect">
            <a:avLst/>
          </a:prstGeom>
        </p:spPr>
      </p:pic>
      <p:sp>
        <p:nvSpPr>
          <p:cNvPr id="20" name="Text …">
            <a:extLst xmlns:a="http://schemas.openxmlformats.org/drawingml/2006/main">
              <a:ext uri="{FF2B5EF4-FFF2-40B4-BE49-F238E27FC236}">
                <a16:creationId xmlns:a16="http://schemas.microsoft.com/office/drawing/2014/main" id="{32BD285D-74D2-45BA-9CBE-3A5A079C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968" y="4781576"/>
            <a:ext cx="135765" cy="26648"/>
          </a:xfrm>
          <a:custGeom xmlns:a="http://schemas.openxmlformats.org/drawingml/2006/main">
            <a:pathLst>
              <a:path w="135765" h="26648">
                <a:moveTo>
                  <a:pt x="23202" y="0"/>
                </a:moveTo>
                <a:lnTo>
                  <a:pt x="23202" y="26648"/>
                </a:lnTo>
                <a:lnTo>
                  <a:pt x="0" y="26648"/>
                </a:lnTo>
                <a:lnTo>
                  <a:pt x="0" y="0"/>
                </a:lnTo>
                <a:lnTo>
                  <a:pt x="23202" y="0"/>
                </a:lnTo>
                <a:moveTo>
                  <a:pt x="79484" y="0"/>
                </a:moveTo>
                <a:lnTo>
                  <a:pt x="79484" y="26648"/>
                </a:lnTo>
                <a:lnTo>
                  <a:pt x="56282" y="26648"/>
                </a:lnTo>
                <a:lnTo>
                  <a:pt x="56282" y="0"/>
                </a:lnTo>
                <a:lnTo>
                  <a:pt x="79484" y="0"/>
                </a:lnTo>
                <a:moveTo>
                  <a:pt x="135765" y="0"/>
                </a:moveTo>
                <a:lnTo>
                  <a:pt x="135765" y="26648"/>
                </a:lnTo>
                <a:lnTo>
                  <a:pt x="112563" y="26648"/>
                </a:lnTo>
                <a:lnTo>
                  <a:pt x="112563" y="0"/>
                </a:lnTo>
                <a:lnTo>
                  <a:pt x="1357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…">
            <a:extLst xmlns:a="http://schemas.openxmlformats.org/drawingml/2006/main">
              <a:ext uri="{FF2B5EF4-FFF2-40B4-BE49-F238E27FC236}">
                <a16:creationId xmlns:a16="http://schemas.microsoft.com/office/drawing/2014/main" id="{004EDDCB-1869-4190-9BB0-13E9C57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4418" y="4788837"/>
            <a:ext cx="135815" cy="26657"/>
          </a:xfrm>
          <a:custGeom xmlns:a="http://schemas.openxmlformats.org/drawingml/2006/main">
            <a:pathLst>
              <a:path w="135815" h="26657">
                <a:moveTo>
                  <a:pt x="23210" y="0"/>
                </a:moveTo>
                <a:lnTo>
                  <a:pt x="23210" y="26657"/>
                </a:lnTo>
                <a:lnTo>
                  <a:pt x="0" y="26657"/>
                </a:lnTo>
                <a:lnTo>
                  <a:pt x="0" y="0"/>
                </a:lnTo>
                <a:lnTo>
                  <a:pt x="23210" y="0"/>
                </a:lnTo>
                <a:moveTo>
                  <a:pt x="79512" y="0"/>
                </a:moveTo>
                <a:lnTo>
                  <a:pt x="79512" y="26657"/>
                </a:lnTo>
                <a:lnTo>
                  <a:pt x="56302" y="26657"/>
                </a:lnTo>
                <a:lnTo>
                  <a:pt x="56302" y="0"/>
                </a:lnTo>
                <a:lnTo>
                  <a:pt x="79512" y="0"/>
                </a:lnTo>
                <a:moveTo>
                  <a:pt x="135815" y="0"/>
                </a:moveTo>
                <a:lnTo>
                  <a:pt x="135815" y="26657"/>
                </a:lnTo>
                <a:lnTo>
                  <a:pt x="112604" y="26657"/>
                </a:lnTo>
                <a:lnTo>
                  <a:pt x="112604" y="0"/>
                </a:lnTo>
                <a:lnTo>
                  <a:pt x="1358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3f297515d4ffd"/>
          <a:stretch xmlns:a="http://schemas.openxmlformats.org/drawingml/2006/main"/>
        </p:blipFill>
        <p:spPr>
          <a:xfrm xmlns:a="http://schemas.openxmlformats.org/drawingml/2006/main">
            <a:off x="9629821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f712466bd47c7"/>
          <a:stretch xmlns:a="http://schemas.openxmlformats.org/drawingml/2006/main"/>
        </p:blipFill>
        <p:spPr>
          <a:xfrm xmlns:a="http://schemas.openxmlformats.org/drawingml/2006/main">
            <a:off x="10615667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008eb9dad4d52"/>
          <a:stretch xmlns:a="http://schemas.openxmlformats.org/drawingml/2006/main"/>
        </p:blipFill>
        <p:spPr>
          <a:xfrm xmlns:a="http://schemas.openxmlformats.org/drawingml/2006/main">
            <a:off x="11449253" y="4374966"/>
            <a:ext cx="808351" cy="806566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f609b26f64e6a"/>
          <a:stretch xmlns:a="http://schemas.openxmlformats.org/drawingml/2006/main"/>
        </p:blipFill>
        <p:spPr>
          <a:xfrm xmlns:a="http://schemas.openxmlformats.org/drawingml/2006/main">
            <a:off x="12283266" y="4374965"/>
            <a:ext cx="808351" cy="806567"/>
          </a:xfrm>
          <a:prstGeom xmlns:a="http://schemas.openxmlformats.org/drawingml/2006/main" prst="rect">
            <a:avLst/>
          </a:prstGeom>
        </p:spPr>
      </p:pic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C1855-C529-458B-92D6-6748DBED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456" y="0"/>
            <a:ext cx="10" cy="5303923"/>
          </a:xfrm>
          <a:custGeom xmlns:a="http://schemas.openxmlformats.org/drawingml/2006/main">
            <a:pathLst>
              <a:path w="1" h="5303923" fill="none">
                <a:moveTo>
                  <a:pt x="0" y="0"/>
                </a:moveTo>
                <a:lnTo>
                  <a:pt x="0" y="5303923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000000"/>
            </a:solidFill>
            <a:custDash>
              <a:ds d="800000" sp="300000"/>
            </a:custDash>
            <a:miter/>
          </a:ln>
        </p:spPr>
      </p:sp>
      <p:sp>
        <p:nvSpPr>
          <p:cNvPr id="27" name="Text T">
            <a:extLst xmlns:a="http://schemas.openxmlformats.org/drawingml/2006/main">
              <a:ext uri="{FF2B5EF4-FFF2-40B4-BE49-F238E27FC236}">
                <a16:creationId xmlns:a16="http://schemas.microsoft.com/office/drawing/2014/main" id="{45AF47AB-43B7-4CE4-AB9E-407FDB16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602" y="5234792"/>
            <a:ext cx="159886" cy="169649"/>
          </a:xfrm>
          <a:custGeom xmlns:a="http://schemas.openxmlformats.org/drawingml/2006/main">
            <a:pathLst>
              <a:path w="159886" h="169649">
                <a:moveTo>
                  <a:pt x="34343" y="155521"/>
                </a:moveTo>
                <a:cubicBezTo>
                  <a:pt x="37253" y="142810"/>
                  <a:pt x="40527" y="129984"/>
                  <a:pt x="44164" y="117043"/>
                </a:cubicBezTo>
                <a:cubicBezTo>
                  <a:pt x="47801" y="104102"/>
                  <a:pt x="51343" y="91276"/>
                  <a:pt x="54789" y="78565"/>
                </a:cubicBezTo>
                <a:cubicBezTo>
                  <a:pt x="56243" y="73281"/>
                  <a:pt x="57526" y="68476"/>
                  <a:pt x="58636" y="64150"/>
                </a:cubicBezTo>
                <a:cubicBezTo>
                  <a:pt x="59747" y="59823"/>
                  <a:pt x="60685" y="55899"/>
                  <a:pt x="61450" y="52376"/>
                </a:cubicBezTo>
                <a:cubicBezTo>
                  <a:pt x="62216" y="48854"/>
                  <a:pt x="62790" y="45657"/>
                  <a:pt x="63173" y="42786"/>
                </a:cubicBezTo>
                <a:cubicBezTo>
                  <a:pt x="63556" y="39914"/>
                  <a:pt x="63748" y="37253"/>
                  <a:pt x="63748" y="34803"/>
                </a:cubicBezTo>
                <a:cubicBezTo>
                  <a:pt x="63748" y="34343"/>
                  <a:pt x="63748" y="33826"/>
                  <a:pt x="63748" y="33252"/>
                </a:cubicBezTo>
                <a:cubicBezTo>
                  <a:pt x="63748" y="32678"/>
                  <a:pt x="63709" y="31970"/>
                  <a:pt x="63633" y="31127"/>
                </a:cubicBezTo>
                <a:cubicBezTo>
                  <a:pt x="62867" y="31127"/>
                  <a:pt x="61163" y="31548"/>
                  <a:pt x="58521" y="32391"/>
                </a:cubicBezTo>
                <a:cubicBezTo>
                  <a:pt x="55880" y="33233"/>
                  <a:pt x="52778" y="34343"/>
                  <a:pt x="49218" y="35722"/>
                </a:cubicBezTo>
                <a:cubicBezTo>
                  <a:pt x="45657" y="37100"/>
                  <a:pt x="41905" y="38651"/>
                  <a:pt x="37961" y="40374"/>
                </a:cubicBezTo>
                <a:cubicBezTo>
                  <a:pt x="34018" y="42096"/>
                  <a:pt x="30361" y="43838"/>
                  <a:pt x="26992" y="45600"/>
                </a:cubicBezTo>
                <a:cubicBezTo>
                  <a:pt x="24312" y="46978"/>
                  <a:pt x="22072" y="48127"/>
                  <a:pt x="20273" y="49045"/>
                </a:cubicBezTo>
                <a:cubicBezTo>
                  <a:pt x="18473" y="49964"/>
                  <a:pt x="16923" y="50673"/>
                  <a:pt x="15621" y="51170"/>
                </a:cubicBezTo>
                <a:cubicBezTo>
                  <a:pt x="14319" y="51668"/>
                  <a:pt x="13132" y="52013"/>
                  <a:pt x="12060" y="52204"/>
                </a:cubicBezTo>
                <a:cubicBezTo>
                  <a:pt x="10988" y="52396"/>
                  <a:pt x="9878" y="52491"/>
                  <a:pt x="8729" y="52491"/>
                </a:cubicBezTo>
                <a:cubicBezTo>
                  <a:pt x="6356" y="52491"/>
                  <a:pt x="4307" y="51572"/>
                  <a:pt x="2584" y="49735"/>
                </a:cubicBezTo>
                <a:cubicBezTo>
                  <a:pt x="861" y="47897"/>
                  <a:pt x="0" y="45523"/>
                  <a:pt x="0" y="42613"/>
                </a:cubicBezTo>
                <a:cubicBezTo>
                  <a:pt x="0" y="40929"/>
                  <a:pt x="172" y="39455"/>
                  <a:pt x="517" y="38191"/>
                </a:cubicBezTo>
                <a:cubicBezTo>
                  <a:pt x="861" y="36928"/>
                  <a:pt x="1397" y="35798"/>
                  <a:pt x="2125" y="34803"/>
                </a:cubicBezTo>
                <a:cubicBezTo>
                  <a:pt x="2852" y="33807"/>
                  <a:pt x="3829" y="32869"/>
                  <a:pt x="5054" y="31989"/>
                </a:cubicBezTo>
                <a:cubicBezTo>
                  <a:pt x="6279" y="31108"/>
                  <a:pt x="7772" y="30208"/>
                  <a:pt x="9533" y="29289"/>
                </a:cubicBezTo>
                <a:cubicBezTo>
                  <a:pt x="28907" y="19182"/>
                  <a:pt x="48509" y="11773"/>
                  <a:pt x="68342" y="7064"/>
                </a:cubicBezTo>
                <a:cubicBezTo>
                  <a:pt x="88175" y="2355"/>
                  <a:pt x="108084" y="0"/>
                  <a:pt x="128070" y="0"/>
                </a:cubicBezTo>
                <a:cubicBezTo>
                  <a:pt x="129678" y="0"/>
                  <a:pt x="131592" y="38"/>
                  <a:pt x="133813" y="115"/>
                </a:cubicBezTo>
                <a:cubicBezTo>
                  <a:pt x="136033" y="191"/>
                  <a:pt x="138311" y="325"/>
                  <a:pt x="140647" y="517"/>
                </a:cubicBezTo>
                <a:cubicBezTo>
                  <a:pt x="142982" y="708"/>
                  <a:pt x="145260" y="976"/>
                  <a:pt x="147481" y="1321"/>
                </a:cubicBezTo>
                <a:cubicBezTo>
                  <a:pt x="149702" y="1665"/>
                  <a:pt x="151654" y="2067"/>
                  <a:pt x="153339" y="2527"/>
                </a:cubicBezTo>
                <a:cubicBezTo>
                  <a:pt x="155100" y="3063"/>
                  <a:pt x="156632" y="4173"/>
                  <a:pt x="157933" y="5858"/>
                </a:cubicBezTo>
                <a:cubicBezTo>
                  <a:pt x="159235" y="7543"/>
                  <a:pt x="159886" y="9342"/>
                  <a:pt x="159886" y="11256"/>
                </a:cubicBezTo>
                <a:cubicBezTo>
                  <a:pt x="159886" y="12788"/>
                  <a:pt x="159752" y="14281"/>
                  <a:pt x="159484" y="15736"/>
                </a:cubicBezTo>
                <a:cubicBezTo>
                  <a:pt x="159216" y="17191"/>
                  <a:pt x="158737" y="18454"/>
                  <a:pt x="158048" y="19526"/>
                </a:cubicBezTo>
                <a:cubicBezTo>
                  <a:pt x="157359" y="20598"/>
                  <a:pt x="156459" y="21460"/>
                  <a:pt x="155349" y="22111"/>
                </a:cubicBezTo>
                <a:cubicBezTo>
                  <a:pt x="154239" y="22762"/>
                  <a:pt x="152879" y="23087"/>
                  <a:pt x="151271" y="23087"/>
                </a:cubicBezTo>
                <a:cubicBezTo>
                  <a:pt x="148515" y="22781"/>
                  <a:pt x="145356" y="22398"/>
                  <a:pt x="141795" y="21938"/>
                </a:cubicBezTo>
                <a:cubicBezTo>
                  <a:pt x="138235" y="21479"/>
                  <a:pt x="134655" y="21249"/>
                  <a:pt x="131056" y="21249"/>
                </a:cubicBezTo>
                <a:cubicBezTo>
                  <a:pt x="123858" y="21249"/>
                  <a:pt x="116679" y="21421"/>
                  <a:pt x="109520" y="21766"/>
                </a:cubicBezTo>
                <a:cubicBezTo>
                  <a:pt x="102360" y="22111"/>
                  <a:pt x="95028" y="23125"/>
                  <a:pt x="87524" y="24810"/>
                </a:cubicBezTo>
                <a:cubicBezTo>
                  <a:pt x="87141" y="24963"/>
                  <a:pt x="86892" y="25365"/>
                  <a:pt x="86777" y="26016"/>
                </a:cubicBezTo>
                <a:cubicBezTo>
                  <a:pt x="86662" y="26667"/>
                  <a:pt x="86567" y="27490"/>
                  <a:pt x="86490" y="28485"/>
                </a:cubicBezTo>
                <a:cubicBezTo>
                  <a:pt x="86260" y="32620"/>
                  <a:pt x="85916" y="36258"/>
                  <a:pt x="85456" y="39397"/>
                </a:cubicBezTo>
                <a:cubicBezTo>
                  <a:pt x="84997" y="42537"/>
                  <a:pt x="84365" y="45676"/>
                  <a:pt x="83561" y="48816"/>
                </a:cubicBezTo>
                <a:cubicBezTo>
                  <a:pt x="82757" y="51955"/>
                  <a:pt x="81781" y="55344"/>
                  <a:pt x="80632" y="58981"/>
                </a:cubicBezTo>
                <a:cubicBezTo>
                  <a:pt x="79484" y="62618"/>
                  <a:pt x="78144" y="66983"/>
                  <a:pt x="76612" y="72075"/>
                </a:cubicBezTo>
                <a:cubicBezTo>
                  <a:pt x="75081" y="77167"/>
                  <a:pt x="73300" y="83255"/>
                  <a:pt x="71271" y="90338"/>
                </a:cubicBezTo>
                <a:cubicBezTo>
                  <a:pt x="69242" y="97421"/>
                  <a:pt x="67002" y="105978"/>
                  <a:pt x="64552" y="116009"/>
                </a:cubicBezTo>
                <a:lnTo>
                  <a:pt x="59038" y="138292"/>
                </a:lnTo>
                <a:cubicBezTo>
                  <a:pt x="57737" y="143423"/>
                  <a:pt x="56722" y="148036"/>
                  <a:pt x="55995" y="152133"/>
                </a:cubicBezTo>
                <a:cubicBezTo>
                  <a:pt x="55267" y="156230"/>
                  <a:pt x="54635" y="160269"/>
                  <a:pt x="54099" y="164251"/>
                </a:cubicBezTo>
                <a:cubicBezTo>
                  <a:pt x="53793" y="165552"/>
                  <a:pt x="52625" y="166778"/>
                  <a:pt x="50596" y="167926"/>
                </a:cubicBezTo>
                <a:cubicBezTo>
                  <a:pt x="48567" y="169075"/>
                  <a:pt x="46174" y="169649"/>
                  <a:pt x="43417" y="169649"/>
                </a:cubicBezTo>
                <a:cubicBezTo>
                  <a:pt x="41809" y="169649"/>
                  <a:pt x="40354" y="169209"/>
                  <a:pt x="39053" y="168328"/>
                </a:cubicBezTo>
                <a:cubicBezTo>
                  <a:pt x="37751" y="167448"/>
                  <a:pt x="36679" y="166318"/>
                  <a:pt x="35837" y="164940"/>
                </a:cubicBezTo>
                <a:cubicBezTo>
                  <a:pt x="34994" y="163562"/>
                  <a:pt x="34420" y="162049"/>
                  <a:pt x="34114" y="160403"/>
                </a:cubicBezTo>
                <a:cubicBezTo>
                  <a:pt x="33807" y="158757"/>
                  <a:pt x="33884" y="157129"/>
                  <a:pt x="34343" y="155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iger→Cat">
            <a:extLst xmlns:a="http://schemas.openxmlformats.org/drawingml/2006/main">
              <a:ext uri="{FF2B5EF4-FFF2-40B4-BE49-F238E27FC236}">
                <a16:creationId xmlns:a16="http://schemas.microsoft.com/office/drawing/2014/main" id="{4E81836F-BFAC-4472-9F62-F0E5E23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484" y="5246738"/>
            <a:ext cx="1116103" cy="208773"/>
          </a:xfrm>
          <a:custGeom xmlns:a="http://schemas.openxmlformats.org/drawingml/2006/main">
            <a:pathLst>
              <a:path w="1116103" h="208773">
                <a:moveTo>
                  <a:pt x="3561" y="141049"/>
                </a:moveTo>
                <a:cubicBezTo>
                  <a:pt x="4709" y="136608"/>
                  <a:pt x="6088" y="131439"/>
                  <a:pt x="7696" y="125543"/>
                </a:cubicBezTo>
                <a:cubicBezTo>
                  <a:pt x="9304" y="119646"/>
                  <a:pt x="11007" y="113406"/>
                  <a:pt x="12807" y="106820"/>
                </a:cubicBezTo>
                <a:cubicBezTo>
                  <a:pt x="14606" y="100235"/>
                  <a:pt x="16425" y="93497"/>
                  <a:pt x="18263" y="86605"/>
                </a:cubicBezTo>
                <a:cubicBezTo>
                  <a:pt x="20101" y="79713"/>
                  <a:pt x="21824" y="73013"/>
                  <a:pt x="23432" y="66504"/>
                </a:cubicBezTo>
                <a:cubicBezTo>
                  <a:pt x="23508" y="66198"/>
                  <a:pt x="23776" y="65681"/>
                  <a:pt x="24236" y="64954"/>
                </a:cubicBezTo>
                <a:cubicBezTo>
                  <a:pt x="24695" y="64226"/>
                  <a:pt x="25346" y="63499"/>
                  <a:pt x="26188" y="62771"/>
                </a:cubicBezTo>
                <a:cubicBezTo>
                  <a:pt x="27031" y="62044"/>
                  <a:pt x="28103" y="61412"/>
                  <a:pt x="29404" y="60876"/>
                </a:cubicBezTo>
                <a:cubicBezTo>
                  <a:pt x="30706" y="60340"/>
                  <a:pt x="32238" y="60072"/>
                  <a:pt x="33999" y="60072"/>
                </a:cubicBezTo>
                <a:cubicBezTo>
                  <a:pt x="35300" y="60072"/>
                  <a:pt x="36564" y="60206"/>
                  <a:pt x="37789" y="60474"/>
                </a:cubicBezTo>
                <a:cubicBezTo>
                  <a:pt x="39014" y="60742"/>
                  <a:pt x="40106" y="61144"/>
                  <a:pt x="41063" y="61680"/>
                </a:cubicBezTo>
                <a:cubicBezTo>
                  <a:pt x="42020" y="62216"/>
                  <a:pt x="42786" y="62924"/>
                  <a:pt x="43360" y="63805"/>
                </a:cubicBezTo>
                <a:cubicBezTo>
                  <a:pt x="43934" y="64686"/>
                  <a:pt x="44221" y="65700"/>
                  <a:pt x="44221" y="66849"/>
                </a:cubicBezTo>
                <a:cubicBezTo>
                  <a:pt x="44221" y="67079"/>
                  <a:pt x="44221" y="67327"/>
                  <a:pt x="44221" y="67595"/>
                </a:cubicBezTo>
                <a:cubicBezTo>
                  <a:pt x="44221" y="67863"/>
                  <a:pt x="44183" y="68112"/>
                  <a:pt x="44106" y="68342"/>
                </a:cubicBezTo>
                <a:lnTo>
                  <a:pt x="40890" y="80517"/>
                </a:lnTo>
                <a:cubicBezTo>
                  <a:pt x="37291" y="94147"/>
                  <a:pt x="33635" y="107816"/>
                  <a:pt x="29921" y="121523"/>
                </a:cubicBezTo>
                <a:cubicBezTo>
                  <a:pt x="26207" y="135229"/>
                  <a:pt x="22589" y="148974"/>
                  <a:pt x="19067" y="162758"/>
                </a:cubicBezTo>
                <a:cubicBezTo>
                  <a:pt x="18914" y="163217"/>
                  <a:pt x="18684" y="163791"/>
                  <a:pt x="18378" y="164480"/>
                </a:cubicBezTo>
                <a:cubicBezTo>
                  <a:pt x="18071" y="165170"/>
                  <a:pt x="17650" y="165859"/>
                  <a:pt x="17114" y="166548"/>
                </a:cubicBezTo>
                <a:cubicBezTo>
                  <a:pt x="16578" y="167237"/>
                  <a:pt x="15927" y="167811"/>
                  <a:pt x="15162" y="168271"/>
                </a:cubicBezTo>
                <a:cubicBezTo>
                  <a:pt x="14396" y="168730"/>
                  <a:pt x="13477" y="168960"/>
                  <a:pt x="12405" y="168960"/>
                </a:cubicBezTo>
                <a:cubicBezTo>
                  <a:pt x="10414" y="168960"/>
                  <a:pt x="8653" y="168558"/>
                  <a:pt x="7121" y="167754"/>
                </a:cubicBezTo>
                <a:cubicBezTo>
                  <a:pt x="5590" y="166950"/>
                  <a:pt x="4288" y="165935"/>
                  <a:pt x="3216" y="164710"/>
                </a:cubicBezTo>
                <a:cubicBezTo>
                  <a:pt x="2144" y="163485"/>
                  <a:pt x="1340" y="162145"/>
                  <a:pt x="804" y="160690"/>
                </a:cubicBezTo>
                <a:cubicBezTo>
                  <a:pt x="268" y="159235"/>
                  <a:pt x="0" y="157857"/>
                  <a:pt x="0" y="156555"/>
                </a:cubicBezTo>
                <a:cubicBezTo>
                  <a:pt x="0" y="156172"/>
                  <a:pt x="0" y="155828"/>
                  <a:pt x="0" y="155521"/>
                </a:cubicBezTo>
                <a:cubicBezTo>
                  <a:pt x="0" y="155215"/>
                  <a:pt x="77" y="154870"/>
                  <a:pt x="230" y="154488"/>
                </a:cubicBezTo>
                <a:lnTo>
                  <a:pt x="3561" y="141049"/>
                </a:lnTo>
                <a:moveTo>
                  <a:pt x="33539" y="22168"/>
                </a:moveTo>
                <a:cubicBezTo>
                  <a:pt x="33922" y="20560"/>
                  <a:pt x="34611" y="18607"/>
                  <a:pt x="35607" y="16310"/>
                </a:cubicBezTo>
                <a:cubicBezTo>
                  <a:pt x="36602" y="14013"/>
                  <a:pt x="38363" y="11946"/>
                  <a:pt x="40890" y="10108"/>
                </a:cubicBezTo>
                <a:cubicBezTo>
                  <a:pt x="42116" y="9419"/>
                  <a:pt x="43609" y="8787"/>
                  <a:pt x="45370" y="8213"/>
                </a:cubicBezTo>
                <a:cubicBezTo>
                  <a:pt x="47131" y="7638"/>
                  <a:pt x="48395" y="7351"/>
                  <a:pt x="49160" y="7351"/>
                </a:cubicBezTo>
                <a:cubicBezTo>
                  <a:pt x="49926" y="7351"/>
                  <a:pt x="50711" y="7619"/>
                  <a:pt x="51515" y="8155"/>
                </a:cubicBezTo>
                <a:cubicBezTo>
                  <a:pt x="52319" y="8691"/>
                  <a:pt x="53027" y="9265"/>
                  <a:pt x="53640" y="9878"/>
                </a:cubicBezTo>
                <a:cubicBezTo>
                  <a:pt x="54406" y="10644"/>
                  <a:pt x="55133" y="11486"/>
                  <a:pt x="55822" y="12405"/>
                </a:cubicBezTo>
                <a:cubicBezTo>
                  <a:pt x="57737" y="12558"/>
                  <a:pt x="58981" y="13247"/>
                  <a:pt x="59555" y="14472"/>
                </a:cubicBezTo>
                <a:cubicBezTo>
                  <a:pt x="60130" y="15698"/>
                  <a:pt x="60417" y="17153"/>
                  <a:pt x="60417" y="18837"/>
                </a:cubicBezTo>
                <a:cubicBezTo>
                  <a:pt x="60417" y="20062"/>
                  <a:pt x="60302" y="21173"/>
                  <a:pt x="60072" y="22168"/>
                </a:cubicBezTo>
                <a:cubicBezTo>
                  <a:pt x="59842" y="23164"/>
                  <a:pt x="59651" y="23968"/>
                  <a:pt x="59498" y="24580"/>
                </a:cubicBezTo>
                <a:cubicBezTo>
                  <a:pt x="59038" y="26188"/>
                  <a:pt x="58158" y="27662"/>
                  <a:pt x="56856" y="29002"/>
                </a:cubicBezTo>
                <a:cubicBezTo>
                  <a:pt x="55554" y="30342"/>
                  <a:pt x="54061" y="31491"/>
                  <a:pt x="52376" y="32448"/>
                </a:cubicBezTo>
                <a:cubicBezTo>
                  <a:pt x="50692" y="33405"/>
                  <a:pt x="48931" y="34152"/>
                  <a:pt x="47093" y="34688"/>
                </a:cubicBezTo>
                <a:cubicBezTo>
                  <a:pt x="45255" y="35224"/>
                  <a:pt x="43647" y="35492"/>
                  <a:pt x="42269" y="35492"/>
                </a:cubicBezTo>
                <a:cubicBezTo>
                  <a:pt x="40508" y="35492"/>
                  <a:pt x="39148" y="35186"/>
                  <a:pt x="38191" y="34573"/>
                </a:cubicBezTo>
                <a:cubicBezTo>
                  <a:pt x="37234" y="33960"/>
                  <a:pt x="36028" y="32659"/>
                  <a:pt x="34573" y="30668"/>
                </a:cubicBezTo>
                <a:cubicBezTo>
                  <a:pt x="33731" y="29519"/>
                  <a:pt x="33252" y="28619"/>
                  <a:pt x="33137" y="27969"/>
                </a:cubicBezTo>
                <a:cubicBezTo>
                  <a:pt x="33022" y="27318"/>
                  <a:pt x="32965" y="26763"/>
                  <a:pt x="32965" y="26303"/>
                </a:cubicBezTo>
                <a:cubicBezTo>
                  <a:pt x="32965" y="25461"/>
                  <a:pt x="33022" y="24714"/>
                  <a:pt x="33137" y="24063"/>
                </a:cubicBezTo>
                <a:cubicBezTo>
                  <a:pt x="33252" y="23412"/>
                  <a:pt x="33386" y="22781"/>
                  <a:pt x="33539" y="22168"/>
                </a:cubicBezTo>
                <a:close/>
                <a:moveTo>
                  <a:pt x="97660" y="208447"/>
                </a:moveTo>
                <a:lnTo>
                  <a:pt x="98381" y="208062"/>
                </a:lnTo>
                <a:lnTo>
                  <a:pt x="99094" y="207668"/>
                </a:lnTo>
                <a:lnTo>
                  <a:pt x="99801" y="207266"/>
                </a:lnTo>
                <a:lnTo>
                  <a:pt x="100501" y="206855"/>
                </a:lnTo>
                <a:lnTo>
                  <a:pt x="101195" y="206435"/>
                </a:lnTo>
                <a:lnTo>
                  <a:pt x="101881" y="206006"/>
                </a:lnTo>
                <a:lnTo>
                  <a:pt x="102561" y="205569"/>
                </a:lnTo>
                <a:lnTo>
                  <a:pt x="103234" y="205122"/>
                </a:lnTo>
                <a:lnTo>
                  <a:pt x="103900" y="204667"/>
                </a:lnTo>
                <a:lnTo>
                  <a:pt x="104560" y="204203"/>
                </a:lnTo>
                <a:lnTo>
                  <a:pt x="105212" y="203731"/>
                </a:lnTo>
                <a:lnTo>
                  <a:pt x="105858" y="203249"/>
                </a:lnTo>
                <a:lnTo>
                  <a:pt x="106497" y="202759"/>
                </a:lnTo>
                <a:lnTo>
                  <a:pt x="107130" y="202260"/>
                </a:lnTo>
                <a:lnTo>
                  <a:pt x="107755" y="201753"/>
                </a:lnTo>
                <a:lnTo>
                  <a:pt x="108374" y="201237"/>
                </a:lnTo>
                <a:lnTo>
                  <a:pt x="108987" y="200715"/>
                </a:lnTo>
                <a:lnTo>
                  <a:pt x="109593" y="200185"/>
                </a:lnTo>
                <a:lnTo>
                  <a:pt x="110193" y="199648"/>
                </a:lnTo>
                <a:lnTo>
                  <a:pt x="110786" y="199105"/>
                </a:lnTo>
                <a:lnTo>
                  <a:pt x="111373" y="198555"/>
                </a:lnTo>
                <a:lnTo>
                  <a:pt x="111954" y="197997"/>
                </a:lnTo>
                <a:lnTo>
                  <a:pt x="112528" y="197433"/>
                </a:lnTo>
                <a:lnTo>
                  <a:pt x="113096" y="196861"/>
                </a:lnTo>
                <a:lnTo>
                  <a:pt x="113658" y="196283"/>
                </a:lnTo>
                <a:lnTo>
                  <a:pt x="114213" y="195697"/>
                </a:lnTo>
                <a:lnTo>
                  <a:pt x="114762" y="195105"/>
                </a:lnTo>
                <a:lnTo>
                  <a:pt x="115304" y="194506"/>
                </a:lnTo>
                <a:lnTo>
                  <a:pt x="115840" y="193899"/>
                </a:lnTo>
                <a:lnTo>
                  <a:pt x="116370" y="193286"/>
                </a:lnTo>
                <a:lnTo>
                  <a:pt x="116893" y="192666"/>
                </a:lnTo>
                <a:lnTo>
                  <a:pt x="117410" y="192039"/>
                </a:lnTo>
                <a:lnTo>
                  <a:pt x="117920" y="191404"/>
                </a:lnTo>
                <a:lnTo>
                  <a:pt x="118425" y="190763"/>
                </a:lnTo>
                <a:lnTo>
                  <a:pt x="118922" y="190115"/>
                </a:lnTo>
                <a:lnTo>
                  <a:pt x="119414" y="189460"/>
                </a:lnTo>
                <a:lnTo>
                  <a:pt x="119899" y="188798"/>
                </a:lnTo>
                <a:lnTo>
                  <a:pt x="120377" y="188129"/>
                </a:lnTo>
                <a:lnTo>
                  <a:pt x="120849" y="187453"/>
                </a:lnTo>
                <a:lnTo>
                  <a:pt x="121316" y="186771"/>
                </a:lnTo>
                <a:lnTo>
                  <a:pt x="121777" y="186086"/>
                </a:lnTo>
                <a:lnTo>
                  <a:pt x="122234" y="185398"/>
                </a:lnTo>
                <a:lnTo>
                  <a:pt x="122686" y="184705"/>
                </a:lnTo>
                <a:lnTo>
                  <a:pt x="123132" y="184010"/>
                </a:lnTo>
                <a:lnTo>
                  <a:pt x="123574" y="183310"/>
                </a:lnTo>
                <a:lnTo>
                  <a:pt x="124010" y="182607"/>
                </a:lnTo>
                <a:lnTo>
                  <a:pt x="124442" y="181901"/>
                </a:lnTo>
                <a:lnTo>
                  <a:pt x="124869" y="181191"/>
                </a:lnTo>
                <a:lnTo>
                  <a:pt x="125290" y="180477"/>
                </a:lnTo>
                <a:lnTo>
                  <a:pt x="125707" y="179760"/>
                </a:lnTo>
                <a:lnTo>
                  <a:pt x="126119" y="179039"/>
                </a:lnTo>
                <a:lnTo>
                  <a:pt x="126525" y="178315"/>
                </a:lnTo>
                <a:lnTo>
                  <a:pt x="126927" y="177586"/>
                </a:lnTo>
                <a:lnTo>
                  <a:pt x="127324" y="176855"/>
                </a:lnTo>
                <a:lnTo>
                  <a:pt x="127716" y="176120"/>
                </a:lnTo>
                <a:lnTo>
                  <a:pt x="128102" y="175381"/>
                </a:lnTo>
                <a:lnTo>
                  <a:pt x="128484" y="174638"/>
                </a:lnTo>
                <a:lnTo>
                  <a:pt x="128861" y="173892"/>
                </a:lnTo>
                <a:lnTo>
                  <a:pt x="129233" y="173143"/>
                </a:lnTo>
                <a:lnTo>
                  <a:pt x="129599" y="172390"/>
                </a:lnTo>
                <a:lnTo>
                  <a:pt x="129961" y="171633"/>
                </a:lnTo>
                <a:lnTo>
                  <a:pt x="130318" y="170873"/>
                </a:lnTo>
                <a:lnTo>
                  <a:pt x="130670" y="170109"/>
                </a:lnTo>
                <a:lnTo>
                  <a:pt x="131017" y="169342"/>
                </a:lnTo>
                <a:lnTo>
                  <a:pt x="131360" y="168574"/>
                </a:lnTo>
                <a:lnTo>
                  <a:pt x="131698" y="167804"/>
                </a:lnTo>
                <a:lnTo>
                  <a:pt x="132032" y="167033"/>
                </a:lnTo>
                <a:lnTo>
                  <a:pt x="132362" y="166260"/>
                </a:lnTo>
                <a:lnTo>
                  <a:pt x="132687" y="165485"/>
                </a:lnTo>
                <a:lnTo>
                  <a:pt x="133008" y="164709"/>
                </a:lnTo>
                <a:lnTo>
                  <a:pt x="133325" y="163932"/>
                </a:lnTo>
                <a:lnTo>
                  <a:pt x="133637" y="163152"/>
                </a:lnTo>
                <a:lnTo>
                  <a:pt x="133944" y="162371"/>
                </a:lnTo>
                <a:lnTo>
                  <a:pt x="134248" y="161589"/>
                </a:lnTo>
                <a:lnTo>
                  <a:pt x="134547" y="160805"/>
                </a:lnTo>
                <a:lnTo>
                  <a:pt x="134841" y="160019"/>
                </a:lnTo>
                <a:lnTo>
                  <a:pt x="135131" y="159232"/>
                </a:lnTo>
                <a:lnTo>
                  <a:pt x="135417" y="158443"/>
                </a:lnTo>
                <a:lnTo>
                  <a:pt x="135698" y="157653"/>
                </a:lnTo>
                <a:lnTo>
                  <a:pt x="135975" y="156861"/>
                </a:lnTo>
                <a:lnTo>
                  <a:pt x="136248" y="156067"/>
                </a:lnTo>
                <a:lnTo>
                  <a:pt x="136516" y="155272"/>
                </a:lnTo>
                <a:lnTo>
                  <a:pt x="136780" y="154475"/>
                </a:lnTo>
                <a:lnTo>
                  <a:pt x="137039" y="153676"/>
                </a:lnTo>
                <a:lnTo>
                  <a:pt x="137294" y="152876"/>
                </a:lnTo>
                <a:lnTo>
                  <a:pt x="137545" y="152075"/>
                </a:lnTo>
                <a:lnTo>
                  <a:pt x="137791" y="151271"/>
                </a:lnTo>
                <a:lnTo>
                  <a:pt x="138034" y="150468"/>
                </a:lnTo>
                <a:lnTo>
                  <a:pt x="138273" y="149667"/>
                </a:lnTo>
                <a:lnTo>
                  <a:pt x="138508" y="148868"/>
                </a:lnTo>
                <a:lnTo>
                  <a:pt x="138741" y="148071"/>
                </a:lnTo>
                <a:lnTo>
                  <a:pt x="138969" y="147276"/>
                </a:lnTo>
                <a:lnTo>
                  <a:pt x="139195" y="146483"/>
                </a:lnTo>
                <a:lnTo>
                  <a:pt x="139417" y="145692"/>
                </a:lnTo>
                <a:lnTo>
                  <a:pt x="139636" y="144903"/>
                </a:lnTo>
                <a:lnTo>
                  <a:pt x="139851" y="144116"/>
                </a:lnTo>
                <a:lnTo>
                  <a:pt x="140063" y="143331"/>
                </a:lnTo>
                <a:lnTo>
                  <a:pt x="140271" y="142548"/>
                </a:lnTo>
                <a:lnTo>
                  <a:pt x="140476" y="141767"/>
                </a:lnTo>
                <a:lnTo>
                  <a:pt x="140678" y="140988"/>
                </a:lnTo>
                <a:lnTo>
                  <a:pt x="140876" y="140211"/>
                </a:lnTo>
                <a:lnTo>
                  <a:pt x="141071" y="139435"/>
                </a:lnTo>
                <a:lnTo>
                  <a:pt x="141263" y="138662"/>
                </a:lnTo>
                <a:lnTo>
                  <a:pt x="141451" y="137891"/>
                </a:lnTo>
                <a:lnTo>
                  <a:pt x="141636" y="137122"/>
                </a:lnTo>
                <a:lnTo>
                  <a:pt x="141817" y="136355"/>
                </a:lnTo>
                <a:lnTo>
                  <a:pt x="141995" y="135590"/>
                </a:lnTo>
                <a:lnTo>
                  <a:pt x="142170" y="134827"/>
                </a:lnTo>
                <a:lnTo>
                  <a:pt x="142341" y="134065"/>
                </a:lnTo>
                <a:lnTo>
                  <a:pt x="142509" y="133306"/>
                </a:lnTo>
                <a:lnTo>
                  <a:pt x="142673" y="132549"/>
                </a:lnTo>
                <a:lnTo>
                  <a:pt x="142769" y="132116"/>
                </a:lnTo>
                <a:lnTo>
                  <a:pt x="142865" y="131679"/>
                </a:lnTo>
                <a:lnTo>
                  <a:pt x="142962" y="131236"/>
                </a:lnTo>
                <a:lnTo>
                  <a:pt x="143059" y="130790"/>
                </a:lnTo>
                <a:lnTo>
                  <a:pt x="143157" y="130338"/>
                </a:lnTo>
                <a:lnTo>
                  <a:pt x="143254" y="129882"/>
                </a:lnTo>
                <a:lnTo>
                  <a:pt x="143353" y="129422"/>
                </a:lnTo>
                <a:lnTo>
                  <a:pt x="143451" y="128957"/>
                </a:lnTo>
                <a:lnTo>
                  <a:pt x="143551" y="128487"/>
                </a:lnTo>
                <a:lnTo>
                  <a:pt x="143650" y="128013"/>
                </a:lnTo>
                <a:lnTo>
                  <a:pt x="143750" y="127534"/>
                </a:lnTo>
                <a:lnTo>
                  <a:pt x="143850" y="127050"/>
                </a:lnTo>
                <a:lnTo>
                  <a:pt x="143951" y="126562"/>
                </a:lnTo>
                <a:lnTo>
                  <a:pt x="144052" y="126070"/>
                </a:lnTo>
                <a:lnTo>
                  <a:pt x="144154" y="125572"/>
                </a:lnTo>
                <a:lnTo>
                  <a:pt x="144255" y="125070"/>
                </a:lnTo>
                <a:lnTo>
                  <a:pt x="144358" y="124564"/>
                </a:lnTo>
                <a:lnTo>
                  <a:pt x="144460" y="124053"/>
                </a:lnTo>
                <a:lnTo>
                  <a:pt x="144564" y="123537"/>
                </a:lnTo>
                <a:lnTo>
                  <a:pt x="144667" y="123017"/>
                </a:lnTo>
                <a:lnTo>
                  <a:pt x="144771" y="122493"/>
                </a:lnTo>
                <a:lnTo>
                  <a:pt x="144875" y="121963"/>
                </a:lnTo>
                <a:lnTo>
                  <a:pt x="144980" y="121429"/>
                </a:lnTo>
                <a:lnTo>
                  <a:pt x="145085" y="120891"/>
                </a:lnTo>
                <a:lnTo>
                  <a:pt x="145190" y="120350"/>
                </a:lnTo>
                <a:lnTo>
                  <a:pt x="145296" y="119808"/>
                </a:lnTo>
                <a:lnTo>
                  <a:pt x="145401" y="119265"/>
                </a:lnTo>
                <a:lnTo>
                  <a:pt x="145506" y="118721"/>
                </a:lnTo>
                <a:lnTo>
                  <a:pt x="145611" y="118177"/>
                </a:lnTo>
                <a:lnTo>
                  <a:pt x="145717" y="117632"/>
                </a:lnTo>
                <a:lnTo>
                  <a:pt x="145822" y="117086"/>
                </a:lnTo>
                <a:lnTo>
                  <a:pt x="145927" y="116539"/>
                </a:lnTo>
                <a:lnTo>
                  <a:pt x="146033" y="115991"/>
                </a:lnTo>
                <a:lnTo>
                  <a:pt x="146138" y="115443"/>
                </a:lnTo>
                <a:lnTo>
                  <a:pt x="146243" y="114894"/>
                </a:lnTo>
                <a:lnTo>
                  <a:pt x="146348" y="114344"/>
                </a:lnTo>
                <a:lnTo>
                  <a:pt x="146454" y="113793"/>
                </a:lnTo>
                <a:lnTo>
                  <a:pt x="146559" y="113241"/>
                </a:lnTo>
                <a:lnTo>
                  <a:pt x="146664" y="112689"/>
                </a:lnTo>
                <a:lnTo>
                  <a:pt x="146770" y="112136"/>
                </a:lnTo>
                <a:lnTo>
                  <a:pt x="146875" y="111582"/>
                </a:lnTo>
                <a:lnTo>
                  <a:pt x="146980" y="111027"/>
                </a:lnTo>
                <a:lnTo>
                  <a:pt x="147086" y="110472"/>
                </a:lnTo>
                <a:lnTo>
                  <a:pt x="147191" y="109915"/>
                </a:lnTo>
                <a:lnTo>
                  <a:pt x="147296" y="109358"/>
                </a:lnTo>
                <a:lnTo>
                  <a:pt x="147401" y="108800"/>
                </a:lnTo>
                <a:lnTo>
                  <a:pt x="147507" y="108241"/>
                </a:lnTo>
                <a:lnTo>
                  <a:pt x="147612" y="107682"/>
                </a:lnTo>
                <a:lnTo>
                  <a:pt x="147717" y="107122"/>
                </a:lnTo>
                <a:lnTo>
                  <a:pt x="147822" y="106563"/>
                </a:lnTo>
                <a:lnTo>
                  <a:pt x="147927" y="106004"/>
                </a:lnTo>
                <a:lnTo>
                  <a:pt x="148032" y="105445"/>
                </a:lnTo>
                <a:lnTo>
                  <a:pt x="148136" y="104887"/>
                </a:lnTo>
                <a:lnTo>
                  <a:pt x="148240" y="104329"/>
                </a:lnTo>
                <a:lnTo>
                  <a:pt x="148344" y="103772"/>
                </a:lnTo>
                <a:lnTo>
                  <a:pt x="148448" y="103215"/>
                </a:lnTo>
                <a:lnTo>
                  <a:pt x="148551" y="102658"/>
                </a:lnTo>
                <a:lnTo>
                  <a:pt x="148655" y="102102"/>
                </a:lnTo>
                <a:lnTo>
                  <a:pt x="148758" y="101547"/>
                </a:lnTo>
                <a:lnTo>
                  <a:pt x="148861" y="100991"/>
                </a:lnTo>
                <a:lnTo>
                  <a:pt x="148964" y="100436"/>
                </a:lnTo>
                <a:lnTo>
                  <a:pt x="149066" y="99882"/>
                </a:lnTo>
                <a:lnTo>
                  <a:pt x="149169" y="99328"/>
                </a:lnTo>
                <a:lnTo>
                  <a:pt x="149271" y="98774"/>
                </a:lnTo>
                <a:lnTo>
                  <a:pt x="149373" y="98220"/>
                </a:lnTo>
                <a:lnTo>
                  <a:pt x="149475" y="97667"/>
                </a:lnTo>
                <a:lnTo>
                  <a:pt x="149576" y="97115"/>
                </a:lnTo>
                <a:lnTo>
                  <a:pt x="149678" y="96563"/>
                </a:lnTo>
                <a:lnTo>
                  <a:pt x="149779" y="96011"/>
                </a:lnTo>
                <a:lnTo>
                  <a:pt x="149880" y="95460"/>
                </a:lnTo>
                <a:lnTo>
                  <a:pt x="149981" y="94909"/>
                </a:lnTo>
                <a:lnTo>
                  <a:pt x="150081" y="94358"/>
                </a:lnTo>
                <a:lnTo>
                  <a:pt x="150181" y="93810"/>
                </a:lnTo>
                <a:lnTo>
                  <a:pt x="150280" y="93266"/>
                </a:lnTo>
                <a:lnTo>
                  <a:pt x="150378" y="92727"/>
                </a:lnTo>
                <a:lnTo>
                  <a:pt x="150474" y="92192"/>
                </a:lnTo>
                <a:lnTo>
                  <a:pt x="150569" y="91661"/>
                </a:lnTo>
                <a:lnTo>
                  <a:pt x="150663" y="91135"/>
                </a:lnTo>
                <a:lnTo>
                  <a:pt x="150756" y="90613"/>
                </a:lnTo>
                <a:lnTo>
                  <a:pt x="150847" y="90095"/>
                </a:lnTo>
                <a:lnTo>
                  <a:pt x="150938" y="89582"/>
                </a:lnTo>
                <a:lnTo>
                  <a:pt x="151027" y="89074"/>
                </a:lnTo>
                <a:lnTo>
                  <a:pt x="151115" y="88569"/>
                </a:lnTo>
                <a:lnTo>
                  <a:pt x="151201" y="88069"/>
                </a:lnTo>
                <a:lnTo>
                  <a:pt x="151287" y="87574"/>
                </a:lnTo>
                <a:lnTo>
                  <a:pt x="151371" y="87083"/>
                </a:lnTo>
                <a:lnTo>
                  <a:pt x="151454" y="86596"/>
                </a:lnTo>
                <a:lnTo>
                  <a:pt x="151536" y="86114"/>
                </a:lnTo>
                <a:lnTo>
                  <a:pt x="151617" y="85636"/>
                </a:lnTo>
                <a:lnTo>
                  <a:pt x="151697" y="85162"/>
                </a:lnTo>
                <a:lnTo>
                  <a:pt x="151775" y="84693"/>
                </a:lnTo>
                <a:lnTo>
                  <a:pt x="151852" y="84228"/>
                </a:lnTo>
                <a:lnTo>
                  <a:pt x="151928" y="83767"/>
                </a:lnTo>
                <a:lnTo>
                  <a:pt x="152003" y="83311"/>
                </a:lnTo>
                <a:lnTo>
                  <a:pt x="152077" y="82860"/>
                </a:lnTo>
                <a:lnTo>
                  <a:pt x="152149" y="82412"/>
                </a:lnTo>
                <a:lnTo>
                  <a:pt x="152220" y="81970"/>
                </a:lnTo>
                <a:lnTo>
                  <a:pt x="152290" y="81534"/>
                </a:lnTo>
                <a:lnTo>
                  <a:pt x="152359" y="81104"/>
                </a:lnTo>
                <a:lnTo>
                  <a:pt x="152427" y="80680"/>
                </a:lnTo>
                <a:lnTo>
                  <a:pt x="152493" y="80262"/>
                </a:lnTo>
                <a:lnTo>
                  <a:pt x="152558" y="79850"/>
                </a:lnTo>
                <a:lnTo>
                  <a:pt x="152622" y="79443"/>
                </a:lnTo>
                <a:lnTo>
                  <a:pt x="152685" y="79043"/>
                </a:lnTo>
                <a:lnTo>
                  <a:pt x="152747" y="78649"/>
                </a:lnTo>
                <a:lnTo>
                  <a:pt x="152807" y="78261"/>
                </a:lnTo>
                <a:lnTo>
                  <a:pt x="152866" y="77878"/>
                </a:lnTo>
                <a:lnTo>
                  <a:pt x="152924" y="77502"/>
                </a:lnTo>
                <a:lnTo>
                  <a:pt x="152981" y="77132"/>
                </a:lnTo>
                <a:lnTo>
                  <a:pt x="153037" y="76768"/>
                </a:lnTo>
                <a:lnTo>
                  <a:pt x="153091" y="76409"/>
                </a:lnTo>
                <a:lnTo>
                  <a:pt x="153144" y="76057"/>
                </a:lnTo>
                <a:lnTo>
                  <a:pt x="153196" y="75710"/>
                </a:lnTo>
                <a:lnTo>
                  <a:pt x="153247" y="75370"/>
                </a:lnTo>
                <a:lnTo>
                  <a:pt x="153297" y="75036"/>
                </a:lnTo>
                <a:lnTo>
                  <a:pt x="153345" y="74707"/>
                </a:lnTo>
                <a:lnTo>
                  <a:pt x="153393" y="74385"/>
                </a:lnTo>
                <a:lnTo>
                  <a:pt x="153439" y="74068"/>
                </a:lnTo>
                <a:lnTo>
                  <a:pt x="153484" y="73758"/>
                </a:lnTo>
                <a:lnTo>
                  <a:pt x="153527" y="73453"/>
                </a:lnTo>
                <a:lnTo>
                  <a:pt x="153569" y="73157"/>
                </a:lnTo>
                <a:lnTo>
                  <a:pt x="153610" y="72869"/>
                </a:lnTo>
                <a:lnTo>
                  <a:pt x="153648" y="72591"/>
                </a:lnTo>
                <a:lnTo>
                  <a:pt x="153685" y="72322"/>
                </a:lnTo>
                <a:lnTo>
                  <a:pt x="153720" y="72063"/>
                </a:lnTo>
                <a:lnTo>
                  <a:pt x="153753" y="71813"/>
                </a:lnTo>
                <a:lnTo>
                  <a:pt x="153785" y="71572"/>
                </a:lnTo>
                <a:lnTo>
                  <a:pt x="153814" y="71341"/>
                </a:lnTo>
                <a:lnTo>
                  <a:pt x="153842" y="71119"/>
                </a:lnTo>
                <a:lnTo>
                  <a:pt x="153868" y="70907"/>
                </a:lnTo>
                <a:lnTo>
                  <a:pt x="153893" y="70704"/>
                </a:lnTo>
                <a:lnTo>
                  <a:pt x="153915" y="70510"/>
                </a:lnTo>
                <a:lnTo>
                  <a:pt x="153936" y="70326"/>
                </a:lnTo>
                <a:lnTo>
                  <a:pt x="153954" y="70151"/>
                </a:lnTo>
                <a:lnTo>
                  <a:pt x="153971" y="69985"/>
                </a:lnTo>
                <a:lnTo>
                  <a:pt x="153987" y="69829"/>
                </a:lnTo>
                <a:lnTo>
                  <a:pt x="154000" y="69682"/>
                </a:lnTo>
                <a:lnTo>
                  <a:pt x="154012" y="69545"/>
                </a:lnTo>
                <a:lnTo>
                  <a:pt x="154022" y="69416"/>
                </a:lnTo>
                <a:lnTo>
                  <a:pt x="154030" y="69298"/>
                </a:lnTo>
                <a:lnTo>
                  <a:pt x="154036" y="69188"/>
                </a:lnTo>
                <a:lnTo>
                  <a:pt x="154041" y="69088"/>
                </a:lnTo>
                <a:lnTo>
                  <a:pt x="154043" y="68998"/>
                </a:lnTo>
                <a:lnTo>
                  <a:pt x="154044" y="68916"/>
                </a:lnTo>
                <a:lnTo>
                  <a:pt x="154044" y="68849"/>
                </a:lnTo>
                <a:lnTo>
                  <a:pt x="154042" y="68780"/>
                </a:lnTo>
                <a:lnTo>
                  <a:pt x="154040" y="68711"/>
                </a:lnTo>
                <a:lnTo>
                  <a:pt x="154036" y="68640"/>
                </a:lnTo>
                <a:lnTo>
                  <a:pt x="154032" y="68569"/>
                </a:lnTo>
                <a:lnTo>
                  <a:pt x="154026" y="68496"/>
                </a:lnTo>
                <a:lnTo>
                  <a:pt x="154020" y="68423"/>
                </a:lnTo>
                <a:lnTo>
                  <a:pt x="154012" y="68348"/>
                </a:lnTo>
                <a:lnTo>
                  <a:pt x="154004" y="68273"/>
                </a:lnTo>
                <a:lnTo>
                  <a:pt x="153994" y="68196"/>
                </a:lnTo>
                <a:lnTo>
                  <a:pt x="153984" y="68119"/>
                </a:lnTo>
                <a:lnTo>
                  <a:pt x="153972" y="68041"/>
                </a:lnTo>
                <a:lnTo>
                  <a:pt x="153960" y="67961"/>
                </a:lnTo>
                <a:lnTo>
                  <a:pt x="153946" y="67881"/>
                </a:lnTo>
                <a:lnTo>
                  <a:pt x="153932" y="67799"/>
                </a:lnTo>
                <a:lnTo>
                  <a:pt x="153917" y="67717"/>
                </a:lnTo>
                <a:lnTo>
                  <a:pt x="153900" y="67633"/>
                </a:lnTo>
                <a:lnTo>
                  <a:pt x="153883" y="67549"/>
                </a:lnTo>
                <a:lnTo>
                  <a:pt x="153864" y="67463"/>
                </a:lnTo>
                <a:lnTo>
                  <a:pt x="153845" y="67377"/>
                </a:lnTo>
                <a:lnTo>
                  <a:pt x="153824" y="67289"/>
                </a:lnTo>
                <a:lnTo>
                  <a:pt x="153803" y="67201"/>
                </a:lnTo>
                <a:lnTo>
                  <a:pt x="153780" y="67112"/>
                </a:lnTo>
                <a:lnTo>
                  <a:pt x="153757" y="67021"/>
                </a:lnTo>
                <a:lnTo>
                  <a:pt x="153733" y="66931"/>
                </a:lnTo>
                <a:lnTo>
                  <a:pt x="153708" y="66841"/>
                </a:lnTo>
                <a:lnTo>
                  <a:pt x="153683" y="66753"/>
                </a:lnTo>
                <a:lnTo>
                  <a:pt x="153656" y="66665"/>
                </a:lnTo>
                <a:lnTo>
                  <a:pt x="153630" y="66579"/>
                </a:lnTo>
                <a:lnTo>
                  <a:pt x="153603" y="66494"/>
                </a:lnTo>
                <a:lnTo>
                  <a:pt x="153575" y="66409"/>
                </a:lnTo>
                <a:lnTo>
                  <a:pt x="153546" y="66326"/>
                </a:lnTo>
                <a:lnTo>
                  <a:pt x="153517" y="66243"/>
                </a:lnTo>
                <a:lnTo>
                  <a:pt x="153488" y="66162"/>
                </a:lnTo>
                <a:lnTo>
                  <a:pt x="153458" y="66081"/>
                </a:lnTo>
                <a:lnTo>
                  <a:pt x="153427" y="66002"/>
                </a:lnTo>
                <a:lnTo>
                  <a:pt x="153395" y="65923"/>
                </a:lnTo>
                <a:lnTo>
                  <a:pt x="153363" y="65846"/>
                </a:lnTo>
                <a:lnTo>
                  <a:pt x="153331" y="65769"/>
                </a:lnTo>
                <a:lnTo>
                  <a:pt x="153298" y="65694"/>
                </a:lnTo>
                <a:lnTo>
                  <a:pt x="153264" y="65619"/>
                </a:lnTo>
                <a:lnTo>
                  <a:pt x="153229" y="65546"/>
                </a:lnTo>
                <a:lnTo>
                  <a:pt x="153194" y="65473"/>
                </a:lnTo>
                <a:lnTo>
                  <a:pt x="153159" y="65402"/>
                </a:lnTo>
                <a:lnTo>
                  <a:pt x="153123" y="65331"/>
                </a:lnTo>
                <a:lnTo>
                  <a:pt x="153086" y="65262"/>
                </a:lnTo>
                <a:lnTo>
                  <a:pt x="153048" y="65193"/>
                </a:lnTo>
                <a:lnTo>
                  <a:pt x="153010" y="65126"/>
                </a:lnTo>
                <a:lnTo>
                  <a:pt x="152837" y="64841"/>
                </a:lnTo>
                <a:lnTo>
                  <a:pt x="152663" y="64561"/>
                </a:lnTo>
                <a:lnTo>
                  <a:pt x="152486" y="64285"/>
                </a:lnTo>
                <a:lnTo>
                  <a:pt x="152308" y="64014"/>
                </a:lnTo>
                <a:lnTo>
                  <a:pt x="152129" y="63748"/>
                </a:lnTo>
                <a:lnTo>
                  <a:pt x="151948" y="63486"/>
                </a:lnTo>
                <a:lnTo>
                  <a:pt x="151765" y="63228"/>
                </a:lnTo>
                <a:lnTo>
                  <a:pt x="151581" y="62976"/>
                </a:lnTo>
                <a:lnTo>
                  <a:pt x="151395" y="62727"/>
                </a:lnTo>
                <a:lnTo>
                  <a:pt x="151208" y="62484"/>
                </a:lnTo>
                <a:lnTo>
                  <a:pt x="151019" y="62245"/>
                </a:lnTo>
                <a:lnTo>
                  <a:pt x="150828" y="62010"/>
                </a:lnTo>
                <a:lnTo>
                  <a:pt x="150636" y="61781"/>
                </a:lnTo>
                <a:lnTo>
                  <a:pt x="150442" y="61555"/>
                </a:lnTo>
                <a:lnTo>
                  <a:pt x="150247" y="61335"/>
                </a:lnTo>
                <a:lnTo>
                  <a:pt x="150050" y="61119"/>
                </a:lnTo>
                <a:lnTo>
                  <a:pt x="149851" y="60907"/>
                </a:lnTo>
                <a:lnTo>
                  <a:pt x="149651" y="60700"/>
                </a:lnTo>
                <a:lnTo>
                  <a:pt x="149449" y="60498"/>
                </a:lnTo>
                <a:lnTo>
                  <a:pt x="149246" y="60300"/>
                </a:lnTo>
                <a:lnTo>
                  <a:pt x="149041" y="60107"/>
                </a:lnTo>
                <a:lnTo>
                  <a:pt x="148834" y="59919"/>
                </a:lnTo>
                <a:lnTo>
                  <a:pt x="148626" y="59735"/>
                </a:lnTo>
                <a:lnTo>
                  <a:pt x="148416" y="59555"/>
                </a:lnTo>
                <a:lnTo>
                  <a:pt x="148205" y="59380"/>
                </a:lnTo>
                <a:lnTo>
                  <a:pt x="147992" y="59208"/>
                </a:lnTo>
                <a:lnTo>
                  <a:pt x="147778" y="59040"/>
                </a:lnTo>
                <a:lnTo>
                  <a:pt x="147563" y="58876"/>
                </a:lnTo>
                <a:lnTo>
                  <a:pt x="147346" y="58715"/>
                </a:lnTo>
                <a:lnTo>
                  <a:pt x="147127" y="58557"/>
                </a:lnTo>
                <a:lnTo>
                  <a:pt x="146908" y="58404"/>
                </a:lnTo>
                <a:lnTo>
                  <a:pt x="146687" y="58253"/>
                </a:lnTo>
                <a:lnTo>
                  <a:pt x="146464" y="58107"/>
                </a:lnTo>
                <a:lnTo>
                  <a:pt x="146240" y="57964"/>
                </a:lnTo>
                <a:lnTo>
                  <a:pt x="146015" y="57825"/>
                </a:lnTo>
                <a:lnTo>
                  <a:pt x="145789" y="57689"/>
                </a:lnTo>
                <a:lnTo>
                  <a:pt x="145561" y="57557"/>
                </a:lnTo>
                <a:lnTo>
                  <a:pt x="145331" y="57428"/>
                </a:lnTo>
                <a:lnTo>
                  <a:pt x="145100" y="57303"/>
                </a:lnTo>
                <a:lnTo>
                  <a:pt x="144868" y="57181"/>
                </a:lnTo>
                <a:lnTo>
                  <a:pt x="144634" y="57064"/>
                </a:lnTo>
                <a:lnTo>
                  <a:pt x="144399" y="56949"/>
                </a:lnTo>
                <a:lnTo>
                  <a:pt x="144163" y="56839"/>
                </a:lnTo>
                <a:lnTo>
                  <a:pt x="143925" y="56732"/>
                </a:lnTo>
                <a:lnTo>
                  <a:pt x="143686" y="56628"/>
                </a:lnTo>
                <a:lnTo>
                  <a:pt x="143445" y="56528"/>
                </a:lnTo>
                <a:lnTo>
                  <a:pt x="143203" y="56432"/>
                </a:lnTo>
                <a:lnTo>
                  <a:pt x="142960" y="56339"/>
                </a:lnTo>
                <a:lnTo>
                  <a:pt x="142715" y="56250"/>
                </a:lnTo>
                <a:lnTo>
                  <a:pt x="142470" y="56162"/>
                </a:lnTo>
                <a:lnTo>
                  <a:pt x="142222" y="56078"/>
                </a:lnTo>
                <a:lnTo>
                  <a:pt x="141974" y="55996"/>
                </a:lnTo>
                <a:lnTo>
                  <a:pt x="141725" y="55917"/>
                </a:lnTo>
                <a:lnTo>
                  <a:pt x="141474" y="55840"/>
                </a:lnTo>
                <a:lnTo>
                  <a:pt x="141222" y="55766"/>
                </a:lnTo>
                <a:lnTo>
                  <a:pt x="140969" y="55695"/>
                </a:lnTo>
                <a:lnTo>
                  <a:pt x="140715" y="55626"/>
                </a:lnTo>
                <a:lnTo>
                  <a:pt x="140459" y="55559"/>
                </a:lnTo>
                <a:lnTo>
                  <a:pt x="140203" y="55496"/>
                </a:lnTo>
                <a:lnTo>
                  <a:pt x="139945" y="55435"/>
                </a:lnTo>
                <a:lnTo>
                  <a:pt x="139686" y="55376"/>
                </a:lnTo>
                <a:lnTo>
                  <a:pt x="139426" y="55320"/>
                </a:lnTo>
                <a:lnTo>
                  <a:pt x="139164" y="55267"/>
                </a:lnTo>
                <a:lnTo>
                  <a:pt x="138902" y="55216"/>
                </a:lnTo>
                <a:lnTo>
                  <a:pt x="138638" y="55168"/>
                </a:lnTo>
                <a:lnTo>
                  <a:pt x="138373" y="55122"/>
                </a:lnTo>
                <a:lnTo>
                  <a:pt x="138107" y="55079"/>
                </a:lnTo>
                <a:lnTo>
                  <a:pt x="137839" y="55039"/>
                </a:lnTo>
                <a:lnTo>
                  <a:pt x="137571" y="55001"/>
                </a:lnTo>
                <a:lnTo>
                  <a:pt x="137301" y="54966"/>
                </a:lnTo>
                <a:lnTo>
                  <a:pt x="137030" y="54933"/>
                </a:lnTo>
                <a:lnTo>
                  <a:pt x="136758" y="54903"/>
                </a:lnTo>
                <a:lnTo>
                  <a:pt x="136484" y="54875"/>
                </a:lnTo>
                <a:lnTo>
                  <a:pt x="136210" y="54848"/>
                </a:lnTo>
                <a:lnTo>
                  <a:pt x="135935" y="54823"/>
                </a:lnTo>
                <a:lnTo>
                  <a:pt x="135658" y="54798"/>
                </a:lnTo>
                <a:lnTo>
                  <a:pt x="135381" y="54775"/>
                </a:lnTo>
                <a:lnTo>
                  <a:pt x="135103" y="54753"/>
                </a:lnTo>
                <a:lnTo>
                  <a:pt x="134824" y="54732"/>
                </a:lnTo>
                <a:lnTo>
                  <a:pt x="134543" y="54712"/>
                </a:lnTo>
                <a:lnTo>
                  <a:pt x="134262" y="54693"/>
                </a:lnTo>
                <a:lnTo>
                  <a:pt x="133980" y="54676"/>
                </a:lnTo>
                <a:lnTo>
                  <a:pt x="133697" y="54660"/>
                </a:lnTo>
                <a:lnTo>
                  <a:pt x="133412" y="54645"/>
                </a:lnTo>
                <a:lnTo>
                  <a:pt x="133127" y="54631"/>
                </a:lnTo>
                <a:lnTo>
                  <a:pt x="132841" y="54619"/>
                </a:lnTo>
                <a:lnTo>
                  <a:pt x="132554" y="54607"/>
                </a:lnTo>
                <a:lnTo>
                  <a:pt x="132265" y="54597"/>
                </a:lnTo>
                <a:lnTo>
                  <a:pt x="131976" y="54588"/>
                </a:lnTo>
                <a:lnTo>
                  <a:pt x="131686" y="54580"/>
                </a:lnTo>
                <a:lnTo>
                  <a:pt x="131395" y="54574"/>
                </a:lnTo>
                <a:lnTo>
                  <a:pt x="131102" y="54568"/>
                </a:lnTo>
                <a:lnTo>
                  <a:pt x="130809" y="54564"/>
                </a:lnTo>
                <a:lnTo>
                  <a:pt x="130515" y="54561"/>
                </a:lnTo>
                <a:lnTo>
                  <a:pt x="130220" y="54559"/>
                </a:lnTo>
                <a:lnTo>
                  <a:pt x="129923" y="54559"/>
                </a:lnTo>
                <a:lnTo>
                  <a:pt x="129217" y="54564"/>
                </a:lnTo>
                <a:lnTo>
                  <a:pt x="128513" y="54578"/>
                </a:lnTo>
                <a:lnTo>
                  <a:pt x="127813" y="54602"/>
                </a:lnTo>
                <a:lnTo>
                  <a:pt x="127116" y="54635"/>
                </a:lnTo>
                <a:lnTo>
                  <a:pt x="126422" y="54678"/>
                </a:lnTo>
                <a:lnTo>
                  <a:pt x="125731" y="54731"/>
                </a:lnTo>
                <a:lnTo>
                  <a:pt x="125043" y="54793"/>
                </a:lnTo>
                <a:lnTo>
                  <a:pt x="124359" y="54865"/>
                </a:lnTo>
                <a:lnTo>
                  <a:pt x="123678" y="54946"/>
                </a:lnTo>
                <a:lnTo>
                  <a:pt x="123000" y="55037"/>
                </a:lnTo>
                <a:lnTo>
                  <a:pt x="122325" y="55138"/>
                </a:lnTo>
                <a:lnTo>
                  <a:pt x="121653" y="55248"/>
                </a:lnTo>
                <a:lnTo>
                  <a:pt x="120985" y="55368"/>
                </a:lnTo>
                <a:lnTo>
                  <a:pt x="120320" y="55497"/>
                </a:lnTo>
                <a:lnTo>
                  <a:pt x="119658" y="55636"/>
                </a:lnTo>
                <a:lnTo>
                  <a:pt x="118999" y="55784"/>
                </a:lnTo>
                <a:lnTo>
                  <a:pt x="118343" y="55942"/>
                </a:lnTo>
                <a:lnTo>
                  <a:pt x="117691" y="56109"/>
                </a:lnTo>
                <a:lnTo>
                  <a:pt x="117041" y="56286"/>
                </a:lnTo>
                <a:lnTo>
                  <a:pt x="116395" y="56473"/>
                </a:lnTo>
                <a:lnTo>
                  <a:pt x="115752" y="56669"/>
                </a:lnTo>
                <a:lnTo>
                  <a:pt x="115113" y="56875"/>
                </a:lnTo>
                <a:lnTo>
                  <a:pt x="114476" y="57091"/>
                </a:lnTo>
                <a:lnTo>
                  <a:pt x="113843" y="57315"/>
                </a:lnTo>
                <a:lnTo>
                  <a:pt x="113211" y="57551"/>
                </a:lnTo>
                <a:lnTo>
                  <a:pt x="112579" y="57799"/>
                </a:lnTo>
                <a:lnTo>
                  <a:pt x="111948" y="58058"/>
                </a:lnTo>
                <a:lnTo>
                  <a:pt x="111316" y="58330"/>
                </a:lnTo>
                <a:lnTo>
                  <a:pt x="110684" y="58614"/>
                </a:lnTo>
                <a:lnTo>
                  <a:pt x="110053" y="58909"/>
                </a:lnTo>
                <a:lnTo>
                  <a:pt x="109421" y="59217"/>
                </a:lnTo>
                <a:lnTo>
                  <a:pt x="108789" y="59536"/>
                </a:lnTo>
                <a:lnTo>
                  <a:pt x="108157" y="59868"/>
                </a:lnTo>
                <a:lnTo>
                  <a:pt x="107526" y="60211"/>
                </a:lnTo>
                <a:lnTo>
                  <a:pt x="106894" y="60566"/>
                </a:lnTo>
                <a:lnTo>
                  <a:pt x="106262" y="60934"/>
                </a:lnTo>
                <a:lnTo>
                  <a:pt x="105630" y="61313"/>
                </a:lnTo>
                <a:lnTo>
                  <a:pt x="104999" y="61704"/>
                </a:lnTo>
                <a:lnTo>
                  <a:pt x="104367" y="62107"/>
                </a:lnTo>
                <a:lnTo>
                  <a:pt x="103735" y="62522"/>
                </a:lnTo>
                <a:lnTo>
                  <a:pt x="103103" y="62950"/>
                </a:lnTo>
                <a:lnTo>
                  <a:pt x="102472" y="63389"/>
                </a:lnTo>
                <a:lnTo>
                  <a:pt x="101840" y="63840"/>
                </a:lnTo>
                <a:lnTo>
                  <a:pt x="101208" y="64303"/>
                </a:lnTo>
                <a:lnTo>
                  <a:pt x="100577" y="64778"/>
                </a:lnTo>
                <a:lnTo>
                  <a:pt x="99945" y="65265"/>
                </a:lnTo>
                <a:lnTo>
                  <a:pt x="99313" y="65764"/>
                </a:lnTo>
                <a:lnTo>
                  <a:pt x="98681" y="66275"/>
                </a:lnTo>
                <a:lnTo>
                  <a:pt x="98175" y="66688"/>
                </a:lnTo>
                <a:lnTo>
                  <a:pt x="97670" y="67104"/>
                </a:lnTo>
                <a:lnTo>
                  <a:pt x="97167" y="67523"/>
                </a:lnTo>
                <a:lnTo>
                  <a:pt x="96665" y="67945"/>
                </a:lnTo>
                <a:lnTo>
                  <a:pt x="96165" y="68370"/>
                </a:lnTo>
                <a:lnTo>
                  <a:pt x="95666" y="68798"/>
                </a:lnTo>
                <a:lnTo>
                  <a:pt x="95169" y="69229"/>
                </a:lnTo>
                <a:lnTo>
                  <a:pt x="94674" y="69663"/>
                </a:lnTo>
                <a:lnTo>
                  <a:pt x="94180" y="70100"/>
                </a:lnTo>
                <a:lnTo>
                  <a:pt x="93688" y="70540"/>
                </a:lnTo>
                <a:lnTo>
                  <a:pt x="93198" y="70983"/>
                </a:lnTo>
                <a:lnTo>
                  <a:pt x="92709" y="71429"/>
                </a:lnTo>
                <a:lnTo>
                  <a:pt x="92221" y="71878"/>
                </a:lnTo>
                <a:lnTo>
                  <a:pt x="91735" y="72330"/>
                </a:lnTo>
                <a:lnTo>
                  <a:pt x="91251" y="72785"/>
                </a:lnTo>
                <a:lnTo>
                  <a:pt x="90769" y="73243"/>
                </a:lnTo>
                <a:lnTo>
                  <a:pt x="90288" y="73704"/>
                </a:lnTo>
                <a:lnTo>
                  <a:pt x="89808" y="74168"/>
                </a:lnTo>
                <a:lnTo>
                  <a:pt x="89331" y="74635"/>
                </a:lnTo>
                <a:lnTo>
                  <a:pt x="88854" y="75104"/>
                </a:lnTo>
                <a:lnTo>
                  <a:pt x="88380" y="75577"/>
                </a:lnTo>
                <a:lnTo>
                  <a:pt x="87907" y="76053"/>
                </a:lnTo>
                <a:lnTo>
                  <a:pt x="87435" y="76532"/>
                </a:lnTo>
                <a:lnTo>
                  <a:pt x="86966" y="77014"/>
                </a:lnTo>
                <a:lnTo>
                  <a:pt x="86498" y="77499"/>
                </a:lnTo>
                <a:lnTo>
                  <a:pt x="86034" y="77985"/>
                </a:lnTo>
                <a:lnTo>
                  <a:pt x="85573" y="78474"/>
                </a:lnTo>
                <a:lnTo>
                  <a:pt x="85115" y="78965"/>
                </a:lnTo>
                <a:lnTo>
                  <a:pt x="84660" y="79458"/>
                </a:lnTo>
                <a:lnTo>
                  <a:pt x="84209" y="79954"/>
                </a:lnTo>
                <a:lnTo>
                  <a:pt x="83761" y="80451"/>
                </a:lnTo>
                <a:lnTo>
                  <a:pt x="83316" y="80951"/>
                </a:lnTo>
                <a:lnTo>
                  <a:pt x="82874" y="81453"/>
                </a:lnTo>
                <a:lnTo>
                  <a:pt x="82435" y="81957"/>
                </a:lnTo>
                <a:lnTo>
                  <a:pt x="81999" y="82464"/>
                </a:lnTo>
                <a:lnTo>
                  <a:pt x="81567" y="82972"/>
                </a:lnTo>
                <a:lnTo>
                  <a:pt x="81138" y="83483"/>
                </a:lnTo>
                <a:lnTo>
                  <a:pt x="80712" y="83996"/>
                </a:lnTo>
                <a:lnTo>
                  <a:pt x="80289" y="84511"/>
                </a:lnTo>
                <a:lnTo>
                  <a:pt x="79870" y="85029"/>
                </a:lnTo>
                <a:lnTo>
                  <a:pt x="79453" y="85548"/>
                </a:lnTo>
                <a:lnTo>
                  <a:pt x="79040" y="86070"/>
                </a:lnTo>
                <a:lnTo>
                  <a:pt x="78630" y="86594"/>
                </a:lnTo>
                <a:lnTo>
                  <a:pt x="78223" y="87120"/>
                </a:lnTo>
                <a:lnTo>
                  <a:pt x="77820" y="87649"/>
                </a:lnTo>
                <a:lnTo>
                  <a:pt x="77419" y="88179"/>
                </a:lnTo>
                <a:lnTo>
                  <a:pt x="77022" y="88712"/>
                </a:lnTo>
                <a:lnTo>
                  <a:pt x="76628" y="89247"/>
                </a:lnTo>
                <a:lnTo>
                  <a:pt x="76238" y="89784"/>
                </a:lnTo>
                <a:lnTo>
                  <a:pt x="75851" y="90324"/>
                </a:lnTo>
                <a:lnTo>
                  <a:pt x="75469" y="90866"/>
                </a:lnTo>
                <a:lnTo>
                  <a:pt x="75090" y="91410"/>
                </a:lnTo>
                <a:lnTo>
                  <a:pt x="74716" y="91957"/>
                </a:lnTo>
                <a:lnTo>
                  <a:pt x="74345" y="92506"/>
                </a:lnTo>
                <a:lnTo>
                  <a:pt x="73979" y="93057"/>
                </a:lnTo>
                <a:lnTo>
                  <a:pt x="73616" y="93611"/>
                </a:lnTo>
                <a:lnTo>
                  <a:pt x="73258" y="94168"/>
                </a:lnTo>
                <a:lnTo>
                  <a:pt x="72903" y="94727"/>
                </a:lnTo>
                <a:lnTo>
                  <a:pt x="72553" y="95288"/>
                </a:lnTo>
                <a:lnTo>
                  <a:pt x="72206" y="95851"/>
                </a:lnTo>
                <a:lnTo>
                  <a:pt x="71863" y="96417"/>
                </a:lnTo>
                <a:lnTo>
                  <a:pt x="71525" y="96985"/>
                </a:lnTo>
                <a:lnTo>
                  <a:pt x="71190" y="97556"/>
                </a:lnTo>
                <a:lnTo>
                  <a:pt x="70860" y="98129"/>
                </a:lnTo>
                <a:lnTo>
                  <a:pt x="70533" y="98705"/>
                </a:lnTo>
                <a:lnTo>
                  <a:pt x="70210" y="99283"/>
                </a:lnTo>
                <a:lnTo>
                  <a:pt x="69892" y="99863"/>
                </a:lnTo>
                <a:lnTo>
                  <a:pt x="69577" y="100446"/>
                </a:lnTo>
                <a:lnTo>
                  <a:pt x="69266" y="101031"/>
                </a:lnTo>
                <a:lnTo>
                  <a:pt x="68960" y="101618"/>
                </a:lnTo>
                <a:lnTo>
                  <a:pt x="68657" y="102208"/>
                </a:lnTo>
                <a:lnTo>
                  <a:pt x="68358" y="102800"/>
                </a:lnTo>
                <a:lnTo>
                  <a:pt x="68064" y="103395"/>
                </a:lnTo>
                <a:lnTo>
                  <a:pt x="67777" y="103990"/>
                </a:lnTo>
                <a:lnTo>
                  <a:pt x="67495" y="104588"/>
                </a:lnTo>
                <a:lnTo>
                  <a:pt x="67219" y="105187"/>
                </a:lnTo>
                <a:lnTo>
                  <a:pt x="66949" y="105787"/>
                </a:lnTo>
                <a:lnTo>
                  <a:pt x="66685" y="106390"/>
                </a:lnTo>
                <a:lnTo>
                  <a:pt x="66428" y="106993"/>
                </a:lnTo>
                <a:lnTo>
                  <a:pt x="66176" y="107599"/>
                </a:lnTo>
                <a:lnTo>
                  <a:pt x="65930" y="108206"/>
                </a:lnTo>
                <a:lnTo>
                  <a:pt x="65690" y="108814"/>
                </a:lnTo>
                <a:lnTo>
                  <a:pt x="65456" y="109425"/>
                </a:lnTo>
                <a:lnTo>
                  <a:pt x="65228" y="110036"/>
                </a:lnTo>
                <a:lnTo>
                  <a:pt x="65006" y="110650"/>
                </a:lnTo>
                <a:lnTo>
                  <a:pt x="64790" y="111265"/>
                </a:lnTo>
                <a:lnTo>
                  <a:pt x="64580" y="111881"/>
                </a:lnTo>
                <a:lnTo>
                  <a:pt x="64376" y="112500"/>
                </a:lnTo>
                <a:lnTo>
                  <a:pt x="64178" y="113119"/>
                </a:lnTo>
                <a:lnTo>
                  <a:pt x="63986" y="113741"/>
                </a:lnTo>
                <a:lnTo>
                  <a:pt x="63800" y="114364"/>
                </a:lnTo>
                <a:lnTo>
                  <a:pt x="63620" y="114988"/>
                </a:lnTo>
                <a:lnTo>
                  <a:pt x="63446" y="115614"/>
                </a:lnTo>
                <a:lnTo>
                  <a:pt x="63278" y="116242"/>
                </a:lnTo>
                <a:lnTo>
                  <a:pt x="63116" y="116871"/>
                </a:lnTo>
                <a:lnTo>
                  <a:pt x="62960" y="117502"/>
                </a:lnTo>
                <a:lnTo>
                  <a:pt x="62912" y="117714"/>
                </a:lnTo>
                <a:lnTo>
                  <a:pt x="62863" y="117928"/>
                </a:lnTo>
                <a:lnTo>
                  <a:pt x="62814" y="118145"/>
                </a:lnTo>
                <a:lnTo>
                  <a:pt x="62765" y="118364"/>
                </a:lnTo>
                <a:lnTo>
                  <a:pt x="62715" y="118585"/>
                </a:lnTo>
                <a:lnTo>
                  <a:pt x="62665" y="118809"/>
                </a:lnTo>
                <a:lnTo>
                  <a:pt x="62615" y="119035"/>
                </a:lnTo>
                <a:lnTo>
                  <a:pt x="62564" y="119264"/>
                </a:lnTo>
                <a:lnTo>
                  <a:pt x="62513" y="119495"/>
                </a:lnTo>
                <a:lnTo>
                  <a:pt x="62461" y="119728"/>
                </a:lnTo>
                <a:lnTo>
                  <a:pt x="62409" y="119964"/>
                </a:lnTo>
                <a:lnTo>
                  <a:pt x="62357" y="120202"/>
                </a:lnTo>
                <a:lnTo>
                  <a:pt x="62304" y="120442"/>
                </a:lnTo>
                <a:lnTo>
                  <a:pt x="62251" y="120685"/>
                </a:lnTo>
                <a:lnTo>
                  <a:pt x="62197" y="120930"/>
                </a:lnTo>
                <a:lnTo>
                  <a:pt x="62143" y="121178"/>
                </a:lnTo>
                <a:lnTo>
                  <a:pt x="62088" y="121428"/>
                </a:lnTo>
                <a:lnTo>
                  <a:pt x="62034" y="121680"/>
                </a:lnTo>
                <a:lnTo>
                  <a:pt x="61978" y="121935"/>
                </a:lnTo>
                <a:lnTo>
                  <a:pt x="61923" y="122193"/>
                </a:lnTo>
                <a:lnTo>
                  <a:pt x="61867" y="122452"/>
                </a:lnTo>
                <a:lnTo>
                  <a:pt x="61810" y="122714"/>
                </a:lnTo>
                <a:lnTo>
                  <a:pt x="61753" y="122979"/>
                </a:lnTo>
                <a:lnTo>
                  <a:pt x="61696" y="123245"/>
                </a:lnTo>
                <a:lnTo>
                  <a:pt x="61640" y="123513"/>
                </a:lnTo>
                <a:lnTo>
                  <a:pt x="61586" y="123778"/>
                </a:lnTo>
                <a:lnTo>
                  <a:pt x="61535" y="124042"/>
                </a:lnTo>
                <a:lnTo>
                  <a:pt x="61486" y="124305"/>
                </a:lnTo>
                <a:lnTo>
                  <a:pt x="61439" y="124566"/>
                </a:lnTo>
                <a:lnTo>
                  <a:pt x="61395" y="124825"/>
                </a:lnTo>
                <a:lnTo>
                  <a:pt x="61353" y="125082"/>
                </a:lnTo>
                <a:lnTo>
                  <a:pt x="61313" y="125338"/>
                </a:lnTo>
                <a:lnTo>
                  <a:pt x="61276" y="125593"/>
                </a:lnTo>
                <a:lnTo>
                  <a:pt x="61242" y="125846"/>
                </a:lnTo>
                <a:lnTo>
                  <a:pt x="61209" y="126097"/>
                </a:lnTo>
                <a:lnTo>
                  <a:pt x="61179" y="126347"/>
                </a:lnTo>
                <a:lnTo>
                  <a:pt x="61152" y="126595"/>
                </a:lnTo>
                <a:lnTo>
                  <a:pt x="61127" y="126841"/>
                </a:lnTo>
                <a:lnTo>
                  <a:pt x="61104" y="127086"/>
                </a:lnTo>
                <a:lnTo>
                  <a:pt x="61084" y="127329"/>
                </a:lnTo>
                <a:lnTo>
                  <a:pt x="61066" y="127571"/>
                </a:lnTo>
                <a:lnTo>
                  <a:pt x="61050" y="127811"/>
                </a:lnTo>
                <a:lnTo>
                  <a:pt x="61037" y="128050"/>
                </a:lnTo>
                <a:lnTo>
                  <a:pt x="61026" y="128287"/>
                </a:lnTo>
                <a:lnTo>
                  <a:pt x="61018" y="128522"/>
                </a:lnTo>
                <a:lnTo>
                  <a:pt x="61012" y="128756"/>
                </a:lnTo>
                <a:lnTo>
                  <a:pt x="61008" y="128988"/>
                </a:lnTo>
                <a:lnTo>
                  <a:pt x="61007" y="129218"/>
                </a:lnTo>
                <a:lnTo>
                  <a:pt x="61011" y="129581"/>
                </a:lnTo>
                <a:lnTo>
                  <a:pt x="61023" y="129943"/>
                </a:lnTo>
                <a:lnTo>
                  <a:pt x="61043" y="130303"/>
                </a:lnTo>
                <a:lnTo>
                  <a:pt x="61071" y="130662"/>
                </a:lnTo>
                <a:lnTo>
                  <a:pt x="61107" y="131019"/>
                </a:lnTo>
                <a:lnTo>
                  <a:pt x="61151" y="131375"/>
                </a:lnTo>
                <a:lnTo>
                  <a:pt x="61202" y="131730"/>
                </a:lnTo>
                <a:lnTo>
                  <a:pt x="61262" y="132083"/>
                </a:lnTo>
                <a:lnTo>
                  <a:pt x="61330" y="132435"/>
                </a:lnTo>
                <a:lnTo>
                  <a:pt x="61406" y="132786"/>
                </a:lnTo>
                <a:lnTo>
                  <a:pt x="61490" y="133135"/>
                </a:lnTo>
                <a:lnTo>
                  <a:pt x="61581" y="133482"/>
                </a:lnTo>
                <a:lnTo>
                  <a:pt x="61681" y="133829"/>
                </a:lnTo>
                <a:lnTo>
                  <a:pt x="61789" y="134174"/>
                </a:lnTo>
                <a:lnTo>
                  <a:pt x="61904" y="134517"/>
                </a:lnTo>
                <a:lnTo>
                  <a:pt x="62028" y="134859"/>
                </a:lnTo>
                <a:lnTo>
                  <a:pt x="62160" y="135200"/>
                </a:lnTo>
                <a:lnTo>
                  <a:pt x="62299" y="135539"/>
                </a:lnTo>
                <a:lnTo>
                  <a:pt x="62447" y="135877"/>
                </a:lnTo>
                <a:lnTo>
                  <a:pt x="62602" y="136214"/>
                </a:lnTo>
                <a:lnTo>
                  <a:pt x="62766" y="136549"/>
                </a:lnTo>
                <a:lnTo>
                  <a:pt x="62937" y="136882"/>
                </a:lnTo>
                <a:lnTo>
                  <a:pt x="63117" y="137215"/>
                </a:lnTo>
                <a:lnTo>
                  <a:pt x="63304" y="137546"/>
                </a:lnTo>
                <a:lnTo>
                  <a:pt x="63497" y="137874"/>
                </a:lnTo>
                <a:lnTo>
                  <a:pt x="63694" y="138199"/>
                </a:lnTo>
                <a:lnTo>
                  <a:pt x="63895" y="138521"/>
                </a:lnTo>
                <a:lnTo>
                  <a:pt x="64099" y="138839"/>
                </a:lnTo>
                <a:lnTo>
                  <a:pt x="64306" y="139154"/>
                </a:lnTo>
                <a:lnTo>
                  <a:pt x="64517" y="139466"/>
                </a:lnTo>
                <a:lnTo>
                  <a:pt x="64732" y="139774"/>
                </a:lnTo>
                <a:lnTo>
                  <a:pt x="64951" y="140079"/>
                </a:lnTo>
                <a:lnTo>
                  <a:pt x="65173" y="140380"/>
                </a:lnTo>
                <a:lnTo>
                  <a:pt x="65398" y="140678"/>
                </a:lnTo>
                <a:lnTo>
                  <a:pt x="65627" y="140973"/>
                </a:lnTo>
                <a:lnTo>
                  <a:pt x="65860" y="141264"/>
                </a:lnTo>
                <a:lnTo>
                  <a:pt x="66096" y="141552"/>
                </a:lnTo>
                <a:lnTo>
                  <a:pt x="66336" y="141837"/>
                </a:lnTo>
                <a:lnTo>
                  <a:pt x="66580" y="142118"/>
                </a:lnTo>
                <a:lnTo>
                  <a:pt x="66827" y="142395"/>
                </a:lnTo>
                <a:lnTo>
                  <a:pt x="67077" y="142670"/>
                </a:lnTo>
                <a:lnTo>
                  <a:pt x="67332" y="142940"/>
                </a:lnTo>
                <a:lnTo>
                  <a:pt x="67589" y="143208"/>
                </a:lnTo>
                <a:lnTo>
                  <a:pt x="67851" y="143472"/>
                </a:lnTo>
                <a:lnTo>
                  <a:pt x="68116" y="143733"/>
                </a:lnTo>
                <a:lnTo>
                  <a:pt x="68384" y="143990"/>
                </a:lnTo>
                <a:lnTo>
                  <a:pt x="68657" y="144244"/>
                </a:lnTo>
                <a:lnTo>
                  <a:pt x="68932" y="144495"/>
                </a:lnTo>
                <a:lnTo>
                  <a:pt x="69211" y="144742"/>
                </a:lnTo>
                <a:lnTo>
                  <a:pt x="69490" y="144984"/>
                </a:lnTo>
                <a:lnTo>
                  <a:pt x="69771" y="145223"/>
                </a:lnTo>
                <a:lnTo>
                  <a:pt x="70054" y="145458"/>
                </a:lnTo>
                <a:lnTo>
                  <a:pt x="70338" y="145689"/>
                </a:lnTo>
                <a:lnTo>
                  <a:pt x="70623" y="145916"/>
                </a:lnTo>
                <a:lnTo>
                  <a:pt x="70910" y="146139"/>
                </a:lnTo>
                <a:lnTo>
                  <a:pt x="71198" y="146358"/>
                </a:lnTo>
                <a:lnTo>
                  <a:pt x="71487" y="146573"/>
                </a:lnTo>
                <a:lnTo>
                  <a:pt x="71778" y="146784"/>
                </a:lnTo>
                <a:lnTo>
                  <a:pt x="72070" y="146991"/>
                </a:lnTo>
                <a:lnTo>
                  <a:pt x="72364" y="147194"/>
                </a:lnTo>
                <a:lnTo>
                  <a:pt x="72659" y="147393"/>
                </a:lnTo>
                <a:lnTo>
                  <a:pt x="72955" y="147588"/>
                </a:lnTo>
                <a:lnTo>
                  <a:pt x="73253" y="147779"/>
                </a:lnTo>
                <a:lnTo>
                  <a:pt x="73552" y="147966"/>
                </a:lnTo>
                <a:lnTo>
                  <a:pt x="73853" y="148149"/>
                </a:lnTo>
                <a:lnTo>
                  <a:pt x="74155" y="148328"/>
                </a:lnTo>
                <a:lnTo>
                  <a:pt x="74458" y="148503"/>
                </a:lnTo>
                <a:lnTo>
                  <a:pt x="74763" y="148674"/>
                </a:lnTo>
                <a:lnTo>
                  <a:pt x="75069" y="148841"/>
                </a:lnTo>
                <a:lnTo>
                  <a:pt x="75377" y="149005"/>
                </a:lnTo>
                <a:lnTo>
                  <a:pt x="75686" y="149164"/>
                </a:lnTo>
                <a:lnTo>
                  <a:pt x="75996" y="149319"/>
                </a:lnTo>
                <a:lnTo>
                  <a:pt x="76306" y="149469"/>
                </a:lnTo>
                <a:lnTo>
                  <a:pt x="76613" y="149612"/>
                </a:lnTo>
                <a:lnTo>
                  <a:pt x="76918" y="149750"/>
                </a:lnTo>
                <a:lnTo>
                  <a:pt x="77220" y="149880"/>
                </a:lnTo>
                <a:lnTo>
                  <a:pt x="77519" y="150005"/>
                </a:lnTo>
                <a:lnTo>
                  <a:pt x="77816" y="150123"/>
                </a:lnTo>
                <a:lnTo>
                  <a:pt x="78110" y="150235"/>
                </a:lnTo>
                <a:lnTo>
                  <a:pt x="78402" y="150340"/>
                </a:lnTo>
                <a:lnTo>
                  <a:pt x="78691" y="150439"/>
                </a:lnTo>
                <a:lnTo>
                  <a:pt x="78978" y="150531"/>
                </a:lnTo>
                <a:lnTo>
                  <a:pt x="79261" y="150617"/>
                </a:lnTo>
                <a:lnTo>
                  <a:pt x="79543" y="150697"/>
                </a:lnTo>
                <a:lnTo>
                  <a:pt x="79821" y="150771"/>
                </a:lnTo>
                <a:lnTo>
                  <a:pt x="80097" y="150838"/>
                </a:lnTo>
                <a:lnTo>
                  <a:pt x="80371" y="150898"/>
                </a:lnTo>
                <a:lnTo>
                  <a:pt x="80642" y="150952"/>
                </a:lnTo>
                <a:lnTo>
                  <a:pt x="80910" y="151000"/>
                </a:lnTo>
                <a:lnTo>
                  <a:pt x="81176" y="151042"/>
                </a:lnTo>
                <a:lnTo>
                  <a:pt x="81439" y="151077"/>
                </a:lnTo>
                <a:lnTo>
                  <a:pt x="81700" y="151106"/>
                </a:lnTo>
                <a:lnTo>
                  <a:pt x="81957" y="151128"/>
                </a:lnTo>
                <a:lnTo>
                  <a:pt x="82213" y="151144"/>
                </a:lnTo>
                <a:lnTo>
                  <a:pt x="82466" y="151153"/>
                </a:lnTo>
                <a:lnTo>
                  <a:pt x="82716" y="151157"/>
                </a:lnTo>
                <a:lnTo>
                  <a:pt x="83137" y="151153"/>
                </a:lnTo>
                <a:lnTo>
                  <a:pt x="83558" y="151143"/>
                </a:lnTo>
                <a:lnTo>
                  <a:pt x="83980" y="151127"/>
                </a:lnTo>
                <a:lnTo>
                  <a:pt x="84402" y="151104"/>
                </a:lnTo>
                <a:lnTo>
                  <a:pt x="84824" y="151074"/>
                </a:lnTo>
                <a:lnTo>
                  <a:pt x="85246" y="151038"/>
                </a:lnTo>
                <a:lnTo>
                  <a:pt x="85669" y="150995"/>
                </a:lnTo>
                <a:lnTo>
                  <a:pt x="86091" y="150946"/>
                </a:lnTo>
                <a:lnTo>
                  <a:pt x="86514" y="150890"/>
                </a:lnTo>
                <a:lnTo>
                  <a:pt x="86937" y="150828"/>
                </a:lnTo>
                <a:lnTo>
                  <a:pt x="87360" y="150758"/>
                </a:lnTo>
                <a:lnTo>
                  <a:pt x="87784" y="150683"/>
                </a:lnTo>
                <a:lnTo>
                  <a:pt x="88208" y="150601"/>
                </a:lnTo>
                <a:lnTo>
                  <a:pt x="88631" y="150512"/>
                </a:lnTo>
                <a:lnTo>
                  <a:pt x="89055" y="150416"/>
                </a:lnTo>
                <a:lnTo>
                  <a:pt x="89480" y="150314"/>
                </a:lnTo>
                <a:lnTo>
                  <a:pt x="89904" y="150206"/>
                </a:lnTo>
                <a:lnTo>
                  <a:pt x="90329" y="150091"/>
                </a:lnTo>
                <a:lnTo>
                  <a:pt x="90754" y="149969"/>
                </a:lnTo>
                <a:lnTo>
                  <a:pt x="91179" y="149840"/>
                </a:lnTo>
                <a:lnTo>
                  <a:pt x="91604" y="149706"/>
                </a:lnTo>
                <a:lnTo>
                  <a:pt x="92029" y="149564"/>
                </a:lnTo>
                <a:lnTo>
                  <a:pt x="92455" y="149416"/>
                </a:lnTo>
                <a:lnTo>
                  <a:pt x="92881" y="149261"/>
                </a:lnTo>
                <a:lnTo>
                  <a:pt x="93307" y="149102"/>
                </a:lnTo>
                <a:lnTo>
                  <a:pt x="93732" y="148938"/>
                </a:lnTo>
                <a:lnTo>
                  <a:pt x="94156" y="148771"/>
                </a:lnTo>
                <a:lnTo>
                  <a:pt x="94580" y="148599"/>
                </a:lnTo>
                <a:lnTo>
                  <a:pt x="95003" y="148424"/>
                </a:lnTo>
                <a:lnTo>
                  <a:pt x="95426" y="148246"/>
                </a:lnTo>
                <a:lnTo>
                  <a:pt x="95848" y="148063"/>
                </a:lnTo>
                <a:lnTo>
                  <a:pt x="96269" y="147877"/>
                </a:lnTo>
                <a:lnTo>
                  <a:pt x="96690" y="147687"/>
                </a:lnTo>
                <a:lnTo>
                  <a:pt x="97110" y="147493"/>
                </a:lnTo>
                <a:lnTo>
                  <a:pt x="97530" y="147295"/>
                </a:lnTo>
                <a:lnTo>
                  <a:pt x="97949" y="147093"/>
                </a:lnTo>
                <a:lnTo>
                  <a:pt x="98368" y="146888"/>
                </a:lnTo>
                <a:lnTo>
                  <a:pt x="98785" y="146679"/>
                </a:lnTo>
                <a:lnTo>
                  <a:pt x="99203" y="146466"/>
                </a:lnTo>
                <a:lnTo>
                  <a:pt x="99619" y="146249"/>
                </a:lnTo>
                <a:lnTo>
                  <a:pt x="100035" y="146029"/>
                </a:lnTo>
                <a:lnTo>
                  <a:pt x="100451" y="145805"/>
                </a:lnTo>
                <a:lnTo>
                  <a:pt x="100866" y="145577"/>
                </a:lnTo>
                <a:lnTo>
                  <a:pt x="101280" y="145345"/>
                </a:lnTo>
                <a:lnTo>
                  <a:pt x="101694" y="145109"/>
                </a:lnTo>
                <a:lnTo>
                  <a:pt x="102107" y="144870"/>
                </a:lnTo>
                <a:lnTo>
                  <a:pt x="102519" y="144627"/>
                </a:lnTo>
                <a:lnTo>
                  <a:pt x="102931" y="144380"/>
                </a:lnTo>
                <a:lnTo>
                  <a:pt x="103342" y="144130"/>
                </a:lnTo>
                <a:lnTo>
                  <a:pt x="103753" y="143876"/>
                </a:lnTo>
                <a:lnTo>
                  <a:pt x="104162" y="143621"/>
                </a:lnTo>
                <a:lnTo>
                  <a:pt x="104571" y="143362"/>
                </a:lnTo>
                <a:lnTo>
                  <a:pt x="104979" y="143101"/>
                </a:lnTo>
                <a:lnTo>
                  <a:pt x="105386" y="142836"/>
                </a:lnTo>
                <a:lnTo>
                  <a:pt x="105793" y="142569"/>
                </a:lnTo>
                <a:lnTo>
                  <a:pt x="106198" y="142300"/>
                </a:lnTo>
                <a:lnTo>
                  <a:pt x="106603" y="142027"/>
                </a:lnTo>
                <a:lnTo>
                  <a:pt x="107007" y="141752"/>
                </a:lnTo>
                <a:lnTo>
                  <a:pt x="107410" y="141473"/>
                </a:lnTo>
                <a:lnTo>
                  <a:pt x="107813" y="141192"/>
                </a:lnTo>
                <a:lnTo>
                  <a:pt x="108214" y="140909"/>
                </a:lnTo>
                <a:lnTo>
                  <a:pt x="108615" y="140622"/>
                </a:lnTo>
                <a:lnTo>
                  <a:pt x="109015" y="140333"/>
                </a:lnTo>
                <a:lnTo>
                  <a:pt x="109414" y="140041"/>
                </a:lnTo>
                <a:lnTo>
                  <a:pt x="109813" y="139746"/>
                </a:lnTo>
                <a:lnTo>
                  <a:pt x="110210" y="139448"/>
                </a:lnTo>
                <a:lnTo>
                  <a:pt x="110607" y="139147"/>
                </a:lnTo>
                <a:lnTo>
                  <a:pt x="111003" y="138844"/>
                </a:lnTo>
                <a:lnTo>
                  <a:pt x="111399" y="138538"/>
                </a:lnTo>
                <a:lnTo>
                  <a:pt x="111793" y="138229"/>
                </a:lnTo>
                <a:lnTo>
                  <a:pt x="112187" y="137917"/>
                </a:lnTo>
                <a:lnTo>
                  <a:pt x="112579" y="137603"/>
                </a:lnTo>
                <a:lnTo>
                  <a:pt x="112971" y="137287"/>
                </a:lnTo>
                <a:lnTo>
                  <a:pt x="113362" y="136971"/>
                </a:lnTo>
                <a:lnTo>
                  <a:pt x="113751" y="136655"/>
                </a:lnTo>
                <a:lnTo>
                  <a:pt x="114140" y="136340"/>
                </a:lnTo>
                <a:lnTo>
                  <a:pt x="114527" y="136024"/>
                </a:lnTo>
                <a:lnTo>
                  <a:pt x="114913" y="135708"/>
                </a:lnTo>
                <a:lnTo>
                  <a:pt x="115297" y="135392"/>
                </a:lnTo>
                <a:lnTo>
                  <a:pt x="115681" y="135076"/>
                </a:lnTo>
                <a:lnTo>
                  <a:pt x="116063" y="134760"/>
                </a:lnTo>
                <a:lnTo>
                  <a:pt x="116444" y="134444"/>
                </a:lnTo>
                <a:lnTo>
                  <a:pt x="116824" y="134128"/>
                </a:lnTo>
                <a:lnTo>
                  <a:pt x="117203" y="133813"/>
                </a:lnTo>
                <a:lnTo>
                  <a:pt x="117580" y="133497"/>
                </a:lnTo>
                <a:lnTo>
                  <a:pt x="117956" y="133181"/>
                </a:lnTo>
                <a:lnTo>
                  <a:pt x="118331" y="132865"/>
                </a:lnTo>
                <a:lnTo>
                  <a:pt x="118705" y="132549"/>
                </a:lnTo>
                <a:lnTo>
                  <a:pt x="119078" y="132233"/>
                </a:lnTo>
                <a:lnTo>
                  <a:pt x="119450" y="131917"/>
                </a:lnTo>
                <a:lnTo>
                  <a:pt x="119820" y="131602"/>
                </a:lnTo>
                <a:lnTo>
                  <a:pt x="120189" y="131286"/>
                </a:lnTo>
                <a:lnTo>
                  <a:pt x="120557" y="130970"/>
                </a:lnTo>
                <a:lnTo>
                  <a:pt x="120924" y="130654"/>
                </a:lnTo>
                <a:lnTo>
                  <a:pt x="121289" y="130338"/>
                </a:lnTo>
                <a:lnTo>
                  <a:pt x="121653" y="130022"/>
                </a:lnTo>
                <a:lnTo>
                  <a:pt x="121587" y="130270"/>
                </a:lnTo>
                <a:lnTo>
                  <a:pt x="121521" y="130516"/>
                </a:lnTo>
                <a:lnTo>
                  <a:pt x="121457" y="130759"/>
                </a:lnTo>
                <a:lnTo>
                  <a:pt x="121393" y="131000"/>
                </a:lnTo>
                <a:lnTo>
                  <a:pt x="121331" y="131239"/>
                </a:lnTo>
                <a:lnTo>
                  <a:pt x="121269" y="131476"/>
                </a:lnTo>
                <a:lnTo>
                  <a:pt x="121209" y="131711"/>
                </a:lnTo>
                <a:lnTo>
                  <a:pt x="121149" y="131943"/>
                </a:lnTo>
                <a:lnTo>
                  <a:pt x="121091" y="132173"/>
                </a:lnTo>
                <a:lnTo>
                  <a:pt x="121033" y="132401"/>
                </a:lnTo>
                <a:lnTo>
                  <a:pt x="120977" y="132627"/>
                </a:lnTo>
                <a:lnTo>
                  <a:pt x="120921" y="132851"/>
                </a:lnTo>
                <a:lnTo>
                  <a:pt x="120867" y="133072"/>
                </a:lnTo>
                <a:lnTo>
                  <a:pt x="120813" y="133291"/>
                </a:lnTo>
                <a:lnTo>
                  <a:pt x="120761" y="133508"/>
                </a:lnTo>
                <a:lnTo>
                  <a:pt x="120709" y="133723"/>
                </a:lnTo>
                <a:lnTo>
                  <a:pt x="120658" y="133936"/>
                </a:lnTo>
                <a:lnTo>
                  <a:pt x="120609" y="134146"/>
                </a:lnTo>
                <a:lnTo>
                  <a:pt x="120560" y="134355"/>
                </a:lnTo>
                <a:lnTo>
                  <a:pt x="120513" y="134561"/>
                </a:lnTo>
                <a:lnTo>
                  <a:pt x="120466" y="134765"/>
                </a:lnTo>
                <a:lnTo>
                  <a:pt x="120421" y="134966"/>
                </a:lnTo>
                <a:lnTo>
                  <a:pt x="120376" y="135166"/>
                </a:lnTo>
                <a:lnTo>
                  <a:pt x="120333" y="135363"/>
                </a:lnTo>
                <a:lnTo>
                  <a:pt x="120289" y="135559"/>
                </a:lnTo>
                <a:lnTo>
                  <a:pt x="120245" y="135754"/>
                </a:lnTo>
                <a:lnTo>
                  <a:pt x="120201" y="135949"/>
                </a:lnTo>
                <a:lnTo>
                  <a:pt x="120155" y="136143"/>
                </a:lnTo>
                <a:lnTo>
                  <a:pt x="120110" y="136337"/>
                </a:lnTo>
                <a:lnTo>
                  <a:pt x="120063" y="136530"/>
                </a:lnTo>
                <a:lnTo>
                  <a:pt x="120016" y="136722"/>
                </a:lnTo>
                <a:lnTo>
                  <a:pt x="119969" y="136914"/>
                </a:lnTo>
                <a:lnTo>
                  <a:pt x="119921" y="137105"/>
                </a:lnTo>
                <a:lnTo>
                  <a:pt x="119872" y="137296"/>
                </a:lnTo>
                <a:lnTo>
                  <a:pt x="119823" y="137485"/>
                </a:lnTo>
                <a:lnTo>
                  <a:pt x="119773" y="137675"/>
                </a:lnTo>
                <a:lnTo>
                  <a:pt x="119722" y="137864"/>
                </a:lnTo>
                <a:lnTo>
                  <a:pt x="119671" y="138052"/>
                </a:lnTo>
                <a:lnTo>
                  <a:pt x="119619" y="138239"/>
                </a:lnTo>
                <a:lnTo>
                  <a:pt x="119567" y="138426"/>
                </a:lnTo>
                <a:lnTo>
                  <a:pt x="119514" y="138613"/>
                </a:lnTo>
                <a:lnTo>
                  <a:pt x="119460" y="138798"/>
                </a:lnTo>
                <a:lnTo>
                  <a:pt x="119406" y="138983"/>
                </a:lnTo>
                <a:lnTo>
                  <a:pt x="119351" y="139168"/>
                </a:lnTo>
                <a:lnTo>
                  <a:pt x="119296" y="139352"/>
                </a:lnTo>
                <a:lnTo>
                  <a:pt x="119240" y="139535"/>
                </a:lnTo>
                <a:lnTo>
                  <a:pt x="119184" y="139718"/>
                </a:lnTo>
                <a:lnTo>
                  <a:pt x="119127" y="139900"/>
                </a:lnTo>
                <a:lnTo>
                  <a:pt x="118983" y="140436"/>
                </a:lnTo>
                <a:lnTo>
                  <a:pt x="118838" y="140971"/>
                </a:lnTo>
                <a:lnTo>
                  <a:pt x="118693" y="141505"/>
                </a:lnTo>
                <a:lnTo>
                  <a:pt x="118547" y="142038"/>
                </a:lnTo>
                <a:lnTo>
                  <a:pt x="118401" y="142570"/>
                </a:lnTo>
                <a:lnTo>
                  <a:pt x="118254" y="143102"/>
                </a:lnTo>
                <a:lnTo>
                  <a:pt x="118107" y="143633"/>
                </a:lnTo>
                <a:lnTo>
                  <a:pt x="117959" y="144163"/>
                </a:lnTo>
                <a:lnTo>
                  <a:pt x="117810" y="144692"/>
                </a:lnTo>
                <a:lnTo>
                  <a:pt x="117661" y="145221"/>
                </a:lnTo>
                <a:lnTo>
                  <a:pt x="117511" y="145748"/>
                </a:lnTo>
                <a:lnTo>
                  <a:pt x="117361" y="146275"/>
                </a:lnTo>
                <a:lnTo>
                  <a:pt x="117209" y="146801"/>
                </a:lnTo>
                <a:lnTo>
                  <a:pt x="117058" y="147326"/>
                </a:lnTo>
                <a:lnTo>
                  <a:pt x="116906" y="147851"/>
                </a:lnTo>
                <a:lnTo>
                  <a:pt x="116753" y="148374"/>
                </a:lnTo>
                <a:lnTo>
                  <a:pt x="116599" y="148897"/>
                </a:lnTo>
                <a:lnTo>
                  <a:pt x="116445" y="149419"/>
                </a:lnTo>
                <a:lnTo>
                  <a:pt x="116291" y="149941"/>
                </a:lnTo>
                <a:lnTo>
                  <a:pt x="116135" y="150461"/>
                </a:lnTo>
                <a:lnTo>
                  <a:pt x="115980" y="150981"/>
                </a:lnTo>
                <a:lnTo>
                  <a:pt x="115823" y="151500"/>
                </a:lnTo>
                <a:lnTo>
                  <a:pt x="115666" y="152018"/>
                </a:lnTo>
                <a:lnTo>
                  <a:pt x="115508" y="152535"/>
                </a:lnTo>
                <a:lnTo>
                  <a:pt x="115349" y="153051"/>
                </a:lnTo>
                <a:lnTo>
                  <a:pt x="115186" y="153567"/>
                </a:lnTo>
                <a:lnTo>
                  <a:pt x="115020" y="154081"/>
                </a:lnTo>
                <a:lnTo>
                  <a:pt x="114851" y="154594"/>
                </a:lnTo>
                <a:lnTo>
                  <a:pt x="114679" y="155107"/>
                </a:lnTo>
                <a:lnTo>
                  <a:pt x="114503" y="155618"/>
                </a:lnTo>
                <a:lnTo>
                  <a:pt x="114325" y="156129"/>
                </a:lnTo>
                <a:lnTo>
                  <a:pt x="114143" y="156638"/>
                </a:lnTo>
                <a:lnTo>
                  <a:pt x="113958" y="157146"/>
                </a:lnTo>
                <a:lnTo>
                  <a:pt x="113770" y="157654"/>
                </a:lnTo>
                <a:lnTo>
                  <a:pt x="113578" y="158160"/>
                </a:lnTo>
                <a:lnTo>
                  <a:pt x="113383" y="158666"/>
                </a:lnTo>
                <a:lnTo>
                  <a:pt x="113186" y="159170"/>
                </a:lnTo>
                <a:lnTo>
                  <a:pt x="112985" y="159673"/>
                </a:lnTo>
                <a:lnTo>
                  <a:pt x="112780" y="160176"/>
                </a:lnTo>
                <a:lnTo>
                  <a:pt x="112573" y="160677"/>
                </a:lnTo>
                <a:lnTo>
                  <a:pt x="112363" y="161178"/>
                </a:lnTo>
                <a:lnTo>
                  <a:pt x="112149" y="161677"/>
                </a:lnTo>
                <a:lnTo>
                  <a:pt x="111932" y="162176"/>
                </a:lnTo>
                <a:lnTo>
                  <a:pt x="111712" y="162673"/>
                </a:lnTo>
                <a:lnTo>
                  <a:pt x="111488" y="163169"/>
                </a:lnTo>
                <a:lnTo>
                  <a:pt x="111262" y="163665"/>
                </a:lnTo>
                <a:lnTo>
                  <a:pt x="111032" y="164159"/>
                </a:lnTo>
                <a:lnTo>
                  <a:pt x="110799" y="164653"/>
                </a:lnTo>
                <a:lnTo>
                  <a:pt x="110562" y="165145"/>
                </a:lnTo>
                <a:lnTo>
                  <a:pt x="110321" y="165636"/>
                </a:lnTo>
                <a:lnTo>
                  <a:pt x="110076" y="166125"/>
                </a:lnTo>
                <a:lnTo>
                  <a:pt x="109826" y="166613"/>
                </a:lnTo>
                <a:lnTo>
                  <a:pt x="109572" y="167100"/>
                </a:lnTo>
                <a:lnTo>
                  <a:pt x="109313" y="167585"/>
                </a:lnTo>
                <a:lnTo>
                  <a:pt x="109050" y="168069"/>
                </a:lnTo>
                <a:lnTo>
                  <a:pt x="108783" y="168552"/>
                </a:lnTo>
                <a:lnTo>
                  <a:pt x="108511" y="169033"/>
                </a:lnTo>
                <a:lnTo>
                  <a:pt x="108235" y="169512"/>
                </a:lnTo>
                <a:lnTo>
                  <a:pt x="107954" y="169991"/>
                </a:lnTo>
                <a:lnTo>
                  <a:pt x="107669" y="170468"/>
                </a:lnTo>
                <a:lnTo>
                  <a:pt x="107380" y="170943"/>
                </a:lnTo>
                <a:lnTo>
                  <a:pt x="107086" y="171417"/>
                </a:lnTo>
                <a:lnTo>
                  <a:pt x="106788" y="171890"/>
                </a:lnTo>
                <a:lnTo>
                  <a:pt x="106485" y="172361"/>
                </a:lnTo>
                <a:lnTo>
                  <a:pt x="106179" y="172831"/>
                </a:lnTo>
                <a:lnTo>
                  <a:pt x="105867" y="173300"/>
                </a:lnTo>
                <a:lnTo>
                  <a:pt x="105552" y="173767"/>
                </a:lnTo>
                <a:lnTo>
                  <a:pt x="105232" y="174232"/>
                </a:lnTo>
                <a:lnTo>
                  <a:pt x="104907" y="174697"/>
                </a:lnTo>
                <a:lnTo>
                  <a:pt x="104578" y="175160"/>
                </a:lnTo>
                <a:lnTo>
                  <a:pt x="104245" y="175621"/>
                </a:lnTo>
                <a:lnTo>
                  <a:pt x="103907" y="176081"/>
                </a:lnTo>
                <a:lnTo>
                  <a:pt x="103565" y="176540"/>
                </a:lnTo>
                <a:lnTo>
                  <a:pt x="103216" y="176998"/>
                </a:lnTo>
                <a:lnTo>
                  <a:pt x="102860" y="177454"/>
                </a:lnTo>
                <a:lnTo>
                  <a:pt x="102499" y="177910"/>
                </a:lnTo>
                <a:lnTo>
                  <a:pt x="102131" y="178364"/>
                </a:lnTo>
                <a:lnTo>
                  <a:pt x="101757" y="178816"/>
                </a:lnTo>
                <a:lnTo>
                  <a:pt x="101377" y="179268"/>
                </a:lnTo>
                <a:lnTo>
                  <a:pt x="100991" y="179719"/>
                </a:lnTo>
                <a:lnTo>
                  <a:pt x="100599" y="180168"/>
                </a:lnTo>
                <a:lnTo>
                  <a:pt x="100200" y="180616"/>
                </a:lnTo>
                <a:lnTo>
                  <a:pt x="99796" y="181063"/>
                </a:lnTo>
                <a:lnTo>
                  <a:pt x="99385" y="181508"/>
                </a:lnTo>
                <a:lnTo>
                  <a:pt x="98968" y="181953"/>
                </a:lnTo>
                <a:lnTo>
                  <a:pt x="98545" y="182396"/>
                </a:lnTo>
                <a:lnTo>
                  <a:pt x="98115" y="182838"/>
                </a:lnTo>
                <a:lnTo>
                  <a:pt x="97679" y="183279"/>
                </a:lnTo>
                <a:lnTo>
                  <a:pt x="97238" y="183719"/>
                </a:lnTo>
                <a:lnTo>
                  <a:pt x="96790" y="184157"/>
                </a:lnTo>
                <a:lnTo>
                  <a:pt x="96336" y="184595"/>
                </a:lnTo>
                <a:lnTo>
                  <a:pt x="95875" y="185031"/>
                </a:lnTo>
                <a:lnTo>
                  <a:pt x="95409" y="185466"/>
                </a:lnTo>
                <a:lnTo>
                  <a:pt x="94936" y="185900"/>
                </a:lnTo>
                <a:lnTo>
                  <a:pt x="94457" y="186332"/>
                </a:lnTo>
                <a:lnTo>
                  <a:pt x="93972" y="186763"/>
                </a:lnTo>
                <a:lnTo>
                  <a:pt x="93807" y="186868"/>
                </a:lnTo>
                <a:lnTo>
                  <a:pt x="93639" y="186971"/>
                </a:lnTo>
                <a:lnTo>
                  <a:pt x="93467" y="187073"/>
                </a:lnTo>
                <a:lnTo>
                  <a:pt x="93291" y="187173"/>
                </a:lnTo>
                <a:lnTo>
                  <a:pt x="93111" y="187272"/>
                </a:lnTo>
                <a:lnTo>
                  <a:pt x="92928" y="187370"/>
                </a:lnTo>
                <a:lnTo>
                  <a:pt x="92740" y="187466"/>
                </a:lnTo>
                <a:lnTo>
                  <a:pt x="92549" y="187561"/>
                </a:lnTo>
                <a:lnTo>
                  <a:pt x="92354" y="187654"/>
                </a:lnTo>
                <a:lnTo>
                  <a:pt x="92155" y="187746"/>
                </a:lnTo>
                <a:lnTo>
                  <a:pt x="91953" y="187837"/>
                </a:lnTo>
                <a:lnTo>
                  <a:pt x="91747" y="187926"/>
                </a:lnTo>
                <a:lnTo>
                  <a:pt x="91537" y="188014"/>
                </a:lnTo>
                <a:lnTo>
                  <a:pt x="91323" y="188101"/>
                </a:lnTo>
                <a:lnTo>
                  <a:pt x="91105" y="188186"/>
                </a:lnTo>
                <a:lnTo>
                  <a:pt x="90884" y="188269"/>
                </a:lnTo>
                <a:lnTo>
                  <a:pt x="90658" y="188352"/>
                </a:lnTo>
                <a:lnTo>
                  <a:pt x="90429" y="188432"/>
                </a:lnTo>
                <a:lnTo>
                  <a:pt x="90197" y="188512"/>
                </a:lnTo>
                <a:lnTo>
                  <a:pt x="89960" y="188590"/>
                </a:lnTo>
                <a:lnTo>
                  <a:pt x="89720" y="188667"/>
                </a:lnTo>
                <a:lnTo>
                  <a:pt x="89475" y="188742"/>
                </a:lnTo>
                <a:lnTo>
                  <a:pt x="89227" y="188816"/>
                </a:lnTo>
                <a:lnTo>
                  <a:pt x="88976" y="188888"/>
                </a:lnTo>
                <a:lnTo>
                  <a:pt x="88721" y="188960"/>
                </a:lnTo>
                <a:lnTo>
                  <a:pt x="88466" y="189031"/>
                </a:lnTo>
                <a:lnTo>
                  <a:pt x="88208" y="189101"/>
                </a:lnTo>
                <a:lnTo>
                  <a:pt x="87950" y="189171"/>
                </a:lnTo>
                <a:lnTo>
                  <a:pt x="87690" y="189240"/>
                </a:lnTo>
                <a:lnTo>
                  <a:pt x="87429" y="189308"/>
                </a:lnTo>
                <a:lnTo>
                  <a:pt x="87166" y="189376"/>
                </a:lnTo>
                <a:lnTo>
                  <a:pt x="86902" y="189443"/>
                </a:lnTo>
                <a:lnTo>
                  <a:pt x="86636" y="189510"/>
                </a:lnTo>
                <a:lnTo>
                  <a:pt x="86369" y="189576"/>
                </a:lnTo>
                <a:lnTo>
                  <a:pt x="86101" y="189642"/>
                </a:lnTo>
                <a:lnTo>
                  <a:pt x="85831" y="189707"/>
                </a:lnTo>
                <a:lnTo>
                  <a:pt x="85560" y="189771"/>
                </a:lnTo>
                <a:lnTo>
                  <a:pt x="85288" y="189835"/>
                </a:lnTo>
                <a:lnTo>
                  <a:pt x="85014" y="189898"/>
                </a:lnTo>
                <a:lnTo>
                  <a:pt x="84739" y="189960"/>
                </a:lnTo>
                <a:lnTo>
                  <a:pt x="84462" y="190022"/>
                </a:lnTo>
                <a:lnTo>
                  <a:pt x="84184" y="190084"/>
                </a:lnTo>
                <a:lnTo>
                  <a:pt x="83904" y="190144"/>
                </a:lnTo>
                <a:lnTo>
                  <a:pt x="83623" y="190204"/>
                </a:lnTo>
                <a:lnTo>
                  <a:pt x="83341" y="190264"/>
                </a:lnTo>
                <a:lnTo>
                  <a:pt x="83058" y="190323"/>
                </a:lnTo>
                <a:lnTo>
                  <a:pt x="82772" y="190381"/>
                </a:lnTo>
                <a:lnTo>
                  <a:pt x="82486" y="190439"/>
                </a:lnTo>
                <a:lnTo>
                  <a:pt x="82040" y="190535"/>
                </a:lnTo>
                <a:lnTo>
                  <a:pt x="81601" y="190630"/>
                </a:lnTo>
                <a:lnTo>
                  <a:pt x="81169" y="190725"/>
                </a:lnTo>
                <a:lnTo>
                  <a:pt x="80744" y="190820"/>
                </a:lnTo>
                <a:lnTo>
                  <a:pt x="80326" y="190915"/>
                </a:lnTo>
                <a:lnTo>
                  <a:pt x="79916" y="191010"/>
                </a:lnTo>
                <a:lnTo>
                  <a:pt x="79513" y="191104"/>
                </a:lnTo>
                <a:lnTo>
                  <a:pt x="79117" y="191198"/>
                </a:lnTo>
                <a:lnTo>
                  <a:pt x="78728" y="191292"/>
                </a:lnTo>
                <a:lnTo>
                  <a:pt x="78346" y="191386"/>
                </a:lnTo>
                <a:lnTo>
                  <a:pt x="77972" y="191480"/>
                </a:lnTo>
                <a:lnTo>
                  <a:pt x="77604" y="191573"/>
                </a:lnTo>
                <a:lnTo>
                  <a:pt x="77244" y="191666"/>
                </a:lnTo>
                <a:lnTo>
                  <a:pt x="76891" y="191759"/>
                </a:lnTo>
                <a:lnTo>
                  <a:pt x="76546" y="191852"/>
                </a:lnTo>
                <a:lnTo>
                  <a:pt x="76207" y="191945"/>
                </a:lnTo>
                <a:lnTo>
                  <a:pt x="75876" y="192037"/>
                </a:lnTo>
                <a:lnTo>
                  <a:pt x="75551" y="192130"/>
                </a:lnTo>
                <a:lnTo>
                  <a:pt x="75234" y="192222"/>
                </a:lnTo>
                <a:lnTo>
                  <a:pt x="74924" y="192313"/>
                </a:lnTo>
                <a:lnTo>
                  <a:pt x="74622" y="192405"/>
                </a:lnTo>
                <a:lnTo>
                  <a:pt x="74326" y="192496"/>
                </a:lnTo>
                <a:lnTo>
                  <a:pt x="74038" y="192588"/>
                </a:lnTo>
                <a:lnTo>
                  <a:pt x="73757" y="192679"/>
                </a:lnTo>
                <a:lnTo>
                  <a:pt x="73481" y="192771"/>
                </a:lnTo>
                <a:lnTo>
                  <a:pt x="73211" y="192864"/>
                </a:lnTo>
                <a:lnTo>
                  <a:pt x="72945" y="192960"/>
                </a:lnTo>
                <a:lnTo>
                  <a:pt x="72685" y="193057"/>
                </a:lnTo>
                <a:lnTo>
                  <a:pt x="72429" y="193156"/>
                </a:lnTo>
                <a:lnTo>
                  <a:pt x="72177" y="193257"/>
                </a:lnTo>
                <a:lnTo>
                  <a:pt x="71931" y="193359"/>
                </a:lnTo>
                <a:lnTo>
                  <a:pt x="71689" y="193464"/>
                </a:lnTo>
                <a:lnTo>
                  <a:pt x="71452" y="193570"/>
                </a:lnTo>
                <a:lnTo>
                  <a:pt x="71220" y="193678"/>
                </a:lnTo>
                <a:lnTo>
                  <a:pt x="70993" y="193788"/>
                </a:lnTo>
                <a:lnTo>
                  <a:pt x="70770" y="193899"/>
                </a:lnTo>
                <a:lnTo>
                  <a:pt x="70552" y="194012"/>
                </a:lnTo>
                <a:lnTo>
                  <a:pt x="70339" y="194128"/>
                </a:lnTo>
                <a:lnTo>
                  <a:pt x="70131" y="194245"/>
                </a:lnTo>
                <a:lnTo>
                  <a:pt x="69928" y="194363"/>
                </a:lnTo>
                <a:lnTo>
                  <a:pt x="69729" y="194484"/>
                </a:lnTo>
                <a:lnTo>
                  <a:pt x="69535" y="194606"/>
                </a:lnTo>
                <a:lnTo>
                  <a:pt x="69346" y="194730"/>
                </a:lnTo>
                <a:lnTo>
                  <a:pt x="69162" y="194856"/>
                </a:lnTo>
                <a:lnTo>
                  <a:pt x="68983" y="194984"/>
                </a:lnTo>
                <a:lnTo>
                  <a:pt x="68808" y="195113"/>
                </a:lnTo>
                <a:lnTo>
                  <a:pt x="68638" y="195245"/>
                </a:lnTo>
                <a:lnTo>
                  <a:pt x="68473" y="195378"/>
                </a:lnTo>
                <a:lnTo>
                  <a:pt x="68312" y="195513"/>
                </a:lnTo>
                <a:lnTo>
                  <a:pt x="68154" y="195651"/>
                </a:lnTo>
                <a:lnTo>
                  <a:pt x="67999" y="195792"/>
                </a:lnTo>
                <a:lnTo>
                  <a:pt x="67848" y="195935"/>
                </a:lnTo>
                <a:lnTo>
                  <a:pt x="67699" y="196080"/>
                </a:lnTo>
                <a:lnTo>
                  <a:pt x="67554" y="196229"/>
                </a:lnTo>
                <a:lnTo>
                  <a:pt x="67412" y="196379"/>
                </a:lnTo>
                <a:lnTo>
                  <a:pt x="67273" y="196533"/>
                </a:lnTo>
                <a:lnTo>
                  <a:pt x="67138" y="196689"/>
                </a:lnTo>
                <a:lnTo>
                  <a:pt x="67005" y="196848"/>
                </a:lnTo>
                <a:lnTo>
                  <a:pt x="66876" y="197009"/>
                </a:lnTo>
                <a:lnTo>
                  <a:pt x="66750" y="197173"/>
                </a:lnTo>
                <a:lnTo>
                  <a:pt x="66627" y="197339"/>
                </a:lnTo>
                <a:lnTo>
                  <a:pt x="66508" y="197508"/>
                </a:lnTo>
                <a:lnTo>
                  <a:pt x="66391" y="197680"/>
                </a:lnTo>
                <a:lnTo>
                  <a:pt x="66278" y="197854"/>
                </a:lnTo>
                <a:lnTo>
                  <a:pt x="66168" y="198031"/>
                </a:lnTo>
                <a:lnTo>
                  <a:pt x="66061" y="198210"/>
                </a:lnTo>
                <a:lnTo>
                  <a:pt x="65957" y="198392"/>
                </a:lnTo>
                <a:lnTo>
                  <a:pt x="65857" y="198576"/>
                </a:lnTo>
                <a:lnTo>
                  <a:pt x="65759" y="198764"/>
                </a:lnTo>
                <a:lnTo>
                  <a:pt x="65665" y="198953"/>
                </a:lnTo>
                <a:lnTo>
                  <a:pt x="65574" y="199146"/>
                </a:lnTo>
                <a:lnTo>
                  <a:pt x="65487" y="199341"/>
                </a:lnTo>
                <a:lnTo>
                  <a:pt x="65401" y="199539"/>
                </a:lnTo>
                <a:lnTo>
                  <a:pt x="65315" y="199743"/>
                </a:lnTo>
                <a:lnTo>
                  <a:pt x="65230" y="199952"/>
                </a:lnTo>
                <a:lnTo>
                  <a:pt x="65145" y="200165"/>
                </a:lnTo>
                <a:lnTo>
                  <a:pt x="65061" y="200384"/>
                </a:lnTo>
                <a:lnTo>
                  <a:pt x="64977" y="200608"/>
                </a:lnTo>
                <a:lnTo>
                  <a:pt x="64893" y="200836"/>
                </a:lnTo>
                <a:lnTo>
                  <a:pt x="64810" y="201070"/>
                </a:lnTo>
                <a:lnTo>
                  <a:pt x="64727" y="201308"/>
                </a:lnTo>
                <a:lnTo>
                  <a:pt x="64645" y="201552"/>
                </a:lnTo>
                <a:lnTo>
                  <a:pt x="64563" y="201801"/>
                </a:lnTo>
                <a:lnTo>
                  <a:pt x="64482" y="202054"/>
                </a:lnTo>
                <a:lnTo>
                  <a:pt x="64400" y="202313"/>
                </a:lnTo>
                <a:lnTo>
                  <a:pt x="64320" y="202576"/>
                </a:lnTo>
                <a:lnTo>
                  <a:pt x="64239" y="202845"/>
                </a:lnTo>
                <a:lnTo>
                  <a:pt x="64159" y="203118"/>
                </a:lnTo>
                <a:lnTo>
                  <a:pt x="64080" y="203397"/>
                </a:lnTo>
                <a:lnTo>
                  <a:pt x="64001" y="203680"/>
                </a:lnTo>
                <a:lnTo>
                  <a:pt x="63922" y="203969"/>
                </a:lnTo>
                <a:lnTo>
                  <a:pt x="63843" y="204262"/>
                </a:lnTo>
                <a:lnTo>
                  <a:pt x="63766" y="204560"/>
                </a:lnTo>
                <a:lnTo>
                  <a:pt x="63688" y="204864"/>
                </a:lnTo>
                <a:lnTo>
                  <a:pt x="63611" y="205172"/>
                </a:lnTo>
                <a:lnTo>
                  <a:pt x="63534" y="205486"/>
                </a:lnTo>
                <a:lnTo>
                  <a:pt x="63506" y="205600"/>
                </a:lnTo>
                <a:lnTo>
                  <a:pt x="63479" y="205715"/>
                </a:lnTo>
                <a:lnTo>
                  <a:pt x="63453" y="205828"/>
                </a:lnTo>
                <a:lnTo>
                  <a:pt x="63429" y="205942"/>
                </a:lnTo>
                <a:lnTo>
                  <a:pt x="63405" y="206055"/>
                </a:lnTo>
                <a:lnTo>
                  <a:pt x="63383" y="206168"/>
                </a:lnTo>
                <a:lnTo>
                  <a:pt x="63362" y="206280"/>
                </a:lnTo>
                <a:lnTo>
                  <a:pt x="63343" y="206392"/>
                </a:lnTo>
                <a:lnTo>
                  <a:pt x="63324" y="206503"/>
                </a:lnTo>
                <a:lnTo>
                  <a:pt x="63307" y="206614"/>
                </a:lnTo>
                <a:lnTo>
                  <a:pt x="63291" y="206725"/>
                </a:lnTo>
                <a:lnTo>
                  <a:pt x="63276" y="206835"/>
                </a:lnTo>
                <a:lnTo>
                  <a:pt x="63262" y="206945"/>
                </a:lnTo>
                <a:lnTo>
                  <a:pt x="63249" y="207055"/>
                </a:lnTo>
                <a:lnTo>
                  <a:pt x="63238" y="207164"/>
                </a:lnTo>
                <a:lnTo>
                  <a:pt x="63228" y="207272"/>
                </a:lnTo>
                <a:lnTo>
                  <a:pt x="63219" y="207381"/>
                </a:lnTo>
                <a:lnTo>
                  <a:pt x="63211" y="207489"/>
                </a:lnTo>
                <a:lnTo>
                  <a:pt x="63204" y="207596"/>
                </a:lnTo>
                <a:lnTo>
                  <a:pt x="63199" y="207703"/>
                </a:lnTo>
                <a:lnTo>
                  <a:pt x="63195" y="207810"/>
                </a:lnTo>
                <a:lnTo>
                  <a:pt x="63192" y="207916"/>
                </a:lnTo>
                <a:lnTo>
                  <a:pt x="63190" y="208022"/>
                </a:lnTo>
                <a:lnTo>
                  <a:pt x="63189" y="208127"/>
                </a:lnTo>
                <a:lnTo>
                  <a:pt x="63191" y="208280"/>
                </a:lnTo>
                <a:lnTo>
                  <a:pt x="63194" y="208430"/>
                </a:lnTo>
                <a:lnTo>
                  <a:pt x="63200" y="208579"/>
                </a:lnTo>
                <a:lnTo>
                  <a:pt x="63209" y="208726"/>
                </a:lnTo>
                <a:lnTo>
                  <a:pt x="63212" y="208773"/>
                </a:lnTo>
                <a:lnTo>
                  <a:pt x="97030" y="208773"/>
                </a:lnTo>
                <a:lnTo>
                  <a:pt x="97660" y="208447"/>
                </a:lnTo>
                <a:close/>
                <a:moveTo>
                  <a:pt x="81323" y="119195"/>
                </a:moveTo>
                <a:lnTo>
                  <a:pt x="81435" y="118785"/>
                </a:lnTo>
                <a:lnTo>
                  <a:pt x="81550" y="118378"/>
                </a:lnTo>
                <a:lnTo>
                  <a:pt x="81667" y="117976"/>
                </a:lnTo>
                <a:lnTo>
                  <a:pt x="81786" y="117578"/>
                </a:lnTo>
                <a:lnTo>
                  <a:pt x="81908" y="117184"/>
                </a:lnTo>
                <a:lnTo>
                  <a:pt x="82033" y="116794"/>
                </a:lnTo>
                <a:lnTo>
                  <a:pt x="82160" y="116409"/>
                </a:lnTo>
                <a:lnTo>
                  <a:pt x="82290" y="116027"/>
                </a:lnTo>
                <a:lnTo>
                  <a:pt x="82423" y="115650"/>
                </a:lnTo>
                <a:lnTo>
                  <a:pt x="82558" y="115277"/>
                </a:lnTo>
                <a:lnTo>
                  <a:pt x="82695" y="114908"/>
                </a:lnTo>
                <a:lnTo>
                  <a:pt x="82836" y="114544"/>
                </a:lnTo>
                <a:lnTo>
                  <a:pt x="82979" y="114183"/>
                </a:lnTo>
                <a:lnTo>
                  <a:pt x="83124" y="113827"/>
                </a:lnTo>
                <a:lnTo>
                  <a:pt x="83272" y="113475"/>
                </a:lnTo>
                <a:lnTo>
                  <a:pt x="83423" y="113127"/>
                </a:lnTo>
                <a:lnTo>
                  <a:pt x="83576" y="112783"/>
                </a:lnTo>
                <a:lnTo>
                  <a:pt x="83732" y="112444"/>
                </a:lnTo>
                <a:lnTo>
                  <a:pt x="83890" y="112108"/>
                </a:lnTo>
                <a:lnTo>
                  <a:pt x="84051" y="111777"/>
                </a:lnTo>
                <a:lnTo>
                  <a:pt x="84215" y="111450"/>
                </a:lnTo>
                <a:lnTo>
                  <a:pt x="84381" y="111128"/>
                </a:lnTo>
                <a:lnTo>
                  <a:pt x="84549" y="110807"/>
                </a:lnTo>
                <a:lnTo>
                  <a:pt x="84719" y="110487"/>
                </a:lnTo>
                <a:lnTo>
                  <a:pt x="84890" y="110167"/>
                </a:lnTo>
                <a:lnTo>
                  <a:pt x="85062" y="109847"/>
                </a:lnTo>
                <a:lnTo>
                  <a:pt x="85236" y="109527"/>
                </a:lnTo>
                <a:lnTo>
                  <a:pt x="85411" y="109207"/>
                </a:lnTo>
                <a:lnTo>
                  <a:pt x="85588" y="108888"/>
                </a:lnTo>
                <a:lnTo>
                  <a:pt x="85766" y="108569"/>
                </a:lnTo>
                <a:lnTo>
                  <a:pt x="85945" y="108250"/>
                </a:lnTo>
                <a:lnTo>
                  <a:pt x="86126" y="107931"/>
                </a:lnTo>
                <a:lnTo>
                  <a:pt x="86308" y="107613"/>
                </a:lnTo>
                <a:lnTo>
                  <a:pt x="86492" y="107294"/>
                </a:lnTo>
                <a:lnTo>
                  <a:pt x="86677" y="106976"/>
                </a:lnTo>
                <a:lnTo>
                  <a:pt x="86863" y="106658"/>
                </a:lnTo>
                <a:lnTo>
                  <a:pt x="87051" y="106340"/>
                </a:lnTo>
                <a:lnTo>
                  <a:pt x="87240" y="106023"/>
                </a:lnTo>
                <a:lnTo>
                  <a:pt x="87430" y="105705"/>
                </a:lnTo>
                <a:lnTo>
                  <a:pt x="87622" y="105388"/>
                </a:lnTo>
                <a:lnTo>
                  <a:pt x="87816" y="105071"/>
                </a:lnTo>
                <a:lnTo>
                  <a:pt x="88010" y="104754"/>
                </a:lnTo>
                <a:lnTo>
                  <a:pt x="88207" y="104438"/>
                </a:lnTo>
                <a:lnTo>
                  <a:pt x="88404" y="104122"/>
                </a:lnTo>
                <a:lnTo>
                  <a:pt x="88603" y="103805"/>
                </a:lnTo>
                <a:lnTo>
                  <a:pt x="88803" y="103489"/>
                </a:lnTo>
                <a:lnTo>
                  <a:pt x="88940" y="103268"/>
                </a:lnTo>
                <a:lnTo>
                  <a:pt x="89081" y="103043"/>
                </a:lnTo>
                <a:lnTo>
                  <a:pt x="89226" y="102816"/>
                </a:lnTo>
                <a:lnTo>
                  <a:pt x="89376" y="102585"/>
                </a:lnTo>
                <a:lnTo>
                  <a:pt x="89531" y="102351"/>
                </a:lnTo>
                <a:lnTo>
                  <a:pt x="89690" y="102115"/>
                </a:lnTo>
                <a:lnTo>
                  <a:pt x="89854" y="101875"/>
                </a:lnTo>
                <a:lnTo>
                  <a:pt x="90022" y="101633"/>
                </a:lnTo>
                <a:lnTo>
                  <a:pt x="90195" y="101387"/>
                </a:lnTo>
                <a:lnTo>
                  <a:pt x="90373" y="101138"/>
                </a:lnTo>
                <a:lnTo>
                  <a:pt x="90555" y="100887"/>
                </a:lnTo>
                <a:lnTo>
                  <a:pt x="90742" y="100632"/>
                </a:lnTo>
                <a:lnTo>
                  <a:pt x="90933" y="100375"/>
                </a:lnTo>
                <a:lnTo>
                  <a:pt x="91129" y="100114"/>
                </a:lnTo>
                <a:lnTo>
                  <a:pt x="91329" y="99851"/>
                </a:lnTo>
                <a:lnTo>
                  <a:pt x="91534" y="99584"/>
                </a:lnTo>
                <a:lnTo>
                  <a:pt x="91744" y="99315"/>
                </a:lnTo>
                <a:lnTo>
                  <a:pt x="91958" y="99042"/>
                </a:lnTo>
                <a:lnTo>
                  <a:pt x="92177" y="98767"/>
                </a:lnTo>
                <a:lnTo>
                  <a:pt x="92401" y="98488"/>
                </a:lnTo>
                <a:lnTo>
                  <a:pt x="92629" y="98207"/>
                </a:lnTo>
                <a:lnTo>
                  <a:pt x="92861" y="97922"/>
                </a:lnTo>
                <a:lnTo>
                  <a:pt x="93099" y="97635"/>
                </a:lnTo>
                <a:lnTo>
                  <a:pt x="93340" y="97344"/>
                </a:lnTo>
                <a:lnTo>
                  <a:pt x="93585" y="97052"/>
                </a:lnTo>
                <a:lnTo>
                  <a:pt x="93833" y="96759"/>
                </a:lnTo>
                <a:lnTo>
                  <a:pt x="94082" y="96465"/>
                </a:lnTo>
                <a:lnTo>
                  <a:pt x="94334" y="96170"/>
                </a:lnTo>
                <a:lnTo>
                  <a:pt x="94588" y="95875"/>
                </a:lnTo>
                <a:lnTo>
                  <a:pt x="94844" y="95578"/>
                </a:lnTo>
                <a:lnTo>
                  <a:pt x="95103" y="95281"/>
                </a:lnTo>
                <a:lnTo>
                  <a:pt x="95363" y="94983"/>
                </a:lnTo>
                <a:lnTo>
                  <a:pt x="95626" y="94685"/>
                </a:lnTo>
                <a:lnTo>
                  <a:pt x="95891" y="94385"/>
                </a:lnTo>
                <a:lnTo>
                  <a:pt x="96158" y="94085"/>
                </a:lnTo>
                <a:lnTo>
                  <a:pt x="96427" y="93784"/>
                </a:lnTo>
                <a:lnTo>
                  <a:pt x="96699" y="93482"/>
                </a:lnTo>
                <a:lnTo>
                  <a:pt x="96972" y="93179"/>
                </a:lnTo>
                <a:lnTo>
                  <a:pt x="97248" y="92876"/>
                </a:lnTo>
                <a:lnTo>
                  <a:pt x="97526" y="92571"/>
                </a:lnTo>
                <a:lnTo>
                  <a:pt x="97807" y="92266"/>
                </a:lnTo>
                <a:lnTo>
                  <a:pt x="98089" y="91960"/>
                </a:lnTo>
                <a:lnTo>
                  <a:pt x="98374" y="91654"/>
                </a:lnTo>
                <a:lnTo>
                  <a:pt x="98661" y="91346"/>
                </a:lnTo>
                <a:lnTo>
                  <a:pt x="98950" y="91038"/>
                </a:lnTo>
                <a:lnTo>
                  <a:pt x="99241" y="90729"/>
                </a:lnTo>
                <a:lnTo>
                  <a:pt x="99534" y="90419"/>
                </a:lnTo>
                <a:lnTo>
                  <a:pt x="99830" y="90108"/>
                </a:lnTo>
                <a:lnTo>
                  <a:pt x="100127" y="89797"/>
                </a:lnTo>
                <a:lnTo>
                  <a:pt x="100427" y="89487"/>
                </a:lnTo>
                <a:lnTo>
                  <a:pt x="100727" y="89177"/>
                </a:lnTo>
                <a:lnTo>
                  <a:pt x="101030" y="88867"/>
                </a:lnTo>
                <a:lnTo>
                  <a:pt x="101334" y="88558"/>
                </a:lnTo>
                <a:lnTo>
                  <a:pt x="101639" y="88249"/>
                </a:lnTo>
                <a:lnTo>
                  <a:pt x="101946" y="87940"/>
                </a:lnTo>
                <a:lnTo>
                  <a:pt x="102255" y="87632"/>
                </a:lnTo>
                <a:lnTo>
                  <a:pt x="102565" y="87325"/>
                </a:lnTo>
                <a:lnTo>
                  <a:pt x="102877" y="87017"/>
                </a:lnTo>
                <a:lnTo>
                  <a:pt x="103190" y="86710"/>
                </a:lnTo>
                <a:lnTo>
                  <a:pt x="103505" y="86404"/>
                </a:lnTo>
                <a:lnTo>
                  <a:pt x="103822" y="86098"/>
                </a:lnTo>
                <a:lnTo>
                  <a:pt x="104140" y="85792"/>
                </a:lnTo>
                <a:lnTo>
                  <a:pt x="104460" y="85487"/>
                </a:lnTo>
                <a:lnTo>
                  <a:pt x="104782" y="85182"/>
                </a:lnTo>
                <a:lnTo>
                  <a:pt x="105105" y="84877"/>
                </a:lnTo>
                <a:lnTo>
                  <a:pt x="105429" y="84573"/>
                </a:lnTo>
                <a:lnTo>
                  <a:pt x="105756" y="84270"/>
                </a:lnTo>
                <a:lnTo>
                  <a:pt x="106083" y="83966"/>
                </a:lnTo>
                <a:lnTo>
                  <a:pt x="106413" y="83663"/>
                </a:lnTo>
                <a:lnTo>
                  <a:pt x="106744" y="83361"/>
                </a:lnTo>
                <a:lnTo>
                  <a:pt x="107077" y="83059"/>
                </a:lnTo>
                <a:lnTo>
                  <a:pt x="107411" y="82757"/>
                </a:lnTo>
                <a:lnTo>
                  <a:pt x="107746" y="82457"/>
                </a:lnTo>
                <a:lnTo>
                  <a:pt x="108080" y="82159"/>
                </a:lnTo>
                <a:lnTo>
                  <a:pt x="108415" y="81864"/>
                </a:lnTo>
                <a:lnTo>
                  <a:pt x="108749" y="81572"/>
                </a:lnTo>
                <a:lnTo>
                  <a:pt x="109083" y="81282"/>
                </a:lnTo>
                <a:lnTo>
                  <a:pt x="109417" y="80995"/>
                </a:lnTo>
                <a:lnTo>
                  <a:pt x="109751" y="80710"/>
                </a:lnTo>
                <a:lnTo>
                  <a:pt x="110084" y="80428"/>
                </a:lnTo>
                <a:lnTo>
                  <a:pt x="110418" y="80148"/>
                </a:lnTo>
                <a:lnTo>
                  <a:pt x="110751" y="79872"/>
                </a:lnTo>
                <a:lnTo>
                  <a:pt x="111084" y="79597"/>
                </a:lnTo>
                <a:lnTo>
                  <a:pt x="111417" y="79326"/>
                </a:lnTo>
                <a:lnTo>
                  <a:pt x="111749" y="79057"/>
                </a:lnTo>
                <a:lnTo>
                  <a:pt x="112081" y="78790"/>
                </a:lnTo>
                <a:lnTo>
                  <a:pt x="112413" y="78526"/>
                </a:lnTo>
                <a:lnTo>
                  <a:pt x="112745" y="78265"/>
                </a:lnTo>
                <a:lnTo>
                  <a:pt x="113077" y="78006"/>
                </a:lnTo>
                <a:lnTo>
                  <a:pt x="113409" y="77750"/>
                </a:lnTo>
                <a:lnTo>
                  <a:pt x="113740" y="77496"/>
                </a:lnTo>
                <a:lnTo>
                  <a:pt x="114071" y="77245"/>
                </a:lnTo>
                <a:lnTo>
                  <a:pt x="114402" y="76997"/>
                </a:lnTo>
                <a:lnTo>
                  <a:pt x="114733" y="76751"/>
                </a:lnTo>
                <a:lnTo>
                  <a:pt x="115063" y="76508"/>
                </a:lnTo>
                <a:lnTo>
                  <a:pt x="115394" y="76267"/>
                </a:lnTo>
                <a:lnTo>
                  <a:pt x="115723" y="76030"/>
                </a:lnTo>
                <a:lnTo>
                  <a:pt x="116051" y="75796"/>
                </a:lnTo>
                <a:lnTo>
                  <a:pt x="116378" y="75567"/>
                </a:lnTo>
                <a:lnTo>
                  <a:pt x="116703" y="75341"/>
                </a:lnTo>
                <a:lnTo>
                  <a:pt x="117027" y="75118"/>
                </a:lnTo>
                <a:lnTo>
                  <a:pt x="117350" y="74900"/>
                </a:lnTo>
                <a:lnTo>
                  <a:pt x="117671" y="74685"/>
                </a:lnTo>
                <a:lnTo>
                  <a:pt x="117991" y="74474"/>
                </a:lnTo>
                <a:lnTo>
                  <a:pt x="118309" y="74267"/>
                </a:lnTo>
                <a:lnTo>
                  <a:pt x="118626" y="74064"/>
                </a:lnTo>
                <a:lnTo>
                  <a:pt x="118942" y="73864"/>
                </a:lnTo>
                <a:lnTo>
                  <a:pt x="119256" y="73669"/>
                </a:lnTo>
                <a:lnTo>
                  <a:pt x="119569" y="73477"/>
                </a:lnTo>
                <a:lnTo>
                  <a:pt x="119880" y="73289"/>
                </a:lnTo>
                <a:lnTo>
                  <a:pt x="120190" y="73104"/>
                </a:lnTo>
                <a:lnTo>
                  <a:pt x="120498" y="72924"/>
                </a:lnTo>
                <a:lnTo>
                  <a:pt x="120806" y="72747"/>
                </a:lnTo>
                <a:lnTo>
                  <a:pt x="121111" y="72574"/>
                </a:lnTo>
                <a:lnTo>
                  <a:pt x="121416" y="72405"/>
                </a:lnTo>
                <a:lnTo>
                  <a:pt x="121719" y="72239"/>
                </a:lnTo>
                <a:lnTo>
                  <a:pt x="122020" y="72078"/>
                </a:lnTo>
                <a:lnTo>
                  <a:pt x="122321" y="71920"/>
                </a:lnTo>
                <a:lnTo>
                  <a:pt x="122620" y="71766"/>
                </a:lnTo>
                <a:lnTo>
                  <a:pt x="122917" y="71616"/>
                </a:lnTo>
                <a:lnTo>
                  <a:pt x="123212" y="71470"/>
                </a:lnTo>
                <a:lnTo>
                  <a:pt x="123505" y="71331"/>
                </a:lnTo>
                <a:lnTo>
                  <a:pt x="123795" y="71198"/>
                </a:lnTo>
                <a:lnTo>
                  <a:pt x="124081" y="71072"/>
                </a:lnTo>
                <a:lnTo>
                  <a:pt x="124366" y="70951"/>
                </a:lnTo>
                <a:lnTo>
                  <a:pt x="124647" y="70837"/>
                </a:lnTo>
                <a:lnTo>
                  <a:pt x="124926" y="70729"/>
                </a:lnTo>
                <a:lnTo>
                  <a:pt x="125201" y="70627"/>
                </a:lnTo>
                <a:lnTo>
                  <a:pt x="125474" y="70531"/>
                </a:lnTo>
                <a:lnTo>
                  <a:pt x="125745" y="70441"/>
                </a:lnTo>
                <a:lnTo>
                  <a:pt x="126012" y="70358"/>
                </a:lnTo>
                <a:lnTo>
                  <a:pt x="126277" y="70280"/>
                </a:lnTo>
                <a:lnTo>
                  <a:pt x="126538" y="70209"/>
                </a:lnTo>
                <a:lnTo>
                  <a:pt x="126797" y="70144"/>
                </a:lnTo>
                <a:lnTo>
                  <a:pt x="127054" y="70086"/>
                </a:lnTo>
                <a:lnTo>
                  <a:pt x="127307" y="70033"/>
                </a:lnTo>
                <a:lnTo>
                  <a:pt x="127558" y="69987"/>
                </a:lnTo>
                <a:lnTo>
                  <a:pt x="127806" y="69947"/>
                </a:lnTo>
                <a:lnTo>
                  <a:pt x="128051" y="69913"/>
                </a:lnTo>
                <a:lnTo>
                  <a:pt x="128293" y="69885"/>
                </a:lnTo>
                <a:lnTo>
                  <a:pt x="128533" y="69863"/>
                </a:lnTo>
                <a:lnTo>
                  <a:pt x="128769" y="69848"/>
                </a:lnTo>
                <a:lnTo>
                  <a:pt x="129003" y="69838"/>
                </a:lnTo>
                <a:lnTo>
                  <a:pt x="129234" y="69835"/>
                </a:lnTo>
                <a:lnTo>
                  <a:pt x="130268" y="69835"/>
                </a:lnTo>
                <a:lnTo>
                  <a:pt x="130316" y="70082"/>
                </a:lnTo>
                <a:lnTo>
                  <a:pt x="130365" y="70324"/>
                </a:lnTo>
                <a:lnTo>
                  <a:pt x="130415" y="70561"/>
                </a:lnTo>
                <a:lnTo>
                  <a:pt x="130466" y="70794"/>
                </a:lnTo>
                <a:lnTo>
                  <a:pt x="130517" y="71022"/>
                </a:lnTo>
                <a:lnTo>
                  <a:pt x="130570" y="71246"/>
                </a:lnTo>
                <a:lnTo>
                  <a:pt x="130623" y="71465"/>
                </a:lnTo>
                <a:lnTo>
                  <a:pt x="130676" y="71679"/>
                </a:lnTo>
                <a:lnTo>
                  <a:pt x="130731" y="71889"/>
                </a:lnTo>
                <a:lnTo>
                  <a:pt x="130786" y="72095"/>
                </a:lnTo>
                <a:lnTo>
                  <a:pt x="130843" y="72295"/>
                </a:lnTo>
                <a:lnTo>
                  <a:pt x="130900" y="72491"/>
                </a:lnTo>
                <a:lnTo>
                  <a:pt x="130958" y="72683"/>
                </a:lnTo>
                <a:lnTo>
                  <a:pt x="131016" y="72870"/>
                </a:lnTo>
                <a:lnTo>
                  <a:pt x="131076" y="73052"/>
                </a:lnTo>
                <a:lnTo>
                  <a:pt x="131136" y="73230"/>
                </a:lnTo>
                <a:lnTo>
                  <a:pt x="131197" y="73403"/>
                </a:lnTo>
                <a:lnTo>
                  <a:pt x="131259" y="73572"/>
                </a:lnTo>
                <a:lnTo>
                  <a:pt x="131321" y="73736"/>
                </a:lnTo>
                <a:lnTo>
                  <a:pt x="131385" y="73895"/>
                </a:lnTo>
                <a:lnTo>
                  <a:pt x="131449" y="74050"/>
                </a:lnTo>
                <a:lnTo>
                  <a:pt x="131514" y="74200"/>
                </a:lnTo>
                <a:lnTo>
                  <a:pt x="131580" y="74346"/>
                </a:lnTo>
                <a:lnTo>
                  <a:pt x="131646" y="74487"/>
                </a:lnTo>
                <a:lnTo>
                  <a:pt x="131712" y="74626"/>
                </a:lnTo>
                <a:lnTo>
                  <a:pt x="131775" y="74767"/>
                </a:lnTo>
                <a:lnTo>
                  <a:pt x="131835" y="74908"/>
                </a:lnTo>
                <a:lnTo>
                  <a:pt x="131892" y="75050"/>
                </a:lnTo>
                <a:lnTo>
                  <a:pt x="131946" y="75194"/>
                </a:lnTo>
                <a:lnTo>
                  <a:pt x="131998" y="75338"/>
                </a:lnTo>
                <a:lnTo>
                  <a:pt x="132047" y="75483"/>
                </a:lnTo>
                <a:lnTo>
                  <a:pt x="132093" y="75629"/>
                </a:lnTo>
                <a:lnTo>
                  <a:pt x="132136" y="75777"/>
                </a:lnTo>
                <a:lnTo>
                  <a:pt x="132177" y="75925"/>
                </a:lnTo>
                <a:lnTo>
                  <a:pt x="132214" y="76074"/>
                </a:lnTo>
                <a:lnTo>
                  <a:pt x="132249" y="76224"/>
                </a:lnTo>
                <a:lnTo>
                  <a:pt x="132281" y="76376"/>
                </a:lnTo>
                <a:lnTo>
                  <a:pt x="132311" y="76528"/>
                </a:lnTo>
                <a:lnTo>
                  <a:pt x="132337" y="76681"/>
                </a:lnTo>
                <a:lnTo>
                  <a:pt x="132361" y="76835"/>
                </a:lnTo>
                <a:lnTo>
                  <a:pt x="132382" y="76991"/>
                </a:lnTo>
                <a:lnTo>
                  <a:pt x="132400" y="77147"/>
                </a:lnTo>
                <a:lnTo>
                  <a:pt x="132415" y="77304"/>
                </a:lnTo>
                <a:lnTo>
                  <a:pt x="132428" y="77462"/>
                </a:lnTo>
                <a:lnTo>
                  <a:pt x="132438" y="77622"/>
                </a:lnTo>
                <a:lnTo>
                  <a:pt x="132445" y="77782"/>
                </a:lnTo>
                <a:lnTo>
                  <a:pt x="132449" y="77943"/>
                </a:lnTo>
                <a:lnTo>
                  <a:pt x="132450" y="78105"/>
                </a:lnTo>
                <a:lnTo>
                  <a:pt x="132420" y="78346"/>
                </a:lnTo>
                <a:lnTo>
                  <a:pt x="132385" y="78590"/>
                </a:lnTo>
                <a:lnTo>
                  <a:pt x="132346" y="78837"/>
                </a:lnTo>
                <a:lnTo>
                  <a:pt x="132304" y="79086"/>
                </a:lnTo>
                <a:lnTo>
                  <a:pt x="132257" y="79339"/>
                </a:lnTo>
                <a:lnTo>
                  <a:pt x="132206" y="79595"/>
                </a:lnTo>
                <a:lnTo>
                  <a:pt x="132152" y="79854"/>
                </a:lnTo>
                <a:lnTo>
                  <a:pt x="132093" y="80115"/>
                </a:lnTo>
                <a:lnTo>
                  <a:pt x="132030" y="80380"/>
                </a:lnTo>
                <a:lnTo>
                  <a:pt x="131964" y="80648"/>
                </a:lnTo>
                <a:lnTo>
                  <a:pt x="131893" y="80918"/>
                </a:lnTo>
                <a:lnTo>
                  <a:pt x="131819" y="81192"/>
                </a:lnTo>
                <a:lnTo>
                  <a:pt x="131740" y="81469"/>
                </a:lnTo>
                <a:lnTo>
                  <a:pt x="131658" y="81748"/>
                </a:lnTo>
                <a:lnTo>
                  <a:pt x="131571" y="82031"/>
                </a:lnTo>
                <a:lnTo>
                  <a:pt x="131480" y="82317"/>
                </a:lnTo>
                <a:lnTo>
                  <a:pt x="131386" y="82605"/>
                </a:lnTo>
                <a:lnTo>
                  <a:pt x="131287" y="82897"/>
                </a:lnTo>
                <a:lnTo>
                  <a:pt x="131185" y="83192"/>
                </a:lnTo>
                <a:lnTo>
                  <a:pt x="131078" y="83489"/>
                </a:lnTo>
                <a:lnTo>
                  <a:pt x="130968" y="83790"/>
                </a:lnTo>
                <a:lnTo>
                  <a:pt x="130853" y="84094"/>
                </a:lnTo>
                <a:lnTo>
                  <a:pt x="130735" y="84400"/>
                </a:lnTo>
                <a:lnTo>
                  <a:pt x="130613" y="84710"/>
                </a:lnTo>
                <a:lnTo>
                  <a:pt x="130487" y="85021"/>
                </a:lnTo>
                <a:lnTo>
                  <a:pt x="130361" y="85332"/>
                </a:lnTo>
                <a:lnTo>
                  <a:pt x="130233" y="85643"/>
                </a:lnTo>
                <a:lnTo>
                  <a:pt x="130104" y="85954"/>
                </a:lnTo>
                <a:lnTo>
                  <a:pt x="129973" y="86265"/>
                </a:lnTo>
                <a:lnTo>
                  <a:pt x="129841" y="86576"/>
                </a:lnTo>
                <a:lnTo>
                  <a:pt x="129707" y="86887"/>
                </a:lnTo>
                <a:lnTo>
                  <a:pt x="129572" y="87198"/>
                </a:lnTo>
                <a:lnTo>
                  <a:pt x="129436" y="87509"/>
                </a:lnTo>
                <a:lnTo>
                  <a:pt x="129298" y="87821"/>
                </a:lnTo>
                <a:lnTo>
                  <a:pt x="129159" y="88132"/>
                </a:lnTo>
                <a:lnTo>
                  <a:pt x="129019" y="88443"/>
                </a:lnTo>
                <a:lnTo>
                  <a:pt x="128877" y="88754"/>
                </a:lnTo>
                <a:lnTo>
                  <a:pt x="128734" y="89065"/>
                </a:lnTo>
                <a:lnTo>
                  <a:pt x="128589" y="89376"/>
                </a:lnTo>
                <a:lnTo>
                  <a:pt x="128443" y="89687"/>
                </a:lnTo>
                <a:lnTo>
                  <a:pt x="128296" y="89998"/>
                </a:lnTo>
                <a:lnTo>
                  <a:pt x="128147" y="90309"/>
                </a:lnTo>
                <a:lnTo>
                  <a:pt x="127996" y="90620"/>
                </a:lnTo>
                <a:lnTo>
                  <a:pt x="127845" y="90931"/>
                </a:lnTo>
                <a:lnTo>
                  <a:pt x="127692" y="91242"/>
                </a:lnTo>
                <a:lnTo>
                  <a:pt x="127537" y="91553"/>
                </a:lnTo>
                <a:lnTo>
                  <a:pt x="127381" y="91865"/>
                </a:lnTo>
                <a:lnTo>
                  <a:pt x="127224" y="92176"/>
                </a:lnTo>
                <a:lnTo>
                  <a:pt x="127066" y="92486"/>
                </a:lnTo>
                <a:lnTo>
                  <a:pt x="126908" y="92794"/>
                </a:lnTo>
                <a:lnTo>
                  <a:pt x="126750" y="93101"/>
                </a:lnTo>
                <a:lnTo>
                  <a:pt x="126592" y="93406"/>
                </a:lnTo>
                <a:lnTo>
                  <a:pt x="126435" y="93709"/>
                </a:lnTo>
                <a:lnTo>
                  <a:pt x="126277" y="94010"/>
                </a:lnTo>
                <a:lnTo>
                  <a:pt x="126119" y="94309"/>
                </a:lnTo>
                <a:lnTo>
                  <a:pt x="125961" y="94607"/>
                </a:lnTo>
                <a:lnTo>
                  <a:pt x="125803" y="94903"/>
                </a:lnTo>
                <a:lnTo>
                  <a:pt x="125645" y="95197"/>
                </a:lnTo>
                <a:lnTo>
                  <a:pt x="125487" y="95489"/>
                </a:lnTo>
                <a:lnTo>
                  <a:pt x="125329" y="95779"/>
                </a:lnTo>
                <a:lnTo>
                  <a:pt x="125171" y="96068"/>
                </a:lnTo>
                <a:lnTo>
                  <a:pt x="125013" y="96355"/>
                </a:lnTo>
                <a:lnTo>
                  <a:pt x="124855" y="96640"/>
                </a:lnTo>
                <a:lnTo>
                  <a:pt x="124697" y="96923"/>
                </a:lnTo>
                <a:lnTo>
                  <a:pt x="124539" y="97205"/>
                </a:lnTo>
                <a:lnTo>
                  <a:pt x="124381" y="97484"/>
                </a:lnTo>
                <a:lnTo>
                  <a:pt x="124223" y="97762"/>
                </a:lnTo>
                <a:lnTo>
                  <a:pt x="124066" y="98038"/>
                </a:lnTo>
                <a:lnTo>
                  <a:pt x="123908" y="98313"/>
                </a:lnTo>
                <a:lnTo>
                  <a:pt x="123750" y="98585"/>
                </a:lnTo>
                <a:lnTo>
                  <a:pt x="123592" y="98856"/>
                </a:lnTo>
                <a:lnTo>
                  <a:pt x="123434" y="99125"/>
                </a:lnTo>
                <a:lnTo>
                  <a:pt x="123277" y="99390"/>
                </a:lnTo>
                <a:lnTo>
                  <a:pt x="123123" y="99651"/>
                </a:lnTo>
                <a:lnTo>
                  <a:pt x="122972" y="99907"/>
                </a:lnTo>
                <a:lnTo>
                  <a:pt x="122823" y="100158"/>
                </a:lnTo>
                <a:lnTo>
                  <a:pt x="122677" y="100405"/>
                </a:lnTo>
                <a:lnTo>
                  <a:pt x="122533" y="100647"/>
                </a:lnTo>
                <a:lnTo>
                  <a:pt x="122392" y="100884"/>
                </a:lnTo>
                <a:lnTo>
                  <a:pt x="122253" y="101116"/>
                </a:lnTo>
                <a:lnTo>
                  <a:pt x="122117" y="101343"/>
                </a:lnTo>
                <a:lnTo>
                  <a:pt x="121984" y="101566"/>
                </a:lnTo>
                <a:lnTo>
                  <a:pt x="121853" y="101783"/>
                </a:lnTo>
                <a:lnTo>
                  <a:pt x="121725" y="101996"/>
                </a:lnTo>
                <a:lnTo>
                  <a:pt x="121600" y="102204"/>
                </a:lnTo>
                <a:lnTo>
                  <a:pt x="121477" y="102408"/>
                </a:lnTo>
                <a:lnTo>
                  <a:pt x="121356" y="102606"/>
                </a:lnTo>
                <a:lnTo>
                  <a:pt x="121239" y="102800"/>
                </a:lnTo>
                <a:lnTo>
                  <a:pt x="121124" y="102989"/>
                </a:lnTo>
                <a:lnTo>
                  <a:pt x="121011" y="103174"/>
                </a:lnTo>
                <a:lnTo>
                  <a:pt x="120901" y="103353"/>
                </a:lnTo>
                <a:lnTo>
                  <a:pt x="120794" y="103528"/>
                </a:lnTo>
                <a:lnTo>
                  <a:pt x="120689" y="103698"/>
                </a:lnTo>
                <a:lnTo>
                  <a:pt x="120587" y="103863"/>
                </a:lnTo>
                <a:lnTo>
                  <a:pt x="120487" y="104023"/>
                </a:lnTo>
                <a:lnTo>
                  <a:pt x="120390" y="104179"/>
                </a:lnTo>
                <a:lnTo>
                  <a:pt x="120167" y="104543"/>
                </a:lnTo>
                <a:lnTo>
                  <a:pt x="119937" y="104909"/>
                </a:lnTo>
                <a:lnTo>
                  <a:pt x="119700" y="105277"/>
                </a:lnTo>
                <a:lnTo>
                  <a:pt x="119457" y="105646"/>
                </a:lnTo>
                <a:lnTo>
                  <a:pt x="119207" y="106017"/>
                </a:lnTo>
                <a:lnTo>
                  <a:pt x="118951" y="106390"/>
                </a:lnTo>
                <a:lnTo>
                  <a:pt x="118688" y="106764"/>
                </a:lnTo>
                <a:lnTo>
                  <a:pt x="118418" y="107139"/>
                </a:lnTo>
                <a:lnTo>
                  <a:pt x="118142" y="107517"/>
                </a:lnTo>
                <a:lnTo>
                  <a:pt x="117859" y="107896"/>
                </a:lnTo>
                <a:lnTo>
                  <a:pt x="117570" y="108276"/>
                </a:lnTo>
                <a:lnTo>
                  <a:pt x="117274" y="108658"/>
                </a:lnTo>
                <a:lnTo>
                  <a:pt x="116972" y="109042"/>
                </a:lnTo>
                <a:lnTo>
                  <a:pt x="116663" y="109427"/>
                </a:lnTo>
                <a:lnTo>
                  <a:pt x="116347" y="109814"/>
                </a:lnTo>
                <a:lnTo>
                  <a:pt x="116025" y="110202"/>
                </a:lnTo>
                <a:lnTo>
                  <a:pt x="115697" y="110592"/>
                </a:lnTo>
                <a:lnTo>
                  <a:pt x="115361" y="110984"/>
                </a:lnTo>
                <a:lnTo>
                  <a:pt x="115019" y="111377"/>
                </a:lnTo>
                <a:lnTo>
                  <a:pt x="114671" y="111772"/>
                </a:lnTo>
                <a:lnTo>
                  <a:pt x="114316" y="112169"/>
                </a:lnTo>
                <a:lnTo>
                  <a:pt x="113954" y="112567"/>
                </a:lnTo>
                <a:lnTo>
                  <a:pt x="113586" y="112966"/>
                </a:lnTo>
                <a:lnTo>
                  <a:pt x="113211" y="113367"/>
                </a:lnTo>
                <a:lnTo>
                  <a:pt x="112832" y="113768"/>
                </a:lnTo>
                <a:lnTo>
                  <a:pt x="112451" y="114167"/>
                </a:lnTo>
                <a:lnTo>
                  <a:pt x="112068" y="114563"/>
                </a:lnTo>
                <a:lnTo>
                  <a:pt x="111683" y="114956"/>
                </a:lnTo>
                <a:lnTo>
                  <a:pt x="111296" y="115348"/>
                </a:lnTo>
                <a:lnTo>
                  <a:pt x="110907" y="115736"/>
                </a:lnTo>
                <a:lnTo>
                  <a:pt x="110516" y="116123"/>
                </a:lnTo>
                <a:lnTo>
                  <a:pt x="110123" y="116507"/>
                </a:lnTo>
                <a:lnTo>
                  <a:pt x="109728" y="116889"/>
                </a:lnTo>
                <a:lnTo>
                  <a:pt x="109331" y="117268"/>
                </a:lnTo>
                <a:lnTo>
                  <a:pt x="108932" y="117645"/>
                </a:lnTo>
                <a:lnTo>
                  <a:pt x="108531" y="118019"/>
                </a:lnTo>
                <a:lnTo>
                  <a:pt x="108128" y="118391"/>
                </a:lnTo>
                <a:lnTo>
                  <a:pt x="107723" y="118761"/>
                </a:lnTo>
                <a:lnTo>
                  <a:pt x="107316" y="119128"/>
                </a:lnTo>
                <a:lnTo>
                  <a:pt x="106907" y="119493"/>
                </a:lnTo>
                <a:lnTo>
                  <a:pt x="106496" y="119856"/>
                </a:lnTo>
                <a:lnTo>
                  <a:pt x="106083" y="120216"/>
                </a:lnTo>
                <a:lnTo>
                  <a:pt x="105668" y="120574"/>
                </a:lnTo>
                <a:lnTo>
                  <a:pt x="105251" y="120929"/>
                </a:lnTo>
                <a:lnTo>
                  <a:pt x="104832" y="121282"/>
                </a:lnTo>
                <a:lnTo>
                  <a:pt x="104411" y="121633"/>
                </a:lnTo>
                <a:lnTo>
                  <a:pt x="103988" y="121981"/>
                </a:lnTo>
                <a:lnTo>
                  <a:pt x="103563" y="122327"/>
                </a:lnTo>
                <a:lnTo>
                  <a:pt x="103137" y="122669"/>
                </a:lnTo>
                <a:lnTo>
                  <a:pt x="102711" y="123006"/>
                </a:lnTo>
                <a:lnTo>
                  <a:pt x="102285" y="123338"/>
                </a:lnTo>
                <a:lnTo>
                  <a:pt x="101859" y="123665"/>
                </a:lnTo>
                <a:lnTo>
                  <a:pt x="101433" y="123987"/>
                </a:lnTo>
                <a:lnTo>
                  <a:pt x="101007" y="124304"/>
                </a:lnTo>
                <a:lnTo>
                  <a:pt x="100581" y="124616"/>
                </a:lnTo>
                <a:lnTo>
                  <a:pt x="100155" y="124924"/>
                </a:lnTo>
                <a:lnTo>
                  <a:pt x="99729" y="125226"/>
                </a:lnTo>
                <a:lnTo>
                  <a:pt x="99303" y="125523"/>
                </a:lnTo>
                <a:lnTo>
                  <a:pt x="98878" y="125815"/>
                </a:lnTo>
                <a:lnTo>
                  <a:pt x="98452" y="126103"/>
                </a:lnTo>
                <a:lnTo>
                  <a:pt x="98026" y="126385"/>
                </a:lnTo>
                <a:lnTo>
                  <a:pt x="97600" y="126662"/>
                </a:lnTo>
                <a:lnTo>
                  <a:pt x="97174" y="126934"/>
                </a:lnTo>
                <a:lnTo>
                  <a:pt x="96748" y="127202"/>
                </a:lnTo>
                <a:lnTo>
                  <a:pt x="96322" y="127464"/>
                </a:lnTo>
                <a:lnTo>
                  <a:pt x="95896" y="127721"/>
                </a:lnTo>
                <a:lnTo>
                  <a:pt x="95470" y="127974"/>
                </a:lnTo>
                <a:lnTo>
                  <a:pt x="95044" y="128221"/>
                </a:lnTo>
                <a:lnTo>
                  <a:pt x="94618" y="128464"/>
                </a:lnTo>
                <a:lnTo>
                  <a:pt x="94192" y="128701"/>
                </a:lnTo>
                <a:lnTo>
                  <a:pt x="93766" y="128933"/>
                </a:lnTo>
                <a:lnTo>
                  <a:pt x="93340" y="129161"/>
                </a:lnTo>
                <a:lnTo>
                  <a:pt x="92917" y="129381"/>
                </a:lnTo>
                <a:lnTo>
                  <a:pt x="92498" y="129592"/>
                </a:lnTo>
                <a:lnTo>
                  <a:pt x="92083" y="129793"/>
                </a:lnTo>
                <a:lnTo>
                  <a:pt x="91673" y="129986"/>
                </a:lnTo>
                <a:lnTo>
                  <a:pt x="91268" y="130168"/>
                </a:lnTo>
                <a:lnTo>
                  <a:pt x="90867" y="130342"/>
                </a:lnTo>
                <a:lnTo>
                  <a:pt x="90471" y="130506"/>
                </a:lnTo>
                <a:lnTo>
                  <a:pt x="90080" y="130660"/>
                </a:lnTo>
                <a:lnTo>
                  <a:pt x="89693" y="130806"/>
                </a:lnTo>
                <a:lnTo>
                  <a:pt x="89310" y="130942"/>
                </a:lnTo>
                <a:lnTo>
                  <a:pt x="88932" y="131068"/>
                </a:lnTo>
                <a:lnTo>
                  <a:pt x="88559" y="131185"/>
                </a:lnTo>
                <a:lnTo>
                  <a:pt x="88191" y="131293"/>
                </a:lnTo>
                <a:lnTo>
                  <a:pt x="87827" y="131391"/>
                </a:lnTo>
                <a:lnTo>
                  <a:pt x="87467" y="131480"/>
                </a:lnTo>
                <a:lnTo>
                  <a:pt x="87112" y="131560"/>
                </a:lnTo>
                <a:lnTo>
                  <a:pt x="86762" y="131630"/>
                </a:lnTo>
                <a:lnTo>
                  <a:pt x="86416" y="131691"/>
                </a:lnTo>
                <a:lnTo>
                  <a:pt x="86075" y="131743"/>
                </a:lnTo>
                <a:lnTo>
                  <a:pt x="85739" y="131785"/>
                </a:lnTo>
                <a:lnTo>
                  <a:pt x="85407" y="131818"/>
                </a:lnTo>
                <a:lnTo>
                  <a:pt x="85080" y="131841"/>
                </a:lnTo>
                <a:lnTo>
                  <a:pt x="84757" y="131855"/>
                </a:lnTo>
                <a:lnTo>
                  <a:pt x="84439" y="131860"/>
                </a:lnTo>
                <a:lnTo>
                  <a:pt x="84240" y="131857"/>
                </a:lnTo>
                <a:lnTo>
                  <a:pt x="84047" y="131847"/>
                </a:lnTo>
                <a:lnTo>
                  <a:pt x="83859" y="131831"/>
                </a:lnTo>
                <a:lnTo>
                  <a:pt x="83676" y="131809"/>
                </a:lnTo>
                <a:lnTo>
                  <a:pt x="83498" y="131780"/>
                </a:lnTo>
                <a:lnTo>
                  <a:pt x="83326" y="131745"/>
                </a:lnTo>
                <a:lnTo>
                  <a:pt x="83159" y="131704"/>
                </a:lnTo>
                <a:lnTo>
                  <a:pt x="82996" y="131656"/>
                </a:lnTo>
                <a:lnTo>
                  <a:pt x="82840" y="131602"/>
                </a:lnTo>
                <a:lnTo>
                  <a:pt x="82688" y="131541"/>
                </a:lnTo>
                <a:lnTo>
                  <a:pt x="82541" y="131474"/>
                </a:lnTo>
                <a:lnTo>
                  <a:pt x="82400" y="131401"/>
                </a:lnTo>
                <a:lnTo>
                  <a:pt x="82264" y="131321"/>
                </a:lnTo>
                <a:lnTo>
                  <a:pt x="82133" y="131235"/>
                </a:lnTo>
                <a:lnTo>
                  <a:pt x="82007" y="131142"/>
                </a:lnTo>
                <a:lnTo>
                  <a:pt x="81886" y="131043"/>
                </a:lnTo>
                <a:lnTo>
                  <a:pt x="81771" y="130938"/>
                </a:lnTo>
                <a:lnTo>
                  <a:pt x="81660" y="130826"/>
                </a:lnTo>
                <a:lnTo>
                  <a:pt x="81555" y="130708"/>
                </a:lnTo>
                <a:lnTo>
                  <a:pt x="81455" y="130584"/>
                </a:lnTo>
                <a:lnTo>
                  <a:pt x="81361" y="130453"/>
                </a:lnTo>
                <a:lnTo>
                  <a:pt x="81271" y="130316"/>
                </a:lnTo>
                <a:lnTo>
                  <a:pt x="81187" y="130172"/>
                </a:lnTo>
                <a:lnTo>
                  <a:pt x="81108" y="130022"/>
                </a:lnTo>
                <a:lnTo>
                  <a:pt x="81033" y="129868"/>
                </a:lnTo>
                <a:lnTo>
                  <a:pt x="80961" y="129711"/>
                </a:lnTo>
                <a:lnTo>
                  <a:pt x="80892" y="129552"/>
                </a:lnTo>
                <a:lnTo>
                  <a:pt x="80827" y="129390"/>
                </a:lnTo>
                <a:lnTo>
                  <a:pt x="80765" y="129227"/>
                </a:lnTo>
                <a:lnTo>
                  <a:pt x="80706" y="129060"/>
                </a:lnTo>
                <a:lnTo>
                  <a:pt x="80650" y="128892"/>
                </a:lnTo>
                <a:lnTo>
                  <a:pt x="80597" y="128720"/>
                </a:lnTo>
                <a:lnTo>
                  <a:pt x="80548" y="128547"/>
                </a:lnTo>
                <a:lnTo>
                  <a:pt x="80501" y="128371"/>
                </a:lnTo>
                <a:lnTo>
                  <a:pt x="80458" y="128193"/>
                </a:lnTo>
                <a:lnTo>
                  <a:pt x="80418" y="128012"/>
                </a:lnTo>
                <a:lnTo>
                  <a:pt x="80382" y="127829"/>
                </a:lnTo>
                <a:lnTo>
                  <a:pt x="80348" y="127644"/>
                </a:lnTo>
                <a:lnTo>
                  <a:pt x="80318" y="127456"/>
                </a:lnTo>
                <a:lnTo>
                  <a:pt x="80291" y="127266"/>
                </a:lnTo>
                <a:lnTo>
                  <a:pt x="80267" y="127073"/>
                </a:lnTo>
                <a:lnTo>
                  <a:pt x="80246" y="126878"/>
                </a:lnTo>
                <a:lnTo>
                  <a:pt x="80229" y="126680"/>
                </a:lnTo>
                <a:lnTo>
                  <a:pt x="80214" y="126481"/>
                </a:lnTo>
                <a:lnTo>
                  <a:pt x="80203" y="126278"/>
                </a:lnTo>
                <a:lnTo>
                  <a:pt x="80195" y="126074"/>
                </a:lnTo>
                <a:lnTo>
                  <a:pt x="80190" y="125867"/>
                </a:lnTo>
                <a:lnTo>
                  <a:pt x="80189" y="125658"/>
                </a:lnTo>
                <a:lnTo>
                  <a:pt x="80189" y="125543"/>
                </a:lnTo>
                <a:lnTo>
                  <a:pt x="80191" y="125427"/>
                </a:lnTo>
                <a:lnTo>
                  <a:pt x="80193" y="125312"/>
                </a:lnTo>
                <a:lnTo>
                  <a:pt x="80197" y="125196"/>
                </a:lnTo>
                <a:lnTo>
                  <a:pt x="80201" y="125081"/>
                </a:lnTo>
                <a:lnTo>
                  <a:pt x="80207" y="124965"/>
                </a:lnTo>
                <a:lnTo>
                  <a:pt x="80213" y="124849"/>
                </a:lnTo>
                <a:lnTo>
                  <a:pt x="80221" y="124732"/>
                </a:lnTo>
                <a:lnTo>
                  <a:pt x="80229" y="124616"/>
                </a:lnTo>
                <a:lnTo>
                  <a:pt x="80239" y="124499"/>
                </a:lnTo>
                <a:lnTo>
                  <a:pt x="80249" y="124382"/>
                </a:lnTo>
                <a:lnTo>
                  <a:pt x="80261" y="124265"/>
                </a:lnTo>
                <a:lnTo>
                  <a:pt x="80273" y="124147"/>
                </a:lnTo>
                <a:lnTo>
                  <a:pt x="80286" y="124030"/>
                </a:lnTo>
                <a:lnTo>
                  <a:pt x="80301" y="123912"/>
                </a:lnTo>
                <a:lnTo>
                  <a:pt x="80316" y="123794"/>
                </a:lnTo>
                <a:lnTo>
                  <a:pt x="80333" y="123676"/>
                </a:lnTo>
                <a:lnTo>
                  <a:pt x="80350" y="123558"/>
                </a:lnTo>
                <a:lnTo>
                  <a:pt x="80369" y="123439"/>
                </a:lnTo>
                <a:lnTo>
                  <a:pt x="80388" y="123320"/>
                </a:lnTo>
                <a:lnTo>
                  <a:pt x="80409" y="123201"/>
                </a:lnTo>
                <a:lnTo>
                  <a:pt x="80430" y="123082"/>
                </a:lnTo>
                <a:lnTo>
                  <a:pt x="80452" y="122963"/>
                </a:lnTo>
                <a:lnTo>
                  <a:pt x="80476" y="122843"/>
                </a:lnTo>
                <a:lnTo>
                  <a:pt x="80500" y="122724"/>
                </a:lnTo>
                <a:lnTo>
                  <a:pt x="80524" y="122605"/>
                </a:lnTo>
                <a:lnTo>
                  <a:pt x="80549" y="122485"/>
                </a:lnTo>
                <a:lnTo>
                  <a:pt x="80573" y="122366"/>
                </a:lnTo>
                <a:lnTo>
                  <a:pt x="80598" y="122248"/>
                </a:lnTo>
                <a:lnTo>
                  <a:pt x="80623" y="122129"/>
                </a:lnTo>
                <a:lnTo>
                  <a:pt x="80648" y="122011"/>
                </a:lnTo>
                <a:lnTo>
                  <a:pt x="80674" y="121893"/>
                </a:lnTo>
                <a:lnTo>
                  <a:pt x="80699" y="121775"/>
                </a:lnTo>
                <a:lnTo>
                  <a:pt x="80725" y="121657"/>
                </a:lnTo>
                <a:lnTo>
                  <a:pt x="80751" y="121539"/>
                </a:lnTo>
                <a:lnTo>
                  <a:pt x="80777" y="121422"/>
                </a:lnTo>
                <a:lnTo>
                  <a:pt x="80804" y="121305"/>
                </a:lnTo>
                <a:lnTo>
                  <a:pt x="80830" y="121188"/>
                </a:lnTo>
                <a:lnTo>
                  <a:pt x="80857" y="121071"/>
                </a:lnTo>
                <a:lnTo>
                  <a:pt x="80884" y="120955"/>
                </a:lnTo>
                <a:lnTo>
                  <a:pt x="80912" y="120838"/>
                </a:lnTo>
                <a:lnTo>
                  <a:pt x="80939" y="120722"/>
                </a:lnTo>
                <a:lnTo>
                  <a:pt x="80967" y="120606"/>
                </a:lnTo>
                <a:lnTo>
                  <a:pt x="80994" y="120490"/>
                </a:lnTo>
                <a:lnTo>
                  <a:pt x="81022" y="120375"/>
                </a:lnTo>
                <a:lnTo>
                  <a:pt x="81051" y="120259"/>
                </a:lnTo>
                <a:lnTo>
                  <a:pt x="81079" y="120144"/>
                </a:lnTo>
                <a:lnTo>
                  <a:pt x="81108" y="120029"/>
                </a:lnTo>
                <a:lnTo>
                  <a:pt x="81214" y="119610"/>
                </a:lnTo>
                <a:lnTo>
                  <a:pt x="81323" y="119195"/>
                </a:lnTo>
                <a:close/>
                <a:moveTo>
                  <a:pt x="172963" y="117732"/>
                </a:moveTo>
                <a:cubicBezTo>
                  <a:pt x="172963" y="114439"/>
                  <a:pt x="173843" y="111645"/>
                  <a:pt x="175604" y="109347"/>
                </a:cubicBezTo>
                <a:cubicBezTo>
                  <a:pt x="177366" y="107050"/>
                  <a:pt x="179701" y="105519"/>
                  <a:pt x="182611" y="104753"/>
                </a:cubicBezTo>
                <a:cubicBezTo>
                  <a:pt x="183453" y="103068"/>
                  <a:pt x="184755" y="100790"/>
                  <a:pt x="186516" y="97919"/>
                </a:cubicBezTo>
                <a:cubicBezTo>
                  <a:pt x="188277" y="95047"/>
                  <a:pt x="190460" y="91927"/>
                  <a:pt x="193063" y="88558"/>
                </a:cubicBezTo>
                <a:cubicBezTo>
                  <a:pt x="195667" y="85188"/>
                  <a:pt x="198634" y="81800"/>
                  <a:pt x="201965" y="78392"/>
                </a:cubicBezTo>
                <a:cubicBezTo>
                  <a:pt x="205296" y="74985"/>
                  <a:pt x="208971" y="71884"/>
                  <a:pt x="212992" y="69089"/>
                </a:cubicBezTo>
                <a:cubicBezTo>
                  <a:pt x="217012" y="66294"/>
                  <a:pt x="221338" y="64016"/>
                  <a:pt x="225971" y="62254"/>
                </a:cubicBezTo>
                <a:cubicBezTo>
                  <a:pt x="230604" y="60493"/>
                  <a:pt x="235523" y="59613"/>
                  <a:pt x="240730" y="59613"/>
                </a:cubicBezTo>
                <a:cubicBezTo>
                  <a:pt x="245172" y="59613"/>
                  <a:pt x="249039" y="60149"/>
                  <a:pt x="252331" y="61221"/>
                </a:cubicBezTo>
                <a:cubicBezTo>
                  <a:pt x="255624" y="62293"/>
                  <a:pt x="258342" y="63786"/>
                  <a:pt x="260486" y="65700"/>
                </a:cubicBezTo>
                <a:cubicBezTo>
                  <a:pt x="262630" y="67615"/>
                  <a:pt x="264239" y="69893"/>
                  <a:pt x="265311" y="72534"/>
                </a:cubicBezTo>
                <a:cubicBezTo>
                  <a:pt x="266383" y="75176"/>
                  <a:pt x="266919" y="78029"/>
                  <a:pt x="266919" y="81092"/>
                </a:cubicBezTo>
                <a:cubicBezTo>
                  <a:pt x="266919" y="83695"/>
                  <a:pt x="266574" y="86184"/>
                  <a:pt x="265885" y="88558"/>
                </a:cubicBezTo>
                <a:cubicBezTo>
                  <a:pt x="264813" y="92846"/>
                  <a:pt x="262822" y="96598"/>
                  <a:pt x="259912" y="99814"/>
                </a:cubicBezTo>
                <a:cubicBezTo>
                  <a:pt x="257002" y="103030"/>
                  <a:pt x="253576" y="105844"/>
                  <a:pt x="249632" y="108256"/>
                </a:cubicBezTo>
                <a:cubicBezTo>
                  <a:pt x="245689" y="110668"/>
                  <a:pt x="241400" y="112678"/>
                  <a:pt x="236768" y="114286"/>
                </a:cubicBezTo>
                <a:cubicBezTo>
                  <a:pt x="232135" y="115894"/>
                  <a:pt x="227502" y="117234"/>
                  <a:pt x="222870" y="118306"/>
                </a:cubicBezTo>
                <a:cubicBezTo>
                  <a:pt x="218237" y="119378"/>
                  <a:pt x="213776" y="120202"/>
                  <a:pt x="209488" y="120776"/>
                </a:cubicBezTo>
                <a:cubicBezTo>
                  <a:pt x="205200" y="121350"/>
                  <a:pt x="201486" y="121791"/>
                  <a:pt x="198347" y="122097"/>
                </a:cubicBezTo>
                <a:cubicBezTo>
                  <a:pt x="197658" y="123475"/>
                  <a:pt x="197064" y="125217"/>
                  <a:pt x="196566" y="127323"/>
                </a:cubicBezTo>
                <a:cubicBezTo>
                  <a:pt x="196069" y="129429"/>
                  <a:pt x="195820" y="131477"/>
                  <a:pt x="195820" y="133468"/>
                </a:cubicBezTo>
                <a:cubicBezTo>
                  <a:pt x="195820" y="137909"/>
                  <a:pt x="197581" y="141355"/>
                  <a:pt x="201103" y="143805"/>
                </a:cubicBezTo>
                <a:cubicBezTo>
                  <a:pt x="204626" y="146256"/>
                  <a:pt x="209488" y="147481"/>
                  <a:pt x="215691" y="147481"/>
                </a:cubicBezTo>
                <a:cubicBezTo>
                  <a:pt x="219290" y="147481"/>
                  <a:pt x="222736" y="147079"/>
                  <a:pt x="226028" y="146275"/>
                </a:cubicBezTo>
                <a:cubicBezTo>
                  <a:pt x="229321" y="145471"/>
                  <a:pt x="232441" y="144437"/>
                  <a:pt x="235389" y="143174"/>
                </a:cubicBezTo>
                <a:cubicBezTo>
                  <a:pt x="238337" y="141910"/>
                  <a:pt x="241113" y="140532"/>
                  <a:pt x="243717" y="139039"/>
                </a:cubicBezTo>
                <a:cubicBezTo>
                  <a:pt x="246320" y="137546"/>
                  <a:pt x="248694" y="136072"/>
                  <a:pt x="250838" y="134617"/>
                </a:cubicBezTo>
                <a:cubicBezTo>
                  <a:pt x="253595" y="132779"/>
                  <a:pt x="256217" y="131228"/>
                  <a:pt x="258706" y="129965"/>
                </a:cubicBezTo>
                <a:cubicBezTo>
                  <a:pt x="261195" y="128701"/>
                  <a:pt x="263396" y="128070"/>
                  <a:pt x="265311" y="128070"/>
                </a:cubicBezTo>
                <a:cubicBezTo>
                  <a:pt x="267225" y="128070"/>
                  <a:pt x="268450" y="128548"/>
                  <a:pt x="268986" y="129505"/>
                </a:cubicBezTo>
                <a:cubicBezTo>
                  <a:pt x="269522" y="130463"/>
                  <a:pt x="269790" y="131477"/>
                  <a:pt x="269790" y="132549"/>
                </a:cubicBezTo>
                <a:cubicBezTo>
                  <a:pt x="269790" y="133162"/>
                  <a:pt x="269771" y="133755"/>
                  <a:pt x="269733" y="134329"/>
                </a:cubicBezTo>
                <a:cubicBezTo>
                  <a:pt x="269694" y="134904"/>
                  <a:pt x="269637" y="135382"/>
                  <a:pt x="269560" y="135765"/>
                </a:cubicBezTo>
                <a:cubicBezTo>
                  <a:pt x="269178" y="137756"/>
                  <a:pt x="268412" y="139747"/>
                  <a:pt x="267263" y="141738"/>
                </a:cubicBezTo>
                <a:cubicBezTo>
                  <a:pt x="266115" y="143729"/>
                  <a:pt x="264660" y="145452"/>
                  <a:pt x="262898" y="146907"/>
                </a:cubicBezTo>
                <a:cubicBezTo>
                  <a:pt x="254935" y="153186"/>
                  <a:pt x="246761" y="157665"/>
                  <a:pt x="238376" y="160345"/>
                </a:cubicBezTo>
                <a:cubicBezTo>
                  <a:pt x="229991" y="163026"/>
                  <a:pt x="221051" y="164366"/>
                  <a:pt x="211556" y="164366"/>
                </a:cubicBezTo>
                <a:cubicBezTo>
                  <a:pt x="209718" y="164366"/>
                  <a:pt x="207555" y="164251"/>
                  <a:pt x="205066" y="164021"/>
                </a:cubicBezTo>
                <a:cubicBezTo>
                  <a:pt x="202578" y="163791"/>
                  <a:pt x="199993" y="163332"/>
                  <a:pt x="197313" y="162643"/>
                </a:cubicBezTo>
                <a:cubicBezTo>
                  <a:pt x="194633" y="161953"/>
                  <a:pt x="191991" y="160958"/>
                  <a:pt x="189388" y="159656"/>
                </a:cubicBezTo>
                <a:cubicBezTo>
                  <a:pt x="186784" y="158355"/>
                  <a:pt x="184468" y="156632"/>
                  <a:pt x="182439" y="154488"/>
                </a:cubicBezTo>
                <a:cubicBezTo>
                  <a:pt x="180409" y="152343"/>
                  <a:pt x="178763" y="149702"/>
                  <a:pt x="177500" y="146562"/>
                </a:cubicBezTo>
                <a:cubicBezTo>
                  <a:pt x="176236" y="143423"/>
                  <a:pt x="175604" y="139632"/>
                  <a:pt x="175604" y="135191"/>
                </a:cubicBezTo>
                <a:cubicBezTo>
                  <a:pt x="175604" y="131592"/>
                  <a:pt x="176102" y="127572"/>
                  <a:pt x="177098" y="123131"/>
                </a:cubicBezTo>
                <a:cubicBezTo>
                  <a:pt x="176102" y="122977"/>
                  <a:pt x="175164" y="122461"/>
                  <a:pt x="174284" y="121580"/>
                </a:cubicBezTo>
                <a:cubicBezTo>
                  <a:pt x="173403" y="120699"/>
                  <a:pt x="172963" y="119417"/>
                  <a:pt x="172963" y="117732"/>
                </a:cubicBezTo>
                <a:moveTo>
                  <a:pt x="244865" y="85916"/>
                </a:moveTo>
                <a:cubicBezTo>
                  <a:pt x="245019" y="85533"/>
                  <a:pt x="245095" y="85188"/>
                  <a:pt x="245095" y="84882"/>
                </a:cubicBezTo>
                <a:cubicBezTo>
                  <a:pt x="245095" y="84576"/>
                  <a:pt x="245095" y="84231"/>
                  <a:pt x="245095" y="83848"/>
                </a:cubicBezTo>
                <a:cubicBezTo>
                  <a:pt x="245095" y="81781"/>
                  <a:pt x="244329" y="80230"/>
                  <a:pt x="242798" y="79196"/>
                </a:cubicBezTo>
                <a:cubicBezTo>
                  <a:pt x="241266" y="78163"/>
                  <a:pt x="239429" y="77646"/>
                  <a:pt x="237285" y="77646"/>
                </a:cubicBezTo>
                <a:cubicBezTo>
                  <a:pt x="233915" y="77646"/>
                  <a:pt x="230604" y="78526"/>
                  <a:pt x="227349" y="80288"/>
                </a:cubicBezTo>
                <a:cubicBezTo>
                  <a:pt x="224095" y="82049"/>
                  <a:pt x="221032" y="84250"/>
                  <a:pt x="218160" y="86892"/>
                </a:cubicBezTo>
                <a:cubicBezTo>
                  <a:pt x="215289" y="89534"/>
                  <a:pt x="212743" y="92367"/>
                  <a:pt x="210522" y="95392"/>
                </a:cubicBezTo>
                <a:cubicBezTo>
                  <a:pt x="208301" y="98416"/>
                  <a:pt x="206578" y="101154"/>
                  <a:pt x="205353" y="103604"/>
                </a:cubicBezTo>
                <a:cubicBezTo>
                  <a:pt x="210867" y="103145"/>
                  <a:pt x="215920" y="102398"/>
                  <a:pt x="220515" y="101364"/>
                </a:cubicBezTo>
                <a:cubicBezTo>
                  <a:pt x="225109" y="100331"/>
                  <a:pt x="229110" y="99029"/>
                  <a:pt x="232518" y="97459"/>
                </a:cubicBezTo>
                <a:cubicBezTo>
                  <a:pt x="235925" y="95889"/>
                  <a:pt x="238682" y="94128"/>
                  <a:pt x="240788" y="92176"/>
                </a:cubicBezTo>
                <a:cubicBezTo>
                  <a:pt x="242894" y="90223"/>
                  <a:pt x="244253" y="88136"/>
                  <a:pt x="244865" y="85916"/>
                </a:cubicBezTo>
                <a:moveTo>
                  <a:pt x="231542" y="54789"/>
                </a:moveTo>
                <a:lnTo>
                  <a:pt x="231542" y="54789"/>
                </a:lnTo>
                <a:close/>
                <a:moveTo>
                  <a:pt x="293073" y="150238"/>
                </a:moveTo>
                <a:cubicBezTo>
                  <a:pt x="294069" y="144878"/>
                  <a:pt x="295218" y="138981"/>
                  <a:pt x="296519" y="132549"/>
                </a:cubicBezTo>
                <a:cubicBezTo>
                  <a:pt x="297821" y="126117"/>
                  <a:pt x="299161" y="119608"/>
                  <a:pt x="300539" y="113023"/>
                </a:cubicBezTo>
                <a:cubicBezTo>
                  <a:pt x="301918" y="106438"/>
                  <a:pt x="303258" y="99967"/>
                  <a:pt x="304560" y="93611"/>
                </a:cubicBezTo>
                <a:cubicBezTo>
                  <a:pt x="305861" y="87256"/>
                  <a:pt x="306972" y="81436"/>
                  <a:pt x="307890" y="76153"/>
                </a:cubicBezTo>
                <a:cubicBezTo>
                  <a:pt x="307814" y="75387"/>
                  <a:pt x="307776" y="74717"/>
                  <a:pt x="307776" y="74143"/>
                </a:cubicBezTo>
                <a:cubicBezTo>
                  <a:pt x="307776" y="73568"/>
                  <a:pt x="307776" y="72936"/>
                  <a:pt x="307776" y="72247"/>
                </a:cubicBezTo>
                <a:cubicBezTo>
                  <a:pt x="307776" y="69874"/>
                  <a:pt x="307929" y="67500"/>
                  <a:pt x="308235" y="65126"/>
                </a:cubicBezTo>
                <a:cubicBezTo>
                  <a:pt x="308541" y="62752"/>
                  <a:pt x="308963" y="60570"/>
                  <a:pt x="309499" y="58579"/>
                </a:cubicBezTo>
                <a:cubicBezTo>
                  <a:pt x="310341" y="55669"/>
                  <a:pt x="311279" y="53697"/>
                  <a:pt x="312313" y="52664"/>
                </a:cubicBezTo>
                <a:cubicBezTo>
                  <a:pt x="313346" y="51630"/>
                  <a:pt x="315012" y="51113"/>
                  <a:pt x="317309" y="51113"/>
                </a:cubicBezTo>
                <a:cubicBezTo>
                  <a:pt x="319530" y="51113"/>
                  <a:pt x="321310" y="51553"/>
                  <a:pt x="322650" y="52434"/>
                </a:cubicBezTo>
                <a:cubicBezTo>
                  <a:pt x="323990" y="53314"/>
                  <a:pt x="325043" y="54482"/>
                  <a:pt x="325809" y="55937"/>
                </a:cubicBezTo>
                <a:cubicBezTo>
                  <a:pt x="326574" y="57392"/>
                  <a:pt x="327072" y="59058"/>
                  <a:pt x="327302" y="60934"/>
                </a:cubicBezTo>
                <a:cubicBezTo>
                  <a:pt x="327532" y="62810"/>
                  <a:pt x="327647" y="64743"/>
                  <a:pt x="327647" y="66734"/>
                </a:cubicBezTo>
                <a:cubicBezTo>
                  <a:pt x="327647" y="67806"/>
                  <a:pt x="327608" y="68993"/>
                  <a:pt x="327532" y="70295"/>
                </a:cubicBezTo>
                <a:cubicBezTo>
                  <a:pt x="327455" y="71596"/>
                  <a:pt x="327417" y="72630"/>
                  <a:pt x="327417" y="73396"/>
                </a:cubicBezTo>
                <a:cubicBezTo>
                  <a:pt x="329561" y="71175"/>
                  <a:pt x="331839" y="68897"/>
                  <a:pt x="334251" y="66562"/>
                </a:cubicBezTo>
                <a:cubicBezTo>
                  <a:pt x="336663" y="64226"/>
                  <a:pt x="339228" y="62120"/>
                  <a:pt x="341947" y="60244"/>
                </a:cubicBezTo>
                <a:cubicBezTo>
                  <a:pt x="344665" y="58368"/>
                  <a:pt x="347537" y="56818"/>
                  <a:pt x="350561" y="55593"/>
                </a:cubicBezTo>
                <a:cubicBezTo>
                  <a:pt x="353586" y="54367"/>
                  <a:pt x="356745" y="53755"/>
                  <a:pt x="360037" y="53755"/>
                </a:cubicBezTo>
                <a:cubicBezTo>
                  <a:pt x="361339" y="53755"/>
                  <a:pt x="362622" y="53870"/>
                  <a:pt x="363885" y="54099"/>
                </a:cubicBezTo>
                <a:cubicBezTo>
                  <a:pt x="365149" y="54329"/>
                  <a:pt x="366431" y="54635"/>
                  <a:pt x="367733" y="55018"/>
                </a:cubicBezTo>
                <a:cubicBezTo>
                  <a:pt x="369264" y="55401"/>
                  <a:pt x="370853" y="55918"/>
                  <a:pt x="372500" y="56569"/>
                </a:cubicBezTo>
                <a:cubicBezTo>
                  <a:pt x="374146" y="57220"/>
                  <a:pt x="375735" y="58119"/>
                  <a:pt x="377266" y="59268"/>
                </a:cubicBezTo>
                <a:cubicBezTo>
                  <a:pt x="379793" y="61182"/>
                  <a:pt x="381918" y="63575"/>
                  <a:pt x="383641" y="66447"/>
                </a:cubicBezTo>
                <a:cubicBezTo>
                  <a:pt x="385364" y="69318"/>
                  <a:pt x="386225" y="72247"/>
                  <a:pt x="386225" y="75234"/>
                </a:cubicBezTo>
                <a:cubicBezTo>
                  <a:pt x="386225" y="76382"/>
                  <a:pt x="385996" y="77627"/>
                  <a:pt x="385536" y="78967"/>
                </a:cubicBezTo>
                <a:cubicBezTo>
                  <a:pt x="385077" y="80307"/>
                  <a:pt x="384445" y="81532"/>
                  <a:pt x="383641" y="82642"/>
                </a:cubicBezTo>
                <a:cubicBezTo>
                  <a:pt x="382837" y="83753"/>
                  <a:pt x="381899" y="84671"/>
                  <a:pt x="380827" y="85399"/>
                </a:cubicBezTo>
                <a:cubicBezTo>
                  <a:pt x="379755" y="86126"/>
                  <a:pt x="378568" y="86490"/>
                  <a:pt x="377266" y="86490"/>
                </a:cubicBezTo>
                <a:cubicBezTo>
                  <a:pt x="375965" y="86490"/>
                  <a:pt x="374376" y="86165"/>
                  <a:pt x="372500" y="85514"/>
                </a:cubicBezTo>
                <a:cubicBezTo>
                  <a:pt x="370624" y="84863"/>
                  <a:pt x="369073" y="84001"/>
                  <a:pt x="367848" y="82929"/>
                </a:cubicBezTo>
                <a:cubicBezTo>
                  <a:pt x="367312" y="82470"/>
                  <a:pt x="366757" y="81819"/>
                  <a:pt x="366182" y="80977"/>
                </a:cubicBezTo>
                <a:cubicBezTo>
                  <a:pt x="365608" y="80134"/>
                  <a:pt x="365072" y="79292"/>
                  <a:pt x="364574" y="78450"/>
                </a:cubicBezTo>
                <a:cubicBezTo>
                  <a:pt x="364076" y="77607"/>
                  <a:pt x="363617" y="76823"/>
                  <a:pt x="363196" y="76095"/>
                </a:cubicBezTo>
                <a:cubicBezTo>
                  <a:pt x="362775" y="75368"/>
                  <a:pt x="362449" y="74889"/>
                  <a:pt x="362220" y="74659"/>
                </a:cubicBezTo>
                <a:cubicBezTo>
                  <a:pt x="361837" y="74583"/>
                  <a:pt x="361416" y="74525"/>
                  <a:pt x="360956" y="74487"/>
                </a:cubicBezTo>
                <a:cubicBezTo>
                  <a:pt x="360497" y="74449"/>
                  <a:pt x="360076" y="74430"/>
                  <a:pt x="359693" y="74430"/>
                </a:cubicBezTo>
                <a:cubicBezTo>
                  <a:pt x="355787" y="74430"/>
                  <a:pt x="352074" y="75425"/>
                  <a:pt x="348551" y="77416"/>
                </a:cubicBezTo>
                <a:cubicBezTo>
                  <a:pt x="345029" y="79407"/>
                  <a:pt x="341736" y="81838"/>
                  <a:pt x="338673" y="84710"/>
                </a:cubicBezTo>
                <a:cubicBezTo>
                  <a:pt x="335610" y="87581"/>
                  <a:pt x="332796" y="90644"/>
                  <a:pt x="330231" y="93899"/>
                </a:cubicBezTo>
                <a:cubicBezTo>
                  <a:pt x="327666" y="97153"/>
                  <a:pt x="325426" y="100082"/>
                  <a:pt x="323512" y="102685"/>
                </a:cubicBezTo>
                <a:cubicBezTo>
                  <a:pt x="321980" y="108888"/>
                  <a:pt x="320276" y="115492"/>
                  <a:pt x="318400" y="122499"/>
                </a:cubicBezTo>
                <a:cubicBezTo>
                  <a:pt x="316524" y="129505"/>
                  <a:pt x="314667" y="136837"/>
                  <a:pt x="312830" y="144495"/>
                </a:cubicBezTo>
                <a:lnTo>
                  <a:pt x="312830" y="147366"/>
                </a:lnTo>
                <a:cubicBezTo>
                  <a:pt x="312830" y="149663"/>
                  <a:pt x="312753" y="151999"/>
                  <a:pt x="312600" y="154373"/>
                </a:cubicBezTo>
                <a:cubicBezTo>
                  <a:pt x="312447" y="156746"/>
                  <a:pt x="311987" y="158852"/>
                  <a:pt x="311221" y="160690"/>
                </a:cubicBezTo>
                <a:cubicBezTo>
                  <a:pt x="310379" y="161839"/>
                  <a:pt x="309173" y="162815"/>
                  <a:pt x="307603" y="163619"/>
                </a:cubicBezTo>
                <a:cubicBezTo>
                  <a:pt x="306034" y="164423"/>
                  <a:pt x="304215" y="164825"/>
                  <a:pt x="302147" y="164825"/>
                </a:cubicBezTo>
                <a:cubicBezTo>
                  <a:pt x="298931" y="164825"/>
                  <a:pt x="296519" y="163772"/>
                  <a:pt x="294911" y="161666"/>
                </a:cubicBezTo>
                <a:cubicBezTo>
                  <a:pt x="293303" y="159561"/>
                  <a:pt x="292499" y="157091"/>
                  <a:pt x="292499" y="154258"/>
                </a:cubicBezTo>
                <a:cubicBezTo>
                  <a:pt x="292499" y="152956"/>
                  <a:pt x="292691" y="151616"/>
                  <a:pt x="293073" y="150238"/>
                </a:cubicBezTo>
                <a:close/>
                <a:moveTo>
                  <a:pt x="497225" y="87179"/>
                </a:moveTo>
                <a:lnTo>
                  <a:pt x="642294" y="87179"/>
                </a:lnTo>
                <a:lnTo>
                  <a:pt x="615991" y="53755"/>
                </a:lnTo>
                <a:lnTo>
                  <a:pt x="622768" y="47437"/>
                </a:lnTo>
                <a:lnTo>
                  <a:pt x="667908" y="91199"/>
                </a:lnTo>
                <a:lnTo>
                  <a:pt x="667908" y="98550"/>
                </a:lnTo>
                <a:lnTo>
                  <a:pt x="622768" y="142312"/>
                </a:lnTo>
                <a:lnTo>
                  <a:pt x="615991" y="135995"/>
                </a:lnTo>
                <a:lnTo>
                  <a:pt x="642294" y="102456"/>
                </a:lnTo>
                <a:lnTo>
                  <a:pt x="497225" y="102456"/>
                </a:lnTo>
                <a:lnTo>
                  <a:pt x="497225" y="87179"/>
                </a:lnTo>
                <a:close/>
                <a:moveTo>
                  <a:pt x="760971" y="113138"/>
                </a:moveTo>
                <a:cubicBezTo>
                  <a:pt x="760971" y="108696"/>
                  <a:pt x="761507" y="103662"/>
                  <a:pt x="762579" y="98034"/>
                </a:cubicBezTo>
                <a:cubicBezTo>
                  <a:pt x="763651" y="92405"/>
                  <a:pt x="765528" y="86949"/>
                  <a:pt x="768208" y="81666"/>
                </a:cubicBezTo>
                <a:cubicBezTo>
                  <a:pt x="771883" y="74315"/>
                  <a:pt x="775980" y="67213"/>
                  <a:pt x="780498" y="60359"/>
                </a:cubicBezTo>
                <a:cubicBezTo>
                  <a:pt x="785016" y="53506"/>
                  <a:pt x="789648" y="47189"/>
                  <a:pt x="794396" y="41407"/>
                </a:cubicBezTo>
                <a:cubicBezTo>
                  <a:pt x="799143" y="35626"/>
                  <a:pt x="803891" y="30495"/>
                  <a:pt x="808639" y="26016"/>
                </a:cubicBezTo>
                <a:cubicBezTo>
                  <a:pt x="813386" y="21536"/>
                  <a:pt x="817904" y="18033"/>
                  <a:pt x="822192" y="15506"/>
                </a:cubicBezTo>
                <a:lnTo>
                  <a:pt x="822077" y="15621"/>
                </a:lnTo>
                <a:cubicBezTo>
                  <a:pt x="824757" y="13936"/>
                  <a:pt x="827591" y="12175"/>
                  <a:pt x="830577" y="10337"/>
                </a:cubicBezTo>
                <a:cubicBezTo>
                  <a:pt x="833563" y="8500"/>
                  <a:pt x="836626" y="6815"/>
                  <a:pt x="839766" y="5284"/>
                </a:cubicBezTo>
                <a:cubicBezTo>
                  <a:pt x="842905" y="3752"/>
                  <a:pt x="846083" y="2489"/>
                  <a:pt x="849299" y="1493"/>
                </a:cubicBezTo>
                <a:cubicBezTo>
                  <a:pt x="852515" y="498"/>
                  <a:pt x="855693" y="0"/>
                  <a:pt x="858833" y="0"/>
                </a:cubicBezTo>
                <a:cubicBezTo>
                  <a:pt x="862049" y="0"/>
                  <a:pt x="865112" y="651"/>
                  <a:pt x="868021" y="1953"/>
                </a:cubicBezTo>
                <a:cubicBezTo>
                  <a:pt x="870931" y="3254"/>
                  <a:pt x="873477" y="5035"/>
                  <a:pt x="875660" y="7294"/>
                </a:cubicBezTo>
                <a:cubicBezTo>
                  <a:pt x="877842" y="9553"/>
                  <a:pt x="879565" y="12175"/>
                  <a:pt x="880828" y="15162"/>
                </a:cubicBezTo>
                <a:cubicBezTo>
                  <a:pt x="882092" y="18148"/>
                  <a:pt x="882724" y="21326"/>
                  <a:pt x="882724" y="24695"/>
                </a:cubicBezTo>
                <a:cubicBezTo>
                  <a:pt x="882724" y="27069"/>
                  <a:pt x="882590" y="28926"/>
                  <a:pt x="882322" y="30266"/>
                </a:cubicBezTo>
                <a:cubicBezTo>
                  <a:pt x="882054" y="31606"/>
                  <a:pt x="881632" y="32620"/>
                  <a:pt x="881058" y="33310"/>
                </a:cubicBezTo>
                <a:cubicBezTo>
                  <a:pt x="880484" y="33999"/>
                  <a:pt x="879756" y="34420"/>
                  <a:pt x="878876" y="34573"/>
                </a:cubicBezTo>
                <a:cubicBezTo>
                  <a:pt x="877995" y="34726"/>
                  <a:pt x="876981" y="34803"/>
                  <a:pt x="875832" y="34803"/>
                </a:cubicBezTo>
                <a:cubicBezTo>
                  <a:pt x="874147" y="34803"/>
                  <a:pt x="872826" y="34439"/>
                  <a:pt x="871869" y="33712"/>
                </a:cubicBezTo>
                <a:cubicBezTo>
                  <a:pt x="870912" y="32984"/>
                  <a:pt x="870146" y="32104"/>
                  <a:pt x="869572" y="31070"/>
                </a:cubicBezTo>
                <a:cubicBezTo>
                  <a:pt x="868998" y="30036"/>
                  <a:pt x="868557" y="28887"/>
                  <a:pt x="868251" y="27624"/>
                </a:cubicBezTo>
                <a:cubicBezTo>
                  <a:pt x="867945" y="26361"/>
                  <a:pt x="867581" y="25212"/>
                  <a:pt x="867160" y="24178"/>
                </a:cubicBezTo>
                <a:cubicBezTo>
                  <a:pt x="866739" y="23144"/>
                  <a:pt x="866203" y="22264"/>
                  <a:pt x="865552" y="21536"/>
                </a:cubicBezTo>
                <a:cubicBezTo>
                  <a:pt x="864901" y="20809"/>
                  <a:pt x="864001" y="20445"/>
                  <a:pt x="862853" y="20445"/>
                </a:cubicBezTo>
                <a:cubicBezTo>
                  <a:pt x="859790" y="20445"/>
                  <a:pt x="856478" y="21134"/>
                  <a:pt x="852917" y="22513"/>
                </a:cubicBezTo>
                <a:cubicBezTo>
                  <a:pt x="849357" y="23891"/>
                  <a:pt x="845719" y="25729"/>
                  <a:pt x="842006" y="28026"/>
                </a:cubicBezTo>
                <a:cubicBezTo>
                  <a:pt x="838292" y="30323"/>
                  <a:pt x="834578" y="32946"/>
                  <a:pt x="830864" y="35894"/>
                </a:cubicBezTo>
                <a:cubicBezTo>
                  <a:pt x="827150" y="38842"/>
                  <a:pt x="823609" y="41848"/>
                  <a:pt x="820239" y="44911"/>
                </a:cubicBezTo>
                <a:cubicBezTo>
                  <a:pt x="816870" y="47973"/>
                  <a:pt x="813750" y="50998"/>
                  <a:pt x="810878" y="53984"/>
                </a:cubicBezTo>
                <a:cubicBezTo>
                  <a:pt x="808007" y="56971"/>
                  <a:pt x="805537" y="59651"/>
                  <a:pt x="803470" y="62025"/>
                </a:cubicBezTo>
                <a:cubicBezTo>
                  <a:pt x="800407" y="65930"/>
                  <a:pt x="797612" y="69893"/>
                  <a:pt x="795085" y="73913"/>
                </a:cubicBezTo>
                <a:cubicBezTo>
                  <a:pt x="792558" y="77933"/>
                  <a:pt x="790376" y="82030"/>
                  <a:pt x="788538" y="86203"/>
                </a:cubicBezTo>
                <a:cubicBezTo>
                  <a:pt x="786700" y="90376"/>
                  <a:pt x="785284" y="94664"/>
                  <a:pt x="784288" y="99067"/>
                </a:cubicBezTo>
                <a:cubicBezTo>
                  <a:pt x="783293" y="103470"/>
                  <a:pt x="782795" y="108046"/>
                  <a:pt x="782795" y="112793"/>
                </a:cubicBezTo>
                <a:cubicBezTo>
                  <a:pt x="782795" y="116469"/>
                  <a:pt x="783312" y="119685"/>
                  <a:pt x="784346" y="122441"/>
                </a:cubicBezTo>
                <a:cubicBezTo>
                  <a:pt x="785379" y="125198"/>
                  <a:pt x="786509" y="127572"/>
                  <a:pt x="787734" y="129563"/>
                </a:cubicBezTo>
                <a:cubicBezTo>
                  <a:pt x="789189" y="131860"/>
                  <a:pt x="790988" y="133449"/>
                  <a:pt x="793132" y="134329"/>
                </a:cubicBezTo>
                <a:cubicBezTo>
                  <a:pt x="795276" y="135210"/>
                  <a:pt x="797842" y="135650"/>
                  <a:pt x="800828" y="135650"/>
                </a:cubicBezTo>
                <a:cubicBezTo>
                  <a:pt x="807337" y="135650"/>
                  <a:pt x="813348" y="135038"/>
                  <a:pt x="818861" y="133813"/>
                </a:cubicBezTo>
                <a:cubicBezTo>
                  <a:pt x="824374" y="132587"/>
                  <a:pt x="829658" y="130941"/>
                  <a:pt x="834712" y="128874"/>
                </a:cubicBezTo>
                <a:cubicBezTo>
                  <a:pt x="839766" y="126806"/>
                  <a:pt x="844705" y="124356"/>
                  <a:pt x="849529" y="121523"/>
                </a:cubicBezTo>
                <a:cubicBezTo>
                  <a:pt x="854353" y="118689"/>
                  <a:pt x="859330" y="115665"/>
                  <a:pt x="864461" y="112449"/>
                </a:cubicBezTo>
                <a:lnTo>
                  <a:pt x="867447" y="112449"/>
                </a:lnTo>
                <a:cubicBezTo>
                  <a:pt x="868443" y="112449"/>
                  <a:pt x="869457" y="112717"/>
                  <a:pt x="870491" y="113253"/>
                </a:cubicBezTo>
                <a:cubicBezTo>
                  <a:pt x="871525" y="113789"/>
                  <a:pt x="872444" y="114478"/>
                  <a:pt x="873248" y="115320"/>
                </a:cubicBezTo>
                <a:cubicBezTo>
                  <a:pt x="874052" y="116162"/>
                  <a:pt x="874703" y="117120"/>
                  <a:pt x="875200" y="118192"/>
                </a:cubicBezTo>
                <a:cubicBezTo>
                  <a:pt x="875698" y="119264"/>
                  <a:pt x="875947" y="120374"/>
                  <a:pt x="875947" y="121523"/>
                </a:cubicBezTo>
                <a:cubicBezTo>
                  <a:pt x="875947" y="124049"/>
                  <a:pt x="874951" y="126557"/>
                  <a:pt x="872960" y="129046"/>
                </a:cubicBezTo>
                <a:cubicBezTo>
                  <a:pt x="870970" y="131535"/>
                  <a:pt x="868423" y="133908"/>
                  <a:pt x="865322" y="136167"/>
                </a:cubicBezTo>
                <a:cubicBezTo>
                  <a:pt x="862221" y="138426"/>
                  <a:pt x="858718" y="140551"/>
                  <a:pt x="854813" y="142542"/>
                </a:cubicBezTo>
                <a:cubicBezTo>
                  <a:pt x="850907" y="144533"/>
                  <a:pt x="847059" y="146294"/>
                  <a:pt x="843269" y="147826"/>
                </a:cubicBezTo>
                <a:cubicBezTo>
                  <a:pt x="839479" y="149357"/>
                  <a:pt x="835937" y="150659"/>
                  <a:pt x="832644" y="151731"/>
                </a:cubicBezTo>
                <a:cubicBezTo>
                  <a:pt x="829352" y="152803"/>
                  <a:pt x="826710" y="153530"/>
                  <a:pt x="824719" y="153913"/>
                </a:cubicBezTo>
                <a:cubicBezTo>
                  <a:pt x="823034" y="154296"/>
                  <a:pt x="821407" y="154660"/>
                  <a:pt x="819837" y="155004"/>
                </a:cubicBezTo>
                <a:cubicBezTo>
                  <a:pt x="818268" y="155349"/>
                  <a:pt x="816411" y="155694"/>
                  <a:pt x="814267" y="156038"/>
                </a:cubicBezTo>
                <a:cubicBezTo>
                  <a:pt x="812123" y="156383"/>
                  <a:pt x="809557" y="156651"/>
                  <a:pt x="806571" y="156842"/>
                </a:cubicBezTo>
                <a:cubicBezTo>
                  <a:pt x="803585" y="157034"/>
                  <a:pt x="799833" y="157129"/>
                  <a:pt x="795315" y="157129"/>
                </a:cubicBezTo>
                <a:cubicBezTo>
                  <a:pt x="792558" y="157129"/>
                  <a:pt x="790031" y="156689"/>
                  <a:pt x="787734" y="155808"/>
                </a:cubicBezTo>
                <a:cubicBezTo>
                  <a:pt x="785437" y="154928"/>
                  <a:pt x="783388" y="153894"/>
                  <a:pt x="781589" y="152707"/>
                </a:cubicBezTo>
                <a:cubicBezTo>
                  <a:pt x="779789" y="151520"/>
                  <a:pt x="778258" y="150276"/>
                  <a:pt x="776994" y="148974"/>
                </a:cubicBezTo>
                <a:cubicBezTo>
                  <a:pt x="775731" y="147672"/>
                  <a:pt x="774716" y="146562"/>
                  <a:pt x="773951" y="145643"/>
                </a:cubicBezTo>
                <a:cubicBezTo>
                  <a:pt x="769433" y="140360"/>
                  <a:pt x="766140" y="135153"/>
                  <a:pt x="764073" y="130022"/>
                </a:cubicBezTo>
                <a:cubicBezTo>
                  <a:pt x="762005" y="124892"/>
                  <a:pt x="760971" y="119264"/>
                  <a:pt x="760971" y="113138"/>
                </a:cubicBezTo>
                <a:close/>
                <a:moveTo>
                  <a:pt x="952164" y="157129"/>
                </a:moveTo>
                <a:cubicBezTo>
                  <a:pt x="952164" y="154909"/>
                  <a:pt x="952432" y="152248"/>
                  <a:pt x="952968" y="149147"/>
                </a:cubicBezTo>
                <a:cubicBezTo>
                  <a:pt x="953504" y="146045"/>
                  <a:pt x="953772" y="142197"/>
                  <a:pt x="953772" y="137603"/>
                </a:cubicBezTo>
                <a:cubicBezTo>
                  <a:pt x="951245" y="139441"/>
                  <a:pt x="948450" y="141623"/>
                  <a:pt x="945387" y="144150"/>
                </a:cubicBezTo>
                <a:cubicBezTo>
                  <a:pt x="942324" y="146677"/>
                  <a:pt x="939147" y="149089"/>
                  <a:pt x="935854" y="151386"/>
                </a:cubicBezTo>
                <a:cubicBezTo>
                  <a:pt x="932561" y="153684"/>
                  <a:pt x="929288" y="155617"/>
                  <a:pt x="926033" y="157187"/>
                </a:cubicBezTo>
                <a:cubicBezTo>
                  <a:pt x="922779" y="158757"/>
                  <a:pt x="919735" y="159541"/>
                  <a:pt x="916902" y="159541"/>
                </a:cubicBezTo>
                <a:cubicBezTo>
                  <a:pt x="914605" y="159541"/>
                  <a:pt x="912422" y="159197"/>
                  <a:pt x="910355" y="158508"/>
                </a:cubicBezTo>
                <a:cubicBezTo>
                  <a:pt x="908287" y="157818"/>
                  <a:pt x="906526" y="156900"/>
                  <a:pt x="905071" y="155751"/>
                </a:cubicBezTo>
                <a:cubicBezTo>
                  <a:pt x="901013" y="152535"/>
                  <a:pt x="898084" y="149319"/>
                  <a:pt x="896285" y="146103"/>
                </a:cubicBezTo>
                <a:cubicBezTo>
                  <a:pt x="894485" y="142887"/>
                  <a:pt x="893585" y="139135"/>
                  <a:pt x="893585" y="134846"/>
                </a:cubicBezTo>
                <a:cubicBezTo>
                  <a:pt x="893585" y="132932"/>
                  <a:pt x="893758" y="130941"/>
                  <a:pt x="894102" y="128874"/>
                </a:cubicBezTo>
                <a:cubicBezTo>
                  <a:pt x="894447" y="126806"/>
                  <a:pt x="894964" y="124432"/>
                  <a:pt x="895653" y="121752"/>
                </a:cubicBezTo>
                <a:cubicBezTo>
                  <a:pt x="898563" y="109654"/>
                  <a:pt x="903559" y="98455"/>
                  <a:pt x="910642" y="88156"/>
                </a:cubicBezTo>
                <a:cubicBezTo>
                  <a:pt x="917725" y="77856"/>
                  <a:pt x="926512" y="69070"/>
                  <a:pt x="937003" y="61795"/>
                </a:cubicBezTo>
                <a:cubicBezTo>
                  <a:pt x="941061" y="58962"/>
                  <a:pt x="945119" y="57143"/>
                  <a:pt x="949178" y="56339"/>
                </a:cubicBezTo>
                <a:cubicBezTo>
                  <a:pt x="953236" y="55535"/>
                  <a:pt x="957256" y="55133"/>
                  <a:pt x="961238" y="55133"/>
                </a:cubicBezTo>
                <a:cubicBezTo>
                  <a:pt x="962999" y="55133"/>
                  <a:pt x="964971" y="55248"/>
                  <a:pt x="967154" y="55478"/>
                </a:cubicBezTo>
                <a:cubicBezTo>
                  <a:pt x="969336" y="55707"/>
                  <a:pt x="971308" y="55937"/>
                  <a:pt x="973069" y="56167"/>
                </a:cubicBezTo>
                <a:cubicBezTo>
                  <a:pt x="974830" y="55784"/>
                  <a:pt x="976266" y="55516"/>
                  <a:pt x="977376" y="55363"/>
                </a:cubicBezTo>
                <a:cubicBezTo>
                  <a:pt x="978486" y="55210"/>
                  <a:pt x="979654" y="55133"/>
                  <a:pt x="980879" y="55133"/>
                </a:cubicBezTo>
                <a:cubicBezTo>
                  <a:pt x="983177" y="55133"/>
                  <a:pt x="985091" y="55439"/>
                  <a:pt x="986622" y="56052"/>
                </a:cubicBezTo>
                <a:cubicBezTo>
                  <a:pt x="988154" y="56665"/>
                  <a:pt x="989379" y="57488"/>
                  <a:pt x="990298" y="58521"/>
                </a:cubicBezTo>
                <a:cubicBezTo>
                  <a:pt x="991217" y="59555"/>
                  <a:pt x="991887" y="60742"/>
                  <a:pt x="992308" y="62082"/>
                </a:cubicBezTo>
                <a:cubicBezTo>
                  <a:pt x="992729" y="63422"/>
                  <a:pt x="992940" y="64820"/>
                  <a:pt x="992940" y="66275"/>
                </a:cubicBezTo>
                <a:cubicBezTo>
                  <a:pt x="992940" y="68265"/>
                  <a:pt x="992633" y="70161"/>
                  <a:pt x="992021" y="71960"/>
                </a:cubicBezTo>
                <a:cubicBezTo>
                  <a:pt x="991408" y="73760"/>
                  <a:pt x="990796" y="75578"/>
                  <a:pt x="990183" y="77416"/>
                </a:cubicBezTo>
                <a:lnTo>
                  <a:pt x="975021" y="137948"/>
                </a:lnTo>
                <a:cubicBezTo>
                  <a:pt x="974715" y="141240"/>
                  <a:pt x="974447" y="144265"/>
                  <a:pt x="974217" y="147022"/>
                </a:cubicBezTo>
                <a:cubicBezTo>
                  <a:pt x="973988" y="149778"/>
                  <a:pt x="973528" y="152343"/>
                  <a:pt x="972839" y="154717"/>
                </a:cubicBezTo>
                <a:cubicBezTo>
                  <a:pt x="972609" y="155406"/>
                  <a:pt x="972322" y="156268"/>
                  <a:pt x="971978" y="157302"/>
                </a:cubicBezTo>
                <a:cubicBezTo>
                  <a:pt x="971633" y="158335"/>
                  <a:pt x="971078" y="159331"/>
                  <a:pt x="970312" y="160288"/>
                </a:cubicBezTo>
                <a:cubicBezTo>
                  <a:pt x="969546" y="161245"/>
                  <a:pt x="968589" y="162068"/>
                  <a:pt x="967441" y="162758"/>
                </a:cubicBezTo>
                <a:cubicBezTo>
                  <a:pt x="966292" y="163447"/>
                  <a:pt x="964799" y="163791"/>
                  <a:pt x="962961" y="163791"/>
                </a:cubicBezTo>
                <a:cubicBezTo>
                  <a:pt x="960587" y="163791"/>
                  <a:pt x="958692" y="163638"/>
                  <a:pt x="957276" y="163332"/>
                </a:cubicBezTo>
                <a:cubicBezTo>
                  <a:pt x="955859" y="163026"/>
                  <a:pt x="954768" y="162585"/>
                  <a:pt x="954002" y="162011"/>
                </a:cubicBezTo>
                <a:cubicBezTo>
                  <a:pt x="953236" y="161437"/>
                  <a:pt x="952739" y="160747"/>
                  <a:pt x="952509" y="159943"/>
                </a:cubicBezTo>
                <a:cubicBezTo>
                  <a:pt x="952279" y="159139"/>
                  <a:pt x="952164" y="158201"/>
                  <a:pt x="952164" y="157129"/>
                </a:cubicBezTo>
                <a:moveTo>
                  <a:pt x="914030" y="122441"/>
                </a:moveTo>
                <a:cubicBezTo>
                  <a:pt x="913724" y="123513"/>
                  <a:pt x="913399" y="125045"/>
                  <a:pt x="913054" y="127036"/>
                </a:cubicBezTo>
                <a:cubicBezTo>
                  <a:pt x="912710" y="129027"/>
                  <a:pt x="912537" y="131018"/>
                  <a:pt x="912537" y="133009"/>
                </a:cubicBezTo>
                <a:cubicBezTo>
                  <a:pt x="912537" y="135076"/>
                  <a:pt x="912844" y="136933"/>
                  <a:pt x="913456" y="138579"/>
                </a:cubicBezTo>
                <a:cubicBezTo>
                  <a:pt x="914069" y="140226"/>
                  <a:pt x="915409" y="141049"/>
                  <a:pt x="917476" y="141049"/>
                </a:cubicBezTo>
                <a:cubicBezTo>
                  <a:pt x="920692" y="141049"/>
                  <a:pt x="923698" y="140341"/>
                  <a:pt x="926493" y="138924"/>
                </a:cubicBezTo>
                <a:cubicBezTo>
                  <a:pt x="929288" y="137507"/>
                  <a:pt x="931910" y="135804"/>
                  <a:pt x="934361" y="133813"/>
                </a:cubicBezTo>
                <a:cubicBezTo>
                  <a:pt x="937653" y="131133"/>
                  <a:pt x="941004" y="128127"/>
                  <a:pt x="944411" y="124796"/>
                </a:cubicBezTo>
                <a:cubicBezTo>
                  <a:pt x="947819" y="121465"/>
                  <a:pt x="951035" y="117962"/>
                  <a:pt x="954059" y="114286"/>
                </a:cubicBezTo>
                <a:cubicBezTo>
                  <a:pt x="957084" y="110611"/>
                  <a:pt x="959764" y="106840"/>
                  <a:pt x="962100" y="102973"/>
                </a:cubicBezTo>
                <a:cubicBezTo>
                  <a:pt x="964435" y="99106"/>
                  <a:pt x="966139" y="95258"/>
                  <a:pt x="967211" y="91429"/>
                </a:cubicBezTo>
                <a:cubicBezTo>
                  <a:pt x="967824" y="89208"/>
                  <a:pt x="968340" y="86643"/>
                  <a:pt x="968762" y="83733"/>
                </a:cubicBezTo>
                <a:cubicBezTo>
                  <a:pt x="969183" y="80824"/>
                  <a:pt x="969393" y="78220"/>
                  <a:pt x="969393" y="75923"/>
                </a:cubicBezTo>
                <a:cubicBezTo>
                  <a:pt x="969393" y="74927"/>
                  <a:pt x="969164" y="73951"/>
                  <a:pt x="968704" y="72994"/>
                </a:cubicBezTo>
                <a:cubicBezTo>
                  <a:pt x="968245" y="72037"/>
                  <a:pt x="967364" y="71558"/>
                  <a:pt x="966062" y="71558"/>
                </a:cubicBezTo>
                <a:cubicBezTo>
                  <a:pt x="962310" y="71558"/>
                  <a:pt x="958539" y="72286"/>
                  <a:pt x="954749" y="73741"/>
                </a:cubicBezTo>
                <a:cubicBezTo>
                  <a:pt x="950958" y="75195"/>
                  <a:pt x="947302" y="77148"/>
                  <a:pt x="943779" y="79598"/>
                </a:cubicBezTo>
                <a:cubicBezTo>
                  <a:pt x="940257" y="82049"/>
                  <a:pt x="936907" y="84939"/>
                  <a:pt x="933729" y="88270"/>
                </a:cubicBezTo>
                <a:cubicBezTo>
                  <a:pt x="930551" y="91601"/>
                  <a:pt x="927661" y="95162"/>
                  <a:pt x="925057" y="98952"/>
                </a:cubicBezTo>
                <a:cubicBezTo>
                  <a:pt x="922454" y="102743"/>
                  <a:pt x="920214" y="106648"/>
                  <a:pt x="918338" y="110668"/>
                </a:cubicBezTo>
                <a:cubicBezTo>
                  <a:pt x="916462" y="114688"/>
                  <a:pt x="915026" y="118613"/>
                  <a:pt x="914030" y="122441"/>
                </a:cubicBezTo>
                <a:close/>
                <a:moveTo>
                  <a:pt x="1026856" y="126347"/>
                </a:moveTo>
                <a:cubicBezTo>
                  <a:pt x="1026856" y="119914"/>
                  <a:pt x="1027583" y="113233"/>
                  <a:pt x="1029038" y="106304"/>
                </a:cubicBezTo>
                <a:cubicBezTo>
                  <a:pt x="1030493" y="99374"/>
                  <a:pt x="1032025" y="92731"/>
                  <a:pt x="1033633" y="86375"/>
                </a:cubicBezTo>
                <a:cubicBezTo>
                  <a:pt x="1031642" y="86299"/>
                  <a:pt x="1029613" y="85992"/>
                  <a:pt x="1027545" y="85456"/>
                </a:cubicBezTo>
                <a:cubicBezTo>
                  <a:pt x="1025478" y="84920"/>
                  <a:pt x="1023602" y="84193"/>
                  <a:pt x="1021917" y="83274"/>
                </a:cubicBezTo>
                <a:cubicBezTo>
                  <a:pt x="1020232" y="82355"/>
                  <a:pt x="1018854" y="81226"/>
                  <a:pt x="1017782" y="79886"/>
                </a:cubicBezTo>
                <a:cubicBezTo>
                  <a:pt x="1016710" y="78546"/>
                  <a:pt x="1016174" y="76995"/>
                  <a:pt x="1016174" y="75234"/>
                </a:cubicBezTo>
                <a:cubicBezTo>
                  <a:pt x="1016174" y="74545"/>
                  <a:pt x="1016327" y="73664"/>
                  <a:pt x="1016633" y="72592"/>
                </a:cubicBezTo>
                <a:cubicBezTo>
                  <a:pt x="1016940" y="71520"/>
                  <a:pt x="1017380" y="70467"/>
                  <a:pt x="1017954" y="69433"/>
                </a:cubicBezTo>
                <a:cubicBezTo>
                  <a:pt x="1018529" y="68400"/>
                  <a:pt x="1019275" y="67519"/>
                  <a:pt x="1020194" y="66791"/>
                </a:cubicBezTo>
                <a:cubicBezTo>
                  <a:pt x="1021113" y="66064"/>
                  <a:pt x="1022147" y="65700"/>
                  <a:pt x="1023295" y="65700"/>
                </a:cubicBezTo>
                <a:lnTo>
                  <a:pt x="1038687" y="65700"/>
                </a:lnTo>
                <a:cubicBezTo>
                  <a:pt x="1040141" y="65700"/>
                  <a:pt x="1041137" y="65069"/>
                  <a:pt x="1041673" y="63805"/>
                </a:cubicBezTo>
                <a:cubicBezTo>
                  <a:pt x="1042209" y="62542"/>
                  <a:pt x="1042630" y="61297"/>
                  <a:pt x="1042936" y="60072"/>
                </a:cubicBezTo>
                <a:cubicBezTo>
                  <a:pt x="1043932" y="55631"/>
                  <a:pt x="1044870" y="51783"/>
                  <a:pt x="1045750" y="48529"/>
                </a:cubicBezTo>
                <a:cubicBezTo>
                  <a:pt x="1046631" y="45274"/>
                  <a:pt x="1047378" y="42518"/>
                  <a:pt x="1047990" y="40259"/>
                </a:cubicBezTo>
                <a:cubicBezTo>
                  <a:pt x="1048603" y="38000"/>
                  <a:pt x="1049081" y="36162"/>
                  <a:pt x="1049426" y="34745"/>
                </a:cubicBezTo>
                <a:cubicBezTo>
                  <a:pt x="1049771" y="33329"/>
                  <a:pt x="1049943" y="32199"/>
                  <a:pt x="1049943" y="31357"/>
                </a:cubicBezTo>
                <a:cubicBezTo>
                  <a:pt x="1049943" y="30362"/>
                  <a:pt x="1049905" y="29404"/>
                  <a:pt x="1049828" y="28485"/>
                </a:cubicBezTo>
                <a:cubicBezTo>
                  <a:pt x="1049751" y="27567"/>
                  <a:pt x="1049713" y="26303"/>
                  <a:pt x="1049713" y="24695"/>
                </a:cubicBezTo>
                <a:lnTo>
                  <a:pt x="1049713" y="23546"/>
                </a:lnTo>
                <a:cubicBezTo>
                  <a:pt x="1049713" y="22934"/>
                  <a:pt x="1049771" y="22130"/>
                  <a:pt x="1049885" y="21134"/>
                </a:cubicBezTo>
                <a:cubicBezTo>
                  <a:pt x="1050000" y="20139"/>
                  <a:pt x="1050364" y="18722"/>
                  <a:pt x="1050977" y="16885"/>
                </a:cubicBezTo>
                <a:cubicBezTo>
                  <a:pt x="1051436" y="15430"/>
                  <a:pt x="1052278" y="14051"/>
                  <a:pt x="1053504" y="12750"/>
                </a:cubicBezTo>
                <a:cubicBezTo>
                  <a:pt x="1054729" y="11448"/>
                  <a:pt x="1056528" y="10797"/>
                  <a:pt x="1058902" y="10797"/>
                </a:cubicBezTo>
                <a:cubicBezTo>
                  <a:pt x="1060970" y="10797"/>
                  <a:pt x="1062731" y="11218"/>
                  <a:pt x="1064186" y="12060"/>
                </a:cubicBezTo>
                <a:cubicBezTo>
                  <a:pt x="1065641" y="12903"/>
                  <a:pt x="1066827" y="14013"/>
                  <a:pt x="1067746" y="15391"/>
                </a:cubicBezTo>
                <a:cubicBezTo>
                  <a:pt x="1068665" y="16770"/>
                  <a:pt x="1069354" y="18339"/>
                  <a:pt x="1069814" y="20101"/>
                </a:cubicBezTo>
                <a:cubicBezTo>
                  <a:pt x="1070273" y="21862"/>
                  <a:pt x="1070503" y="23623"/>
                  <a:pt x="1070503" y="25384"/>
                </a:cubicBezTo>
                <a:cubicBezTo>
                  <a:pt x="1070503" y="27299"/>
                  <a:pt x="1070312" y="29021"/>
                  <a:pt x="1069929" y="30553"/>
                </a:cubicBezTo>
                <a:lnTo>
                  <a:pt x="1061544" y="62714"/>
                </a:lnTo>
                <a:cubicBezTo>
                  <a:pt x="1065679" y="62025"/>
                  <a:pt x="1069354" y="61374"/>
                  <a:pt x="1072570" y="60761"/>
                </a:cubicBezTo>
                <a:cubicBezTo>
                  <a:pt x="1075787" y="60149"/>
                  <a:pt x="1079003" y="59536"/>
                  <a:pt x="1082219" y="58924"/>
                </a:cubicBezTo>
                <a:cubicBezTo>
                  <a:pt x="1085741" y="58234"/>
                  <a:pt x="1088785" y="57583"/>
                  <a:pt x="1091350" y="56971"/>
                </a:cubicBezTo>
                <a:cubicBezTo>
                  <a:pt x="1093915" y="56358"/>
                  <a:pt x="1096117" y="55841"/>
                  <a:pt x="1097955" y="55420"/>
                </a:cubicBezTo>
                <a:cubicBezTo>
                  <a:pt x="1099792" y="54999"/>
                  <a:pt x="1101343" y="54655"/>
                  <a:pt x="1102607" y="54387"/>
                </a:cubicBezTo>
                <a:cubicBezTo>
                  <a:pt x="1103870" y="54119"/>
                  <a:pt x="1104923" y="53984"/>
                  <a:pt x="1105765" y="53984"/>
                </a:cubicBezTo>
                <a:cubicBezTo>
                  <a:pt x="1106990" y="53984"/>
                  <a:pt x="1108235" y="54080"/>
                  <a:pt x="1109498" y="54272"/>
                </a:cubicBezTo>
                <a:cubicBezTo>
                  <a:pt x="1110762" y="54463"/>
                  <a:pt x="1111872" y="54789"/>
                  <a:pt x="1112829" y="55248"/>
                </a:cubicBezTo>
                <a:cubicBezTo>
                  <a:pt x="1113786" y="55707"/>
                  <a:pt x="1114571" y="56358"/>
                  <a:pt x="1115184" y="57201"/>
                </a:cubicBezTo>
                <a:cubicBezTo>
                  <a:pt x="1115796" y="58043"/>
                  <a:pt x="1116103" y="59153"/>
                  <a:pt x="1116103" y="60532"/>
                </a:cubicBezTo>
                <a:cubicBezTo>
                  <a:pt x="1116103" y="62369"/>
                  <a:pt x="1115739" y="63997"/>
                  <a:pt x="1115011" y="65413"/>
                </a:cubicBezTo>
                <a:cubicBezTo>
                  <a:pt x="1114284" y="66830"/>
                  <a:pt x="1113346" y="68055"/>
                  <a:pt x="1112197" y="69089"/>
                </a:cubicBezTo>
                <a:cubicBezTo>
                  <a:pt x="1111049" y="70122"/>
                  <a:pt x="1109747" y="70965"/>
                  <a:pt x="1108292" y="71616"/>
                </a:cubicBezTo>
                <a:cubicBezTo>
                  <a:pt x="1106837" y="72266"/>
                  <a:pt x="1105382" y="72745"/>
                  <a:pt x="1103927" y="73051"/>
                </a:cubicBezTo>
                <a:cubicBezTo>
                  <a:pt x="1102702" y="73281"/>
                  <a:pt x="1101113" y="73626"/>
                  <a:pt x="1099161" y="74085"/>
                </a:cubicBezTo>
                <a:cubicBezTo>
                  <a:pt x="1097208" y="74545"/>
                  <a:pt x="1095064" y="75042"/>
                  <a:pt x="1092728" y="75578"/>
                </a:cubicBezTo>
                <a:cubicBezTo>
                  <a:pt x="1090393" y="76114"/>
                  <a:pt x="1087962" y="76689"/>
                  <a:pt x="1085435" y="77301"/>
                </a:cubicBezTo>
                <a:cubicBezTo>
                  <a:pt x="1082908" y="77914"/>
                  <a:pt x="1080458" y="78526"/>
                  <a:pt x="1078084" y="79139"/>
                </a:cubicBezTo>
                <a:cubicBezTo>
                  <a:pt x="1074561" y="80058"/>
                  <a:pt x="1071556" y="80824"/>
                  <a:pt x="1069067" y="81436"/>
                </a:cubicBezTo>
                <a:cubicBezTo>
                  <a:pt x="1066579" y="82049"/>
                  <a:pt x="1064454" y="82508"/>
                  <a:pt x="1062692" y="82815"/>
                </a:cubicBezTo>
                <a:cubicBezTo>
                  <a:pt x="1060931" y="83121"/>
                  <a:pt x="1059495" y="83351"/>
                  <a:pt x="1058385" y="83504"/>
                </a:cubicBezTo>
                <a:cubicBezTo>
                  <a:pt x="1057275" y="83657"/>
                  <a:pt x="1056375" y="83733"/>
                  <a:pt x="1055686" y="83733"/>
                </a:cubicBezTo>
                <a:cubicBezTo>
                  <a:pt x="1054231" y="88098"/>
                  <a:pt x="1052968" y="92386"/>
                  <a:pt x="1051896" y="96598"/>
                </a:cubicBezTo>
                <a:cubicBezTo>
                  <a:pt x="1050824" y="100809"/>
                  <a:pt x="1049924" y="104734"/>
                  <a:pt x="1049196" y="108371"/>
                </a:cubicBezTo>
                <a:cubicBezTo>
                  <a:pt x="1048469" y="112008"/>
                  <a:pt x="1047933" y="115263"/>
                  <a:pt x="1047588" y="118134"/>
                </a:cubicBezTo>
                <a:cubicBezTo>
                  <a:pt x="1047244" y="121006"/>
                  <a:pt x="1047071" y="123245"/>
                  <a:pt x="1047071" y="124853"/>
                </a:cubicBezTo>
                <a:cubicBezTo>
                  <a:pt x="1047071" y="126921"/>
                  <a:pt x="1047263" y="128893"/>
                  <a:pt x="1047646" y="130769"/>
                </a:cubicBezTo>
                <a:cubicBezTo>
                  <a:pt x="1048029" y="132645"/>
                  <a:pt x="1048679" y="134272"/>
                  <a:pt x="1049598" y="135650"/>
                </a:cubicBezTo>
                <a:cubicBezTo>
                  <a:pt x="1050517" y="137029"/>
                  <a:pt x="1051762" y="138120"/>
                  <a:pt x="1053331" y="138924"/>
                </a:cubicBezTo>
                <a:cubicBezTo>
                  <a:pt x="1054901" y="139728"/>
                  <a:pt x="1056873" y="140130"/>
                  <a:pt x="1059247" y="140130"/>
                </a:cubicBezTo>
                <a:cubicBezTo>
                  <a:pt x="1063305" y="140130"/>
                  <a:pt x="1067287" y="139020"/>
                  <a:pt x="1071192" y="136799"/>
                </a:cubicBezTo>
                <a:cubicBezTo>
                  <a:pt x="1075097" y="134578"/>
                  <a:pt x="1078830" y="131764"/>
                  <a:pt x="1082391" y="128357"/>
                </a:cubicBezTo>
                <a:cubicBezTo>
                  <a:pt x="1085952" y="124949"/>
                  <a:pt x="1089321" y="121216"/>
                  <a:pt x="1092499" y="117158"/>
                </a:cubicBezTo>
                <a:cubicBezTo>
                  <a:pt x="1095677" y="113099"/>
                  <a:pt x="1098606" y="109232"/>
                  <a:pt x="1101286" y="105557"/>
                </a:cubicBezTo>
                <a:cubicBezTo>
                  <a:pt x="1102204" y="104179"/>
                  <a:pt x="1103391" y="103489"/>
                  <a:pt x="1104846" y="103489"/>
                </a:cubicBezTo>
                <a:cubicBezTo>
                  <a:pt x="1105306" y="103489"/>
                  <a:pt x="1105861" y="103566"/>
                  <a:pt x="1106512" y="103719"/>
                </a:cubicBezTo>
                <a:cubicBezTo>
                  <a:pt x="1107163" y="103872"/>
                  <a:pt x="1107794" y="104140"/>
                  <a:pt x="1108407" y="104523"/>
                </a:cubicBezTo>
                <a:cubicBezTo>
                  <a:pt x="1109020" y="104906"/>
                  <a:pt x="1109536" y="105404"/>
                  <a:pt x="1109958" y="106016"/>
                </a:cubicBezTo>
                <a:cubicBezTo>
                  <a:pt x="1110379" y="106629"/>
                  <a:pt x="1110589" y="107356"/>
                  <a:pt x="1110589" y="108199"/>
                </a:cubicBezTo>
                <a:cubicBezTo>
                  <a:pt x="1110589" y="108811"/>
                  <a:pt x="1110551" y="109271"/>
                  <a:pt x="1110474" y="109577"/>
                </a:cubicBezTo>
                <a:cubicBezTo>
                  <a:pt x="1109249" y="114325"/>
                  <a:pt x="1107354" y="119091"/>
                  <a:pt x="1104789" y="123877"/>
                </a:cubicBezTo>
                <a:cubicBezTo>
                  <a:pt x="1102224" y="128663"/>
                  <a:pt x="1099601" y="133468"/>
                  <a:pt x="1096921" y="138292"/>
                </a:cubicBezTo>
                <a:cubicBezTo>
                  <a:pt x="1096002" y="139977"/>
                  <a:pt x="1094796" y="141623"/>
                  <a:pt x="1093303" y="143231"/>
                </a:cubicBezTo>
                <a:cubicBezTo>
                  <a:pt x="1091810" y="144839"/>
                  <a:pt x="1090182" y="146390"/>
                  <a:pt x="1088421" y="147883"/>
                </a:cubicBezTo>
                <a:cubicBezTo>
                  <a:pt x="1086660" y="149376"/>
                  <a:pt x="1084822" y="150793"/>
                  <a:pt x="1082908" y="152133"/>
                </a:cubicBezTo>
                <a:cubicBezTo>
                  <a:pt x="1080994" y="153473"/>
                  <a:pt x="1079194" y="154679"/>
                  <a:pt x="1077509" y="155751"/>
                </a:cubicBezTo>
                <a:cubicBezTo>
                  <a:pt x="1074600" y="157589"/>
                  <a:pt x="1071422" y="158852"/>
                  <a:pt x="1067976" y="159541"/>
                </a:cubicBezTo>
                <a:cubicBezTo>
                  <a:pt x="1064530" y="160231"/>
                  <a:pt x="1061199" y="160575"/>
                  <a:pt x="1057983" y="160575"/>
                </a:cubicBezTo>
                <a:cubicBezTo>
                  <a:pt x="1053006" y="160575"/>
                  <a:pt x="1048584" y="159675"/>
                  <a:pt x="1044717" y="157876"/>
                </a:cubicBezTo>
                <a:cubicBezTo>
                  <a:pt x="1040850" y="156076"/>
                  <a:pt x="1037595" y="153626"/>
                  <a:pt x="1034954" y="150525"/>
                </a:cubicBezTo>
                <a:cubicBezTo>
                  <a:pt x="1032312" y="147424"/>
                  <a:pt x="1030302" y="143805"/>
                  <a:pt x="1028923" y="139671"/>
                </a:cubicBezTo>
                <a:cubicBezTo>
                  <a:pt x="1027545" y="135536"/>
                  <a:pt x="1026856" y="131094"/>
                  <a:pt x="1026856" y="1263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(b)">
            <a:extLst xmlns:a="http://schemas.openxmlformats.org/drawingml/2006/main">
              <a:ext uri="{FF2B5EF4-FFF2-40B4-BE49-F238E27FC236}">
                <a16:creationId xmlns:a16="http://schemas.microsoft.com/office/drawing/2014/main" id="{AD676B9E-7D37-4977-846C-CF1DFDA4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978" y="43679"/>
            <a:ext cx="257841" cy="219613"/>
          </a:xfrm>
          <a:custGeom xmlns:a="http://schemas.openxmlformats.org/drawingml/2006/main">
            <a:pathLst>
              <a:path w="257841" h="219613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04177" y="28485"/>
                </a:moveTo>
                <a:lnTo>
                  <a:pt x="104177" y="108522"/>
                </a:lnTo>
                <a:cubicBezTo>
                  <a:pt x="108695" y="102097"/>
                  <a:pt x="113710" y="97298"/>
                  <a:pt x="119224" y="94125"/>
                </a:cubicBezTo>
                <a:cubicBezTo>
                  <a:pt x="124737" y="90949"/>
                  <a:pt x="130748" y="89362"/>
                  <a:pt x="137257" y="89362"/>
                </a:cubicBezTo>
                <a:cubicBezTo>
                  <a:pt x="149892" y="89362"/>
                  <a:pt x="160574" y="94305"/>
                  <a:pt x="169303" y="104193"/>
                </a:cubicBezTo>
                <a:cubicBezTo>
                  <a:pt x="178032" y="114081"/>
                  <a:pt x="182397" y="127111"/>
                  <a:pt x="182397" y="143285"/>
                </a:cubicBezTo>
                <a:cubicBezTo>
                  <a:pt x="182397" y="160840"/>
                  <a:pt x="177707" y="175002"/>
                  <a:pt x="168327" y="185773"/>
                </a:cubicBezTo>
                <a:cubicBezTo>
                  <a:pt x="158946" y="196541"/>
                  <a:pt x="147326" y="201925"/>
                  <a:pt x="133466" y="201925"/>
                </a:cubicBezTo>
                <a:cubicBezTo>
                  <a:pt x="126881" y="201925"/>
                  <a:pt x="120908" y="200617"/>
                  <a:pt x="115548" y="198002"/>
                </a:cubicBezTo>
                <a:cubicBezTo>
                  <a:pt x="110188" y="195384"/>
                  <a:pt x="104675" y="190957"/>
                  <a:pt x="99008" y="184721"/>
                </a:cubicBezTo>
                <a:cubicBezTo>
                  <a:pt x="94644" y="191725"/>
                  <a:pt x="90432" y="197460"/>
                  <a:pt x="86374" y="201925"/>
                </a:cubicBezTo>
                <a:lnTo>
                  <a:pt x="81779" y="200317"/>
                </a:lnTo>
                <a:cubicBezTo>
                  <a:pt x="83923" y="191523"/>
                  <a:pt x="84995" y="182347"/>
                  <a:pt x="84995" y="172790"/>
                </a:cubicBezTo>
                <a:lnTo>
                  <a:pt x="84995" y="51325"/>
                </a:lnTo>
                <a:cubicBezTo>
                  <a:pt x="84995" y="47577"/>
                  <a:pt x="83674" y="44634"/>
                  <a:pt x="81033" y="42495"/>
                </a:cubicBezTo>
                <a:cubicBezTo>
                  <a:pt x="78391" y="40353"/>
                  <a:pt x="74658" y="39282"/>
                  <a:pt x="69834" y="39282"/>
                </a:cubicBezTo>
                <a:lnTo>
                  <a:pt x="65010" y="39282"/>
                </a:lnTo>
                <a:lnTo>
                  <a:pt x="65010" y="30553"/>
                </a:lnTo>
                <a:lnTo>
                  <a:pt x="104177" y="28485"/>
                </a:lnTo>
                <a:moveTo>
                  <a:pt x="133122" y="99699"/>
                </a:moveTo>
                <a:cubicBezTo>
                  <a:pt x="124469" y="99699"/>
                  <a:pt x="117424" y="103462"/>
                  <a:pt x="111988" y="110988"/>
                </a:cubicBezTo>
                <a:cubicBezTo>
                  <a:pt x="106551" y="118511"/>
                  <a:pt x="103832" y="130942"/>
                  <a:pt x="103832" y="148281"/>
                </a:cubicBezTo>
                <a:cubicBezTo>
                  <a:pt x="103832" y="164781"/>
                  <a:pt x="106513" y="176583"/>
                  <a:pt x="111873" y="183687"/>
                </a:cubicBezTo>
                <a:cubicBezTo>
                  <a:pt x="117233" y="190792"/>
                  <a:pt x="124239" y="194344"/>
                  <a:pt x="132892" y="194344"/>
                </a:cubicBezTo>
                <a:cubicBezTo>
                  <a:pt x="140703" y="194344"/>
                  <a:pt x="146982" y="190830"/>
                  <a:pt x="151729" y="183802"/>
                </a:cubicBezTo>
                <a:cubicBezTo>
                  <a:pt x="157702" y="174941"/>
                  <a:pt x="160688" y="162299"/>
                  <a:pt x="160688" y="145877"/>
                </a:cubicBezTo>
                <a:cubicBezTo>
                  <a:pt x="160688" y="129681"/>
                  <a:pt x="158066" y="117937"/>
                  <a:pt x="152820" y="110643"/>
                </a:cubicBezTo>
                <a:cubicBezTo>
                  <a:pt x="147575" y="103347"/>
                  <a:pt x="141009" y="99699"/>
                  <a:pt x="133122" y="99699"/>
                </a:cubicBezTo>
                <a:close/>
                <a:moveTo>
                  <a:pt x="198688" y="0"/>
                </a:moveTo>
                <a:cubicBezTo>
                  <a:pt x="212088" y="12187"/>
                  <a:pt x="221890" y="22076"/>
                  <a:pt x="228092" y="29666"/>
                </a:cubicBezTo>
                <a:cubicBezTo>
                  <a:pt x="237741" y="41547"/>
                  <a:pt x="245111" y="54195"/>
                  <a:pt x="250203" y="67610"/>
                </a:cubicBezTo>
                <a:cubicBezTo>
                  <a:pt x="255295" y="81025"/>
                  <a:pt x="257841" y="95129"/>
                  <a:pt x="257841" y="109922"/>
                </a:cubicBezTo>
                <a:cubicBezTo>
                  <a:pt x="257841" y="124485"/>
                  <a:pt x="255391" y="138244"/>
                  <a:pt x="250490" y="151200"/>
                </a:cubicBezTo>
                <a:cubicBezTo>
                  <a:pt x="245589" y="164155"/>
                  <a:pt x="238238" y="176841"/>
                  <a:pt x="228437" y="189258"/>
                </a:cubicBezTo>
                <a:cubicBezTo>
                  <a:pt x="221469" y="198074"/>
                  <a:pt x="211552" y="208192"/>
                  <a:pt x="198688" y="219613"/>
                </a:cubicBezTo>
                <a:lnTo>
                  <a:pt x="195702" y="213634"/>
                </a:lnTo>
                <a:cubicBezTo>
                  <a:pt x="205886" y="202904"/>
                  <a:pt x="213677" y="192672"/>
                  <a:pt x="219076" y="182937"/>
                </a:cubicBezTo>
                <a:cubicBezTo>
                  <a:pt x="224474" y="173200"/>
                  <a:pt x="228590" y="162468"/>
                  <a:pt x="231423" y="150740"/>
                </a:cubicBezTo>
                <a:cubicBezTo>
                  <a:pt x="234256" y="139012"/>
                  <a:pt x="235673" y="125674"/>
                  <a:pt x="235673" y="110726"/>
                </a:cubicBezTo>
                <a:cubicBezTo>
                  <a:pt x="235673" y="95088"/>
                  <a:pt x="234295" y="81348"/>
                  <a:pt x="231538" y="69505"/>
                </a:cubicBezTo>
                <a:cubicBezTo>
                  <a:pt x="228781" y="57662"/>
                  <a:pt x="224819" y="47046"/>
                  <a:pt x="219650" y="37656"/>
                </a:cubicBezTo>
                <a:cubicBezTo>
                  <a:pt x="214481" y="28266"/>
                  <a:pt x="206498" y="17823"/>
                  <a:pt x="195702" y="6325"/>
                </a:cubicBezTo>
                <a:lnTo>
                  <a:pt x="1986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(b)">
            <a:extLst xmlns:a="http://schemas.openxmlformats.org/drawingml/2006/main">
              <a:ext uri="{FF2B5EF4-FFF2-40B4-BE49-F238E27FC236}">
                <a16:creationId xmlns:a16="http://schemas.microsoft.com/office/drawing/2014/main" id="{E55F21F2-5885-45D3-B878-3429B1BE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978" y="43679"/>
            <a:ext cx="257841" cy="219613"/>
          </a:xfrm>
          <a:custGeom xmlns:a="http://schemas.openxmlformats.org/drawingml/2006/main">
            <a:pathLst>
              <a:path w="257841" h="219613" fill="none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04177" y="28485"/>
                </a:moveTo>
                <a:lnTo>
                  <a:pt x="104177" y="108522"/>
                </a:lnTo>
                <a:cubicBezTo>
                  <a:pt x="108695" y="102097"/>
                  <a:pt x="113710" y="97298"/>
                  <a:pt x="119224" y="94125"/>
                </a:cubicBezTo>
                <a:cubicBezTo>
                  <a:pt x="124737" y="90949"/>
                  <a:pt x="130748" y="89362"/>
                  <a:pt x="137257" y="89362"/>
                </a:cubicBezTo>
                <a:cubicBezTo>
                  <a:pt x="149892" y="89362"/>
                  <a:pt x="160574" y="94305"/>
                  <a:pt x="169303" y="104193"/>
                </a:cubicBezTo>
                <a:cubicBezTo>
                  <a:pt x="178032" y="114081"/>
                  <a:pt x="182397" y="127111"/>
                  <a:pt x="182397" y="143285"/>
                </a:cubicBezTo>
                <a:cubicBezTo>
                  <a:pt x="182397" y="160840"/>
                  <a:pt x="177707" y="175002"/>
                  <a:pt x="168327" y="185773"/>
                </a:cubicBezTo>
                <a:cubicBezTo>
                  <a:pt x="158946" y="196541"/>
                  <a:pt x="147326" y="201925"/>
                  <a:pt x="133466" y="201925"/>
                </a:cubicBezTo>
                <a:cubicBezTo>
                  <a:pt x="126881" y="201925"/>
                  <a:pt x="120908" y="200617"/>
                  <a:pt x="115548" y="198002"/>
                </a:cubicBezTo>
                <a:cubicBezTo>
                  <a:pt x="110188" y="195384"/>
                  <a:pt x="104675" y="190957"/>
                  <a:pt x="99008" y="184721"/>
                </a:cubicBezTo>
                <a:cubicBezTo>
                  <a:pt x="94644" y="191725"/>
                  <a:pt x="90432" y="197460"/>
                  <a:pt x="86374" y="201925"/>
                </a:cubicBezTo>
                <a:lnTo>
                  <a:pt x="81779" y="200317"/>
                </a:lnTo>
                <a:cubicBezTo>
                  <a:pt x="83923" y="191523"/>
                  <a:pt x="84995" y="182347"/>
                  <a:pt x="84995" y="172790"/>
                </a:cubicBezTo>
                <a:lnTo>
                  <a:pt x="84995" y="51325"/>
                </a:lnTo>
                <a:cubicBezTo>
                  <a:pt x="84995" y="47577"/>
                  <a:pt x="83674" y="44634"/>
                  <a:pt x="81033" y="42495"/>
                </a:cubicBezTo>
                <a:cubicBezTo>
                  <a:pt x="78391" y="40353"/>
                  <a:pt x="74658" y="39282"/>
                  <a:pt x="69834" y="39282"/>
                </a:cubicBezTo>
                <a:lnTo>
                  <a:pt x="65010" y="39282"/>
                </a:lnTo>
                <a:lnTo>
                  <a:pt x="65010" y="30553"/>
                </a:lnTo>
                <a:lnTo>
                  <a:pt x="104177" y="28485"/>
                </a:lnTo>
                <a:moveTo>
                  <a:pt x="133122" y="99699"/>
                </a:moveTo>
                <a:cubicBezTo>
                  <a:pt x="124469" y="99699"/>
                  <a:pt x="117424" y="103462"/>
                  <a:pt x="111988" y="110988"/>
                </a:cubicBezTo>
                <a:cubicBezTo>
                  <a:pt x="106551" y="118511"/>
                  <a:pt x="103832" y="130942"/>
                  <a:pt x="103832" y="148281"/>
                </a:cubicBezTo>
                <a:cubicBezTo>
                  <a:pt x="103832" y="164781"/>
                  <a:pt x="106513" y="176583"/>
                  <a:pt x="111873" y="183687"/>
                </a:cubicBezTo>
                <a:cubicBezTo>
                  <a:pt x="117233" y="190792"/>
                  <a:pt x="124239" y="194344"/>
                  <a:pt x="132892" y="194344"/>
                </a:cubicBezTo>
                <a:cubicBezTo>
                  <a:pt x="140703" y="194344"/>
                  <a:pt x="146982" y="190830"/>
                  <a:pt x="151729" y="183802"/>
                </a:cubicBezTo>
                <a:cubicBezTo>
                  <a:pt x="157702" y="174941"/>
                  <a:pt x="160688" y="162299"/>
                  <a:pt x="160688" y="145877"/>
                </a:cubicBezTo>
                <a:cubicBezTo>
                  <a:pt x="160688" y="129681"/>
                  <a:pt x="158066" y="117937"/>
                  <a:pt x="152820" y="110643"/>
                </a:cubicBezTo>
                <a:cubicBezTo>
                  <a:pt x="147575" y="103347"/>
                  <a:pt x="141009" y="99699"/>
                  <a:pt x="133122" y="99699"/>
                </a:cubicBezTo>
                <a:close/>
                <a:moveTo>
                  <a:pt x="198688" y="0"/>
                </a:moveTo>
                <a:cubicBezTo>
                  <a:pt x="212088" y="12187"/>
                  <a:pt x="221890" y="22076"/>
                  <a:pt x="228092" y="29666"/>
                </a:cubicBezTo>
                <a:cubicBezTo>
                  <a:pt x="237741" y="41547"/>
                  <a:pt x="245111" y="54195"/>
                  <a:pt x="250203" y="67610"/>
                </a:cubicBezTo>
                <a:cubicBezTo>
                  <a:pt x="255295" y="81025"/>
                  <a:pt x="257841" y="95129"/>
                  <a:pt x="257841" y="109922"/>
                </a:cubicBezTo>
                <a:cubicBezTo>
                  <a:pt x="257841" y="124485"/>
                  <a:pt x="255391" y="138244"/>
                  <a:pt x="250490" y="151200"/>
                </a:cubicBezTo>
                <a:cubicBezTo>
                  <a:pt x="245589" y="164155"/>
                  <a:pt x="238238" y="176841"/>
                  <a:pt x="228437" y="189258"/>
                </a:cubicBezTo>
                <a:cubicBezTo>
                  <a:pt x="221469" y="198074"/>
                  <a:pt x="211552" y="208192"/>
                  <a:pt x="198688" y="219613"/>
                </a:cubicBezTo>
                <a:lnTo>
                  <a:pt x="195702" y="213634"/>
                </a:lnTo>
                <a:cubicBezTo>
                  <a:pt x="205886" y="202904"/>
                  <a:pt x="213677" y="192672"/>
                  <a:pt x="219076" y="182937"/>
                </a:cubicBezTo>
                <a:cubicBezTo>
                  <a:pt x="224474" y="173200"/>
                  <a:pt x="228590" y="162468"/>
                  <a:pt x="231423" y="150740"/>
                </a:cubicBezTo>
                <a:cubicBezTo>
                  <a:pt x="234256" y="139012"/>
                  <a:pt x="235673" y="125674"/>
                  <a:pt x="235673" y="110726"/>
                </a:cubicBezTo>
                <a:cubicBezTo>
                  <a:pt x="235673" y="95088"/>
                  <a:pt x="234295" y="81348"/>
                  <a:pt x="231538" y="69505"/>
                </a:cubicBezTo>
                <a:cubicBezTo>
                  <a:pt x="228781" y="57662"/>
                  <a:pt x="224819" y="47046"/>
                  <a:pt x="219650" y="37656"/>
                </a:cubicBezTo>
                <a:cubicBezTo>
                  <a:pt x="214481" y="28266"/>
                  <a:pt x="206498" y="17823"/>
                  <a:pt x="195702" y="6325"/>
                </a:cubicBezTo>
                <a:lnTo>
                  <a:pt x="19868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31" name="Text ReinterpretationofEditingbyInversion">
            <a:extLst xmlns:a="http://schemas.openxmlformats.org/drawingml/2006/main">
              <a:ext uri="{FF2B5EF4-FFF2-40B4-BE49-F238E27FC236}">
                <a16:creationId xmlns:a16="http://schemas.microsoft.com/office/drawing/2014/main" id="{64595D26-F78C-49BD-88E4-7BCC71C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652" y="77686"/>
            <a:ext cx="3980249" cy="200146"/>
          </a:xfrm>
          <a:custGeom xmlns:a="http://schemas.openxmlformats.org/drawingml/2006/main">
            <a:pathLst>
              <a:path w="3980249" h="200146">
                <a:moveTo>
                  <a:pt x="0" y="3761"/>
                </a:moveTo>
                <a:lnTo>
                  <a:pt x="79808" y="3761"/>
                </a:lnTo>
                <a:cubicBezTo>
                  <a:pt x="95268" y="3761"/>
                  <a:pt x="107264" y="7277"/>
                  <a:pt x="115794" y="14311"/>
                </a:cubicBezTo>
                <a:cubicBezTo>
                  <a:pt x="124325" y="21345"/>
                  <a:pt x="128591" y="30572"/>
                  <a:pt x="128591" y="41993"/>
                </a:cubicBezTo>
                <a:cubicBezTo>
                  <a:pt x="128591" y="48818"/>
                  <a:pt x="126902" y="54894"/>
                  <a:pt x="123525" y="60221"/>
                </a:cubicBezTo>
                <a:cubicBezTo>
                  <a:pt x="120147" y="65549"/>
                  <a:pt x="115272" y="69797"/>
                  <a:pt x="108900" y="72966"/>
                </a:cubicBezTo>
                <a:cubicBezTo>
                  <a:pt x="102528" y="76134"/>
                  <a:pt x="92517" y="78415"/>
                  <a:pt x="78868" y="79808"/>
                </a:cubicBezTo>
                <a:cubicBezTo>
                  <a:pt x="88826" y="82530"/>
                  <a:pt x="95686" y="85201"/>
                  <a:pt x="99446" y="87819"/>
                </a:cubicBezTo>
                <a:cubicBezTo>
                  <a:pt x="103207" y="90437"/>
                  <a:pt x="106219" y="93823"/>
                  <a:pt x="108482" y="97977"/>
                </a:cubicBezTo>
                <a:cubicBezTo>
                  <a:pt x="110746" y="102130"/>
                  <a:pt x="113340" y="110595"/>
                  <a:pt x="116265" y="123374"/>
                </a:cubicBezTo>
                <a:cubicBezTo>
                  <a:pt x="118354" y="132521"/>
                  <a:pt x="120582" y="138778"/>
                  <a:pt x="122950" y="142145"/>
                </a:cubicBezTo>
                <a:cubicBezTo>
                  <a:pt x="124761" y="144739"/>
                  <a:pt x="126711" y="146036"/>
                  <a:pt x="128800" y="146036"/>
                </a:cubicBezTo>
                <a:cubicBezTo>
                  <a:pt x="130959" y="146036"/>
                  <a:pt x="132961" y="144451"/>
                  <a:pt x="134806" y="141283"/>
                </a:cubicBezTo>
                <a:cubicBezTo>
                  <a:pt x="136652" y="138114"/>
                  <a:pt x="137783" y="132526"/>
                  <a:pt x="138201" y="124517"/>
                </a:cubicBezTo>
                <a:lnTo>
                  <a:pt x="145305" y="124517"/>
                </a:lnTo>
                <a:cubicBezTo>
                  <a:pt x="143981" y="148195"/>
                  <a:pt x="135242" y="160034"/>
                  <a:pt x="119085" y="160034"/>
                </a:cubicBezTo>
                <a:cubicBezTo>
                  <a:pt x="114001" y="160034"/>
                  <a:pt x="109596" y="158742"/>
                  <a:pt x="105871" y="156159"/>
                </a:cubicBezTo>
                <a:cubicBezTo>
                  <a:pt x="102145" y="153575"/>
                  <a:pt x="99342" y="149770"/>
                  <a:pt x="97462" y="144743"/>
                </a:cubicBezTo>
                <a:cubicBezTo>
                  <a:pt x="95999" y="140972"/>
                  <a:pt x="94363" y="131090"/>
                  <a:pt x="92552" y="115099"/>
                </a:cubicBezTo>
                <a:cubicBezTo>
                  <a:pt x="91507" y="105813"/>
                  <a:pt x="89853" y="99215"/>
                  <a:pt x="87590" y="95304"/>
                </a:cubicBezTo>
                <a:cubicBezTo>
                  <a:pt x="85327" y="91393"/>
                  <a:pt x="81793" y="88251"/>
                  <a:pt x="76987" y="85876"/>
                </a:cubicBezTo>
                <a:cubicBezTo>
                  <a:pt x="72182" y="83502"/>
                  <a:pt x="66437" y="82315"/>
                  <a:pt x="59751" y="82315"/>
                </a:cubicBezTo>
                <a:lnTo>
                  <a:pt x="47112" y="82315"/>
                </a:lnTo>
                <a:lnTo>
                  <a:pt x="47112" y="143006"/>
                </a:lnTo>
                <a:cubicBezTo>
                  <a:pt x="47112" y="145583"/>
                  <a:pt x="47773" y="147394"/>
                  <a:pt x="49096" y="148438"/>
                </a:cubicBezTo>
                <a:cubicBezTo>
                  <a:pt x="50768" y="149762"/>
                  <a:pt x="53379" y="150423"/>
                  <a:pt x="56931" y="150423"/>
                </a:cubicBezTo>
                <a:lnTo>
                  <a:pt x="71764" y="150423"/>
                </a:lnTo>
                <a:lnTo>
                  <a:pt x="71764" y="158362"/>
                </a:lnTo>
                <a:lnTo>
                  <a:pt x="0" y="158362"/>
                </a:lnTo>
                <a:lnTo>
                  <a:pt x="0" y="150423"/>
                </a:lnTo>
                <a:lnTo>
                  <a:pt x="15147" y="150423"/>
                </a:lnTo>
                <a:cubicBezTo>
                  <a:pt x="18490" y="150423"/>
                  <a:pt x="20944" y="149763"/>
                  <a:pt x="22511" y="148442"/>
                </a:cubicBezTo>
                <a:cubicBezTo>
                  <a:pt x="24078" y="147118"/>
                  <a:pt x="24862" y="145309"/>
                  <a:pt x="24862" y="143013"/>
                </a:cubicBezTo>
                <a:lnTo>
                  <a:pt x="24862" y="19632"/>
                </a:lnTo>
                <a:cubicBezTo>
                  <a:pt x="24862" y="16988"/>
                  <a:pt x="24061" y="15005"/>
                  <a:pt x="22459" y="13684"/>
                </a:cubicBezTo>
                <a:cubicBezTo>
                  <a:pt x="20857" y="12361"/>
                  <a:pt x="18420" y="11700"/>
                  <a:pt x="15147" y="11700"/>
                </a:cubicBezTo>
                <a:lnTo>
                  <a:pt x="0" y="11700"/>
                </a:lnTo>
                <a:lnTo>
                  <a:pt x="0" y="3761"/>
                </a:lnTo>
                <a:moveTo>
                  <a:pt x="47112" y="74794"/>
                </a:moveTo>
                <a:lnTo>
                  <a:pt x="65392" y="74794"/>
                </a:lnTo>
                <a:cubicBezTo>
                  <a:pt x="77649" y="74794"/>
                  <a:pt x="87242" y="72486"/>
                  <a:pt x="94171" y="67870"/>
                </a:cubicBezTo>
                <a:cubicBezTo>
                  <a:pt x="101100" y="63254"/>
                  <a:pt x="104565" y="55046"/>
                  <a:pt x="104565" y="43247"/>
                </a:cubicBezTo>
                <a:cubicBezTo>
                  <a:pt x="104565" y="35125"/>
                  <a:pt x="103259" y="28705"/>
                  <a:pt x="100648" y="23987"/>
                </a:cubicBezTo>
                <a:cubicBezTo>
                  <a:pt x="98036" y="19266"/>
                  <a:pt x="94606" y="16039"/>
                  <a:pt x="90358" y="14305"/>
                </a:cubicBezTo>
                <a:cubicBezTo>
                  <a:pt x="86110" y="12568"/>
                  <a:pt x="77753" y="11700"/>
                  <a:pt x="65288" y="11700"/>
                </a:cubicBezTo>
                <a:cubicBezTo>
                  <a:pt x="57070" y="11700"/>
                  <a:pt x="51987" y="12273"/>
                  <a:pt x="50037" y="13420"/>
                </a:cubicBezTo>
                <a:cubicBezTo>
                  <a:pt x="48087" y="14565"/>
                  <a:pt x="47112" y="16524"/>
                  <a:pt x="47112" y="19299"/>
                </a:cubicBezTo>
                <a:lnTo>
                  <a:pt x="47112" y="74794"/>
                </a:lnTo>
                <a:close/>
                <a:moveTo>
                  <a:pt x="247849" y="109892"/>
                </a:moveTo>
                <a:lnTo>
                  <a:pt x="177756" y="109892"/>
                </a:lnTo>
                <a:cubicBezTo>
                  <a:pt x="178104" y="124832"/>
                  <a:pt x="180890" y="135374"/>
                  <a:pt x="186113" y="141518"/>
                </a:cubicBezTo>
                <a:cubicBezTo>
                  <a:pt x="192102" y="148430"/>
                  <a:pt x="199727" y="151886"/>
                  <a:pt x="208989" y="151886"/>
                </a:cubicBezTo>
                <a:cubicBezTo>
                  <a:pt x="222639" y="151886"/>
                  <a:pt x="233607" y="144156"/>
                  <a:pt x="241895" y="128695"/>
                </a:cubicBezTo>
                <a:lnTo>
                  <a:pt x="248684" y="131607"/>
                </a:lnTo>
                <a:cubicBezTo>
                  <a:pt x="238517" y="151394"/>
                  <a:pt x="223823" y="161287"/>
                  <a:pt x="204602" y="161287"/>
                </a:cubicBezTo>
                <a:cubicBezTo>
                  <a:pt x="191510" y="161287"/>
                  <a:pt x="180489" y="156547"/>
                  <a:pt x="171540" y="147067"/>
                </a:cubicBezTo>
                <a:cubicBezTo>
                  <a:pt x="162592" y="137585"/>
                  <a:pt x="158117" y="125455"/>
                  <a:pt x="158117" y="110676"/>
                </a:cubicBezTo>
                <a:cubicBezTo>
                  <a:pt x="158117" y="94783"/>
                  <a:pt x="162522" y="81939"/>
                  <a:pt x="171331" y="72146"/>
                </a:cubicBezTo>
                <a:cubicBezTo>
                  <a:pt x="180141" y="62351"/>
                  <a:pt x="190987" y="57453"/>
                  <a:pt x="203871" y="57453"/>
                </a:cubicBezTo>
                <a:cubicBezTo>
                  <a:pt x="213342" y="57453"/>
                  <a:pt x="221525" y="59886"/>
                  <a:pt x="228419" y="64752"/>
                </a:cubicBezTo>
                <a:cubicBezTo>
                  <a:pt x="235314" y="69616"/>
                  <a:pt x="240502" y="76601"/>
                  <a:pt x="243984" y="85707"/>
                </a:cubicBezTo>
                <a:cubicBezTo>
                  <a:pt x="246421" y="92100"/>
                  <a:pt x="247710" y="100162"/>
                  <a:pt x="247849" y="109892"/>
                </a:cubicBezTo>
                <a:moveTo>
                  <a:pt x="177756" y="102371"/>
                </a:moveTo>
                <a:lnTo>
                  <a:pt x="220167" y="102371"/>
                </a:lnTo>
                <a:cubicBezTo>
                  <a:pt x="222674" y="102371"/>
                  <a:pt x="224624" y="101523"/>
                  <a:pt x="226017" y="99825"/>
                </a:cubicBezTo>
                <a:cubicBezTo>
                  <a:pt x="227409" y="98128"/>
                  <a:pt x="228106" y="95236"/>
                  <a:pt x="228106" y="91152"/>
                </a:cubicBezTo>
                <a:cubicBezTo>
                  <a:pt x="228106" y="83533"/>
                  <a:pt x="225721" y="77056"/>
                  <a:pt x="220950" y="71722"/>
                </a:cubicBezTo>
                <a:cubicBezTo>
                  <a:pt x="216180" y="66388"/>
                  <a:pt x="210556" y="63721"/>
                  <a:pt x="204080" y="63721"/>
                </a:cubicBezTo>
                <a:cubicBezTo>
                  <a:pt x="196837" y="63721"/>
                  <a:pt x="190691" y="66942"/>
                  <a:pt x="185643" y="73384"/>
                </a:cubicBezTo>
                <a:cubicBezTo>
                  <a:pt x="180594" y="79825"/>
                  <a:pt x="177965" y="89488"/>
                  <a:pt x="177756" y="102371"/>
                </a:cubicBezTo>
                <a:close/>
                <a:moveTo>
                  <a:pt x="288812" y="1880"/>
                </a:moveTo>
                <a:cubicBezTo>
                  <a:pt x="291946" y="1880"/>
                  <a:pt x="294697" y="3070"/>
                  <a:pt x="297065" y="5448"/>
                </a:cubicBezTo>
                <a:cubicBezTo>
                  <a:pt x="299432" y="7827"/>
                  <a:pt x="300616" y="10625"/>
                  <a:pt x="300616" y="13841"/>
                </a:cubicBezTo>
                <a:cubicBezTo>
                  <a:pt x="300616" y="16990"/>
                  <a:pt x="299467" y="19719"/>
                  <a:pt x="297169" y="22028"/>
                </a:cubicBezTo>
                <a:cubicBezTo>
                  <a:pt x="294871" y="24335"/>
                  <a:pt x="292120" y="25488"/>
                  <a:pt x="288917" y="25488"/>
                </a:cubicBezTo>
                <a:cubicBezTo>
                  <a:pt x="285713" y="25488"/>
                  <a:pt x="282945" y="24316"/>
                  <a:pt x="280612" y="21973"/>
                </a:cubicBezTo>
                <a:cubicBezTo>
                  <a:pt x="278279" y="19629"/>
                  <a:pt x="277113" y="16883"/>
                  <a:pt x="277113" y="13737"/>
                </a:cubicBezTo>
                <a:cubicBezTo>
                  <a:pt x="277113" y="10590"/>
                  <a:pt x="278296" y="7827"/>
                  <a:pt x="280664" y="5448"/>
                </a:cubicBezTo>
                <a:cubicBezTo>
                  <a:pt x="283032" y="3070"/>
                  <a:pt x="285748" y="1880"/>
                  <a:pt x="288812" y="1880"/>
                </a:cubicBezTo>
                <a:moveTo>
                  <a:pt x="261757" y="60587"/>
                </a:moveTo>
                <a:lnTo>
                  <a:pt x="300616" y="59334"/>
                </a:lnTo>
                <a:lnTo>
                  <a:pt x="300616" y="143431"/>
                </a:lnTo>
                <a:cubicBezTo>
                  <a:pt x="300616" y="145727"/>
                  <a:pt x="301173" y="147362"/>
                  <a:pt x="302288" y="148337"/>
                </a:cubicBezTo>
                <a:cubicBezTo>
                  <a:pt x="303889" y="149728"/>
                  <a:pt x="305909" y="150423"/>
                  <a:pt x="308346" y="150423"/>
                </a:cubicBezTo>
                <a:lnTo>
                  <a:pt x="319419" y="150423"/>
                </a:lnTo>
                <a:lnTo>
                  <a:pt x="319419" y="158362"/>
                </a:lnTo>
                <a:lnTo>
                  <a:pt x="263846" y="158362"/>
                </a:lnTo>
                <a:lnTo>
                  <a:pt x="263846" y="150423"/>
                </a:lnTo>
                <a:lnTo>
                  <a:pt x="274188" y="150423"/>
                </a:lnTo>
                <a:cubicBezTo>
                  <a:pt x="277252" y="150423"/>
                  <a:pt x="279498" y="149678"/>
                  <a:pt x="280925" y="148187"/>
                </a:cubicBezTo>
                <a:cubicBezTo>
                  <a:pt x="282353" y="146694"/>
                  <a:pt x="283067" y="144525"/>
                  <a:pt x="283067" y="141681"/>
                </a:cubicBezTo>
                <a:lnTo>
                  <a:pt x="283067" y="80284"/>
                </a:lnTo>
                <a:cubicBezTo>
                  <a:pt x="283067" y="76400"/>
                  <a:pt x="281953" y="73469"/>
                  <a:pt x="279724" y="71493"/>
                </a:cubicBezTo>
                <a:cubicBezTo>
                  <a:pt x="277496" y="69515"/>
                  <a:pt x="274188" y="68526"/>
                  <a:pt x="269800" y="68526"/>
                </a:cubicBezTo>
                <a:lnTo>
                  <a:pt x="261757" y="68526"/>
                </a:lnTo>
                <a:lnTo>
                  <a:pt x="261757" y="60587"/>
                </a:lnTo>
                <a:close/>
                <a:moveTo>
                  <a:pt x="331027" y="60378"/>
                </a:moveTo>
                <a:lnTo>
                  <a:pt x="363514" y="58498"/>
                </a:lnTo>
                <a:cubicBezTo>
                  <a:pt x="364837" y="64622"/>
                  <a:pt x="365812" y="71790"/>
                  <a:pt x="366439" y="80004"/>
                </a:cubicBezTo>
                <a:cubicBezTo>
                  <a:pt x="370826" y="72905"/>
                  <a:pt x="375997" y="67581"/>
                  <a:pt x="381951" y="64031"/>
                </a:cubicBezTo>
                <a:cubicBezTo>
                  <a:pt x="387905" y="60482"/>
                  <a:pt x="394643" y="58707"/>
                  <a:pt x="402164" y="58707"/>
                </a:cubicBezTo>
                <a:cubicBezTo>
                  <a:pt x="408641" y="58707"/>
                  <a:pt x="414073" y="59977"/>
                  <a:pt x="418460" y="62516"/>
                </a:cubicBezTo>
                <a:cubicBezTo>
                  <a:pt x="422847" y="65054"/>
                  <a:pt x="426364" y="69071"/>
                  <a:pt x="429011" y="74568"/>
                </a:cubicBezTo>
                <a:cubicBezTo>
                  <a:pt x="431657" y="80064"/>
                  <a:pt x="432980" y="86219"/>
                  <a:pt x="432980" y="93035"/>
                </a:cubicBezTo>
                <a:lnTo>
                  <a:pt x="432980" y="140614"/>
                </a:lnTo>
                <a:cubicBezTo>
                  <a:pt x="432980" y="144163"/>
                  <a:pt x="433781" y="146685"/>
                  <a:pt x="435383" y="148180"/>
                </a:cubicBezTo>
                <a:cubicBezTo>
                  <a:pt x="436984" y="149676"/>
                  <a:pt x="439666" y="150423"/>
                  <a:pt x="443426" y="150423"/>
                </a:cubicBezTo>
                <a:lnTo>
                  <a:pt x="450321" y="150423"/>
                </a:lnTo>
                <a:lnTo>
                  <a:pt x="450321" y="158362"/>
                </a:lnTo>
                <a:lnTo>
                  <a:pt x="398717" y="158362"/>
                </a:lnTo>
                <a:lnTo>
                  <a:pt x="398717" y="150423"/>
                </a:lnTo>
                <a:lnTo>
                  <a:pt x="403627" y="150423"/>
                </a:lnTo>
                <a:cubicBezTo>
                  <a:pt x="408223" y="150423"/>
                  <a:pt x="411426" y="149693"/>
                  <a:pt x="413237" y="148233"/>
                </a:cubicBezTo>
                <a:cubicBezTo>
                  <a:pt x="415048" y="146772"/>
                  <a:pt x="415953" y="144581"/>
                  <a:pt x="415953" y="141658"/>
                </a:cubicBezTo>
                <a:lnTo>
                  <a:pt x="415953" y="99825"/>
                </a:lnTo>
                <a:cubicBezTo>
                  <a:pt x="415953" y="90715"/>
                  <a:pt x="414560" y="83969"/>
                  <a:pt x="411775" y="79586"/>
                </a:cubicBezTo>
                <a:cubicBezTo>
                  <a:pt x="407875" y="73327"/>
                  <a:pt x="401955" y="70197"/>
                  <a:pt x="394016" y="70197"/>
                </a:cubicBezTo>
                <a:cubicBezTo>
                  <a:pt x="386147" y="70197"/>
                  <a:pt x="379583" y="73362"/>
                  <a:pt x="374326" y="79690"/>
                </a:cubicBezTo>
                <a:cubicBezTo>
                  <a:pt x="369068" y="86019"/>
                  <a:pt x="366439" y="94260"/>
                  <a:pt x="366439" y="104415"/>
                </a:cubicBezTo>
                <a:lnTo>
                  <a:pt x="366439" y="140617"/>
                </a:lnTo>
                <a:cubicBezTo>
                  <a:pt x="366439" y="144164"/>
                  <a:pt x="367257" y="146685"/>
                  <a:pt x="368894" y="148180"/>
                </a:cubicBezTo>
                <a:cubicBezTo>
                  <a:pt x="370530" y="149676"/>
                  <a:pt x="373229" y="150423"/>
                  <a:pt x="376989" y="150423"/>
                </a:cubicBezTo>
                <a:lnTo>
                  <a:pt x="383779" y="150423"/>
                </a:lnTo>
                <a:lnTo>
                  <a:pt x="383779" y="158362"/>
                </a:lnTo>
                <a:lnTo>
                  <a:pt x="331967" y="158362"/>
                </a:lnTo>
                <a:lnTo>
                  <a:pt x="331967" y="150423"/>
                </a:lnTo>
                <a:lnTo>
                  <a:pt x="338757" y="150423"/>
                </a:lnTo>
                <a:cubicBezTo>
                  <a:pt x="342169" y="150423"/>
                  <a:pt x="344763" y="149728"/>
                  <a:pt x="346539" y="148337"/>
                </a:cubicBezTo>
                <a:cubicBezTo>
                  <a:pt x="348315" y="146947"/>
                  <a:pt x="349203" y="145208"/>
                  <a:pt x="349203" y="143121"/>
                </a:cubicBezTo>
                <a:lnTo>
                  <a:pt x="349203" y="80000"/>
                </a:lnTo>
                <a:cubicBezTo>
                  <a:pt x="349203" y="75829"/>
                  <a:pt x="348071" y="72664"/>
                  <a:pt x="345808" y="70508"/>
                </a:cubicBezTo>
                <a:cubicBezTo>
                  <a:pt x="343545" y="68351"/>
                  <a:pt x="340289" y="67273"/>
                  <a:pt x="336041" y="67273"/>
                </a:cubicBezTo>
                <a:lnTo>
                  <a:pt x="331027" y="67273"/>
                </a:lnTo>
                <a:lnTo>
                  <a:pt x="331027" y="60378"/>
                </a:lnTo>
                <a:close/>
                <a:moveTo>
                  <a:pt x="487438" y="20474"/>
                </a:moveTo>
                <a:lnTo>
                  <a:pt x="494541" y="20474"/>
                </a:lnTo>
                <a:lnTo>
                  <a:pt x="494541" y="60378"/>
                </a:lnTo>
                <a:lnTo>
                  <a:pt x="526193" y="60378"/>
                </a:lnTo>
                <a:lnTo>
                  <a:pt x="526193" y="69989"/>
                </a:lnTo>
                <a:lnTo>
                  <a:pt x="494541" y="69989"/>
                </a:lnTo>
                <a:lnTo>
                  <a:pt x="494541" y="132769"/>
                </a:lnTo>
                <a:cubicBezTo>
                  <a:pt x="494541" y="138201"/>
                  <a:pt x="495830" y="142362"/>
                  <a:pt x="498406" y="145252"/>
                </a:cubicBezTo>
                <a:cubicBezTo>
                  <a:pt x="500983" y="148142"/>
                  <a:pt x="504256" y="149587"/>
                  <a:pt x="508226" y="149587"/>
                </a:cubicBezTo>
                <a:cubicBezTo>
                  <a:pt x="512961" y="149587"/>
                  <a:pt x="517000" y="147402"/>
                  <a:pt x="520343" y="143033"/>
                </a:cubicBezTo>
                <a:cubicBezTo>
                  <a:pt x="523686" y="138660"/>
                  <a:pt x="525636" y="131444"/>
                  <a:pt x="526193" y="121383"/>
                </a:cubicBezTo>
                <a:lnTo>
                  <a:pt x="533192" y="121383"/>
                </a:lnTo>
                <a:cubicBezTo>
                  <a:pt x="532774" y="134406"/>
                  <a:pt x="529814" y="144068"/>
                  <a:pt x="524313" y="150371"/>
                </a:cubicBezTo>
                <a:cubicBezTo>
                  <a:pt x="518811" y="156673"/>
                  <a:pt x="511673" y="159825"/>
                  <a:pt x="502898" y="159825"/>
                </a:cubicBezTo>
                <a:cubicBezTo>
                  <a:pt x="494820" y="159825"/>
                  <a:pt x="488500" y="157611"/>
                  <a:pt x="483939" y="153185"/>
                </a:cubicBezTo>
                <a:cubicBezTo>
                  <a:pt x="479377" y="148756"/>
                  <a:pt x="477097" y="142951"/>
                  <a:pt x="477097" y="135769"/>
                </a:cubicBezTo>
                <a:lnTo>
                  <a:pt x="477097" y="69989"/>
                </a:lnTo>
                <a:lnTo>
                  <a:pt x="460069" y="69989"/>
                </a:lnTo>
                <a:lnTo>
                  <a:pt x="460069" y="62676"/>
                </a:lnTo>
                <a:cubicBezTo>
                  <a:pt x="467800" y="61353"/>
                  <a:pt x="473684" y="58115"/>
                  <a:pt x="477723" y="52961"/>
                </a:cubicBezTo>
                <a:cubicBezTo>
                  <a:pt x="483712" y="45231"/>
                  <a:pt x="486951" y="34402"/>
                  <a:pt x="487438" y="20474"/>
                </a:cubicBezTo>
                <a:close/>
                <a:moveTo>
                  <a:pt x="636783" y="109892"/>
                </a:moveTo>
                <a:lnTo>
                  <a:pt x="566690" y="109892"/>
                </a:lnTo>
                <a:cubicBezTo>
                  <a:pt x="567038" y="124832"/>
                  <a:pt x="569824" y="135374"/>
                  <a:pt x="575047" y="141518"/>
                </a:cubicBezTo>
                <a:cubicBezTo>
                  <a:pt x="581036" y="148430"/>
                  <a:pt x="588661" y="151886"/>
                  <a:pt x="597923" y="151886"/>
                </a:cubicBezTo>
                <a:cubicBezTo>
                  <a:pt x="611573" y="151886"/>
                  <a:pt x="622541" y="144156"/>
                  <a:pt x="630829" y="128695"/>
                </a:cubicBezTo>
                <a:lnTo>
                  <a:pt x="637618" y="131607"/>
                </a:lnTo>
                <a:cubicBezTo>
                  <a:pt x="627451" y="151394"/>
                  <a:pt x="612757" y="161287"/>
                  <a:pt x="593536" y="161287"/>
                </a:cubicBezTo>
                <a:cubicBezTo>
                  <a:pt x="580444" y="161287"/>
                  <a:pt x="569423" y="156547"/>
                  <a:pt x="560474" y="147067"/>
                </a:cubicBezTo>
                <a:cubicBezTo>
                  <a:pt x="551526" y="137585"/>
                  <a:pt x="547051" y="125455"/>
                  <a:pt x="547051" y="110676"/>
                </a:cubicBezTo>
                <a:cubicBezTo>
                  <a:pt x="547051" y="94783"/>
                  <a:pt x="551456" y="81939"/>
                  <a:pt x="560265" y="72146"/>
                </a:cubicBezTo>
                <a:cubicBezTo>
                  <a:pt x="569075" y="62351"/>
                  <a:pt x="579921" y="57453"/>
                  <a:pt x="592805" y="57453"/>
                </a:cubicBezTo>
                <a:cubicBezTo>
                  <a:pt x="602276" y="57453"/>
                  <a:pt x="610459" y="59886"/>
                  <a:pt x="617353" y="64752"/>
                </a:cubicBezTo>
                <a:cubicBezTo>
                  <a:pt x="624247" y="69616"/>
                  <a:pt x="629436" y="76601"/>
                  <a:pt x="632918" y="85707"/>
                </a:cubicBezTo>
                <a:cubicBezTo>
                  <a:pt x="635355" y="92100"/>
                  <a:pt x="636643" y="100162"/>
                  <a:pt x="636783" y="109892"/>
                </a:cubicBezTo>
                <a:moveTo>
                  <a:pt x="566690" y="102371"/>
                </a:moveTo>
                <a:lnTo>
                  <a:pt x="609101" y="102371"/>
                </a:lnTo>
                <a:cubicBezTo>
                  <a:pt x="611608" y="102371"/>
                  <a:pt x="613558" y="101523"/>
                  <a:pt x="614951" y="99825"/>
                </a:cubicBezTo>
                <a:cubicBezTo>
                  <a:pt x="616343" y="98128"/>
                  <a:pt x="617040" y="95236"/>
                  <a:pt x="617040" y="91152"/>
                </a:cubicBezTo>
                <a:cubicBezTo>
                  <a:pt x="617040" y="83533"/>
                  <a:pt x="614655" y="77056"/>
                  <a:pt x="609884" y="71722"/>
                </a:cubicBezTo>
                <a:cubicBezTo>
                  <a:pt x="605114" y="66388"/>
                  <a:pt x="599490" y="63721"/>
                  <a:pt x="593014" y="63721"/>
                </a:cubicBezTo>
                <a:cubicBezTo>
                  <a:pt x="585771" y="63721"/>
                  <a:pt x="579625" y="66942"/>
                  <a:pt x="574577" y="73384"/>
                </a:cubicBezTo>
                <a:cubicBezTo>
                  <a:pt x="569528" y="79825"/>
                  <a:pt x="566899" y="89488"/>
                  <a:pt x="566690" y="102371"/>
                </a:cubicBezTo>
                <a:close/>
                <a:moveTo>
                  <a:pt x="650362" y="60587"/>
                </a:moveTo>
                <a:lnTo>
                  <a:pt x="685566" y="58707"/>
                </a:lnTo>
                <a:lnTo>
                  <a:pt x="685566" y="98284"/>
                </a:lnTo>
                <a:cubicBezTo>
                  <a:pt x="689326" y="85266"/>
                  <a:pt x="693853" y="75415"/>
                  <a:pt x="699145" y="68732"/>
                </a:cubicBezTo>
                <a:cubicBezTo>
                  <a:pt x="704438" y="62048"/>
                  <a:pt x="710984" y="58707"/>
                  <a:pt x="718784" y="58707"/>
                </a:cubicBezTo>
                <a:cubicBezTo>
                  <a:pt x="724077" y="58707"/>
                  <a:pt x="728307" y="60326"/>
                  <a:pt x="731476" y="63564"/>
                </a:cubicBezTo>
                <a:cubicBezTo>
                  <a:pt x="734645" y="66802"/>
                  <a:pt x="736229" y="71138"/>
                  <a:pt x="736229" y="76570"/>
                </a:cubicBezTo>
                <a:cubicBezTo>
                  <a:pt x="736229" y="80957"/>
                  <a:pt x="735167" y="84369"/>
                  <a:pt x="733043" y="86807"/>
                </a:cubicBezTo>
                <a:cubicBezTo>
                  <a:pt x="730919" y="89244"/>
                  <a:pt x="728255" y="90463"/>
                  <a:pt x="725052" y="90463"/>
                </a:cubicBezTo>
                <a:cubicBezTo>
                  <a:pt x="721918" y="90463"/>
                  <a:pt x="719393" y="89424"/>
                  <a:pt x="717478" y="87345"/>
                </a:cubicBezTo>
                <a:cubicBezTo>
                  <a:pt x="715563" y="85267"/>
                  <a:pt x="714606" y="82461"/>
                  <a:pt x="714606" y="78926"/>
                </a:cubicBezTo>
                <a:cubicBezTo>
                  <a:pt x="714606" y="76639"/>
                  <a:pt x="715163" y="74491"/>
                  <a:pt x="716277" y="72483"/>
                </a:cubicBezTo>
                <a:cubicBezTo>
                  <a:pt x="717322" y="70681"/>
                  <a:pt x="717844" y="69606"/>
                  <a:pt x="717844" y="69257"/>
                </a:cubicBezTo>
                <a:cubicBezTo>
                  <a:pt x="717844" y="68213"/>
                  <a:pt x="717182" y="67690"/>
                  <a:pt x="715859" y="67690"/>
                </a:cubicBezTo>
                <a:cubicBezTo>
                  <a:pt x="713004" y="67690"/>
                  <a:pt x="709766" y="69360"/>
                  <a:pt x="706144" y="72698"/>
                </a:cubicBezTo>
                <a:cubicBezTo>
                  <a:pt x="701130" y="77351"/>
                  <a:pt x="697265" y="83740"/>
                  <a:pt x="694549" y="91866"/>
                </a:cubicBezTo>
                <a:cubicBezTo>
                  <a:pt x="690371" y="104508"/>
                  <a:pt x="688282" y="114615"/>
                  <a:pt x="688282" y="122186"/>
                </a:cubicBezTo>
                <a:lnTo>
                  <a:pt x="688282" y="143130"/>
                </a:lnTo>
                <a:cubicBezTo>
                  <a:pt x="688282" y="145492"/>
                  <a:pt x="689117" y="147298"/>
                  <a:pt x="690789" y="148549"/>
                </a:cubicBezTo>
                <a:cubicBezTo>
                  <a:pt x="692460" y="149799"/>
                  <a:pt x="695315" y="150423"/>
                  <a:pt x="699354" y="150423"/>
                </a:cubicBezTo>
                <a:lnTo>
                  <a:pt x="711785" y="150423"/>
                </a:lnTo>
                <a:lnTo>
                  <a:pt x="711785" y="158362"/>
                </a:lnTo>
                <a:lnTo>
                  <a:pt x="650989" y="158362"/>
                </a:lnTo>
                <a:lnTo>
                  <a:pt x="650989" y="150423"/>
                </a:lnTo>
                <a:lnTo>
                  <a:pt x="660704" y="150423"/>
                </a:lnTo>
                <a:cubicBezTo>
                  <a:pt x="663977" y="150423"/>
                  <a:pt x="666449" y="149781"/>
                  <a:pt x="668121" y="148497"/>
                </a:cubicBezTo>
                <a:cubicBezTo>
                  <a:pt x="669792" y="147213"/>
                  <a:pt x="670628" y="145670"/>
                  <a:pt x="670628" y="143868"/>
                </a:cubicBezTo>
                <a:lnTo>
                  <a:pt x="670628" y="81740"/>
                </a:lnTo>
                <a:cubicBezTo>
                  <a:pt x="670628" y="77022"/>
                  <a:pt x="669618" y="73571"/>
                  <a:pt x="667598" y="71386"/>
                </a:cubicBezTo>
                <a:cubicBezTo>
                  <a:pt x="665579" y="69201"/>
                  <a:pt x="662689" y="68108"/>
                  <a:pt x="658928" y="68108"/>
                </a:cubicBezTo>
                <a:lnTo>
                  <a:pt x="650362" y="68108"/>
                </a:lnTo>
                <a:lnTo>
                  <a:pt x="650362" y="60587"/>
                </a:lnTo>
                <a:close/>
                <a:moveTo>
                  <a:pt x="777837" y="58707"/>
                </a:moveTo>
                <a:cubicBezTo>
                  <a:pt x="779369" y="65982"/>
                  <a:pt x="780275" y="72981"/>
                  <a:pt x="780553" y="79703"/>
                </a:cubicBezTo>
                <a:cubicBezTo>
                  <a:pt x="785358" y="72080"/>
                  <a:pt x="790407" y="66675"/>
                  <a:pt x="795700" y="63489"/>
                </a:cubicBezTo>
                <a:cubicBezTo>
                  <a:pt x="800993" y="60301"/>
                  <a:pt x="806773" y="58707"/>
                  <a:pt x="813040" y="58707"/>
                </a:cubicBezTo>
                <a:cubicBezTo>
                  <a:pt x="819726" y="58707"/>
                  <a:pt x="826115" y="60761"/>
                  <a:pt x="832209" y="64870"/>
                </a:cubicBezTo>
                <a:cubicBezTo>
                  <a:pt x="838302" y="68979"/>
                  <a:pt x="843247" y="75003"/>
                  <a:pt x="847042" y="82942"/>
                </a:cubicBezTo>
                <a:cubicBezTo>
                  <a:pt x="850838" y="90881"/>
                  <a:pt x="852735" y="99829"/>
                  <a:pt x="852735" y="109788"/>
                </a:cubicBezTo>
                <a:cubicBezTo>
                  <a:pt x="852735" y="125736"/>
                  <a:pt x="848069" y="138724"/>
                  <a:pt x="838738" y="148752"/>
                </a:cubicBezTo>
                <a:cubicBezTo>
                  <a:pt x="831008" y="157109"/>
                  <a:pt x="821745" y="161287"/>
                  <a:pt x="810951" y="161287"/>
                </a:cubicBezTo>
                <a:cubicBezTo>
                  <a:pt x="804823" y="161287"/>
                  <a:pt x="799286" y="159711"/>
                  <a:pt x="794342" y="156560"/>
                </a:cubicBezTo>
                <a:cubicBezTo>
                  <a:pt x="789397" y="153409"/>
                  <a:pt x="785010" y="148717"/>
                  <a:pt x="781180" y="142484"/>
                </a:cubicBezTo>
                <a:lnTo>
                  <a:pt x="781180" y="182160"/>
                </a:lnTo>
                <a:cubicBezTo>
                  <a:pt x="781180" y="185230"/>
                  <a:pt x="781911" y="187393"/>
                  <a:pt x="783374" y="188649"/>
                </a:cubicBezTo>
                <a:cubicBezTo>
                  <a:pt x="785254" y="190325"/>
                  <a:pt x="787865" y="191163"/>
                  <a:pt x="791208" y="191163"/>
                </a:cubicBezTo>
                <a:lnTo>
                  <a:pt x="798416" y="191163"/>
                </a:lnTo>
                <a:lnTo>
                  <a:pt x="798416" y="198684"/>
                </a:lnTo>
                <a:lnTo>
                  <a:pt x="746290" y="198684"/>
                </a:lnTo>
                <a:lnTo>
                  <a:pt x="746290" y="191163"/>
                </a:lnTo>
                <a:lnTo>
                  <a:pt x="753498" y="191163"/>
                </a:lnTo>
                <a:cubicBezTo>
                  <a:pt x="756841" y="191163"/>
                  <a:pt x="759348" y="190502"/>
                  <a:pt x="761019" y="189181"/>
                </a:cubicBezTo>
                <a:cubicBezTo>
                  <a:pt x="762690" y="187860"/>
                  <a:pt x="763526" y="186123"/>
                  <a:pt x="763526" y="183968"/>
                </a:cubicBezTo>
                <a:lnTo>
                  <a:pt x="763526" y="81143"/>
                </a:lnTo>
                <a:cubicBezTo>
                  <a:pt x="763526" y="76346"/>
                  <a:pt x="762377" y="72958"/>
                  <a:pt x="760079" y="70978"/>
                </a:cubicBezTo>
                <a:cubicBezTo>
                  <a:pt x="757781" y="68995"/>
                  <a:pt x="753184" y="67899"/>
                  <a:pt x="746290" y="67690"/>
                </a:cubicBezTo>
                <a:lnTo>
                  <a:pt x="746290" y="60587"/>
                </a:lnTo>
                <a:lnTo>
                  <a:pt x="777837" y="58707"/>
                </a:lnTo>
                <a:moveTo>
                  <a:pt x="808235" y="68108"/>
                </a:moveTo>
                <a:cubicBezTo>
                  <a:pt x="800644" y="68108"/>
                  <a:pt x="794220" y="71764"/>
                  <a:pt x="788962" y="79077"/>
                </a:cubicBezTo>
                <a:cubicBezTo>
                  <a:pt x="783704" y="86389"/>
                  <a:pt x="781075" y="96974"/>
                  <a:pt x="781075" y="110833"/>
                </a:cubicBezTo>
                <a:cubicBezTo>
                  <a:pt x="781075" y="124830"/>
                  <a:pt x="783617" y="135172"/>
                  <a:pt x="788701" y="141857"/>
                </a:cubicBezTo>
                <a:cubicBezTo>
                  <a:pt x="793785" y="148543"/>
                  <a:pt x="800261" y="151886"/>
                  <a:pt x="808131" y="151886"/>
                </a:cubicBezTo>
                <a:cubicBezTo>
                  <a:pt x="815513" y="151886"/>
                  <a:pt x="821188" y="149030"/>
                  <a:pt x="825158" y="143320"/>
                </a:cubicBezTo>
                <a:cubicBezTo>
                  <a:pt x="830242" y="135799"/>
                  <a:pt x="832783" y="124795"/>
                  <a:pt x="832783" y="110310"/>
                </a:cubicBezTo>
                <a:cubicBezTo>
                  <a:pt x="832783" y="95129"/>
                  <a:pt x="830485" y="84300"/>
                  <a:pt x="825889" y="77823"/>
                </a:cubicBezTo>
                <a:cubicBezTo>
                  <a:pt x="821293" y="71347"/>
                  <a:pt x="815408" y="68108"/>
                  <a:pt x="808235" y="68108"/>
                </a:cubicBezTo>
                <a:close/>
                <a:moveTo>
                  <a:pt x="868148" y="60587"/>
                </a:moveTo>
                <a:lnTo>
                  <a:pt x="903351" y="58707"/>
                </a:lnTo>
                <a:lnTo>
                  <a:pt x="903351" y="98284"/>
                </a:lnTo>
                <a:cubicBezTo>
                  <a:pt x="907112" y="85266"/>
                  <a:pt x="911639" y="75415"/>
                  <a:pt x="916931" y="68732"/>
                </a:cubicBezTo>
                <a:cubicBezTo>
                  <a:pt x="922224" y="62048"/>
                  <a:pt x="928770" y="58707"/>
                  <a:pt x="936570" y="58707"/>
                </a:cubicBezTo>
                <a:cubicBezTo>
                  <a:pt x="941862" y="58707"/>
                  <a:pt x="946093" y="60326"/>
                  <a:pt x="949262" y="63564"/>
                </a:cubicBezTo>
                <a:cubicBezTo>
                  <a:pt x="952430" y="66802"/>
                  <a:pt x="954015" y="71138"/>
                  <a:pt x="954015" y="76570"/>
                </a:cubicBezTo>
                <a:cubicBezTo>
                  <a:pt x="954015" y="80957"/>
                  <a:pt x="952953" y="84369"/>
                  <a:pt x="950829" y="86807"/>
                </a:cubicBezTo>
                <a:cubicBezTo>
                  <a:pt x="948705" y="89244"/>
                  <a:pt x="946041" y="90463"/>
                  <a:pt x="942837" y="90463"/>
                </a:cubicBezTo>
                <a:cubicBezTo>
                  <a:pt x="939704" y="90463"/>
                  <a:pt x="937179" y="89424"/>
                  <a:pt x="935264" y="87345"/>
                </a:cubicBezTo>
                <a:cubicBezTo>
                  <a:pt x="933349" y="85267"/>
                  <a:pt x="932391" y="82461"/>
                  <a:pt x="932391" y="78926"/>
                </a:cubicBezTo>
                <a:cubicBezTo>
                  <a:pt x="932391" y="76639"/>
                  <a:pt x="932948" y="74491"/>
                  <a:pt x="934063" y="72483"/>
                </a:cubicBezTo>
                <a:cubicBezTo>
                  <a:pt x="935107" y="70681"/>
                  <a:pt x="935630" y="69606"/>
                  <a:pt x="935630" y="69257"/>
                </a:cubicBezTo>
                <a:cubicBezTo>
                  <a:pt x="935630" y="68213"/>
                  <a:pt x="934968" y="67690"/>
                  <a:pt x="933645" y="67690"/>
                </a:cubicBezTo>
                <a:cubicBezTo>
                  <a:pt x="930790" y="67690"/>
                  <a:pt x="927551" y="69360"/>
                  <a:pt x="923930" y="72698"/>
                </a:cubicBezTo>
                <a:cubicBezTo>
                  <a:pt x="918916" y="77351"/>
                  <a:pt x="915051" y="83740"/>
                  <a:pt x="912335" y="91866"/>
                </a:cubicBezTo>
                <a:cubicBezTo>
                  <a:pt x="908157" y="104508"/>
                  <a:pt x="906067" y="114615"/>
                  <a:pt x="906067" y="122186"/>
                </a:cubicBezTo>
                <a:lnTo>
                  <a:pt x="906067" y="143130"/>
                </a:lnTo>
                <a:cubicBezTo>
                  <a:pt x="906067" y="145492"/>
                  <a:pt x="906903" y="147298"/>
                  <a:pt x="908574" y="148549"/>
                </a:cubicBezTo>
                <a:cubicBezTo>
                  <a:pt x="910246" y="149799"/>
                  <a:pt x="913101" y="150423"/>
                  <a:pt x="917140" y="150423"/>
                </a:cubicBezTo>
                <a:lnTo>
                  <a:pt x="929571" y="150423"/>
                </a:lnTo>
                <a:lnTo>
                  <a:pt x="929571" y="158362"/>
                </a:lnTo>
                <a:lnTo>
                  <a:pt x="868775" y="158362"/>
                </a:lnTo>
                <a:lnTo>
                  <a:pt x="868775" y="150423"/>
                </a:lnTo>
                <a:lnTo>
                  <a:pt x="878490" y="150423"/>
                </a:lnTo>
                <a:cubicBezTo>
                  <a:pt x="881763" y="150423"/>
                  <a:pt x="884235" y="149781"/>
                  <a:pt x="885906" y="148497"/>
                </a:cubicBezTo>
                <a:cubicBezTo>
                  <a:pt x="887578" y="147213"/>
                  <a:pt x="888413" y="145670"/>
                  <a:pt x="888413" y="143868"/>
                </a:cubicBezTo>
                <a:lnTo>
                  <a:pt x="888413" y="81740"/>
                </a:lnTo>
                <a:cubicBezTo>
                  <a:pt x="888413" y="77022"/>
                  <a:pt x="887404" y="73571"/>
                  <a:pt x="885384" y="71386"/>
                </a:cubicBezTo>
                <a:cubicBezTo>
                  <a:pt x="883365" y="69201"/>
                  <a:pt x="880474" y="68108"/>
                  <a:pt x="876714" y="68108"/>
                </a:cubicBezTo>
                <a:lnTo>
                  <a:pt x="868148" y="68108"/>
                </a:lnTo>
                <a:lnTo>
                  <a:pt x="868148" y="60587"/>
                </a:lnTo>
                <a:close/>
                <a:moveTo>
                  <a:pt x="1056523" y="109892"/>
                </a:moveTo>
                <a:lnTo>
                  <a:pt x="986430" y="109892"/>
                </a:lnTo>
                <a:cubicBezTo>
                  <a:pt x="986778" y="124832"/>
                  <a:pt x="989564" y="135374"/>
                  <a:pt x="994787" y="141518"/>
                </a:cubicBezTo>
                <a:cubicBezTo>
                  <a:pt x="1000776" y="148430"/>
                  <a:pt x="1008402" y="151886"/>
                  <a:pt x="1017664" y="151886"/>
                </a:cubicBezTo>
                <a:cubicBezTo>
                  <a:pt x="1031313" y="151886"/>
                  <a:pt x="1042282" y="144156"/>
                  <a:pt x="1050569" y="128695"/>
                </a:cubicBezTo>
                <a:lnTo>
                  <a:pt x="1057359" y="131607"/>
                </a:lnTo>
                <a:cubicBezTo>
                  <a:pt x="1047191" y="151394"/>
                  <a:pt x="1032497" y="161287"/>
                  <a:pt x="1013276" y="161287"/>
                </a:cubicBezTo>
                <a:cubicBezTo>
                  <a:pt x="1000184" y="161287"/>
                  <a:pt x="989163" y="156547"/>
                  <a:pt x="980215" y="147067"/>
                </a:cubicBezTo>
                <a:cubicBezTo>
                  <a:pt x="971266" y="137585"/>
                  <a:pt x="966791" y="125455"/>
                  <a:pt x="966791" y="110676"/>
                </a:cubicBezTo>
                <a:cubicBezTo>
                  <a:pt x="966791" y="94783"/>
                  <a:pt x="971196" y="81939"/>
                  <a:pt x="980006" y="72146"/>
                </a:cubicBezTo>
                <a:cubicBezTo>
                  <a:pt x="988815" y="62351"/>
                  <a:pt x="999662" y="57453"/>
                  <a:pt x="1012545" y="57453"/>
                </a:cubicBezTo>
                <a:cubicBezTo>
                  <a:pt x="1022016" y="57453"/>
                  <a:pt x="1030199" y="59886"/>
                  <a:pt x="1037093" y="64752"/>
                </a:cubicBezTo>
                <a:cubicBezTo>
                  <a:pt x="1043988" y="69616"/>
                  <a:pt x="1049176" y="76601"/>
                  <a:pt x="1052658" y="85707"/>
                </a:cubicBezTo>
                <a:cubicBezTo>
                  <a:pt x="1055095" y="92100"/>
                  <a:pt x="1056384" y="100162"/>
                  <a:pt x="1056523" y="109892"/>
                </a:cubicBezTo>
                <a:moveTo>
                  <a:pt x="986430" y="102371"/>
                </a:moveTo>
                <a:lnTo>
                  <a:pt x="1028841" y="102371"/>
                </a:lnTo>
                <a:cubicBezTo>
                  <a:pt x="1031348" y="102371"/>
                  <a:pt x="1033298" y="101523"/>
                  <a:pt x="1034691" y="99825"/>
                </a:cubicBezTo>
                <a:cubicBezTo>
                  <a:pt x="1036084" y="98128"/>
                  <a:pt x="1036780" y="95236"/>
                  <a:pt x="1036780" y="91152"/>
                </a:cubicBezTo>
                <a:cubicBezTo>
                  <a:pt x="1036780" y="83533"/>
                  <a:pt x="1034395" y="77056"/>
                  <a:pt x="1029624" y="71722"/>
                </a:cubicBezTo>
                <a:cubicBezTo>
                  <a:pt x="1024854" y="66388"/>
                  <a:pt x="1019231" y="63721"/>
                  <a:pt x="1012754" y="63721"/>
                </a:cubicBezTo>
                <a:cubicBezTo>
                  <a:pt x="1005512" y="63721"/>
                  <a:pt x="999366" y="66942"/>
                  <a:pt x="994317" y="73384"/>
                </a:cubicBezTo>
                <a:cubicBezTo>
                  <a:pt x="989268" y="79825"/>
                  <a:pt x="986639" y="89488"/>
                  <a:pt x="986430" y="102371"/>
                </a:cubicBezTo>
                <a:close/>
                <a:moveTo>
                  <a:pt x="1097367" y="20474"/>
                </a:moveTo>
                <a:lnTo>
                  <a:pt x="1104470" y="20474"/>
                </a:lnTo>
                <a:lnTo>
                  <a:pt x="1104470" y="60378"/>
                </a:lnTo>
                <a:lnTo>
                  <a:pt x="1136122" y="60378"/>
                </a:lnTo>
                <a:lnTo>
                  <a:pt x="1136122" y="69989"/>
                </a:lnTo>
                <a:lnTo>
                  <a:pt x="1104470" y="69989"/>
                </a:lnTo>
                <a:lnTo>
                  <a:pt x="1104470" y="132769"/>
                </a:lnTo>
                <a:cubicBezTo>
                  <a:pt x="1104470" y="138201"/>
                  <a:pt x="1105759" y="142362"/>
                  <a:pt x="1108335" y="145252"/>
                </a:cubicBezTo>
                <a:cubicBezTo>
                  <a:pt x="1110912" y="148142"/>
                  <a:pt x="1114185" y="149587"/>
                  <a:pt x="1118155" y="149587"/>
                </a:cubicBezTo>
                <a:cubicBezTo>
                  <a:pt x="1122890" y="149587"/>
                  <a:pt x="1126929" y="147402"/>
                  <a:pt x="1130272" y="143033"/>
                </a:cubicBezTo>
                <a:cubicBezTo>
                  <a:pt x="1133615" y="138660"/>
                  <a:pt x="1135565" y="131444"/>
                  <a:pt x="1136122" y="121383"/>
                </a:cubicBezTo>
                <a:lnTo>
                  <a:pt x="1143121" y="121383"/>
                </a:lnTo>
                <a:cubicBezTo>
                  <a:pt x="1142703" y="134406"/>
                  <a:pt x="1139743" y="144068"/>
                  <a:pt x="1134241" y="150371"/>
                </a:cubicBezTo>
                <a:cubicBezTo>
                  <a:pt x="1128740" y="156673"/>
                  <a:pt x="1121602" y="159825"/>
                  <a:pt x="1112827" y="159825"/>
                </a:cubicBezTo>
                <a:cubicBezTo>
                  <a:pt x="1104749" y="159825"/>
                  <a:pt x="1098429" y="157611"/>
                  <a:pt x="1093867" y="153185"/>
                </a:cubicBezTo>
                <a:cubicBezTo>
                  <a:pt x="1089306" y="148756"/>
                  <a:pt x="1087025" y="142951"/>
                  <a:pt x="1087025" y="135769"/>
                </a:cubicBezTo>
                <a:lnTo>
                  <a:pt x="1087025" y="69989"/>
                </a:lnTo>
                <a:lnTo>
                  <a:pt x="1069998" y="69989"/>
                </a:lnTo>
                <a:lnTo>
                  <a:pt x="1069998" y="62676"/>
                </a:lnTo>
                <a:cubicBezTo>
                  <a:pt x="1077728" y="61353"/>
                  <a:pt x="1083613" y="58115"/>
                  <a:pt x="1087652" y="52961"/>
                </a:cubicBezTo>
                <a:cubicBezTo>
                  <a:pt x="1093641" y="45231"/>
                  <a:pt x="1096879" y="34402"/>
                  <a:pt x="1097367" y="20474"/>
                </a:cubicBezTo>
                <a:close/>
                <a:moveTo>
                  <a:pt x="1258307" y="147498"/>
                </a:moveTo>
                <a:lnTo>
                  <a:pt x="1262067" y="153394"/>
                </a:lnTo>
                <a:cubicBezTo>
                  <a:pt x="1256983" y="158656"/>
                  <a:pt x="1251343" y="161287"/>
                  <a:pt x="1245145" y="161287"/>
                </a:cubicBezTo>
                <a:cubicBezTo>
                  <a:pt x="1240409" y="161287"/>
                  <a:pt x="1236422" y="159999"/>
                  <a:pt x="1233184" y="157422"/>
                </a:cubicBezTo>
                <a:cubicBezTo>
                  <a:pt x="1229946" y="154845"/>
                  <a:pt x="1227108" y="150319"/>
                  <a:pt x="1224670" y="143842"/>
                </a:cubicBezTo>
                <a:cubicBezTo>
                  <a:pt x="1218054" y="150806"/>
                  <a:pt x="1212240" y="155455"/>
                  <a:pt x="1207225" y="157788"/>
                </a:cubicBezTo>
                <a:cubicBezTo>
                  <a:pt x="1202211" y="160121"/>
                  <a:pt x="1196187" y="161287"/>
                  <a:pt x="1189154" y="161287"/>
                </a:cubicBezTo>
                <a:cubicBezTo>
                  <a:pt x="1179126" y="161287"/>
                  <a:pt x="1171500" y="159128"/>
                  <a:pt x="1166277" y="154810"/>
                </a:cubicBezTo>
                <a:cubicBezTo>
                  <a:pt x="1161054" y="150493"/>
                  <a:pt x="1158442" y="144956"/>
                  <a:pt x="1158442" y="138201"/>
                </a:cubicBezTo>
                <a:cubicBezTo>
                  <a:pt x="1158442" y="128034"/>
                  <a:pt x="1164414" y="119590"/>
                  <a:pt x="1176357" y="112870"/>
                </a:cubicBezTo>
                <a:cubicBezTo>
                  <a:pt x="1188301" y="106149"/>
                  <a:pt x="1204196" y="101675"/>
                  <a:pt x="1224044" y="99446"/>
                </a:cubicBezTo>
                <a:lnTo>
                  <a:pt x="1224044" y="84613"/>
                </a:lnTo>
                <a:cubicBezTo>
                  <a:pt x="1224044" y="79320"/>
                  <a:pt x="1221920" y="74794"/>
                  <a:pt x="1217671" y="71033"/>
                </a:cubicBezTo>
                <a:cubicBezTo>
                  <a:pt x="1213423" y="67273"/>
                  <a:pt x="1208026" y="65392"/>
                  <a:pt x="1201480" y="65392"/>
                </a:cubicBezTo>
                <a:cubicBezTo>
                  <a:pt x="1195421" y="65392"/>
                  <a:pt x="1190198" y="66641"/>
                  <a:pt x="1185811" y="69140"/>
                </a:cubicBezTo>
                <a:cubicBezTo>
                  <a:pt x="1182677" y="71014"/>
                  <a:pt x="1181110" y="72854"/>
                  <a:pt x="1181110" y="74660"/>
                </a:cubicBezTo>
                <a:cubicBezTo>
                  <a:pt x="1181110" y="75700"/>
                  <a:pt x="1181946" y="77331"/>
                  <a:pt x="1183617" y="79553"/>
                </a:cubicBezTo>
                <a:cubicBezTo>
                  <a:pt x="1185637" y="82330"/>
                  <a:pt x="1186647" y="84795"/>
                  <a:pt x="1186647" y="86947"/>
                </a:cubicBezTo>
                <a:cubicBezTo>
                  <a:pt x="1186647" y="90070"/>
                  <a:pt x="1185637" y="92621"/>
                  <a:pt x="1183617" y="94599"/>
                </a:cubicBezTo>
                <a:cubicBezTo>
                  <a:pt x="1181598" y="96577"/>
                  <a:pt x="1178951" y="97566"/>
                  <a:pt x="1175678" y="97566"/>
                </a:cubicBezTo>
                <a:cubicBezTo>
                  <a:pt x="1172196" y="97566"/>
                  <a:pt x="1169289" y="96382"/>
                  <a:pt x="1166956" y="94014"/>
                </a:cubicBezTo>
                <a:cubicBezTo>
                  <a:pt x="1164623" y="91647"/>
                  <a:pt x="1163456" y="88617"/>
                  <a:pt x="1163456" y="84926"/>
                </a:cubicBezTo>
                <a:cubicBezTo>
                  <a:pt x="1163456" y="78032"/>
                  <a:pt x="1167339" y="71730"/>
                  <a:pt x="1175104" y="66019"/>
                </a:cubicBezTo>
                <a:cubicBezTo>
                  <a:pt x="1182869" y="60309"/>
                  <a:pt x="1193054" y="57453"/>
                  <a:pt x="1205659" y="57453"/>
                </a:cubicBezTo>
                <a:cubicBezTo>
                  <a:pt x="1217288" y="57453"/>
                  <a:pt x="1226168" y="59960"/>
                  <a:pt x="1232296" y="64974"/>
                </a:cubicBezTo>
                <a:cubicBezTo>
                  <a:pt x="1238424" y="70058"/>
                  <a:pt x="1241488" y="76221"/>
                  <a:pt x="1241488" y="83464"/>
                </a:cubicBezTo>
                <a:lnTo>
                  <a:pt x="1241488" y="136948"/>
                </a:lnTo>
                <a:cubicBezTo>
                  <a:pt x="1241488" y="141683"/>
                  <a:pt x="1242255" y="145165"/>
                  <a:pt x="1243787" y="147394"/>
                </a:cubicBezTo>
                <a:cubicBezTo>
                  <a:pt x="1245319" y="149692"/>
                  <a:pt x="1247303" y="150841"/>
                  <a:pt x="1249741" y="150841"/>
                </a:cubicBezTo>
                <a:cubicBezTo>
                  <a:pt x="1252457" y="150841"/>
                  <a:pt x="1255312" y="149727"/>
                  <a:pt x="1258307" y="147498"/>
                </a:cubicBezTo>
                <a:moveTo>
                  <a:pt x="1224044" y="106341"/>
                </a:moveTo>
                <a:cubicBezTo>
                  <a:pt x="1206355" y="108778"/>
                  <a:pt x="1193820" y="112748"/>
                  <a:pt x="1186438" y="118249"/>
                </a:cubicBezTo>
                <a:cubicBezTo>
                  <a:pt x="1180936" y="122428"/>
                  <a:pt x="1178185" y="128347"/>
                  <a:pt x="1178185" y="136008"/>
                </a:cubicBezTo>
                <a:cubicBezTo>
                  <a:pt x="1178185" y="141370"/>
                  <a:pt x="1179613" y="145566"/>
                  <a:pt x="1182468" y="148595"/>
                </a:cubicBezTo>
                <a:cubicBezTo>
                  <a:pt x="1185324" y="151624"/>
                  <a:pt x="1189049" y="153139"/>
                  <a:pt x="1193646" y="153139"/>
                </a:cubicBezTo>
                <a:cubicBezTo>
                  <a:pt x="1201863" y="153139"/>
                  <a:pt x="1208984" y="150023"/>
                  <a:pt x="1215008" y="143790"/>
                </a:cubicBezTo>
                <a:cubicBezTo>
                  <a:pt x="1221032" y="137557"/>
                  <a:pt x="1224044" y="129740"/>
                  <a:pt x="1224044" y="120339"/>
                </a:cubicBezTo>
                <a:lnTo>
                  <a:pt x="1224044" y="106341"/>
                </a:lnTo>
                <a:close/>
                <a:moveTo>
                  <a:pt x="1299536" y="20474"/>
                </a:moveTo>
                <a:lnTo>
                  <a:pt x="1306639" y="20474"/>
                </a:lnTo>
                <a:lnTo>
                  <a:pt x="1306639" y="60378"/>
                </a:lnTo>
                <a:lnTo>
                  <a:pt x="1338291" y="60378"/>
                </a:lnTo>
                <a:lnTo>
                  <a:pt x="1338291" y="69989"/>
                </a:lnTo>
                <a:lnTo>
                  <a:pt x="1306639" y="69989"/>
                </a:lnTo>
                <a:lnTo>
                  <a:pt x="1306639" y="132769"/>
                </a:lnTo>
                <a:cubicBezTo>
                  <a:pt x="1306639" y="138201"/>
                  <a:pt x="1307927" y="142362"/>
                  <a:pt x="1310504" y="145252"/>
                </a:cubicBezTo>
                <a:cubicBezTo>
                  <a:pt x="1313081" y="148142"/>
                  <a:pt x="1316354" y="149587"/>
                  <a:pt x="1320323" y="149587"/>
                </a:cubicBezTo>
                <a:cubicBezTo>
                  <a:pt x="1325059" y="149587"/>
                  <a:pt x="1329098" y="147402"/>
                  <a:pt x="1332441" y="143033"/>
                </a:cubicBezTo>
                <a:cubicBezTo>
                  <a:pt x="1335784" y="138660"/>
                  <a:pt x="1337733" y="131444"/>
                  <a:pt x="1338291" y="121383"/>
                </a:cubicBezTo>
                <a:lnTo>
                  <a:pt x="1345289" y="121383"/>
                </a:lnTo>
                <a:cubicBezTo>
                  <a:pt x="1344872" y="134406"/>
                  <a:pt x="1341912" y="144068"/>
                  <a:pt x="1336410" y="150371"/>
                </a:cubicBezTo>
                <a:cubicBezTo>
                  <a:pt x="1330909" y="156673"/>
                  <a:pt x="1323771" y="159825"/>
                  <a:pt x="1314996" y="159825"/>
                </a:cubicBezTo>
                <a:cubicBezTo>
                  <a:pt x="1306918" y="159825"/>
                  <a:pt x="1300598" y="157611"/>
                  <a:pt x="1296036" y="153185"/>
                </a:cubicBezTo>
                <a:cubicBezTo>
                  <a:pt x="1291475" y="148756"/>
                  <a:pt x="1289194" y="142951"/>
                  <a:pt x="1289194" y="135769"/>
                </a:cubicBezTo>
                <a:lnTo>
                  <a:pt x="1289194" y="69989"/>
                </a:lnTo>
                <a:lnTo>
                  <a:pt x="1272167" y="69989"/>
                </a:lnTo>
                <a:lnTo>
                  <a:pt x="1272167" y="62676"/>
                </a:lnTo>
                <a:cubicBezTo>
                  <a:pt x="1279897" y="61353"/>
                  <a:pt x="1285782" y="58115"/>
                  <a:pt x="1289821" y="52961"/>
                </a:cubicBezTo>
                <a:cubicBezTo>
                  <a:pt x="1295810" y="45231"/>
                  <a:pt x="1299048" y="34402"/>
                  <a:pt x="1299536" y="20474"/>
                </a:cubicBezTo>
                <a:close/>
                <a:moveTo>
                  <a:pt x="1382235" y="1880"/>
                </a:moveTo>
                <a:cubicBezTo>
                  <a:pt x="1385368" y="1880"/>
                  <a:pt x="1388119" y="3070"/>
                  <a:pt x="1390487" y="5448"/>
                </a:cubicBezTo>
                <a:cubicBezTo>
                  <a:pt x="1392855" y="7827"/>
                  <a:pt x="1394039" y="10625"/>
                  <a:pt x="1394039" y="13841"/>
                </a:cubicBezTo>
                <a:cubicBezTo>
                  <a:pt x="1394039" y="16990"/>
                  <a:pt x="1392889" y="19719"/>
                  <a:pt x="1390591" y="22028"/>
                </a:cubicBezTo>
                <a:cubicBezTo>
                  <a:pt x="1388293" y="24335"/>
                  <a:pt x="1385542" y="25488"/>
                  <a:pt x="1382339" y="25488"/>
                </a:cubicBezTo>
                <a:cubicBezTo>
                  <a:pt x="1379136" y="25488"/>
                  <a:pt x="1376367" y="24316"/>
                  <a:pt x="1374034" y="21973"/>
                </a:cubicBezTo>
                <a:cubicBezTo>
                  <a:pt x="1371701" y="19629"/>
                  <a:pt x="1370535" y="16883"/>
                  <a:pt x="1370535" y="13737"/>
                </a:cubicBezTo>
                <a:cubicBezTo>
                  <a:pt x="1370535" y="10590"/>
                  <a:pt x="1371719" y="7827"/>
                  <a:pt x="1374087" y="5448"/>
                </a:cubicBezTo>
                <a:cubicBezTo>
                  <a:pt x="1376454" y="3070"/>
                  <a:pt x="1379170" y="1880"/>
                  <a:pt x="1382235" y="1880"/>
                </a:cubicBezTo>
                <a:moveTo>
                  <a:pt x="1355179" y="60587"/>
                </a:moveTo>
                <a:lnTo>
                  <a:pt x="1394039" y="59334"/>
                </a:lnTo>
                <a:lnTo>
                  <a:pt x="1394039" y="143431"/>
                </a:lnTo>
                <a:cubicBezTo>
                  <a:pt x="1394039" y="145727"/>
                  <a:pt x="1394596" y="147362"/>
                  <a:pt x="1395710" y="148337"/>
                </a:cubicBezTo>
                <a:cubicBezTo>
                  <a:pt x="1397312" y="149728"/>
                  <a:pt x="1399331" y="150423"/>
                  <a:pt x="1401769" y="150423"/>
                </a:cubicBezTo>
                <a:lnTo>
                  <a:pt x="1412841" y="150423"/>
                </a:lnTo>
                <a:lnTo>
                  <a:pt x="1412841" y="158362"/>
                </a:lnTo>
                <a:lnTo>
                  <a:pt x="1357268" y="158362"/>
                </a:lnTo>
                <a:lnTo>
                  <a:pt x="1357268" y="150423"/>
                </a:lnTo>
                <a:lnTo>
                  <a:pt x="1367610" y="150423"/>
                </a:lnTo>
                <a:cubicBezTo>
                  <a:pt x="1370674" y="150423"/>
                  <a:pt x="1372920" y="149678"/>
                  <a:pt x="1374348" y="148187"/>
                </a:cubicBezTo>
                <a:cubicBezTo>
                  <a:pt x="1375775" y="146694"/>
                  <a:pt x="1376489" y="144525"/>
                  <a:pt x="1376489" y="141681"/>
                </a:cubicBezTo>
                <a:lnTo>
                  <a:pt x="1376489" y="80284"/>
                </a:lnTo>
                <a:cubicBezTo>
                  <a:pt x="1376489" y="76400"/>
                  <a:pt x="1375375" y="73469"/>
                  <a:pt x="1373146" y="71493"/>
                </a:cubicBezTo>
                <a:cubicBezTo>
                  <a:pt x="1370918" y="69515"/>
                  <a:pt x="1367610" y="68526"/>
                  <a:pt x="1363223" y="68526"/>
                </a:cubicBezTo>
                <a:lnTo>
                  <a:pt x="1355179" y="68526"/>
                </a:lnTo>
                <a:lnTo>
                  <a:pt x="1355179" y="60587"/>
                </a:lnTo>
                <a:close/>
                <a:moveTo>
                  <a:pt x="1470621" y="57453"/>
                </a:moveTo>
                <a:cubicBezTo>
                  <a:pt x="1483783" y="57453"/>
                  <a:pt x="1494838" y="62212"/>
                  <a:pt x="1503787" y="71728"/>
                </a:cubicBezTo>
                <a:cubicBezTo>
                  <a:pt x="1512736" y="81243"/>
                  <a:pt x="1517210" y="93773"/>
                  <a:pt x="1517210" y="109318"/>
                </a:cubicBezTo>
                <a:cubicBezTo>
                  <a:pt x="1517210" y="120053"/>
                  <a:pt x="1515208" y="129204"/>
                  <a:pt x="1511203" y="136768"/>
                </a:cubicBezTo>
                <a:cubicBezTo>
                  <a:pt x="1507199" y="144331"/>
                  <a:pt x="1501489" y="150308"/>
                  <a:pt x="1494072" y="154699"/>
                </a:cubicBezTo>
                <a:cubicBezTo>
                  <a:pt x="1486655" y="159091"/>
                  <a:pt x="1478664" y="161287"/>
                  <a:pt x="1470098" y="161287"/>
                </a:cubicBezTo>
                <a:cubicBezTo>
                  <a:pt x="1457424" y="161287"/>
                  <a:pt x="1446682" y="156477"/>
                  <a:pt x="1437872" y="146858"/>
                </a:cubicBezTo>
                <a:cubicBezTo>
                  <a:pt x="1429063" y="137237"/>
                  <a:pt x="1424658" y="124758"/>
                  <a:pt x="1424658" y="109422"/>
                </a:cubicBezTo>
                <a:cubicBezTo>
                  <a:pt x="1424658" y="94017"/>
                  <a:pt x="1429080" y="81504"/>
                  <a:pt x="1437924" y="71885"/>
                </a:cubicBezTo>
                <a:cubicBezTo>
                  <a:pt x="1446769" y="62264"/>
                  <a:pt x="1457667" y="57453"/>
                  <a:pt x="1470621" y="57453"/>
                </a:cubicBezTo>
                <a:moveTo>
                  <a:pt x="1470621" y="64974"/>
                </a:moveTo>
                <a:cubicBezTo>
                  <a:pt x="1462821" y="64974"/>
                  <a:pt x="1456414" y="68504"/>
                  <a:pt x="1451400" y="75564"/>
                </a:cubicBezTo>
                <a:cubicBezTo>
                  <a:pt x="1446386" y="82624"/>
                  <a:pt x="1443879" y="93771"/>
                  <a:pt x="1443879" y="109005"/>
                </a:cubicBezTo>
                <a:cubicBezTo>
                  <a:pt x="1443879" y="124517"/>
                  <a:pt x="1446368" y="135855"/>
                  <a:pt x="1451348" y="143019"/>
                </a:cubicBezTo>
                <a:cubicBezTo>
                  <a:pt x="1456327" y="150184"/>
                  <a:pt x="1462751" y="153766"/>
                  <a:pt x="1470621" y="153766"/>
                </a:cubicBezTo>
                <a:cubicBezTo>
                  <a:pt x="1478768" y="153766"/>
                  <a:pt x="1485367" y="150184"/>
                  <a:pt x="1490416" y="143019"/>
                </a:cubicBezTo>
                <a:cubicBezTo>
                  <a:pt x="1495465" y="135855"/>
                  <a:pt x="1497989" y="124135"/>
                  <a:pt x="1497989" y="107859"/>
                </a:cubicBezTo>
                <a:cubicBezTo>
                  <a:pt x="1497989" y="92764"/>
                  <a:pt x="1495500" y="81844"/>
                  <a:pt x="1490520" y="75097"/>
                </a:cubicBezTo>
                <a:cubicBezTo>
                  <a:pt x="1485541" y="68349"/>
                  <a:pt x="1478908" y="64974"/>
                  <a:pt x="1470621" y="64974"/>
                </a:cubicBezTo>
                <a:close/>
                <a:moveTo>
                  <a:pt x="1531416" y="60378"/>
                </a:moveTo>
                <a:lnTo>
                  <a:pt x="1563904" y="58498"/>
                </a:lnTo>
                <a:cubicBezTo>
                  <a:pt x="1565227" y="64622"/>
                  <a:pt x="1566202" y="71790"/>
                  <a:pt x="1566828" y="80004"/>
                </a:cubicBezTo>
                <a:cubicBezTo>
                  <a:pt x="1571216" y="72905"/>
                  <a:pt x="1576387" y="67581"/>
                  <a:pt x="1582341" y="64031"/>
                </a:cubicBezTo>
                <a:cubicBezTo>
                  <a:pt x="1588295" y="60482"/>
                  <a:pt x="1595033" y="58707"/>
                  <a:pt x="1602554" y="58707"/>
                </a:cubicBezTo>
                <a:cubicBezTo>
                  <a:pt x="1609030" y="58707"/>
                  <a:pt x="1614462" y="59977"/>
                  <a:pt x="1618850" y="62516"/>
                </a:cubicBezTo>
                <a:cubicBezTo>
                  <a:pt x="1623237" y="65054"/>
                  <a:pt x="1626754" y="69071"/>
                  <a:pt x="1629400" y="74568"/>
                </a:cubicBezTo>
                <a:cubicBezTo>
                  <a:pt x="1632047" y="80064"/>
                  <a:pt x="1633370" y="86219"/>
                  <a:pt x="1633370" y="93035"/>
                </a:cubicBezTo>
                <a:lnTo>
                  <a:pt x="1633370" y="140614"/>
                </a:lnTo>
                <a:cubicBezTo>
                  <a:pt x="1633370" y="144163"/>
                  <a:pt x="1634171" y="146685"/>
                  <a:pt x="1635772" y="148180"/>
                </a:cubicBezTo>
                <a:cubicBezTo>
                  <a:pt x="1637374" y="149676"/>
                  <a:pt x="1640055" y="150423"/>
                  <a:pt x="1643816" y="150423"/>
                </a:cubicBezTo>
                <a:lnTo>
                  <a:pt x="1650710" y="150423"/>
                </a:lnTo>
                <a:lnTo>
                  <a:pt x="1650710" y="158362"/>
                </a:lnTo>
                <a:lnTo>
                  <a:pt x="1599107" y="158362"/>
                </a:lnTo>
                <a:lnTo>
                  <a:pt x="1599107" y="150423"/>
                </a:lnTo>
                <a:lnTo>
                  <a:pt x="1604016" y="150423"/>
                </a:lnTo>
                <a:cubicBezTo>
                  <a:pt x="1608613" y="150423"/>
                  <a:pt x="1611816" y="149693"/>
                  <a:pt x="1613627" y="148233"/>
                </a:cubicBezTo>
                <a:cubicBezTo>
                  <a:pt x="1615437" y="146772"/>
                  <a:pt x="1616343" y="144581"/>
                  <a:pt x="1616343" y="141658"/>
                </a:cubicBezTo>
                <a:lnTo>
                  <a:pt x="1616343" y="99825"/>
                </a:lnTo>
                <a:cubicBezTo>
                  <a:pt x="1616343" y="90715"/>
                  <a:pt x="1614950" y="83969"/>
                  <a:pt x="1612164" y="79586"/>
                </a:cubicBezTo>
                <a:cubicBezTo>
                  <a:pt x="1608264" y="73327"/>
                  <a:pt x="1602345" y="70197"/>
                  <a:pt x="1594406" y="70197"/>
                </a:cubicBezTo>
                <a:cubicBezTo>
                  <a:pt x="1586537" y="70197"/>
                  <a:pt x="1579973" y="73362"/>
                  <a:pt x="1574715" y="79690"/>
                </a:cubicBezTo>
                <a:cubicBezTo>
                  <a:pt x="1569457" y="86019"/>
                  <a:pt x="1566828" y="94260"/>
                  <a:pt x="1566828" y="104415"/>
                </a:cubicBezTo>
                <a:lnTo>
                  <a:pt x="1566828" y="140617"/>
                </a:lnTo>
                <a:cubicBezTo>
                  <a:pt x="1566828" y="144164"/>
                  <a:pt x="1567647" y="146685"/>
                  <a:pt x="1569283" y="148180"/>
                </a:cubicBezTo>
                <a:cubicBezTo>
                  <a:pt x="1570920" y="149676"/>
                  <a:pt x="1573618" y="150423"/>
                  <a:pt x="1577379" y="150423"/>
                </a:cubicBezTo>
                <a:lnTo>
                  <a:pt x="1584169" y="150423"/>
                </a:lnTo>
                <a:lnTo>
                  <a:pt x="1584169" y="158362"/>
                </a:lnTo>
                <a:lnTo>
                  <a:pt x="1532356" y="158362"/>
                </a:lnTo>
                <a:lnTo>
                  <a:pt x="1532356" y="150423"/>
                </a:lnTo>
                <a:lnTo>
                  <a:pt x="1539146" y="150423"/>
                </a:lnTo>
                <a:cubicBezTo>
                  <a:pt x="1542559" y="150423"/>
                  <a:pt x="1545153" y="149728"/>
                  <a:pt x="1546929" y="148337"/>
                </a:cubicBezTo>
                <a:cubicBezTo>
                  <a:pt x="1548705" y="146947"/>
                  <a:pt x="1549592" y="145208"/>
                  <a:pt x="1549592" y="143121"/>
                </a:cubicBezTo>
                <a:lnTo>
                  <a:pt x="1549592" y="80000"/>
                </a:lnTo>
                <a:cubicBezTo>
                  <a:pt x="1549592" y="75829"/>
                  <a:pt x="1548461" y="72664"/>
                  <a:pt x="1546197" y="70508"/>
                </a:cubicBezTo>
                <a:cubicBezTo>
                  <a:pt x="1543934" y="68351"/>
                  <a:pt x="1540678" y="67273"/>
                  <a:pt x="1536430" y="67273"/>
                </a:cubicBezTo>
                <a:lnTo>
                  <a:pt x="1531416" y="67273"/>
                </a:lnTo>
                <a:lnTo>
                  <a:pt x="1531416" y="60378"/>
                </a:lnTo>
                <a:close/>
                <a:moveTo>
                  <a:pt x="1766920" y="57453"/>
                </a:moveTo>
                <a:cubicBezTo>
                  <a:pt x="1780082" y="57453"/>
                  <a:pt x="1791138" y="62212"/>
                  <a:pt x="1800087" y="71728"/>
                </a:cubicBezTo>
                <a:cubicBezTo>
                  <a:pt x="1809035" y="81243"/>
                  <a:pt x="1813510" y="93773"/>
                  <a:pt x="1813510" y="109318"/>
                </a:cubicBezTo>
                <a:cubicBezTo>
                  <a:pt x="1813510" y="120053"/>
                  <a:pt x="1811508" y="129204"/>
                  <a:pt x="1807503" y="136768"/>
                </a:cubicBezTo>
                <a:cubicBezTo>
                  <a:pt x="1803499" y="144331"/>
                  <a:pt x="1797789" y="150308"/>
                  <a:pt x="1790372" y="154699"/>
                </a:cubicBezTo>
                <a:cubicBezTo>
                  <a:pt x="1782955" y="159091"/>
                  <a:pt x="1774964" y="161287"/>
                  <a:pt x="1766398" y="161287"/>
                </a:cubicBezTo>
                <a:cubicBezTo>
                  <a:pt x="1753724" y="161287"/>
                  <a:pt x="1742982" y="156477"/>
                  <a:pt x="1734172" y="146858"/>
                </a:cubicBezTo>
                <a:cubicBezTo>
                  <a:pt x="1725363" y="137237"/>
                  <a:pt x="1720958" y="124758"/>
                  <a:pt x="1720958" y="109422"/>
                </a:cubicBezTo>
                <a:cubicBezTo>
                  <a:pt x="1720958" y="94017"/>
                  <a:pt x="1725380" y="81504"/>
                  <a:pt x="1734224" y="71885"/>
                </a:cubicBezTo>
                <a:cubicBezTo>
                  <a:pt x="1743069" y="62264"/>
                  <a:pt x="1753967" y="57453"/>
                  <a:pt x="1766920" y="57453"/>
                </a:cubicBezTo>
                <a:moveTo>
                  <a:pt x="1766920" y="64974"/>
                </a:moveTo>
                <a:cubicBezTo>
                  <a:pt x="1759121" y="64974"/>
                  <a:pt x="1752714" y="68504"/>
                  <a:pt x="1747700" y="75564"/>
                </a:cubicBezTo>
                <a:cubicBezTo>
                  <a:pt x="1742686" y="82624"/>
                  <a:pt x="1740179" y="93771"/>
                  <a:pt x="1740179" y="109005"/>
                </a:cubicBezTo>
                <a:cubicBezTo>
                  <a:pt x="1740179" y="124517"/>
                  <a:pt x="1742668" y="135855"/>
                  <a:pt x="1747648" y="143019"/>
                </a:cubicBezTo>
                <a:cubicBezTo>
                  <a:pt x="1752627" y="150184"/>
                  <a:pt x="1759051" y="153766"/>
                  <a:pt x="1766920" y="153766"/>
                </a:cubicBezTo>
                <a:cubicBezTo>
                  <a:pt x="1775068" y="153766"/>
                  <a:pt x="1781667" y="150184"/>
                  <a:pt x="1786716" y="143019"/>
                </a:cubicBezTo>
                <a:cubicBezTo>
                  <a:pt x="1791765" y="135855"/>
                  <a:pt x="1794289" y="124135"/>
                  <a:pt x="1794289" y="107859"/>
                </a:cubicBezTo>
                <a:cubicBezTo>
                  <a:pt x="1794289" y="92764"/>
                  <a:pt x="1791799" y="81844"/>
                  <a:pt x="1786820" y="75097"/>
                </a:cubicBezTo>
                <a:cubicBezTo>
                  <a:pt x="1781841" y="68349"/>
                  <a:pt x="1775208" y="64974"/>
                  <a:pt x="1766920" y="64974"/>
                </a:cubicBezTo>
                <a:close/>
                <a:moveTo>
                  <a:pt x="1861144" y="60378"/>
                </a:moveTo>
                <a:lnTo>
                  <a:pt x="1885587" y="60378"/>
                </a:lnTo>
                <a:lnTo>
                  <a:pt x="1885587" y="69780"/>
                </a:lnTo>
                <a:lnTo>
                  <a:pt x="1861144" y="69780"/>
                </a:lnTo>
                <a:lnTo>
                  <a:pt x="1861144" y="140953"/>
                </a:lnTo>
                <a:cubicBezTo>
                  <a:pt x="1861144" y="144213"/>
                  <a:pt x="1861910" y="146503"/>
                  <a:pt x="1863442" y="147821"/>
                </a:cubicBezTo>
                <a:cubicBezTo>
                  <a:pt x="1865531" y="149556"/>
                  <a:pt x="1868456" y="150423"/>
                  <a:pt x="1872216" y="150423"/>
                </a:cubicBezTo>
                <a:lnTo>
                  <a:pt x="1885587" y="150423"/>
                </a:lnTo>
                <a:lnTo>
                  <a:pt x="1885587" y="158362"/>
                </a:lnTo>
                <a:lnTo>
                  <a:pt x="1825627" y="158362"/>
                </a:lnTo>
                <a:lnTo>
                  <a:pt x="1825627" y="150423"/>
                </a:lnTo>
                <a:lnTo>
                  <a:pt x="1833879" y="150423"/>
                </a:lnTo>
                <a:cubicBezTo>
                  <a:pt x="1837570" y="150423"/>
                  <a:pt x="1840147" y="149799"/>
                  <a:pt x="1841609" y="148549"/>
                </a:cubicBezTo>
                <a:cubicBezTo>
                  <a:pt x="1843072" y="147300"/>
                  <a:pt x="1843803" y="145358"/>
                  <a:pt x="1843803" y="142722"/>
                </a:cubicBezTo>
                <a:lnTo>
                  <a:pt x="1843803" y="69780"/>
                </a:lnTo>
                <a:lnTo>
                  <a:pt x="1826881" y="69780"/>
                </a:lnTo>
                <a:lnTo>
                  <a:pt x="1826881" y="60378"/>
                </a:lnTo>
                <a:lnTo>
                  <a:pt x="1843803" y="60378"/>
                </a:lnTo>
                <a:lnTo>
                  <a:pt x="1843803" y="52857"/>
                </a:lnTo>
                <a:cubicBezTo>
                  <a:pt x="1843803" y="35689"/>
                  <a:pt x="1847390" y="22587"/>
                  <a:pt x="1854563" y="13554"/>
                </a:cubicBezTo>
                <a:cubicBezTo>
                  <a:pt x="1861736" y="4518"/>
                  <a:pt x="1870615" y="0"/>
                  <a:pt x="1881200" y="0"/>
                </a:cubicBezTo>
                <a:cubicBezTo>
                  <a:pt x="1889069" y="0"/>
                  <a:pt x="1895215" y="1915"/>
                  <a:pt x="1899637" y="5745"/>
                </a:cubicBezTo>
                <a:cubicBezTo>
                  <a:pt x="1904059" y="9576"/>
                  <a:pt x="1906271" y="14590"/>
                  <a:pt x="1906271" y="20788"/>
                </a:cubicBezTo>
                <a:cubicBezTo>
                  <a:pt x="1906271" y="24827"/>
                  <a:pt x="1905209" y="28013"/>
                  <a:pt x="1903084" y="30346"/>
                </a:cubicBezTo>
                <a:cubicBezTo>
                  <a:pt x="1900960" y="32679"/>
                  <a:pt x="1898262" y="33845"/>
                  <a:pt x="1894989" y="33845"/>
                </a:cubicBezTo>
                <a:cubicBezTo>
                  <a:pt x="1892064" y="33845"/>
                  <a:pt x="1889644" y="32909"/>
                  <a:pt x="1887729" y="31038"/>
                </a:cubicBezTo>
                <a:cubicBezTo>
                  <a:pt x="1885814" y="29164"/>
                  <a:pt x="1884856" y="26805"/>
                  <a:pt x="1884856" y="23961"/>
                </a:cubicBezTo>
                <a:cubicBezTo>
                  <a:pt x="1884856" y="20701"/>
                  <a:pt x="1886110" y="18030"/>
                  <a:pt x="1888617" y="15950"/>
                </a:cubicBezTo>
                <a:cubicBezTo>
                  <a:pt x="1890636" y="14285"/>
                  <a:pt x="1891646" y="13036"/>
                  <a:pt x="1891646" y="12202"/>
                </a:cubicBezTo>
                <a:cubicBezTo>
                  <a:pt x="1891646" y="11023"/>
                  <a:pt x="1890863" y="9948"/>
                  <a:pt x="1889296" y="8977"/>
                </a:cubicBezTo>
                <a:cubicBezTo>
                  <a:pt x="1887729" y="8006"/>
                  <a:pt x="1885378" y="7521"/>
                  <a:pt x="1882245" y="7521"/>
                </a:cubicBezTo>
                <a:cubicBezTo>
                  <a:pt x="1876325" y="7521"/>
                  <a:pt x="1871328" y="10140"/>
                  <a:pt x="1867255" y="15379"/>
                </a:cubicBezTo>
                <a:cubicBezTo>
                  <a:pt x="1863181" y="20615"/>
                  <a:pt x="1861144" y="28400"/>
                  <a:pt x="1861144" y="38735"/>
                </a:cubicBezTo>
                <a:lnTo>
                  <a:pt x="1861144" y="60378"/>
                </a:lnTo>
                <a:close/>
                <a:moveTo>
                  <a:pt x="1965430" y="3761"/>
                </a:moveTo>
                <a:lnTo>
                  <a:pt x="2087857" y="3761"/>
                </a:lnTo>
                <a:lnTo>
                  <a:pt x="2090782" y="55991"/>
                </a:lnTo>
                <a:lnTo>
                  <a:pt x="2083783" y="55991"/>
                </a:lnTo>
                <a:cubicBezTo>
                  <a:pt x="2080998" y="39556"/>
                  <a:pt x="2076593" y="28065"/>
                  <a:pt x="2070569" y="21519"/>
                </a:cubicBezTo>
                <a:cubicBezTo>
                  <a:pt x="2064545" y="14973"/>
                  <a:pt x="2056693" y="11700"/>
                  <a:pt x="2047013" y="11700"/>
                </a:cubicBezTo>
                <a:lnTo>
                  <a:pt x="2016720" y="11700"/>
                </a:lnTo>
                <a:cubicBezTo>
                  <a:pt x="2014282" y="11700"/>
                  <a:pt x="2012437" y="12359"/>
                  <a:pt x="2011183" y="13678"/>
                </a:cubicBezTo>
                <a:cubicBezTo>
                  <a:pt x="2009930" y="14997"/>
                  <a:pt x="2009303" y="17010"/>
                  <a:pt x="2009303" y="19717"/>
                </a:cubicBezTo>
                <a:lnTo>
                  <a:pt x="2009303" y="74585"/>
                </a:lnTo>
                <a:lnTo>
                  <a:pt x="2022570" y="74585"/>
                </a:lnTo>
                <a:cubicBezTo>
                  <a:pt x="2029673" y="74585"/>
                  <a:pt x="2035436" y="72034"/>
                  <a:pt x="2039858" y="66933"/>
                </a:cubicBezTo>
                <a:cubicBezTo>
                  <a:pt x="2044280" y="61832"/>
                  <a:pt x="2046665" y="54006"/>
                  <a:pt x="2047013" y="43456"/>
                </a:cubicBezTo>
                <a:lnTo>
                  <a:pt x="2054221" y="43456"/>
                </a:lnTo>
                <a:lnTo>
                  <a:pt x="2054221" y="115324"/>
                </a:lnTo>
                <a:lnTo>
                  <a:pt x="2047013" y="115324"/>
                </a:lnTo>
                <a:cubicBezTo>
                  <a:pt x="2046665" y="103449"/>
                  <a:pt x="2044245" y="94944"/>
                  <a:pt x="2039753" y="89810"/>
                </a:cubicBezTo>
                <a:cubicBezTo>
                  <a:pt x="2035261" y="84674"/>
                  <a:pt x="2029151" y="82106"/>
                  <a:pt x="2021420" y="82106"/>
                </a:cubicBezTo>
                <a:lnTo>
                  <a:pt x="2009303" y="82106"/>
                </a:lnTo>
                <a:lnTo>
                  <a:pt x="2009303" y="143529"/>
                </a:lnTo>
                <a:cubicBezTo>
                  <a:pt x="2009303" y="145757"/>
                  <a:pt x="2010052" y="147463"/>
                  <a:pt x="2011549" y="148647"/>
                </a:cubicBezTo>
                <a:cubicBezTo>
                  <a:pt x="2013046" y="149831"/>
                  <a:pt x="2015536" y="150423"/>
                  <a:pt x="2019018" y="150423"/>
                </a:cubicBezTo>
                <a:lnTo>
                  <a:pt x="2042939" y="150423"/>
                </a:lnTo>
                <a:cubicBezTo>
                  <a:pt x="2068915" y="150423"/>
                  <a:pt x="2083888" y="133849"/>
                  <a:pt x="2087857" y="100700"/>
                </a:cubicBezTo>
                <a:lnTo>
                  <a:pt x="2095379" y="100700"/>
                </a:lnTo>
                <a:lnTo>
                  <a:pt x="2092767" y="158362"/>
                </a:lnTo>
                <a:lnTo>
                  <a:pt x="1965430" y="158362"/>
                </a:lnTo>
                <a:lnTo>
                  <a:pt x="1965430" y="150423"/>
                </a:lnTo>
                <a:lnTo>
                  <a:pt x="1975980" y="150423"/>
                </a:lnTo>
                <a:cubicBezTo>
                  <a:pt x="1980089" y="150423"/>
                  <a:pt x="1982979" y="149710"/>
                  <a:pt x="1984650" y="148285"/>
                </a:cubicBezTo>
                <a:cubicBezTo>
                  <a:pt x="1986322" y="146857"/>
                  <a:pt x="1987157" y="144787"/>
                  <a:pt x="1987157" y="142073"/>
                </a:cubicBezTo>
                <a:lnTo>
                  <a:pt x="1987157" y="19737"/>
                </a:lnTo>
                <a:cubicBezTo>
                  <a:pt x="1987157" y="17023"/>
                  <a:pt x="1986426" y="15005"/>
                  <a:pt x="1984964" y="13684"/>
                </a:cubicBezTo>
                <a:cubicBezTo>
                  <a:pt x="1983501" y="12361"/>
                  <a:pt x="1981203" y="11700"/>
                  <a:pt x="1978069" y="11700"/>
                </a:cubicBezTo>
                <a:lnTo>
                  <a:pt x="1965430" y="11700"/>
                </a:lnTo>
                <a:lnTo>
                  <a:pt x="1965430" y="3761"/>
                </a:lnTo>
                <a:close/>
                <a:moveTo>
                  <a:pt x="2168360" y="3970"/>
                </a:moveTo>
                <a:lnTo>
                  <a:pt x="2206593" y="2089"/>
                </a:lnTo>
                <a:lnTo>
                  <a:pt x="2206593" y="135913"/>
                </a:lnTo>
                <a:cubicBezTo>
                  <a:pt x="2206593" y="141132"/>
                  <a:pt x="2207585" y="144855"/>
                  <a:pt x="2209570" y="147084"/>
                </a:cubicBezTo>
                <a:cubicBezTo>
                  <a:pt x="2211554" y="149310"/>
                  <a:pt x="2214532" y="150423"/>
                  <a:pt x="2218501" y="150423"/>
                </a:cubicBezTo>
                <a:lnTo>
                  <a:pt x="2225291" y="150423"/>
                </a:lnTo>
                <a:lnTo>
                  <a:pt x="2225291" y="158362"/>
                </a:lnTo>
                <a:lnTo>
                  <a:pt x="2191864" y="158362"/>
                </a:lnTo>
                <a:lnTo>
                  <a:pt x="2189357" y="138498"/>
                </a:lnTo>
                <a:cubicBezTo>
                  <a:pt x="2185387" y="145573"/>
                  <a:pt x="2180739" y="150896"/>
                  <a:pt x="2175411" y="154468"/>
                </a:cubicBezTo>
                <a:cubicBezTo>
                  <a:pt x="2170084" y="158039"/>
                  <a:pt x="2164112" y="159825"/>
                  <a:pt x="2157496" y="159825"/>
                </a:cubicBezTo>
                <a:cubicBezTo>
                  <a:pt x="2146354" y="159825"/>
                  <a:pt x="2136865" y="155154"/>
                  <a:pt x="2129031" y="145814"/>
                </a:cubicBezTo>
                <a:cubicBezTo>
                  <a:pt x="2121196" y="136471"/>
                  <a:pt x="2117279" y="124132"/>
                  <a:pt x="2117279" y="108796"/>
                </a:cubicBezTo>
                <a:cubicBezTo>
                  <a:pt x="2117279" y="92204"/>
                  <a:pt x="2122293" y="78959"/>
                  <a:pt x="2132321" y="69061"/>
                </a:cubicBezTo>
                <a:cubicBezTo>
                  <a:pt x="2140191" y="61323"/>
                  <a:pt x="2149244" y="57453"/>
                  <a:pt x="2159481" y="57453"/>
                </a:cubicBezTo>
                <a:cubicBezTo>
                  <a:pt x="2165749" y="57453"/>
                  <a:pt x="2171372" y="59030"/>
                  <a:pt x="2176351" y="62183"/>
                </a:cubicBezTo>
                <a:cubicBezTo>
                  <a:pt x="2181331" y="65337"/>
                  <a:pt x="2185666" y="70102"/>
                  <a:pt x="2189357" y="76478"/>
                </a:cubicBezTo>
                <a:lnTo>
                  <a:pt x="2189357" y="21385"/>
                </a:lnTo>
                <a:cubicBezTo>
                  <a:pt x="2189357" y="18469"/>
                  <a:pt x="2188225" y="16161"/>
                  <a:pt x="2185962" y="14461"/>
                </a:cubicBezTo>
                <a:cubicBezTo>
                  <a:pt x="2183698" y="12759"/>
                  <a:pt x="2180164" y="11909"/>
                  <a:pt x="2175359" y="11909"/>
                </a:cubicBezTo>
                <a:lnTo>
                  <a:pt x="2168360" y="11909"/>
                </a:lnTo>
                <a:lnTo>
                  <a:pt x="2168360" y="3970"/>
                </a:lnTo>
                <a:moveTo>
                  <a:pt x="2162301" y="66228"/>
                </a:moveTo>
                <a:cubicBezTo>
                  <a:pt x="2154780" y="66228"/>
                  <a:pt x="2148809" y="69331"/>
                  <a:pt x="2144386" y="75538"/>
                </a:cubicBezTo>
                <a:cubicBezTo>
                  <a:pt x="2139964" y="81743"/>
                  <a:pt x="2137753" y="92201"/>
                  <a:pt x="2137753" y="106912"/>
                </a:cubicBezTo>
                <a:cubicBezTo>
                  <a:pt x="2137753" y="122881"/>
                  <a:pt x="2140016" y="134126"/>
                  <a:pt x="2144543" y="140646"/>
                </a:cubicBezTo>
                <a:cubicBezTo>
                  <a:pt x="2149070" y="147164"/>
                  <a:pt x="2154885" y="150423"/>
                  <a:pt x="2161988" y="150423"/>
                </a:cubicBezTo>
                <a:cubicBezTo>
                  <a:pt x="2169579" y="150423"/>
                  <a:pt x="2176073" y="146780"/>
                  <a:pt x="2181470" y="139494"/>
                </a:cubicBezTo>
                <a:cubicBezTo>
                  <a:pt x="2186867" y="132208"/>
                  <a:pt x="2189566" y="121557"/>
                  <a:pt x="2189566" y="107542"/>
                </a:cubicBezTo>
                <a:cubicBezTo>
                  <a:pt x="2189566" y="94293"/>
                  <a:pt x="2186675" y="83869"/>
                  <a:pt x="2180895" y="76269"/>
                </a:cubicBezTo>
                <a:cubicBezTo>
                  <a:pt x="2175881" y="69575"/>
                  <a:pt x="2169683" y="66228"/>
                  <a:pt x="2162301" y="66228"/>
                </a:cubicBezTo>
                <a:close/>
                <a:moveTo>
                  <a:pt x="2261294" y="1880"/>
                </a:moveTo>
                <a:cubicBezTo>
                  <a:pt x="2264428" y="1880"/>
                  <a:pt x="2267179" y="3070"/>
                  <a:pt x="2269547" y="5448"/>
                </a:cubicBezTo>
                <a:cubicBezTo>
                  <a:pt x="2271915" y="7827"/>
                  <a:pt x="2273098" y="10625"/>
                  <a:pt x="2273098" y="13841"/>
                </a:cubicBezTo>
                <a:cubicBezTo>
                  <a:pt x="2273098" y="16990"/>
                  <a:pt x="2271949" y="19719"/>
                  <a:pt x="2269651" y="22028"/>
                </a:cubicBezTo>
                <a:cubicBezTo>
                  <a:pt x="2267353" y="24335"/>
                  <a:pt x="2264602" y="25488"/>
                  <a:pt x="2261399" y="25488"/>
                </a:cubicBezTo>
                <a:cubicBezTo>
                  <a:pt x="2258195" y="25488"/>
                  <a:pt x="2255427" y="24316"/>
                  <a:pt x="2253094" y="21973"/>
                </a:cubicBezTo>
                <a:cubicBezTo>
                  <a:pt x="2250761" y="19629"/>
                  <a:pt x="2249595" y="16883"/>
                  <a:pt x="2249595" y="13737"/>
                </a:cubicBezTo>
                <a:cubicBezTo>
                  <a:pt x="2249595" y="10590"/>
                  <a:pt x="2250779" y="7827"/>
                  <a:pt x="2253146" y="5448"/>
                </a:cubicBezTo>
                <a:cubicBezTo>
                  <a:pt x="2255514" y="3070"/>
                  <a:pt x="2258230" y="1880"/>
                  <a:pt x="2261294" y="1880"/>
                </a:cubicBezTo>
                <a:moveTo>
                  <a:pt x="2234239" y="60587"/>
                </a:moveTo>
                <a:lnTo>
                  <a:pt x="2273098" y="59334"/>
                </a:lnTo>
                <a:lnTo>
                  <a:pt x="2273098" y="143431"/>
                </a:lnTo>
                <a:cubicBezTo>
                  <a:pt x="2273098" y="145727"/>
                  <a:pt x="2273656" y="147362"/>
                  <a:pt x="2274770" y="148337"/>
                </a:cubicBezTo>
                <a:cubicBezTo>
                  <a:pt x="2276372" y="149728"/>
                  <a:pt x="2278391" y="150423"/>
                  <a:pt x="2280829" y="150423"/>
                </a:cubicBezTo>
                <a:lnTo>
                  <a:pt x="2291901" y="150423"/>
                </a:lnTo>
                <a:lnTo>
                  <a:pt x="2291901" y="158362"/>
                </a:lnTo>
                <a:lnTo>
                  <a:pt x="2236328" y="158362"/>
                </a:lnTo>
                <a:lnTo>
                  <a:pt x="2236328" y="150423"/>
                </a:lnTo>
                <a:lnTo>
                  <a:pt x="2246670" y="150423"/>
                </a:lnTo>
                <a:cubicBezTo>
                  <a:pt x="2249734" y="150423"/>
                  <a:pt x="2251980" y="149678"/>
                  <a:pt x="2253408" y="148187"/>
                </a:cubicBezTo>
                <a:cubicBezTo>
                  <a:pt x="2254835" y="146694"/>
                  <a:pt x="2255549" y="144525"/>
                  <a:pt x="2255549" y="141681"/>
                </a:cubicBezTo>
                <a:lnTo>
                  <a:pt x="2255549" y="80284"/>
                </a:lnTo>
                <a:cubicBezTo>
                  <a:pt x="2255549" y="76400"/>
                  <a:pt x="2254435" y="73469"/>
                  <a:pt x="2252206" y="71493"/>
                </a:cubicBezTo>
                <a:cubicBezTo>
                  <a:pt x="2249978" y="69515"/>
                  <a:pt x="2246670" y="68526"/>
                  <a:pt x="2242283" y="68526"/>
                </a:cubicBezTo>
                <a:lnTo>
                  <a:pt x="2234239" y="68526"/>
                </a:lnTo>
                <a:lnTo>
                  <a:pt x="2234239" y="60587"/>
                </a:lnTo>
                <a:close/>
                <a:moveTo>
                  <a:pt x="2329205" y="20474"/>
                </a:moveTo>
                <a:lnTo>
                  <a:pt x="2336308" y="20474"/>
                </a:lnTo>
                <a:lnTo>
                  <a:pt x="2336308" y="60378"/>
                </a:lnTo>
                <a:lnTo>
                  <a:pt x="2367960" y="60378"/>
                </a:lnTo>
                <a:lnTo>
                  <a:pt x="2367960" y="69989"/>
                </a:lnTo>
                <a:lnTo>
                  <a:pt x="2336308" y="69989"/>
                </a:lnTo>
                <a:lnTo>
                  <a:pt x="2336308" y="132769"/>
                </a:lnTo>
                <a:cubicBezTo>
                  <a:pt x="2336308" y="138201"/>
                  <a:pt x="2337597" y="142362"/>
                  <a:pt x="2340173" y="145252"/>
                </a:cubicBezTo>
                <a:cubicBezTo>
                  <a:pt x="2342750" y="148142"/>
                  <a:pt x="2346023" y="149587"/>
                  <a:pt x="2349993" y="149587"/>
                </a:cubicBezTo>
                <a:cubicBezTo>
                  <a:pt x="2354728" y="149587"/>
                  <a:pt x="2358767" y="147402"/>
                  <a:pt x="2362110" y="143033"/>
                </a:cubicBezTo>
                <a:cubicBezTo>
                  <a:pt x="2365453" y="138660"/>
                  <a:pt x="2367403" y="131444"/>
                  <a:pt x="2367960" y="121383"/>
                </a:cubicBezTo>
                <a:lnTo>
                  <a:pt x="2374959" y="121383"/>
                </a:lnTo>
                <a:cubicBezTo>
                  <a:pt x="2374541" y="134406"/>
                  <a:pt x="2371581" y="144068"/>
                  <a:pt x="2366080" y="150371"/>
                </a:cubicBezTo>
                <a:cubicBezTo>
                  <a:pt x="2360578" y="156673"/>
                  <a:pt x="2353440" y="159825"/>
                  <a:pt x="2344665" y="159825"/>
                </a:cubicBezTo>
                <a:cubicBezTo>
                  <a:pt x="2336587" y="159825"/>
                  <a:pt x="2330267" y="157611"/>
                  <a:pt x="2325706" y="153185"/>
                </a:cubicBezTo>
                <a:cubicBezTo>
                  <a:pt x="2321144" y="148756"/>
                  <a:pt x="2318864" y="142951"/>
                  <a:pt x="2318864" y="135769"/>
                </a:cubicBezTo>
                <a:lnTo>
                  <a:pt x="2318864" y="69989"/>
                </a:lnTo>
                <a:lnTo>
                  <a:pt x="2301836" y="69989"/>
                </a:lnTo>
                <a:lnTo>
                  <a:pt x="2301836" y="62676"/>
                </a:lnTo>
                <a:cubicBezTo>
                  <a:pt x="2309567" y="61353"/>
                  <a:pt x="2315451" y="58115"/>
                  <a:pt x="2319490" y="52961"/>
                </a:cubicBezTo>
                <a:cubicBezTo>
                  <a:pt x="2325479" y="45231"/>
                  <a:pt x="2328718" y="34402"/>
                  <a:pt x="2329205" y="20474"/>
                </a:cubicBezTo>
                <a:close/>
                <a:moveTo>
                  <a:pt x="2412546" y="1880"/>
                </a:moveTo>
                <a:cubicBezTo>
                  <a:pt x="2415680" y="1880"/>
                  <a:pt x="2418431" y="3070"/>
                  <a:pt x="2420799" y="5448"/>
                </a:cubicBezTo>
                <a:cubicBezTo>
                  <a:pt x="2423166" y="7827"/>
                  <a:pt x="2424350" y="10625"/>
                  <a:pt x="2424350" y="13841"/>
                </a:cubicBezTo>
                <a:cubicBezTo>
                  <a:pt x="2424350" y="16990"/>
                  <a:pt x="2423201" y="19719"/>
                  <a:pt x="2420903" y="22028"/>
                </a:cubicBezTo>
                <a:cubicBezTo>
                  <a:pt x="2418605" y="24335"/>
                  <a:pt x="2415854" y="25488"/>
                  <a:pt x="2412651" y="25488"/>
                </a:cubicBezTo>
                <a:cubicBezTo>
                  <a:pt x="2409447" y="25488"/>
                  <a:pt x="2406679" y="24316"/>
                  <a:pt x="2404346" y="21973"/>
                </a:cubicBezTo>
                <a:cubicBezTo>
                  <a:pt x="2402013" y="19629"/>
                  <a:pt x="2400847" y="16883"/>
                  <a:pt x="2400847" y="13737"/>
                </a:cubicBezTo>
                <a:cubicBezTo>
                  <a:pt x="2400847" y="10590"/>
                  <a:pt x="2402030" y="7827"/>
                  <a:pt x="2404398" y="5448"/>
                </a:cubicBezTo>
                <a:cubicBezTo>
                  <a:pt x="2406766" y="3070"/>
                  <a:pt x="2409482" y="1880"/>
                  <a:pt x="2412546" y="1880"/>
                </a:cubicBezTo>
                <a:moveTo>
                  <a:pt x="2385491" y="60587"/>
                </a:moveTo>
                <a:lnTo>
                  <a:pt x="2424350" y="59334"/>
                </a:lnTo>
                <a:lnTo>
                  <a:pt x="2424350" y="143431"/>
                </a:lnTo>
                <a:cubicBezTo>
                  <a:pt x="2424350" y="145727"/>
                  <a:pt x="2424907" y="147362"/>
                  <a:pt x="2426022" y="148337"/>
                </a:cubicBezTo>
                <a:cubicBezTo>
                  <a:pt x="2427623" y="149728"/>
                  <a:pt x="2429643" y="150423"/>
                  <a:pt x="2432080" y="150423"/>
                </a:cubicBezTo>
                <a:lnTo>
                  <a:pt x="2443153" y="150423"/>
                </a:lnTo>
                <a:lnTo>
                  <a:pt x="2443153" y="158362"/>
                </a:lnTo>
                <a:lnTo>
                  <a:pt x="2387580" y="158362"/>
                </a:lnTo>
                <a:lnTo>
                  <a:pt x="2387580" y="150423"/>
                </a:lnTo>
                <a:lnTo>
                  <a:pt x="2397922" y="150423"/>
                </a:lnTo>
                <a:cubicBezTo>
                  <a:pt x="2400986" y="150423"/>
                  <a:pt x="2403232" y="149678"/>
                  <a:pt x="2404659" y="148187"/>
                </a:cubicBezTo>
                <a:cubicBezTo>
                  <a:pt x="2406087" y="146694"/>
                  <a:pt x="2406801" y="144525"/>
                  <a:pt x="2406801" y="141681"/>
                </a:cubicBezTo>
                <a:lnTo>
                  <a:pt x="2406801" y="80284"/>
                </a:lnTo>
                <a:cubicBezTo>
                  <a:pt x="2406801" y="76400"/>
                  <a:pt x="2405687" y="73469"/>
                  <a:pt x="2403458" y="71493"/>
                </a:cubicBezTo>
                <a:cubicBezTo>
                  <a:pt x="2401230" y="69515"/>
                  <a:pt x="2397922" y="68526"/>
                  <a:pt x="2393534" y="68526"/>
                </a:cubicBezTo>
                <a:lnTo>
                  <a:pt x="2385491" y="68526"/>
                </a:lnTo>
                <a:lnTo>
                  <a:pt x="2385491" y="60587"/>
                </a:lnTo>
                <a:close/>
                <a:moveTo>
                  <a:pt x="2454761" y="60378"/>
                </a:moveTo>
                <a:lnTo>
                  <a:pt x="2487248" y="58498"/>
                </a:lnTo>
                <a:cubicBezTo>
                  <a:pt x="2488571" y="64622"/>
                  <a:pt x="2489546" y="71790"/>
                  <a:pt x="2490173" y="80004"/>
                </a:cubicBezTo>
                <a:cubicBezTo>
                  <a:pt x="2494560" y="72905"/>
                  <a:pt x="2499731" y="67581"/>
                  <a:pt x="2505685" y="64031"/>
                </a:cubicBezTo>
                <a:cubicBezTo>
                  <a:pt x="2511639" y="60482"/>
                  <a:pt x="2518377" y="58707"/>
                  <a:pt x="2525898" y="58707"/>
                </a:cubicBezTo>
                <a:cubicBezTo>
                  <a:pt x="2532375" y="58707"/>
                  <a:pt x="2537807" y="59977"/>
                  <a:pt x="2542194" y="62516"/>
                </a:cubicBezTo>
                <a:cubicBezTo>
                  <a:pt x="2546581" y="65054"/>
                  <a:pt x="2550098" y="69071"/>
                  <a:pt x="2552745" y="74568"/>
                </a:cubicBezTo>
                <a:cubicBezTo>
                  <a:pt x="2555391" y="80064"/>
                  <a:pt x="2556714" y="86219"/>
                  <a:pt x="2556714" y="93035"/>
                </a:cubicBezTo>
                <a:lnTo>
                  <a:pt x="2556714" y="140614"/>
                </a:lnTo>
                <a:cubicBezTo>
                  <a:pt x="2556714" y="144163"/>
                  <a:pt x="2557515" y="146685"/>
                  <a:pt x="2559117" y="148180"/>
                </a:cubicBezTo>
                <a:cubicBezTo>
                  <a:pt x="2560718" y="149676"/>
                  <a:pt x="2563400" y="150423"/>
                  <a:pt x="2567160" y="150423"/>
                </a:cubicBezTo>
                <a:lnTo>
                  <a:pt x="2574055" y="150423"/>
                </a:lnTo>
                <a:lnTo>
                  <a:pt x="2574055" y="158362"/>
                </a:lnTo>
                <a:lnTo>
                  <a:pt x="2522451" y="158362"/>
                </a:lnTo>
                <a:lnTo>
                  <a:pt x="2522451" y="150423"/>
                </a:lnTo>
                <a:lnTo>
                  <a:pt x="2527361" y="150423"/>
                </a:lnTo>
                <a:cubicBezTo>
                  <a:pt x="2531957" y="150423"/>
                  <a:pt x="2535160" y="149693"/>
                  <a:pt x="2536971" y="148233"/>
                </a:cubicBezTo>
                <a:cubicBezTo>
                  <a:pt x="2538782" y="146772"/>
                  <a:pt x="2539687" y="144581"/>
                  <a:pt x="2539687" y="141658"/>
                </a:cubicBezTo>
                <a:lnTo>
                  <a:pt x="2539687" y="99825"/>
                </a:lnTo>
                <a:cubicBezTo>
                  <a:pt x="2539687" y="90715"/>
                  <a:pt x="2538294" y="83969"/>
                  <a:pt x="2535509" y="79586"/>
                </a:cubicBezTo>
                <a:cubicBezTo>
                  <a:pt x="2531609" y="73327"/>
                  <a:pt x="2525689" y="70197"/>
                  <a:pt x="2517750" y="70197"/>
                </a:cubicBezTo>
                <a:cubicBezTo>
                  <a:pt x="2509881" y="70197"/>
                  <a:pt x="2503317" y="73362"/>
                  <a:pt x="2498060" y="79690"/>
                </a:cubicBezTo>
                <a:cubicBezTo>
                  <a:pt x="2492802" y="86019"/>
                  <a:pt x="2490173" y="94260"/>
                  <a:pt x="2490173" y="104415"/>
                </a:cubicBezTo>
                <a:lnTo>
                  <a:pt x="2490173" y="140617"/>
                </a:lnTo>
                <a:cubicBezTo>
                  <a:pt x="2490173" y="144164"/>
                  <a:pt x="2490991" y="146685"/>
                  <a:pt x="2492628" y="148180"/>
                </a:cubicBezTo>
                <a:cubicBezTo>
                  <a:pt x="2494264" y="149676"/>
                  <a:pt x="2496963" y="150423"/>
                  <a:pt x="2500723" y="150423"/>
                </a:cubicBezTo>
                <a:lnTo>
                  <a:pt x="2507513" y="150423"/>
                </a:lnTo>
                <a:lnTo>
                  <a:pt x="2507513" y="158362"/>
                </a:lnTo>
                <a:lnTo>
                  <a:pt x="2455701" y="158362"/>
                </a:lnTo>
                <a:lnTo>
                  <a:pt x="2455701" y="150423"/>
                </a:lnTo>
                <a:lnTo>
                  <a:pt x="2462491" y="150423"/>
                </a:lnTo>
                <a:cubicBezTo>
                  <a:pt x="2465903" y="150423"/>
                  <a:pt x="2468497" y="149728"/>
                  <a:pt x="2470273" y="148337"/>
                </a:cubicBezTo>
                <a:cubicBezTo>
                  <a:pt x="2472049" y="146947"/>
                  <a:pt x="2472937" y="145208"/>
                  <a:pt x="2472937" y="143121"/>
                </a:cubicBezTo>
                <a:lnTo>
                  <a:pt x="2472937" y="80000"/>
                </a:lnTo>
                <a:cubicBezTo>
                  <a:pt x="2472937" y="75829"/>
                  <a:pt x="2471805" y="72664"/>
                  <a:pt x="2469542" y="70508"/>
                </a:cubicBezTo>
                <a:cubicBezTo>
                  <a:pt x="2467279" y="68351"/>
                  <a:pt x="2464023" y="67273"/>
                  <a:pt x="2459775" y="67273"/>
                </a:cubicBezTo>
                <a:lnTo>
                  <a:pt x="2454761" y="67273"/>
                </a:lnTo>
                <a:lnTo>
                  <a:pt x="2454761" y="60378"/>
                </a:lnTo>
                <a:close/>
                <a:moveTo>
                  <a:pt x="2660477" y="65915"/>
                </a:moveTo>
                <a:cubicBezTo>
                  <a:pt x="2667441" y="58881"/>
                  <a:pt x="2673848" y="55364"/>
                  <a:pt x="2679698" y="55364"/>
                </a:cubicBezTo>
                <a:cubicBezTo>
                  <a:pt x="2683180" y="55364"/>
                  <a:pt x="2686070" y="56478"/>
                  <a:pt x="2688368" y="58707"/>
                </a:cubicBezTo>
                <a:cubicBezTo>
                  <a:pt x="2690666" y="60935"/>
                  <a:pt x="2691815" y="63651"/>
                  <a:pt x="2691815" y="66855"/>
                </a:cubicBezTo>
                <a:cubicBezTo>
                  <a:pt x="2691815" y="69431"/>
                  <a:pt x="2691031" y="71573"/>
                  <a:pt x="2689465" y="73279"/>
                </a:cubicBezTo>
                <a:cubicBezTo>
                  <a:pt x="2687898" y="74985"/>
                  <a:pt x="2686070" y="75838"/>
                  <a:pt x="2683980" y="75838"/>
                </a:cubicBezTo>
                <a:cubicBezTo>
                  <a:pt x="2680011" y="75838"/>
                  <a:pt x="2677330" y="73401"/>
                  <a:pt x="2675937" y="68526"/>
                </a:cubicBezTo>
                <a:cubicBezTo>
                  <a:pt x="2675380" y="66437"/>
                  <a:pt x="2674440" y="65392"/>
                  <a:pt x="2673117" y="65392"/>
                </a:cubicBezTo>
                <a:cubicBezTo>
                  <a:pt x="2670749" y="65392"/>
                  <a:pt x="2668172" y="66959"/>
                  <a:pt x="2665386" y="70093"/>
                </a:cubicBezTo>
                <a:cubicBezTo>
                  <a:pt x="2668381" y="74210"/>
                  <a:pt x="2670435" y="77787"/>
                  <a:pt x="2671550" y="80823"/>
                </a:cubicBezTo>
                <a:cubicBezTo>
                  <a:pt x="2672664" y="83857"/>
                  <a:pt x="2673221" y="87118"/>
                  <a:pt x="2673221" y="90606"/>
                </a:cubicBezTo>
                <a:cubicBezTo>
                  <a:pt x="2673221" y="96676"/>
                  <a:pt x="2671759" y="102032"/>
                  <a:pt x="2668834" y="106674"/>
                </a:cubicBezTo>
                <a:cubicBezTo>
                  <a:pt x="2665909" y="111314"/>
                  <a:pt x="2661051" y="115413"/>
                  <a:pt x="2654261" y="118971"/>
                </a:cubicBezTo>
                <a:cubicBezTo>
                  <a:pt x="2647471" y="122529"/>
                  <a:pt x="2640977" y="124308"/>
                  <a:pt x="2634780" y="124308"/>
                </a:cubicBezTo>
                <a:lnTo>
                  <a:pt x="2623393" y="124308"/>
                </a:lnTo>
                <a:cubicBezTo>
                  <a:pt x="2615315" y="124308"/>
                  <a:pt x="2609953" y="125162"/>
                  <a:pt x="2607306" y="126871"/>
                </a:cubicBezTo>
                <a:cubicBezTo>
                  <a:pt x="2604660" y="128651"/>
                  <a:pt x="2603337" y="131250"/>
                  <a:pt x="2603337" y="134669"/>
                </a:cubicBezTo>
                <a:cubicBezTo>
                  <a:pt x="2603337" y="137446"/>
                  <a:pt x="2604416" y="139582"/>
                  <a:pt x="2606575" y="141077"/>
                </a:cubicBezTo>
                <a:cubicBezTo>
                  <a:pt x="2608734" y="142572"/>
                  <a:pt x="2612808" y="143320"/>
                  <a:pt x="2618797" y="143320"/>
                </a:cubicBezTo>
                <a:lnTo>
                  <a:pt x="2644599" y="142484"/>
                </a:lnTo>
                <a:cubicBezTo>
                  <a:pt x="2657622" y="142484"/>
                  <a:pt x="2667006" y="144660"/>
                  <a:pt x="2672751" y="149013"/>
                </a:cubicBezTo>
                <a:cubicBezTo>
                  <a:pt x="2678496" y="153365"/>
                  <a:pt x="2681369" y="159337"/>
                  <a:pt x="2681369" y="166928"/>
                </a:cubicBezTo>
                <a:cubicBezTo>
                  <a:pt x="2681369" y="175285"/>
                  <a:pt x="2678096" y="182318"/>
                  <a:pt x="2671550" y="188029"/>
                </a:cubicBezTo>
                <a:cubicBezTo>
                  <a:pt x="2662427" y="196107"/>
                  <a:pt x="2648812" y="200146"/>
                  <a:pt x="2630706" y="200146"/>
                </a:cubicBezTo>
                <a:cubicBezTo>
                  <a:pt x="2615733" y="200146"/>
                  <a:pt x="2604625" y="197416"/>
                  <a:pt x="2597383" y="191956"/>
                </a:cubicBezTo>
                <a:cubicBezTo>
                  <a:pt x="2591672" y="187671"/>
                  <a:pt x="2588817" y="182867"/>
                  <a:pt x="2588817" y="177544"/>
                </a:cubicBezTo>
                <a:cubicBezTo>
                  <a:pt x="2588817" y="173468"/>
                  <a:pt x="2590645" y="169735"/>
                  <a:pt x="2594301" y="166347"/>
                </a:cubicBezTo>
                <a:cubicBezTo>
                  <a:pt x="2597957" y="162961"/>
                  <a:pt x="2604103" y="160438"/>
                  <a:pt x="2612738" y="158780"/>
                </a:cubicBezTo>
                <a:cubicBezTo>
                  <a:pt x="2605844" y="157087"/>
                  <a:pt x="2600656" y="154600"/>
                  <a:pt x="2597174" y="151321"/>
                </a:cubicBezTo>
                <a:cubicBezTo>
                  <a:pt x="2593692" y="148041"/>
                  <a:pt x="2591951" y="143967"/>
                  <a:pt x="2591951" y="139099"/>
                </a:cubicBezTo>
                <a:cubicBezTo>
                  <a:pt x="2591951" y="134585"/>
                  <a:pt x="2593361" y="130654"/>
                  <a:pt x="2596181" y="127305"/>
                </a:cubicBezTo>
                <a:cubicBezTo>
                  <a:pt x="2599002" y="123953"/>
                  <a:pt x="2603894" y="121078"/>
                  <a:pt x="2610858" y="118680"/>
                </a:cubicBezTo>
                <a:cubicBezTo>
                  <a:pt x="2604939" y="115407"/>
                  <a:pt x="2600482" y="111455"/>
                  <a:pt x="2597487" y="106824"/>
                </a:cubicBezTo>
                <a:cubicBezTo>
                  <a:pt x="2594493" y="102191"/>
                  <a:pt x="2592995" y="96878"/>
                  <a:pt x="2592995" y="90887"/>
                </a:cubicBezTo>
                <a:cubicBezTo>
                  <a:pt x="2592995" y="81414"/>
                  <a:pt x="2596721" y="73474"/>
                  <a:pt x="2604173" y="67067"/>
                </a:cubicBezTo>
                <a:cubicBezTo>
                  <a:pt x="2611624" y="60658"/>
                  <a:pt x="2621304" y="57453"/>
                  <a:pt x="2633213" y="57453"/>
                </a:cubicBezTo>
                <a:cubicBezTo>
                  <a:pt x="2638087" y="57453"/>
                  <a:pt x="2642788" y="58150"/>
                  <a:pt x="2647315" y="59542"/>
                </a:cubicBezTo>
                <a:cubicBezTo>
                  <a:pt x="2651841" y="60935"/>
                  <a:pt x="2656229" y="63059"/>
                  <a:pt x="2660477" y="65915"/>
                </a:cubicBezTo>
                <a:moveTo>
                  <a:pt x="2633004" y="64139"/>
                </a:moveTo>
                <a:cubicBezTo>
                  <a:pt x="2626806" y="64139"/>
                  <a:pt x="2621687" y="66419"/>
                  <a:pt x="2617648" y="70981"/>
                </a:cubicBezTo>
                <a:cubicBezTo>
                  <a:pt x="2613609" y="75542"/>
                  <a:pt x="2611589" y="81932"/>
                  <a:pt x="2611589" y="90149"/>
                </a:cubicBezTo>
                <a:cubicBezTo>
                  <a:pt x="2611589" y="98924"/>
                  <a:pt x="2613609" y="105731"/>
                  <a:pt x="2617648" y="110571"/>
                </a:cubicBezTo>
                <a:cubicBezTo>
                  <a:pt x="2621687" y="115411"/>
                  <a:pt x="2626841" y="117831"/>
                  <a:pt x="2633108" y="117831"/>
                </a:cubicBezTo>
                <a:cubicBezTo>
                  <a:pt x="2639376" y="117831"/>
                  <a:pt x="2644512" y="115481"/>
                  <a:pt x="2648516" y="110780"/>
                </a:cubicBezTo>
                <a:cubicBezTo>
                  <a:pt x="2652520" y="106080"/>
                  <a:pt x="2654523" y="99342"/>
                  <a:pt x="2654523" y="90567"/>
                </a:cubicBezTo>
                <a:cubicBezTo>
                  <a:pt x="2654523" y="82419"/>
                  <a:pt x="2652486" y="75978"/>
                  <a:pt x="2648412" y="71242"/>
                </a:cubicBezTo>
                <a:cubicBezTo>
                  <a:pt x="2644338" y="66507"/>
                  <a:pt x="2639202" y="64139"/>
                  <a:pt x="2633004" y="64139"/>
                </a:cubicBezTo>
                <a:moveTo>
                  <a:pt x="2639167" y="158571"/>
                </a:moveTo>
                <a:cubicBezTo>
                  <a:pt x="2626353" y="158571"/>
                  <a:pt x="2617213" y="160341"/>
                  <a:pt x="2611746" y="163882"/>
                </a:cubicBezTo>
                <a:cubicBezTo>
                  <a:pt x="2606279" y="167423"/>
                  <a:pt x="2603546" y="171693"/>
                  <a:pt x="2603546" y="176692"/>
                </a:cubicBezTo>
                <a:cubicBezTo>
                  <a:pt x="2603546" y="181414"/>
                  <a:pt x="2605600" y="185129"/>
                  <a:pt x="2609709" y="187836"/>
                </a:cubicBezTo>
                <a:cubicBezTo>
                  <a:pt x="2615141" y="191447"/>
                  <a:pt x="2622871" y="193252"/>
                  <a:pt x="2632899" y="193252"/>
                </a:cubicBezTo>
                <a:cubicBezTo>
                  <a:pt x="2644877" y="193252"/>
                  <a:pt x="2653896" y="191273"/>
                  <a:pt x="2659954" y="187314"/>
                </a:cubicBezTo>
                <a:cubicBezTo>
                  <a:pt x="2666013" y="183358"/>
                  <a:pt x="2669043" y="178950"/>
                  <a:pt x="2669043" y="174090"/>
                </a:cubicBezTo>
                <a:cubicBezTo>
                  <a:pt x="2669043" y="171243"/>
                  <a:pt x="2668102" y="168587"/>
                  <a:pt x="2666222" y="166122"/>
                </a:cubicBezTo>
                <a:cubicBezTo>
                  <a:pt x="2664342" y="163656"/>
                  <a:pt x="2661347" y="161781"/>
                  <a:pt x="2657239" y="160497"/>
                </a:cubicBezTo>
                <a:cubicBezTo>
                  <a:pt x="2653130" y="159213"/>
                  <a:pt x="2647106" y="158571"/>
                  <a:pt x="2639167" y="158571"/>
                </a:cubicBezTo>
                <a:close/>
                <a:moveTo>
                  <a:pt x="2788843" y="2089"/>
                </a:moveTo>
                <a:lnTo>
                  <a:pt x="2788843" y="74879"/>
                </a:lnTo>
                <a:cubicBezTo>
                  <a:pt x="2792951" y="69035"/>
                  <a:pt x="2797513" y="64671"/>
                  <a:pt x="2802527" y="61785"/>
                </a:cubicBezTo>
                <a:cubicBezTo>
                  <a:pt x="2807541" y="58897"/>
                  <a:pt x="2813008" y="57453"/>
                  <a:pt x="2818927" y="57453"/>
                </a:cubicBezTo>
                <a:cubicBezTo>
                  <a:pt x="2830418" y="57453"/>
                  <a:pt x="2840133" y="61949"/>
                  <a:pt x="2848072" y="70942"/>
                </a:cubicBezTo>
                <a:cubicBezTo>
                  <a:pt x="2856011" y="79934"/>
                  <a:pt x="2859980" y="91785"/>
                  <a:pt x="2859980" y="106494"/>
                </a:cubicBezTo>
                <a:cubicBezTo>
                  <a:pt x="2859980" y="122459"/>
                  <a:pt x="2855715" y="135339"/>
                  <a:pt x="2847184" y="145135"/>
                </a:cubicBezTo>
                <a:cubicBezTo>
                  <a:pt x="2838653" y="154928"/>
                  <a:pt x="2828085" y="159825"/>
                  <a:pt x="2815480" y="159825"/>
                </a:cubicBezTo>
                <a:cubicBezTo>
                  <a:pt x="2809491" y="159825"/>
                  <a:pt x="2804059" y="158635"/>
                  <a:pt x="2799184" y="156257"/>
                </a:cubicBezTo>
                <a:cubicBezTo>
                  <a:pt x="2794309" y="153876"/>
                  <a:pt x="2789295" y="149850"/>
                  <a:pt x="2784142" y="144178"/>
                </a:cubicBezTo>
                <a:cubicBezTo>
                  <a:pt x="2780172" y="150548"/>
                  <a:pt x="2776342" y="155764"/>
                  <a:pt x="2772651" y="159825"/>
                </a:cubicBezTo>
                <a:lnTo>
                  <a:pt x="2768473" y="158362"/>
                </a:lnTo>
                <a:cubicBezTo>
                  <a:pt x="2770423" y="150364"/>
                  <a:pt x="2771398" y="142020"/>
                  <a:pt x="2771398" y="133328"/>
                </a:cubicBezTo>
                <a:lnTo>
                  <a:pt x="2771398" y="22861"/>
                </a:lnTo>
                <a:cubicBezTo>
                  <a:pt x="2771398" y="19453"/>
                  <a:pt x="2770196" y="16776"/>
                  <a:pt x="2767794" y="14830"/>
                </a:cubicBezTo>
                <a:cubicBezTo>
                  <a:pt x="2765391" y="12882"/>
                  <a:pt x="2761996" y="11909"/>
                  <a:pt x="2757609" y="11909"/>
                </a:cubicBezTo>
                <a:lnTo>
                  <a:pt x="2753222" y="11909"/>
                </a:lnTo>
                <a:lnTo>
                  <a:pt x="2753222" y="3970"/>
                </a:lnTo>
                <a:lnTo>
                  <a:pt x="2788843" y="2089"/>
                </a:lnTo>
                <a:moveTo>
                  <a:pt x="2815167" y="66855"/>
                </a:moveTo>
                <a:cubicBezTo>
                  <a:pt x="2807297" y="66855"/>
                  <a:pt x="2800890" y="70277"/>
                  <a:pt x="2795946" y="77121"/>
                </a:cubicBezTo>
                <a:cubicBezTo>
                  <a:pt x="2791001" y="83963"/>
                  <a:pt x="2788529" y="95269"/>
                  <a:pt x="2788529" y="111038"/>
                </a:cubicBezTo>
                <a:cubicBezTo>
                  <a:pt x="2788529" y="126044"/>
                  <a:pt x="2790967" y="136777"/>
                  <a:pt x="2795841" y="143238"/>
                </a:cubicBezTo>
                <a:cubicBezTo>
                  <a:pt x="2800716" y="149700"/>
                  <a:pt x="2807088" y="152930"/>
                  <a:pt x="2814958" y="152930"/>
                </a:cubicBezTo>
                <a:cubicBezTo>
                  <a:pt x="2822061" y="152930"/>
                  <a:pt x="2827771" y="149734"/>
                  <a:pt x="2832089" y="143343"/>
                </a:cubicBezTo>
                <a:cubicBezTo>
                  <a:pt x="2837521" y="135284"/>
                  <a:pt x="2840237" y="123787"/>
                  <a:pt x="2840237" y="108851"/>
                </a:cubicBezTo>
                <a:cubicBezTo>
                  <a:pt x="2840237" y="94122"/>
                  <a:pt x="2837852" y="83441"/>
                  <a:pt x="2833082" y="76808"/>
                </a:cubicBezTo>
                <a:cubicBezTo>
                  <a:pt x="2828311" y="70172"/>
                  <a:pt x="2822340" y="66855"/>
                  <a:pt x="2815167" y="66855"/>
                </a:cubicBezTo>
                <a:close/>
                <a:moveTo>
                  <a:pt x="2875303" y="60378"/>
                </a:moveTo>
                <a:lnTo>
                  <a:pt x="2922206" y="60378"/>
                </a:lnTo>
                <a:lnTo>
                  <a:pt x="2922206" y="67481"/>
                </a:lnTo>
                <a:lnTo>
                  <a:pt x="2917818" y="67481"/>
                </a:lnTo>
                <a:cubicBezTo>
                  <a:pt x="2913710" y="67481"/>
                  <a:pt x="2910907" y="68024"/>
                  <a:pt x="2909409" y="69110"/>
                </a:cubicBezTo>
                <a:cubicBezTo>
                  <a:pt x="2907912" y="70194"/>
                  <a:pt x="2907163" y="71751"/>
                  <a:pt x="2907163" y="73782"/>
                </a:cubicBezTo>
                <a:cubicBezTo>
                  <a:pt x="2907163" y="74691"/>
                  <a:pt x="2907372" y="75601"/>
                  <a:pt x="2907790" y="76511"/>
                </a:cubicBezTo>
                <a:lnTo>
                  <a:pt x="2935054" y="135387"/>
                </a:lnTo>
                <a:lnTo>
                  <a:pt x="2955320" y="86565"/>
                </a:lnTo>
                <a:cubicBezTo>
                  <a:pt x="2956782" y="83070"/>
                  <a:pt x="2957513" y="79645"/>
                  <a:pt x="2957513" y="76289"/>
                </a:cubicBezTo>
                <a:cubicBezTo>
                  <a:pt x="2957513" y="73703"/>
                  <a:pt x="2956504" y="71695"/>
                  <a:pt x="2954484" y="70263"/>
                </a:cubicBezTo>
                <a:cubicBezTo>
                  <a:pt x="2952465" y="68829"/>
                  <a:pt x="2948425" y="67902"/>
                  <a:pt x="2942367" y="67481"/>
                </a:cubicBezTo>
                <a:lnTo>
                  <a:pt x="2942367" y="60378"/>
                </a:lnTo>
                <a:lnTo>
                  <a:pt x="2983106" y="60378"/>
                </a:lnTo>
                <a:lnTo>
                  <a:pt x="2983106" y="67481"/>
                </a:lnTo>
                <a:cubicBezTo>
                  <a:pt x="2975237" y="68252"/>
                  <a:pt x="2969944" y="71785"/>
                  <a:pt x="2967228" y="78081"/>
                </a:cubicBezTo>
                <a:lnTo>
                  <a:pt x="2931085" y="162400"/>
                </a:lnTo>
                <a:cubicBezTo>
                  <a:pt x="2924887" y="176700"/>
                  <a:pt x="2918689" y="186549"/>
                  <a:pt x="2912491" y="191946"/>
                </a:cubicBezTo>
                <a:cubicBezTo>
                  <a:pt x="2906223" y="197413"/>
                  <a:pt x="2899503" y="200146"/>
                  <a:pt x="2892330" y="200146"/>
                </a:cubicBezTo>
                <a:cubicBezTo>
                  <a:pt x="2887107" y="200146"/>
                  <a:pt x="2882911" y="198712"/>
                  <a:pt x="2879743" y="195844"/>
                </a:cubicBezTo>
                <a:cubicBezTo>
                  <a:pt x="2876574" y="192978"/>
                  <a:pt x="2874990" y="189447"/>
                  <a:pt x="2874990" y="185251"/>
                </a:cubicBezTo>
                <a:cubicBezTo>
                  <a:pt x="2874990" y="182106"/>
                  <a:pt x="2875965" y="179520"/>
                  <a:pt x="2877915" y="177491"/>
                </a:cubicBezTo>
                <a:cubicBezTo>
                  <a:pt x="2879864" y="175463"/>
                  <a:pt x="2882302" y="174449"/>
                  <a:pt x="2885227" y="174449"/>
                </a:cubicBezTo>
                <a:cubicBezTo>
                  <a:pt x="2887873" y="174449"/>
                  <a:pt x="2890102" y="175325"/>
                  <a:pt x="2891912" y="177077"/>
                </a:cubicBezTo>
                <a:cubicBezTo>
                  <a:pt x="2893723" y="178829"/>
                  <a:pt x="2894628" y="180931"/>
                  <a:pt x="2894628" y="183384"/>
                </a:cubicBezTo>
                <a:cubicBezTo>
                  <a:pt x="2894628" y="184154"/>
                  <a:pt x="2894489" y="185205"/>
                  <a:pt x="2894210" y="186537"/>
                </a:cubicBezTo>
                <a:cubicBezTo>
                  <a:pt x="2893932" y="187588"/>
                  <a:pt x="2893793" y="188359"/>
                  <a:pt x="2893793" y="188848"/>
                </a:cubicBezTo>
                <a:cubicBezTo>
                  <a:pt x="2893793" y="190531"/>
                  <a:pt x="2894872" y="191372"/>
                  <a:pt x="2897031" y="191372"/>
                </a:cubicBezTo>
                <a:cubicBezTo>
                  <a:pt x="2899329" y="191372"/>
                  <a:pt x="2901923" y="190536"/>
                  <a:pt x="2904813" y="188865"/>
                </a:cubicBezTo>
                <a:cubicBezTo>
                  <a:pt x="2907703" y="187193"/>
                  <a:pt x="2910402" y="184512"/>
                  <a:pt x="2912909" y="180821"/>
                </a:cubicBezTo>
                <a:cubicBezTo>
                  <a:pt x="2915416" y="177130"/>
                  <a:pt x="2919803" y="168955"/>
                  <a:pt x="2926071" y="156296"/>
                </a:cubicBezTo>
                <a:lnTo>
                  <a:pt x="2888987" y="76511"/>
                </a:lnTo>
                <a:cubicBezTo>
                  <a:pt x="2887664" y="73710"/>
                  <a:pt x="2886010" y="71627"/>
                  <a:pt x="2884025" y="70263"/>
                </a:cubicBezTo>
                <a:cubicBezTo>
                  <a:pt x="2882041" y="68898"/>
                  <a:pt x="2879133" y="67971"/>
                  <a:pt x="2875303" y="67481"/>
                </a:cubicBezTo>
                <a:lnTo>
                  <a:pt x="2875303" y="60378"/>
                </a:lnTo>
                <a:close/>
                <a:moveTo>
                  <a:pt x="3052794" y="3761"/>
                </a:moveTo>
                <a:lnTo>
                  <a:pt x="3124036" y="3761"/>
                </a:lnTo>
                <a:lnTo>
                  <a:pt x="3124036" y="11700"/>
                </a:lnTo>
                <a:lnTo>
                  <a:pt x="3111815" y="11700"/>
                </a:lnTo>
                <a:cubicBezTo>
                  <a:pt x="3106383" y="11700"/>
                  <a:pt x="3102953" y="12379"/>
                  <a:pt x="3101525" y="13737"/>
                </a:cubicBezTo>
                <a:cubicBezTo>
                  <a:pt x="3100098" y="15092"/>
                  <a:pt x="3099384" y="17963"/>
                  <a:pt x="3099384" y="22348"/>
                </a:cubicBezTo>
                <a:lnTo>
                  <a:pt x="3099384" y="139256"/>
                </a:lnTo>
                <a:cubicBezTo>
                  <a:pt x="3099384" y="143917"/>
                  <a:pt x="3100011" y="146840"/>
                  <a:pt x="3101264" y="148024"/>
                </a:cubicBezTo>
                <a:cubicBezTo>
                  <a:pt x="3102935" y="149623"/>
                  <a:pt x="3105965" y="150423"/>
                  <a:pt x="3110352" y="150423"/>
                </a:cubicBezTo>
                <a:lnTo>
                  <a:pt x="3124036" y="150423"/>
                </a:lnTo>
                <a:lnTo>
                  <a:pt x="3124036" y="158362"/>
                </a:lnTo>
                <a:lnTo>
                  <a:pt x="3052794" y="158362"/>
                </a:lnTo>
                <a:lnTo>
                  <a:pt x="3052794" y="150423"/>
                </a:lnTo>
                <a:lnTo>
                  <a:pt x="3066270" y="150423"/>
                </a:lnTo>
                <a:cubicBezTo>
                  <a:pt x="3071005" y="150423"/>
                  <a:pt x="3074069" y="149728"/>
                  <a:pt x="3075462" y="148337"/>
                </a:cubicBezTo>
                <a:cubicBezTo>
                  <a:pt x="3076855" y="146944"/>
                  <a:pt x="3077552" y="143917"/>
                  <a:pt x="3077552" y="139256"/>
                </a:cubicBezTo>
                <a:lnTo>
                  <a:pt x="3077552" y="22348"/>
                </a:lnTo>
                <a:cubicBezTo>
                  <a:pt x="3077552" y="17893"/>
                  <a:pt x="3076925" y="15144"/>
                  <a:pt x="3075671" y="14099"/>
                </a:cubicBezTo>
                <a:cubicBezTo>
                  <a:pt x="3073721" y="12499"/>
                  <a:pt x="3070135" y="11700"/>
                  <a:pt x="3064912" y="11700"/>
                </a:cubicBezTo>
                <a:lnTo>
                  <a:pt x="3052794" y="11700"/>
                </a:lnTo>
                <a:lnTo>
                  <a:pt x="3052794" y="3761"/>
                </a:lnTo>
                <a:close/>
                <a:moveTo>
                  <a:pt x="3138925" y="60378"/>
                </a:moveTo>
                <a:lnTo>
                  <a:pt x="3171413" y="58498"/>
                </a:lnTo>
                <a:cubicBezTo>
                  <a:pt x="3172736" y="64622"/>
                  <a:pt x="3173711" y="71790"/>
                  <a:pt x="3174338" y="80004"/>
                </a:cubicBezTo>
                <a:cubicBezTo>
                  <a:pt x="3178725" y="72905"/>
                  <a:pt x="3183896" y="67581"/>
                  <a:pt x="3189850" y="64031"/>
                </a:cubicBezTo>
                <a:cubicBezTo>
                  <a:pt x="3195804" y="60482"/>
                  <a:pt x="3202542" y="58707"/>
                  <a:pt x="3210063" y="58707"/>
                </a:cubicBezTo>
                <a:cubicBezTo>
                  <a:pt x="3216540" y="58707"/>
                  <a:pt x="3221972" y="59977"/>
                  <a:pt x="3226359" y="62516"/>
                </a:cubicBezTo>
                <a:cubicBezTo>
                  <a:pt x="3230746" y="65054"/>
                  <a:pt x="3234263" y="69071"/>
                  <a:pt x="3236909" y="74568"/>
                </a:cubicBezTo>
                <a:cubicBezTo>
                  <a:pt x="3239556" y="80064"/>
                  <a:pt x="3240879" y="86219"/>
                  <a:pt x="3240879" y="93035"/>
                </a:cubicBezTo>
                <a:lnTo>
                  <a:pt x="3240879" y="140614"/>
                </a:lnTo>
                <a:cubicBezTo>
                  <a:pt x="3240879" y="144163"/>
                  <a:pt x="3241680" y="146685"/>
                  <a:pt x="3243282" y="148180"/>
                </a:cubicBezTo>
                <a:cubicBezTo>
                  <a:pt x="3244883" y="149676"/>
                  <a:pt x="3247564" y="150423"/>
                  <a:pt x="3251325" y="150423"/>
                </a:cubicBezTo>
                <a:lnTo>
                  <a:pt x="3258219" y="150423"/>
                </a:lnTo>
                <a:lnTo>
                  <a:pt x="3258219" y="158362"/>
                </a:lnTo>
                <a:lnTo>
                  <a:pt x="3206616" y="158362"/>
                </a:lnTo>
                <a:lnTo>
                  <a:pt x="3206616" y="150423"/>
                </a:lnTo>
                <a:lnTo>
                  <a:pt x="3211526" y="150423"/>
                </a:lnTo>
                <a:cubicBezTo>
                  <a:pt x="3216122" y="150423"/>
                  <a:pt x="3219325" y="149693"/>
                  <a:pt x="3221136" y="148233"/>
                </a:cubicBezTo>
                <a:cubicBezTo>
                  <a:pt x="3222947" y="146772"/>
                  <a:pt x="3223852" y="144581"/>
                  <a:pt x="3223852" y="141658"/>
                </a:cubicBezTo>
                <a:lnTo>
                  <a:pt x="3223852" y="99825"/>
                </a:lnTo>
                <a:cubicBezTo>
                  <a:pt x="3223852" y="90715"/>
                  <a:pt x="3222459" y="83969"/>
                  <a:pt x="3219673" y="79586"/>
                </a:cubicBezTo>
                <a:cubicBezTo>
                  <a:pt x="3215774" y="73327"/>
                  <a:pt x="3209854" y="70197"/>
                  <a:pt x="3201915" y="70197"/>
                </a:cubicBezTo>
                <a:cubicBezTo>
                  <a:pt x="3194046" y="70197"/>
                  <a:pt x="3187482" y="73362"/>
                  <a:pt x="3182224" y="79690"/>
                </a:cubicBezTo>
                <a:cubicBezTo>
                  <a:pt x="3176966" y="86019"/>
                  <a:pt x="3174338" y="94260"/>
                  <a:pt x="3174338" y="104415"/>
                </a:cubicBezTo>
                <a:lnTo>
                  <a:pt x="3174338" y="140617"/>
                </a:lnTo>
                <a:cubicBezTo>
                  <a:pt x="3174338" y="144164"/>
                  <a:pt x="3175156" y="146685"/>
                  <a:pt x="3176792" y="148180"/>
                </a:cubicBezTo>
                <a:cubicBezTo>
                  <a:pt x="3178429" y="149676"/>
                  <a:pt x="3181128" y="150423"/>
                  <a:pt x="3184888" y="150423"/>
                </a:cubicBezTo>
                <a:lnTo>
                  <a:pt x="3191678" y="150423"/>
                </a:lnTo>
                <a:lnTo>
                  <a:pt x="3191678" y="158362"/>
                </a:lnTo>
                <a:lnTo>
                  <a:pt x="3139866" y="158362"/>
                </a:lnTo>
                <a:lnTo>
                  <a:pt x="3139866" y="150423"/>
                </a:lnTo>
                <a:lnTo>
                  <a:pt x="3146656" y="150423"/>
                </a:lnTo>
                <a:cubicBezTo>
                  <a:pt x="3150068" y="150423"/>
                  <a:pt x="3152662" y="149728"/>
                  <a:pt x="3154438" y="148337"/>
                </a:cubicBezTo>
                <a:cubicBezTo>
                  <a:pt x="3156214" y="146947"/>
                  <a:pt x="3157102" y="145208"/>
                  <a:pt x="3157102" y="143121"/>
                </a:cubicBezTo>
                <a:lnTo>
                  <a:pt x="3157102" y="80000"/>
                </a:lnTo>
                <a:cubicBezTo>
                  <a:pt x="3157102" y="75829"/>
                  <a:pt x="3155970" y="72664"/>
                  <a:pt x="3153707" y="70508"/>
                </a:cubicBezTo>
                <a:cubicBezTo>
                  <a:pt x="3151443" y="68351"/>
                  <a:pt x="3148188" y="67273"/>
                  <a:pt x="3143940" y="67273"/>
                </a:cubicBezTo>
                <a:lnTo>
                  <a:pt x="3138925" y="67273"/>
                </a:lnTo>
                <a:lnTo>
                  <a:pt x="3138925" y="60378"/>
                </a:lnTo>
                <a:close/>
                <a:moveTo>
                  <a:pt x="3265999" y="60378"/>
                </a:moveTo>
                <a:lnTo>
                  <a:pt x="3314155" y="60378"/>
                </a:lnTo>
                <a:lnTo>
                  <a:pt x="3314155" y="67481"/>
                </a:lnTo>
                <a:cubicBezTo>
                  <a:pt x="3307748" y="67621"/>
                  <a:pt x="3303657" y="68200"/>
                  <a:pt x="3301881" y="69218"/>
                </a:cubicBezTo>
                <a:cubicBezTo>
                  <a:pt x="3300105" y="70234"/>
                  <a:pt x="3299217" y="71689"/>
                  <a:pt x="3299217" y="73583"/>
                </a:cubicBezTo>
                <a:cubicBezTo>
                  <a:pt x="3299217" y="75123"/>
                  <a:pt x="3299565" y="76665"/>
                  <a:pt x="3300262" y="78208"/>
                </a:cubicBezTo>
                <a:lnTo>
                  <a:pt x="3326168" y="136008"/>
                </a:lnTo>
                <a:lnTo>
                  <a:pt x="3349880" y="80030"/>
                </a:lnTo>
                <a:cubicBezTo>
                  <a:pt x="3350229" y="79046"/>
                  <a:pt x="3350403" y="78062"/>
                  <a:pt x="3350403" y="77079"/>
                </a:cubicBezTo>
                <a:cubicBezTo>
                  <a:pt x="3350403" y="71945"/>
                  <a:pt x="3345389" y="68746"/>
                  <a:pt x="3335360" y="67481"/>
                </a:cubicBezTo>
                <a:lnTo>
                  <a:pt x="3335360" y="60378"/>
                </a:lnTo>
                <a:lnTo>
                  <a:pt x="3375891" y="60378"/>
                </a:lnTo>
                <a:lnTo>
                  <a:pt x="3375891" y="67481"/>
                </a:lnTo>
                <a:cubicBezTo>
                  <a:pt x="3371782" y="67899"/>
                  <a:pt x="3368509" y="69017"/>
                  <a:pt x="3366072" y="70834"/>
                </a:cubicBezTo>
                <a:cubicBezTo>
                  <a:pt x="3363634" y="72649"/>
                  <a:pt x="3361754" y="75092"/>
                  <a:pt x="3360431" y="78163"/>
                </a:cubicBezTo>
                <a:lnTo>
                  <a:pt x="3324497" y="161287"/>
                </a:lnTo>
                <a:lnTo>
                  <a:pt x="3318856" y="161287"/>
                </a:lnTo>
                <a:lnTo>
                  <a:pt x="3280414" y="75861"/>
                </a:lnTo>
                <a:cubicBezTo>
                  <a:pt x="3279021" y="72788"/>
                  <a:pt x="3277333" y="70641"/>
                  <a:pt x="3275348" y="69421"/>
                </a:cubicBezTo>
                <a:cubicBezTo>
                  <a:pt x="3273363" y="68197"/>
                  <a:pt x="3270247" y="67551"/>
                  <a:pt x="3265999" y="67481"/>
                </a:cubicBezTo>
                <a:lnTo>
                  <a:pt x="3265999" y="60378"/>
                </a:lnTo>
                <a:close/>
                <a:moveTo>
                  <a:pt x="3476985" y="109892"/>
                </a:moveTo>
                <a:lnTo>
                  <a:pt x="3406892" y="109892"/>
                </a:lnTo>
                <a:cubicBezTo>
                  <a:pt x="3407240" y="124832"/>
                  <a:pt x="3410025" y="135374"/>
                  <a:pt x="3415248" y="141518"/>
                </a:cubicBezTo>
                <a:cubicBezTo>
                  <a:pt x="3421237" y="148430"/>
                  <a:pt x="3428863" y="151886"/>
                  <a:pt x="3438125" y="151886"/>
                </a:cubicBezTo>
                <a:cubicBezTo>
                  <a:pt x="3451775" y="151886"/>
                  <a:pt x="3462743" y="144156"/>
                  <a:pt x="3471030" y="128695"/>
                </a:cubicBezTo>
                <a:lnTo>
                  <a:pt x="3477820" y="131607"/>
                </a:lnTo>
                <a:cubicBezTo>
                  <a:pt x="3467653" y="151394"/>
                  <a:pt x="3452959" y="161287"/>
                  <a:pt x="3433738" y="161287"/>
                </a:cubicBezTo>
                <a:cubicBezTo>
                  <a:pt x="3420645" y="161287"/>
                  <a:pt x="3409625" y="156547"/>
                  <a:pt x="3400676" y="147067"/>
                </a:cubicBezTo>
                <a:cubicBezTo>
                  <a:pt x="3391727" y="137585"/>
                  <a:pt x="3387253" y="125455"/>
                  <a:pt x="3387253" y="110676"/>
                </a:cubicBezTo>
                <a:cubicBezTo>
                  <a:pt x="3387253" y="94783"/>
                  <a:pt x="3391658" y="81939"/>
                  <a:pt x="3400467" y="72146"/>
                </a:cubicBezTo>
                <a:cubicBezTo>
                  <a:pt x="3409277" y="62351"/>
                  <a:pt x="3420123" y="57453"/>
                  <a:pt x="3433007" y="57453"/>
                </a:cubicBezTo>
                <a:cubicBezTo>
                  <a:pt x="3442478" y="57453"/>
                  <a:pt x="3450660" y="59886"/>
                  <a:pt x="3457555" y="64752"/>
                </a:cubicBezTo>
                <a:cubicBezTo>
                  <a:pt x="3464449" y="69616"/>
                  <a:pt x="3469637" y="76601"/>
                  <a:pt x="3473119" y="85707"/>
                </a:cubicBezTo>
                <a:cubicBezTo>
                  <a:pt x="3475557" y="92100"/>
                  <a:pt x="3476845" y="100162"/>
                  <a:pt x="3476985" y="109892"/>
                </a:cubicBezTo>
                <a:moveTo>
                  <a:pt x="3406892" y="102371"/>
                </a:moveTo>
                <a:lnTo>
                  <a:pt x="3449302" y="102371"/>
                </a:lnTo>
                <a:cubicBezTo>
                  <a:pt x="3451810" y="102371"/>
                  <a:pt x="3453759" y="101523"/>
                  <a:pt x="3455152" y="99825"/>
                </a:cubicBezTo>
                <a:cubicBezTo>
                  <a:pt x="3456545" y="98128"/>
                  <a:pt x="3457241" y="95236"/>
                  <a:pt x="3457241" y="91152"/>
                </a:cubicBezTo>
                <a:cubicBezTo>
                  <a:pt x="3457241" y="83533"/>
                  <a:pt x="3454856" y="77056"/>
                  <a:pt x="3450086" y="71722"/>
                </a:cubicBezTo>
                <a:cubicBezTo>
                  <a:pt x="3445316" y="66388"/>
                  <a:pt x="3439692" y="63721"/>
                  <a:pt x="3433216" y="63721"/>
                </a:cubicBezTo>
                <a:cubicBezTo>
                  <a:pt x="3425973" y="63721"/>
                  <a:pt x="3419827" y="66942"/>
                  <a:pt x="3414778" y="73384"/>
                </a:cubicBezTo>
                <a:cubicBezTo>
                  <a:pt x="3409729" y="79825"/>
                  <a:pt x="3407100" y="89488"/>
                  <a:pt x="3406892" y="102371"/>
                </a:cubicBezTo>
                <a:close/>
                <a:moveTo>
                  <a:pt x="3490565" y="60587"/>
                </a:moveTo>
                <a:lnTo>
                  <a:pt x="3525768" y="58707"/>
                </a:lnTo>
                <a:lnTo>
                  <a:pt x="3525768" y="98284"/>
                </a:lnTo>
                <a:cubicBezTo>
                  <a:pt x="3529529" y="85266"/>
                  <a:pt x="3534056" y="75415"/>
                  <a:pt x="3539348" y="68732"/>
                </a:cubicBezTo>
                <a:cubicBezTo>
                  <a:pt x="3544641" y="62048"/>
                  <a:pt x="3551187" y="58707"/>
                  <a:pt x="3558987" y="58707"/>
                </a:cubicBezTo>
                <a:cubicBezTo>
                  <a:pt x="3564279" y="58707"/>
                  <a:pt x="3568510" y="60326"/>
                  <a:pt x="3571679" y="63564"/>
                </a:cubicBezTo>
                <a:cubicBezTo>
                  <a:pt x="3574847" y="66802"/>
                  <a:pt x="3576432" y="71138"/>
                  <a:pt x="3576432" y="76570"/>
                </a:cubicBezTo>
                <a:cubicBezTo>
                  <a:pt x="3576432" y="80957"/>
                  <a:pt x="3575370" y="84369"/>
                  <a:pt x="3573246" y="86807"/>
                </a:cubicBezTo>
                <a:cubicBezTo>
                  <a:pt x="3571122" y="89244"/>
                  <a:pt x="3568458" y="90463"/>
                  <a:pt x="3565254" y="90463"/>
                </a:cubicBezTo>
                <a:cubicBezTo>
                  <a:pt x="3562121" y="90463"/>
                  <a:pt x="3559596" y="89424"/>
                  <a:pt x="3557681" y="87345"/>
                </a:cubicBezTo>
                <a:cubicBezTo>
                  <a:pt x="3555766" y="85267"/>
                  <a:pt x="3554808" y="82461"/>
                  <a:pt x="3554808" y="78926"/>
                </a:cubicBezTo>
                <a:cubicBezTo>
                  <a:pt x="3554808" y="76639"/>
                  <a:pt x="3555366" y="74491"/>
                  <a:pt x="3556480" y="72483"/>
                </a:cubicBezTo>
                <a:cubicBezTo>
                  <a:pt x="3557524" y="70681"/>
                  <a:pt x="3558047" y="69606"/>
                  <a:pt x="3558047" y="69257"/>
                </a:cubicBezTo>
                <a:cubicBezTo>
                  <a:pt x="3558047" y="68213"/>
                  <a:pt x="3557385" y="67690"/>
                  <a:pt x="3556062" y="67690"/>
                </a:cubicBezTo>
                <a:cubicBezTo>
                  <a:pt x="3553207" y="67690"/>
                  <a:pt x="3549968" y="69360"/>
                  <a:pt x="3546347" y="72698"/>
                </a:cubicBezTo>
                <a:cubicBezTo>
                  <a:pt x="3541333" y="77351"/>
                  <a:pt x="3537468" y="83740"/>
                  <a:pt x="3534752" y="91866"/>
                </a:cubicBezTo>
                <a:cubicBezTo>
                  <a:pt x="3530574" y="104508"/>
                  <a:pt x="3528484" y="114615"/>
                  <a:pt x="3528484" y="122186"/>
                </a:cubicBezTo>
                <a:lnTo>
                  <a:pt x="3528484" y="143130"/>
                </a:lnTo>
                <a:cubicBezTo>
                  <a:pt x="3528484" y="145492"/>
                  <a:pt x="3529320" y="147298"/>
                  <a:pt x="3530991" y="148549"/>
                </a:cubicBezTo>
                <a:cubicBezTo>
                  <a:pt x="3532663" y="149799"/>
                  <a:pt x="3535518" y="150423"/>
                  <a:pt x="3539557" y="150423"/>
                </a:cubicBezTo>
                <a:lnTo>
                  <a:pt x="3551988" y="150423"/>
                </a:lnTo>
                <a:lnTo>
                  <a:pt x="3551988" y="158362"/>
                </a:lnTo>
                <a:lnTo>
                  <a:pt x="3491192" y="158362"/>
                </a:lnTo>
                <a:lnTo>
                  <a:pt x="3491192" y="150423"/>
                </a:lnTo>
                <a:lnTo>
                  <a:pt x="3500907" y="150423"/>
                </a:lnTo>
                <a:cubicBezTo>
                  <a:pt x="3504180" y="150423"/>
                  <a:pt x="3506652" y="149781"/>
                  <a:pt x="3508323" y="148497"/>
                </a:cubicBezTo>
                <a:cubicBezTo>
                  <a:pt x="3509995" y="147213"/>
                  <a:pt x="3510831" y="145670"/>
                  <a:pt x="3510831" y="143868"/>
                </a:cubicBezTo>
                <a:lnTo>
                  <a:pt x="3510831" y="81740"/>
                </a:lnTo>
                <a:cubicBezTo>
                  <a:pt x="3510831" y="77022"/>
                  <a:pt x="3509821" y="73571"/>
                  <a:pt x="3507801" y="71386"/>
                </a:cubicBezTo>
                <a:cubicBezTo>
                  <a:pt x="3505782" y="69201"/>
                  <a:pt x="3502892" y="68108"/>
                  <a:pt x="3499131" y="68108"/>
                </a:cubicBezTo>
                <a:lnTo>
                  <a:pt x="3490565" y="68108"/>
                </a:lnTo>
                <a:lnTo>
                  <a:pt x="3490565" y="60587"/>
                </a:lnTo>
                <a:close/>
                <a:moveTo>
                  <a:pt x="3598819" y="121383"/>
                </a:moveTo>
                <a:cubicBezTo>
                  <a:pt x="3603137" y="133431"/>
                  <a:pt x="3608098" y="141770"/>
                  <a:pt x="3613705" y="146401"/>
                </a:cubicBezTo>
                <a:cubicBezTo>
                  <a:pt x="3619311" y="151032"/>
                  <a:pt x="3626222" y="153348"/>
                  <a:pt x="3634440" y="153348"/>
                </a:cubicBezTo>
                <a:cubicBezTo>
                  <a:pt x="3642031" y="153348"/>
                  <a:pt x="3647863" y="151694"/>
                  <a:pt x="3651937" y="148386"/>
                </a:cubicBezTo>
                <a:cubicBezTo>
                  <a:pt x="3656011" y="145078"/>
                  <a:pt x="3658048" y="140882"/>
                  <a:pt x="3658048" y="135799"/>
                </a:cubicBezTo>
                <a:cubicBezTo>
                  <a:pt x="3658048" y="132874"/>
                  <a:pt x="3657299" y="130314"/>
                  <a:pt x="3655802" y="128121"/>
                </a:cubicBezTo>
                <a:cubicBezTo>
                  <a:pt x="3654305" y="125927"/>
                  <a:pt x="3652233" y="124291"/>
                  <a:pt x="3649587" y="123211"/>
                </a:cubicBezTo>
                <a:cubicBezTo>
                  <a:pt x="3646940" y="122132"/>
                  <a:pt x="3640081" y="120547"/>
                  <a:pt x="3629008" y="118458"/>
                </a:cubicBezTo>
                <a:cubicBezTo>
                  <a:pt x="3618423" y="116369"/>
                  <a:pt x="3611041" y="114175"/>
                  <a:pt x="3606862" y="111877"/>
                </a:cubicBezTo>
                <a:cubicBezTo>
                  <a:pt x="3602684" y="109579"/>
                  <a:pt x="3599428" y="106410"/>
                  <a:pt x="3597095" y="102371"/>
                </a:cubicBezTo>
                <a:cubicBezTo>
                  <a:pt x="3594762" y="98332"/>
                  <a:pt x="3593596" y="93945"/>
                  <a:pt x="3593596" y="89209"/>
                </a:cubicBezTo>
                <a:cubicBezTo>
                  <a:pt x="3593596" y="82036"/>
                  <a:pt x="3595998" y="75525"/>
                  <a:pt x="3600804" y="69675"/>
                </a:cubicBezTo>
                <a:cubicBezTo>
                  <a:pt x="3607002" y="62224"/>
                  <a:pt x="3615672" y="58498"/>
                  <a:pt x="3626814" y="58498"/>
                </a:cubicBezTo>
                <a:cubicBezTo>
                  <a:pt x="3635310" y="58498"/>
                  <a:pt x="3643180" y="61214"/>
                  <a:pt x="3650422" y="66646"/>
                </a:cubicBezTo>
                <a:lnTo>
                  <a:pt x="3657317" y="59334"/>
                </a:lnTo>
                <a:lnTo>
                  <a:pt x="3661600" y="59334"/>
                </a:lnTo>
                <a:lnTo>
                  <a:pt x="3664316" y="94223"/>
                </a:lnTo>
                <a:lnTo>
                  <a:pt x="3657317" y="94223"/>
                </a:lnTo>
                <a:cubicBezTo>
                  <a:pt x="3654253" y="84297"/>
                  <a:pt x="3650109" y="77151"/>
                  <a:pt x="3644886" y="72783"/>
                </a:cubicBezTo>
                <a:cubicBezTo>
                  <a:pt x="3639663" y="68413"/>
                  <a:pt x="3633221" y="66228"/>
                  <a:pt x="3625561" y="66228"/>
                </a:cubicBezTo>
                <a:cubicBezTo>
                  <a:pt x="3618945" y="66228"/>
                  <a:pt x="3613757" y="67847"/>
                  <a:pt x="3609996" y="71085"/>
                </a:cubicBezTo>
                <a:cubicBezTo>
                  <a:pt x="3606236" y="74324"/>
                  <a:pt x="3604355" y="78276"/>
                  <a:pt x="3604355" y="82942"/>
                </a:cubicBezTo>
                <a:cubicBezTo>
                  <a:pt x="3604355" y="87050"/>
                  <a:pt x="3606096" y="90463"/>
                  <a:pt x="3609578" y="93179"/>
                </a:cubicBezTo>
                <a:cubicBezTo>
                  <a:pt x="3612991" y="95964"/>
                  <a:pt x="3619676" y="98149"/>
                  <a:pt x="3629635" y="99734"/>
                </a:cubicBezTo>
                <a:cubicBezTo>
                  <a:pt x="3641195" y="101664"/>
                  <a:pt x="3648716" y="103283"/>
                  <a:pt x="3652198" y="104591"/>
                </a:cubicBezTo>
                <a:cubicBezTo>
                  <a:pt x="3657909" y="106687"/>
                  <a:pt x="3662331" y="109919"/>
                  <a:pt x="3665465" y="114286"/>
                </a:cubicBezTo>
                <a:cubicBezTo>
                  <a:pt x="3668599" y="118652"/>
                  <a:pt x="3670165" y="123978"/>
                  <a:pt x="3670165" y="130266"/>
                </a:cubicBezTo>
                <a:cubicBezTo>
                  <a:pt x="3670165" y="138929"/>
                  <a:pt x="3666770" y="146265"/>
                  <a:pt x="3659981" y="152274"/>
                </a:cubicBezTo>
                <a:cubicBezTo>
                  <a:pt x="3653191" y="158283"/>
                  <a:pt x="3644573" y="161287"/>
                  <a:pt x="3634127" y="161287"/>
                </a:cubicBezTo>
                <a:cubicBezTo>
                  <a:pt x="3624447" y="161287"/>
                  <a:pt x="3615463" y="158076"/>
                  <a:pt x="3607176" y="151654"/>
                </a:cubicBezTo>
                <a:lnTo>
                  <a:pt x="3599550" y="160451"/>
                </a:lnTo>
                <a:lnTo>
                  <a:pt x="3594014" y="160451"/>
                </a:lnTo>
                <a:lnTo>
                  <a:pt x="3591925" y="121383"/>
                </a:lnTo>
                <a:lnTo>
                  <a:pt x="3598819" y="121383"/>
                </a:lnTo>
                <a:close/>
                <a:moveTo>
                  <a:pt x="3711774" y="1880"/>
                </a:moveTo>
                <a:cubicBezTo>
                  <a:pt x="3714908" y="1880"/>
                  <a:pt x="3717658" y="3070"/>
                  <a:pt x="3720026" y="5448"/>
                </a:cubicBezTo>
                <a:cubicBezTo>
                  <a:pt x="3722394" y="7827"/>
                  <a:pt x="3723578" y="10625"/>
                  <a:pt x="3723578" y="13841"/>
                </a:cubicBezTo>
                <a:cubicBezTo>
                  <a:pt x="3723578" y="16990"/>
                  <a:pt x="3722429" y="19719"/>
                  <a:pt x="3720131" y="22028"/>
                </a:cubicBezTo>
                <a:cubicBezTo>
                  <a:pt x="3717833" y="24335"/>
                  <a:pt x="3715082" y="25488"/>
                  <a:pt x="3711878" y="25488"/>
                </a:cubicBezTo>
                <a:cubicBezTo>
                  <a:pt x="3708675" y="25488"/>
                  <a:pt x="3705907" y="24316"/>
                  <a:pt x="3703574" y="21973"/>
                </a:cubicBezTo>
                <a:cubicBezTo>
                  <a:pt x="3701241" y="19629"/>
                  <a:pt x="3700074" y="16883"/>
                  <a:pt x="3700074" y="13737"/>
                </a:cubicBezTo>
                <a:cubicBezTo>
                  <a:pt x="3700074" y="10590"/>
                  <a:pt x="3701258" y="7827"/>
                  <a:pt x="3703626" y="5448"/>
                </a:cubicBezTo>
                <a:cubicBezTo>
                  <a:pt x="3705994" y="3070"/>
                  <a:pt x="3708710" y="1880"/>
                  <a:pt x="3711774" y="1880"/>
                </a:cubicBezTo>
                <a:moveTo>
                  <a:pt x="3684719" y="60587"/>
                </a:moveTo>
                <a:lnTo>
                  <a:pt x="3723578" y="59334"/>
                </a:lnTo>
                <a:lnTo>
                  <a:pt x="3723578" y="143431"/>
                </a:lnTo>
                <a:cubicBezTo>
                  <a:pt x="3723578" y="145727"/>
                  <a:pt x="3724135" y="147362"/>
                  <a:pt x="3725249" y="148337"/>
                </a:cubicBezTo>
                <a:cubicBezTo>
                  <a:pt x="3726851" y="149728"/>
                  <a:pt x="3728871" y="150423"/>
                  <a:pt x="3731308" y="150423"/>
                </a:cubicBezTo>
                <a:lnTo>
                  <a:pt x="3742381" y="150423"/>
                </a:lnTo>
                <a:lnTo>
                  <a:pt x="3742381" y="158362"/>
                </a:lnTo>
                <a:lnTo>
                  <a:pt x="3686808" y="158362"/>
                </a:lnTo>
                <a:lnTo>
                  <a:pt x="3686808" y="150423"/>
                </a:lnTo>
                <a:lnTo>
                  <a:pt x="3697149" y="150423"/>
                </a:lnTo>
                <a:cubicBezTo>
                  <a:pt x="3700214" y="150423"/>
                  <a:pt x="3702459" y="149678"/>
                  <a:pt x="3703887" y="148187"/>
                </a:cubicBezTo>
                <a:cubicBezTo>
                  <a:pt x="3705315" y="146694"/>
                  <a:pt x="3706029" y="144525"/>
                  <a:pt x="3706029" y="141681"/>
                </a:cubicBezTo>
                <a:lnTo>
                  <a:pt x="3706029" y="80284"/>
                </a:lnTo>
                <a:cubicBezTo>
                  <a:pt x="3706029" y="76400"/>
                  <a:pt x="3704914" y="73469"/>
                  <a:pt x="3702686" y="71493"/>
                </a:cubicBezTo>
                <a:cubicBezTo>
                  <a:pt x="3700457" y="69515"/>
                  <a:pt x="3697149" y="68526"/>
                  <a:pt x="3692762" y="68526"/>
                </a:cubicBezTo>
                <a:lnTo>
                  <a:pt x="3684719" y="68526"/>
                </a:lnTo>
                <a:lnTo>
                  <a:pt x="3684719" y="60587"/>
                </a:lnTo>
                <a:close/>
                <a:moveTo>
                  <a:pt x="3800160" y="57453"/>
                </a:moveTo>
                <a:cubicBezTo>
                  <a:pt x="3813322" y="57453"/>
                  <a:pt x="3824377" y="62212"/>
                  <a:pt x="3833326" y="71728"/>
                </a:cubicBezTo>
                <a:cubicBezTo>
                  <a:pt x="3842275" y="81243"/>
                  <a:pt x="3846749" y="93773"/>
                  <a:pt x="3846749" y="109318"/>
                </a:cubicBezTo>
                <a:cubicBezTo>
                  <a:pt x="3846749" y="120053"/>
                  <a:pt x="3844747" y="129204"/>
                  <a:pt x="3840743" y="136768"/>
                </a:cubicBezTo>
                <a:cubicBezTo>
                  <a:pt x="3836739" y="144331"/>
                  <a:pt x="3831028" y="150308"/>
                  <a:pt x="3823611" y="154699"/>
                </a:cubicBezTo>
                <a:cubicBezTo>
                  <a:pt x="3816195" y="159091"/>
                  <a:pt x="3808203" y="161287"/>
                  <a:pt x="3799638" y="161287"/>
                </a:cubicBezTo>
                <a:cubicBezTo>
                  <a:pt x="3786963" y="161287"/>
                  <a:pt x="3776221" y="156477"/>
                  <a:pt x="3767412" y="146858"/>
                </a:cubicBezTo>
                <a:cubicBezTo>
                  <a:pt x="3758602" y="137237"/>
                  <a:pt x="3754197" y="124758"/>
                  <a:pt x="3754197" y="109422"/>
                </a:cubicBezTo>
                <a:cubicBezTo>
                  <a:pt x="3754197" y="94017"/>
                  <a:pt x="3758619" y="81504"/>
                  <a:pt x="3767464" y="71885"/>
                </a:cubicBezTo>
                <a:cubicBezTo>
                  <a:pt x="3776308" y="62264"/>
                  <a:pt x="3787207" y="57453"/>
                  <a:pt x="3800160" y="57453"/>
                </a:cubicBezTo>
                <a:moveTo>
                  <a:pt x="3800160" y="64974"/>
                </a:moveTo>
                <a:cubicBezTo>
                  <a:pt x="3792360" y="64974"/>
                  <a:pt x="3785953" y="68504"/>
                  <a:pt x="3780939" y="75564"/>
                </a:cubicBezTo>
                <a:cubicBezTo>
                  <a:pt x="3775925" y="82624"/>
                  <a:pt x="3773418" y="93771"/>
                  <a:pt x="3773418" y="109005"/>
                </a:cubicBezTo>
                <a:cubicBezTo>
                  <a:pt x="3773418" y="124517"/>
                  <a:pt x="3775908" y="135855"/>
                  <a:pt x="3780887" y="143019"/>
                </a:cubicBezTo>
                <a:cubicBezTo>
                  <a:pt x="3785866" y="150184"/>
                  <a:pt x="3792291" y="153766"/>
                  <a:pt x="3800160" y="153766"/>
                </a:cubicBezTo>
                <a:cubicBezTo>
                  <a:pt x="3808308" y="153766"/>
                  <a:pt x="3814906" y="150184"/>
                  <a:pt x="3819955" y="143019"/>
                </a:cubicBezTo>
                <a:cubicBezTo>
                  <a:pt x="3825004" y="135855"/>
                  <a:pt x="3827529" y="124135"/>
                  <a:pt x="3827529" y="107859"/>
                </a:cubicBezTo>
                <a:cubicBezTo>
                  <a:pt x="3827529" y="92764"/>
                  <a:pt x="3825039" y="81844"/>
                  <a:pt x="3820060" y="75097"/>
                </a:cubicBezTo>
                <a:cubicBezTo>
                  <a:pt x="3815080" y="68349"/>
                  <a:pt x="3808447" y="64974"/>
                  <a:pt x="3800160" y="64974"/>
                </a:cubicBezTo>
                <a:close/>
                <a:moveTo>
                  <a:pt x="3860955" y="60378"/>
                </a:moveTo>
                <a:lnTo>
                  <a:pt x="3893443" y="58498"/>
                </a:lnTo>
                <a:cubicBezTo>
                  <a:pt x="3894766" y="64622"/>
                  <a:pt x="3895741" y="71790"/>
                  <a:pt x="3896367" y="80004"/>
                </a:cubicBezTo>
                <a:cubicBezTo>
                  <a:pt x="3900755" y="72905"/>
                  <a:pt x="3905926" y="67581"/>
                  <a:pt x="3911880" y="64031"/>
                </a:cubicBezTo>
                <a:cubicBezTo>
                  <a:pt x="3917834" y="60482"/>
                  <a:pt x="3924572" y="58707"/>
                  <a:pt x="3932093" y="58707"/>
                </a:cubicBezTo>
                <a:cubicBezTo>
                  <a:pt x="3938569" y="58707"/>
                  <a:pt x="3944001" y="59977"/>
                  <a:pt x="3948389" y="62516"/>
                </a:cubicBezTo>
                <a:cubicBezTo>
                  <a:pt x="3952776" y="65054"/>
                  <a:pt x="3956293" y="69071"/>
                  <a:pt x="3958939" y="74568"/>
                </a:cubicBezTo>
                <a:cubicBezTo>
                  <a:pt x="3961586" y="80064"/>
                  <a:pt x="3962909" y="86219"/>
                  <a:pt x="3962909" y="93035"/>
                </a:cubicBezTo>
                <a:lnTo>
                  <a:pt x="3962909" y="140614"/>
                </a:lnTo>
                <a:cubicBezTo>
                  <a:pt x="3962909" y="144163"/>
                  <a:pt x="3963710" y="146685"/>
                  <a:pt x="3965311" y="148180"/>
                </a:cubicBezTo>
                <a:cubicBezTo>
                  <a:pt x="3966913" y="149676"/>
                  <a:pt x="3969594" y="150423"/>
                  <a:pt x="3973355" y="150423"/>
                </a:cubicBezTo>
                <a:lnTo>
                  <a:pt x="3980249" y="150423"/>
                </a:lnTo>
                <a:lnTo>
                  <a:pt x="3980249" y="158362"/>
                </a:lnTo>
                <a:lnTo>
                  <a:pt x="3928646" y="158362"/>
                </a:lnTo>
                <a:lnTo>
                  <a:pt x="3928646" y="150423"/>
                </a:lnTo>
                <a:lnTo>
                  <a:pt x="3933555" y="150423"/>
                </a:lnTo>
                <a:cubicBezTo>
                  <a:pt x="3938152" y="150423"/>
                  <a:pt x="3941355" y="149693"/>
                  <a:pt x="3943166" y="148233"/>
                </a:cubicBezTo>
                <a:cubicBezTo>
                  <a:pt x="3944976" y="146772"/>
                  <a:pt x="3945882" y="144581"/>
                  <a:pt x="3945882" y="141658"/>
                </a:cubicBezTo>
                <a:lnTo>
                  <a:pt x="3945882" y="99825"/>
                </a:lnTo>
                <a:cubicBezTo>
                  <a:pt x="3945882" y="90715"/>
                  <a:pt x="3944489" y="83969"/>
                  <a:pt x="3941703" y="79586"/>
                </a:cubicBezTo>
                <a:cubicBezTo>
                  <a:pt x="3937803" y="73327"/>
                  <a:pt x="3931884" y="70197"/>
                  <a:pt x="3923945" y="70197"/>
                </a:cubicBezTo>
                <a:cubicBezTo>
                  <a:pt x="3916076" y="70197"/>
                  <a:pt x="3909512" y="73362"/>
                  <a:pt x="3904254" y="79690"/>
                </a:cubicBezTo>
                <a:cubicBezTo>
                  <a:pt x="3898996" y="86019"/>
                  <a:pt x="3896367" y="94260"/>
                  <a:pt x="3896367" y="104415"/>
                </a:cubicBezTo>
                <a:lnTo>
                  <a:pt x="3896367" y="140617"/>
                </a:lnTo>
                <a:cubicBezTo>
                  <a:pt x="3896367" y="144164"/>
                  <a:pt x="3897186" y="146685"/>
                  <a:pt x="3898822" y="148180"/>
                </a:cubicBezTo>
                <a:cubicBezTo>
                  <a:pt x="3900459" y="149676"/>
                  <a:pt x="3903157" y="150423"/>
                  <a:pt x="3906918" y="150423"/>
                </a:cubicBezTo>
                <a:lnTo>
                  <a:pt x="3913708" y="150423"/>
                </a:lnTo>
                <a:lnTo>
                  <a:pt x="3913708" y="158362"/>
                </a:lnTo>
                <a:lnTo>
                  <a:pt x="3861895" y="158362"/>
                </a:lnTo>
                <a:lnTo>
                  <a:pt x="3861895" y="150423"/>
                </a:lnTo>
                <a:lnTo>
                  <a:pt x="3868685" y="150423"/>
                </a:lnTo>
                <a:cubicBezTo>
                  <a:pt x="3872098" y="150423"/>
                  <a:pt x="3874692" y="149728"/>
                  <a:pt x="3876468" y="148337"/>
                </a:cubicBezTo>
                <a:cubicBezTo>
                  <a:pt x="3878244" y="146947"/>
                  <a:pt x="3879131" y="145208"/>
                  <a:pt x="3879131" y="143121"/>
                </a:cubicBezTo>
                <a:lnTo>
                  <a:pt x="3879131" y="80000"/>
                </a:lnTo>
                <a:cubicBezTo>
                  <a:pt x="3879131" y="75829"/>
                  <a:pt x="3878000" y="72664"/>
                  <a:pt x="3875737" y="70508"/>
                </a:cubicBezTo>
                <a:cubicBezTo>
                  <a:pt x="3873473" y="68351"/>
                  <a:pt x="3870218" y="67273"/>
                  <a:pt x="3865969" y="67273"/>
                </a:cubicBezTo>
                <a:lnTo>
                  <a:pt x="3860955" y="67273"/>
                </a:lnTo>
                <a:lnTo>
                  <a:pt x="3860955" y="60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ReinterpretationofEditingbyInversion">
            <a:extLst xmlns:a="http://schemas.openxmlformats.org/drawingml/2006/main">
              <a:ext uri="{FF2B5EF4-FFF2-40B4-BE49-F238E27FC236}">
                <a16:creationId xmlns:a16="http://schemas.microsoft.com/office/drawing/2014/main" id="{5D5B74F5-8512-45AD-BF04-3025320B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652" y="77686"/>
            <a:ext cx="3980249" cy="200146"/>
          </a:xfrm>
          <a:custGeom xmlns:a="http://schemas.openxmlformats.org/drawingml/2006/main">
            <a:pathLst>
              <a:path w="3980249" h="200146" fill="none">
                <a:moveTo>
                  <a:pt x="0" y="3761"/>
                </a:moveTo>
                <a:lnTo>
                  <a:pt x="79808" y="3761"/>
                </a:lnTo>
                <a:cubicBezTo>
                  <a:pt x="95268" y="3761"/>
                  <a:pt x="107264" y="7277"/>
                  <a:pt x="115794" y="14311"/>
                </a:cubicBezTo>
                <a:cubicBezTo>
                  <a:pt x="124325" y="21345"/>
                  <a:pt x="128591" y="30572"/>
                  <a:pt x="128591" y="41993"/>
                </a:cubicBezTo>
                <a:cubicBezTo>
                  <a:pt x="128591" y="48818"/>
                  <a:pt x="126902" y="54894"/>
                  <a:pt x="123525" y="60221"/>
                </a:cubicBezTo>
                <a:cubicBezTo>
                  <a:pt x="120147" y="65549"/>
                  <a:pt x="115272" y="69797"/>
                  <a:pt x="108900" y="72966"/>
                </a:cubicBezTo>
                <a:cubicBezTo>
                  <a:pt x="102528" y="76134"/>
                  <a:pt x="92517" y="78415"/>
                  <a:pt x="78868" y="79808"/>
                </a:cubicBezTo>
                <a:cubicBezTo>
                  <a:pt x="88826" y="82530"/>
                  <a:pt x="95686" y="85201"/>
                  <a:pt x="99446" y="87819"/>
                </a:cubicBezTo>
                <a:cubicBezTo>
                  <a:pt x="103207" y="90437"/>
                  <a:pt x="106219" y="93823"/>
                  <a:pt x="108482" y="97977"/>
                </a:cubicBezTo>
                <a:cubicBezTo>
                  <a:pt x="110746" y="102130"/>
                  <a:pt x="113340" y="110595"/>
                  <a:pt x="116265" y="123374"/>
                </a:cubicBezTo>
                <a:cubicBezTo>
                  <a:pt x="118354" y="132521"/>
                  <a:pt x="120582" y="138778"/>
                  <a:pt x="122950" y="142145"/>
                </a:cubicBezTo>
                <a:cubicBezTo>
                  <a:pt x="124761" y="144739"/>
                  <a:pt x="126711" y="146036"/>
                  <a:pt x="128800" y="146036"/>
                </a:cubicBezTo>
                <a:cubicBezTo>
                  <a:pt x="130959" y="146036"/>
                  <a:pt x="132961" y="144451"/>
                  <a:pt x="134806" y="141283"/>
                </a:cubicBezTo>
                <a:cubicBezTo>
                  <a:pt x="136652" y="138114"/>
                  <a:pt x="137783" y="132526"/>
                  <a:pt x="138201" y="124517"/>
                </a:cubicBezTo>
                <a:lnTo>
                  <a:pt x="145305" y="124517"/>
                </a:lnTo>
                <a:cubicBezTo>
                  <a:pt x="143981" y="148195"/>
                  <a:pt x="135242" y="160034"/>
                  <a:pt x="119085" y="160034"/>
                </a:cubicBezTo>
                <a:cubicBezTo>
                  <a:pt x="114001" y="160034"/>
                  <a:pt x="109596" y="158742"/>
                  <a:pt x="105871" y="156159"/>
                </a:cubicBezTo>
                <a:cubicBezTo>
                  <a:pt x="102145" y="153575"/>
                  <a:pt x="99342" y="149770"/>
                  <a:pt x="97462" y="144743"/>
                </a:cubicBezTo>
                <a:cubicBezTo>
                  <a:pt x="95999" y="140972"/>
                  <a:pt x="94363" y="131090"/>
                  <a:pt x="92552" y="115099"/>
                </a:cubicBezTo>
                <a:cubicBezTo>
                  <a:pt x="91507" y="105813"/>
                  <a:pt x="89853" y="99215"/>
                  <a:pt x="87590" y="95304"/>
                </a:cubicBezTo>
                <a:cubicBezTo>
                  <a:pt x="85327" y="91393"/>
                  <a:pt x="81793" y="88251"/>
                  <a:pt x="76987" y="85876"/>
                </a:cubicBezTo>
                <a:cubicBezTo>
                  <a:pt x="72182" y="83502"/>
                  <a:pt x="66437" y="82315"/>
                  <a:pt x="59751" y="82315"/>
                </a:cubicBezTo>
                <a:lnTo>
                  <a:pt x="47112" y="82315"/>
                </a:lnTo>
                <a:lnTo>
                  <a:pt x="47112" y="143006"/>
                </a:lnTo>
                <a:cubicBezTo>
                  <a:pt x="47112" y="145583"/>
                  <a:pt x="47773" y="147394"/>
                  <a:pt x="49096" y="148438"/>
                </a:cubicBezTo>
                <a:cubicBezTo>
                  <a:pt x="50768" y="149762"/>
                  <a:pt x="53379" y="150423"/>
                  <a:pt x="56931" y="150423"/>
                </a:cubicBezTo>
                <a:lnTo>
                  <a:pt x="71764" y="150423"/>
                </a:lnTo>
                <a:lnTo>
                  <a:pt x="71764" y="158362"/>
                </a:lnTo>
                <a:lnTo>
                  <a:pt x="0" y="158362"/>
                </a:lnTo>
                <a:lnTo>
                  <a:pt x="0" y="150423"/>
                </a:lnTo>
                <a:lnTo>
                  <a:pt x="15147" y="150423"/>
                </a:lnTo>
                <a:cubicBezTo>
                  <a:pt x="18490" y="150423"/>
                  <a:pt x="20944" y="149763"/>
                  <a:pt x="22511" y="148442"/>
                </a:cubicBezTo>
                <a:cubicBezTo>
                  <a:pt x="24078" y="147118"/>
                  <a:pt x="24862" y="145309"/>
                  <a:pt x="24862" y="143013"/>
                </a:cubicBezTo>
                <a:lnTo>
                  <a:pt x="24862" y="19632"/>
                </a:lnTo>
                <a:cubicBezTo>
                  <a:pt x="24862" y="16988"/>
                  <a:pt x="24061" y="15005"/>
                  <a:pt x="22459" y="13684"/>
                </a:cubicBezTo>
                <a:cubicBezTo>
                  <a:pt x="20857" y="12361"/>
                  <a:pt x="18420" y="11700"/>
                  <a:pt x="15147" y="11700"/>
                </a:cubicBezTo>
                <a:lnTo>
                  <a:pt x="0" y="11700"/>
                </a:lnTo>
                <a:lnTo>
                  <a:pt x="0" y="3761"/>
                </a:lnTo>
                <a:moveTo>
                  <a:pt x="47112" y="74794"/>
                </a:moveTo>
                <a:lnTo>
                  <a:pt x="65392" y="74794"/>
                </a:lnTo>
                <a:cubicBezTo>
                  <a:pt x="77649" y="74794"/>
                  <a:pt x="87242" y="72486"/>
                  <a:pt x="94171" y="67870"/>
                </a:cubicBezTo>
                <a:cubicBezTo>
                  <a:pt x="101100" y="63254"/>
                  <a:pt x="104565" y="55046"/>
                  <a:pt x="104565" y="43247"/>
                </a:cubicBezTo>
                <a:cubicBezTo>
                  <a:pt x="104565" y="35125"/>
                  <a:pt x="103259" y="28705"/>
                  <a:pt x="100648" y="23987"/>
                </a:cubicBezTo>
                <a:cubicBezTo>
                  <a:pt x="98036" y="19266"/>
                  <a:pt x="94606" y="16039"/>
                  <a:pt x="90358" y="14305"/>
                </a:cubicBezTo>
                <a:cubicBezTo>
                  <a:pt x="86110" y="12568"/>
                  <a:pt x="77753" y="11700"/>
                  <a:pt x="65288" y="11700"/>
                </a:cubicBezTo>
                <a:cubicBezTo>
                  <a:pt x="57070" y="11700"/>
                  <a:pt x="51987" y="12273"/>
                  <a:pt x="50037" y="13420"/>
                </a:cubicBezTo>
                <a:cubicBezTo>
                  <a:pt x="48087" y="14565"/>
                  <a:pt x="47112" y="16524"/>
                  <a:pt x="47112" y="19299"/>
                </a:cubicBezTo>
                <a:lnTo>
                  <a:pt x="47112" y="74794"/>
                </a:lnTo>
                <a:close/>
                <a:moveTo>
                  <a:pt x="247849" y="109892"/>
                </a:moveTo>
                <a:lnTo>
                  <a:pt x="177756" y="109892"/>
                </a:lnTo>
                <a:cubicBezTo>
                  <a:pt x="178104" y="124832"/>
                  <a:pt x="180890" y="135374"/>
                  <a:pt x="186113" y="141518"/>
                </a:cubicBezTo>
                <a:cubicBezTo>
                  <a:pt x="192102" y="148430"/>
                  <a:pt x="199727" y="151886"/>
                  <a:pt x="208989" y="151886"/>
                </a:cubicBezTo>
                <a:cubicBezTo>
                  <a:pt x="222639" y="151886"/>
                  <a:pt x="233607" y="144156"/>
                  <a:pt x="241895" y="128695"/>
                </a:cubicBezTo>
                <a:lnTo>
                  <a:pt x="248684" y="131607"/>
                </a:lnTo>
                <a:cubicBezTo>
                  <a:pt x="238517" y="151394"/>
                  <a:pt x="223823" y="161287"/>
                  <a:pt x="204602" y="161287"/>
                </a:cubicBezTo>
                <a:cubicBezTo>
                  <a:pt x="191510" y="161287"/>
                  <a:pt x="180489" y="156547"/>
                  <a:pt x="171540" y="147067"/>
                </a:cubicBezTo>
                <a:cubicBezTo>
                  <a:pt x="162592" y="137585"/>
                  <a:pt x="158117" y="125455"/>
                  <a:pt x="158117" y="110676"/>
                </a:cubicBezTo>
                <a:cubicBezTo>
                  <a:pt x="158117" y="94783"/>
                  <a:pt x="162522" y="81939"/>
                  <a:pt x="171331" y="72146"/>
                </a:cubicBezTo>
                <a:cubicBezTo>
                  <a:pt x="180141" y="62351"/>
                  <a:pt x="190987" y="57453"/>
                  <a:pt x="203871" y="57453"/>
                </a:cubicBezTo>
                <a:cubicBezTo>
                  <a:pt x="213342" y="57453"/>
                  <a:pt x="221525" y="59886"/>
                  <a:pt x="228419" y="64752"/>
                </a:cubicBezTo>
                <a:cubicBezTo>
                  <a:pt x="235314" y="69616"/>
                  <a:pt x="240502" y="76601"/>
                  <a:pt x="243984" y="85707"/>
                </a:cubicBezTo>
                <a:cubicBezTo>
                  <a:pt x="246421" y="92100"/>
                  <a:pt x="247710" y="100162"/>
                  <a:pt x="247849" y="109892"/>
                </a:cubicBezTo>
                <a:moveTo>
                  <a:pt x="177756" y="102371"/>
                </a:moveTo>
                <a:lnTo>
                  <a:pt x="220167" y="102371"/>
                </a:lnTo>
                <a:cubicBezTo>
                  <a:pt x="222674" y="102371"/>
                  <a:pt x="224624" y="101523"/>
                  <a:pt x="226017" y="99825"/>
                </a:cubicBezTo>
                <a:cubicBezTo>
                  <a:pt x="227409" y="98128"/>
                  <a:pt x="228106" y="95236"/>
                  <a:pt x="228106" y="91152"/>
                </a:cubicBezTo>
                <a:cubicBezTo>
                  <a:pt x="228106" y="83533"/>
                  <a:pt x="225721" y="77056"/>
                  <a:pt x="220950" y="71722"/>
                </a:cubicBezTo>
                <a:cubicBezTo>
                  <a:pt x="216180" y="66388"/>
                  <a:pt x="210556" y="63721"/>
                  <a:pt x="204080" y="63721"/>
                </a:cubicBezTo>
                <a:cubicBezTo>
                  <a:pt x="196837" y="63721"/>
                  <a:pt x="190691" y="66942"/>
                  <a:pt x="185643" y="73384"/>
                </a:cubicBezTo>
                <a:cubicBezTo>
                  <a:pt x="180594" y="79825"/>
                  <a:pt x="177965" y="89488"/>
                  <a:pt x="177756" y="102371"/>
                </a:cubicBezTo>
                <a:close/>
                <a:moveTo>
                  <a:pt x="288812" y="1880"/>
                </a:moveTo>
                <a:cubicBezTo>
                  <a:pt x="291946" y="1880"/>
                  <a:pt x="294697" y="3070"/>
                  <a:pt x="297065" y="5448"/>
                </a:cubicBezTo>
                <a:cubicBezTo>
                  <a:pt x="299432" y="7827"/>
                  <a:pt x="300616" y="10625"/>
                  <a:pt x="300616" y="13841"/>
                </a:cubicBezTo>
                <a:cubicBezTo>
                  <a:pt x="300616" y="16990"/>
                  <a:pt x="299467" y="19719"/>
                  <a:pt x="297169" y="22028"/>
                </a:cubicBezTo>
                <a:cubicBezTo>
                  <a:pt x="294871" y="24335"/>
                  <a:pt x="292120" y="25488"/>
                  <a:pt x="288917" y="25488"/>
                </a:cubicBezTo>
                <a:cubicBezTo>
                  <a:pt x="285713" y="25488"/>
                  <a:pt x="282945" y="24316"/>
                  <a:pt x="280612" y="21973"/>
                </a:cubicBezTo>
                <a:cubicBezTo>
                  <a:pt x="278279" y="19629"/>
                  <a:pt x="277113" y="16883"/>
                  <a:pt x="277113" y="13737"/>
                </a:cubicBezTo>
                <a:cubicBezTo>
                  <a:pt x="277113" y="10590"/>
                  <a:pt x="278296" y="7827"/>
                  <a:pt x="280664" y="5448"/>
                </a:cubicBezTo>
                <a:cubicBezTo>
                  <a:pt x="283032" y="3070"/>
                  <a:pt x="285748" y="1880"/>
                  <a:pt x="288812" y="1880"/>
                </a:cubicBezTo>
                <a:moveTo>
                  <a:pt x="261757" y="60587"/>
                </a:moveTo>
                <a:lnTo>
                  <a:pt x="300616" y="59334"/>
                </a:lnTo>
                <a:lnTo>
                  <a:pt x="300616" y="143431"/>
                </a:lnTo>
                <a:cubicBezTo>
                  <a:pt x="300616" y="145727"/>
                  <a:pt x="301173" y="147362"/>
                  <a:pt x="302288" y="148337"/>
                </a:cubicBezTo>
                <a:cubicBezTo>
                  <a:pt x="303889" y="149728"/>
                  <a:pt x="305909" y="150423"/>
                  <a:pt x="308346" y="150423"/>
                </a:cubicBezTo>
                <a:lnTo>
                  <a:pt x="319419" y="150423"/>
                </a:lnTo>
                <a:lnTo>
                  <a:pt x="319419" y="158362"/>
                </a:lnTo>
                <a:lnTo>
                  <a:pt x="263846" y="158362"/>
                </a:lnTo>
                <a:lnTo>
                  <a:pt x="263846" y="150423"/>
                </a:lnTo>
                <a:lnTo>
                  <a:pt x="274188" y="150423"/>
                </a:lnTo>
                <a:cubicBezTo>
                  <a:pt x="277252" y="150423"/>
                  <a:pt x="279498" y="149678"/>
                  <a:pt x="280925" y="148187"/>
                </a:cubicBezTo>
                <a:cubicBezTo>
                  <a:pt x="282353" y="146694"/>
                  <a:pt x="283067" y="144525"/>
                  <a:pt x="283067" y="141681"/>
                </a:cubicBezTo>
                <a:lnTo>
                  <a:pt x="283067" y="80284"/>
                </a:lnTo>
                <a:cubicBezTo>
                  <a:pt x="283067" y="76400"/>
                  <a:pt x="281953" y="73469"/>
                  <a:pt x="279724" y="71493"/>
                </a:cubicBezTo>
                <a:cubicBezTo>
                  <a:pt x="277496" y="69515"/>
                  <a:pt x="274188" y="68526"/>
                  <a:pt x="269800" y="68526"/>
                </a:cubicBezTo>
                <a:lnTo>
                  <a:pt x="261757" y="68526"/>
                </a:lnTo>
                <a:lnTo>
                  <a:pt x="261757" y="60587"/>
                </a:lnTo>
                <a:close/>
                <a:moveTo>
                  <a:pt x="331027" y="60378"/>
                </a:moveTo>
                <a:lnTo>
                  <a:pt x="363514" y="58498"/>
                </a:lnTo>
                <a:cubicBezTo>
                  <a:pt x="364837" y="64622"/>
                  <a:pt x="365812" y="71790"/>
                  <a:pt x="366439" y="80004"/>
                </a:cubicBezTo>
                <a:cubicBezTo>
                  <a:pt x="370826" y="72905"/>
                  <a:pt x="375997" y="67581"/>
                  <a:pt x="381951" y="64031"/>
                </a:cubicBezTo>
                <a:cubicBezTo>
                  <a:pt x="387905" y="60482"/>
                  <a:pt x="394643" y="58707"/>
                  <a:pt x="402164" y="58707"/>
                </a:cubicBezTo>
                <a:cubicBezTo>
                  <a:pt x="408641" y="58707"/>
                  <a:pt x="414073" y="59977"/>
                  <a:pt x="418460" y="62516"/>
                </a:cubicBezTo>
                <a:cubicBezTo>
                  <a:pt x="422847" y="65054"/>
                  <a:pt x="426364" y="69071"/>
                  <a:pt x="429011" y="74568"/>
                </a:cubicBezTo>
                <a:cubicBezTo>
                  <a:pt x="431657" y="80064"/>
                  <a:pt x="432980" y="86219"/>
                  <a:pt x="432980" y="93035"/>
                </a:cubicBezTo>
                <a:lnTo>
                  <a:pt x="432980" y="140614"/>
                </a:lnTo>
                <a:cubicBezTo>
                  <a:pt x="432980" y="144163"/>
                  <a:pt x="433781" y="146685"/>
                  <a:pt x="435383" y="148180"/>
                </a:cubicBezTo>
                <a:cubicBezTo>
                  <a:pt x="436984" y="149676"/>
                  <a:pt x="439666" y="150423"/>
                  <a:pt x="443426" y="150423"/>
                </a:cubicBezTo>
                <a:lnTo>
                  <a:pt x="450321" y="150423"/>
                </a:lnTo>
                <a:lnTo>
                  <a:pt x="450321" y="158362"/>
                </a:lnTo>
                <a:lnTo>
                  <a:pt x="398717" y="158362"/>
                </a:lnTo>
                <a:lnTo>
                  <a:pt x="398717" y="150423"/>
                </a:lnTo>
                <a:lnTo>
                  <a:pt x="403627" y="150423"/>
                </a:lnTo>
                <a:cubicBezTo>
                  <a:pt x="408223" y="150423"/>
                  <a:pt x="411426" y="149693"/>
                  <a:pt x="413237" y="148233"/>
                </a:cubicBezTo>
                <a:cubicBezTo>
                  <a:pt x="415048" y="146772"/>
                  <a:pt x="415953" y="144581"/>
                  <a:pt x="415953" y="141658"/>
                </a:cubicBezTo>
                <a:lnTo>
                  <a:pt x="415953" y="99825"/>
                </a:lnTo>
                <a:cubicBezTo>
                  <a:pt x="415953" y="90715"/>
                  <a:pt x="414560" y="83969"/>
                  <a:pt x="411775" y="79586"/>
                </a:cubicBezTo>
                <a:cubicBezTo>
                  <a:pt x="407875" y="73327"/>
                  <a:pt x="401955" y="70197"/>
                  <a:pt x="394016" y="70197"/>
                </a:cubicBezTo>
                <a:cubicBezTo>
                  <a:pt x="386147" y="70197"/>
                  <a:pt x="379583" y="73362"/>
                  <a:pt x="374326" y="79690"/>
                </a:cubicBezTo>
                <a:cubicBezTo>
                  <a:pt x="369068" y="86019"/>
                  <a:pt x="366439" y="94260"/>
                  <a:pt x="366439" y="104415"/>
                </a:cubicBezTo>
                <a:lnTo>
                  <a:pt x="366439" y="140617"/>
                </a:lnTo>
                <a:cubicBezTo>
                  <a:pt x="366439" y="144164"/>
                  <a:pt x="367257" y="146685"/>
                  <a:pt x="368894" y="148180"/>
                </a:cubicBezTo>
                <a:cubicBezTo>
                  <a:pt x="370530" y="149676"/>
                  <a:pt x="373229" y="150423"/>
                  <a:pt x="376989" y="150423"/>
                </a:cubicBezTo>
                <a:lnTo>
                  <a:pt x="383779" y="150423"/>
                </a:lnTo>
                <a:lnTo>
                  <a:pt x="383779" y="158362"/>
                </a:lnTo>
                <a:lnTo>
                  <a:pt x="331967" y="158362"/>
                </a:lnTo>
                <a:lnTo>
                  <a:pt x="331967" y="150423"/>
                </a:lnTo>
                <a:lnTo>
                  <a:pt x="338757" y="150423"/>
                </a:lnTo>
                <a:cubicBezTo>
                  <a:pt x="342169" y="150423"/>
                  <a:pt x="344763" y="149728"/>
                  <a:pt x="346539" y="148337"/>
                </a:cubicBezTo>
                <a:cubicBezTo>
                  <a:pt x="348315" y="146947"/>
                  <a:pt x="349203" y="145208"/>
                  <a:pt x="349203" y="143121"/>
                </a:cubicBezTo>
                <a:lnTo>
                  <a:pt x="349203" y="80000"/>
                </a:lnTo>
                <a:cubicBezTo>
                  <a:pt x="349203" y="75829"/>
                  <a:pt x="348071" y="72664"/>
                  <a:pt x="345808" y="70508"/>
                </a:cubicBezTo>
                <a:cubicBezTo>
                  <a:pt x="343545" y="68351"/>
                  <a:pt x="340289" y="67273"/>
                  <a:pt x="336041" y="67273"/>
                </a:cubicBezTo>
                <a:lnTo>
                  <a:pt x="331027" y="67273"/>
                </a:lnTo>
                <a:lnTo>
                  <a:pt x="331027" y="60378"/>
                </a:lnTo>
                <a:close/>
                <a:moveTo>
                  <a:pt x="487438" y="20474"/>
                </a:moveTo>
                <a:lnTo>
                  <a:pt x="494541" y="20474"/>
                </a:lnTo>
                <a:lnTo>
                  <a:pt x="494541" y="60378"/>
                </a:lnTo>
                <a:lnTo>
                  <a:pt x="526193" y="60378"/>
                </a:lnTo>
                <a:lnTo>
                  <a:pt x="526193" y="69989"/>
                </a:lnTo>
                <a:lnTo>
                  <a:pt x="494541" y="69989"/>
                </a:lnTo>
                <a:lnTo>
                  <a:pt x="494541" y="132769"/>
                </a:lnTo>
                <a:cubicBezTo>
                  <a:pt x="494541" y="138201"/>
                  <a:pt x="495830" y="142362"/>
                  <a:pt x="498406" y="145252"/>
                </a:cubicBezTo>
                <a:cubicBezTo>
                  <a:pt x="500983" y="148142"/>
                  <a:pt x="504256" y="149587"/>
                  <a:pt x="508226" y="149587"/>
                </a:cubicBezTo>
                <a:cubicBezTo>
                  <a:pt x="512961" y="149587"/>
                  <a:pt x="517000" y="147402"/>
                  <a:pt x="520343" y="143033"/>
                </a:cubicBezTo>
                <a:cubicBezTo>
                  <a:pt x="523686" y="138660"/>
                  <a:pt x="525636" y="131444"/>
                  <a:pt x="526193" y="121383"/>
                </a:cubicBezTo>
                <a:lnTo>
                  <a:pt x="533192" y="121383"/>
                </a:lnTo>
                <a:cubicBezTo>
                  <a:pt x="532774" y="134406"/>
                  <a:pt x="529814" y="144068"/>
                  <a:pt x="524313" y="150371"/>
                </a:cubicBezTo>
                <a:cubicBezTo>
                  <a:pt x="518811" y="156673"/>
                  <a:pt x="511673" y="159825"/>
                  <a:pt x="502898" y="159825"/>
                </a:cubicBezTo>
                <a:cubicBezTo>
                  <a:pt x="494820" y="159825"/>
                  <a:pt x="488500" y="157611"/>
                  <a:pt x="483939" y="153185"/>
                </a:cubicBezTo>
                <a:cubicBezTo>
                  <a:pt x="479377" y="148756"/>
                  <a:pt x="477097" y="142951"/>
                  <a:pt x="477097" y="135769"/>
                </a:cubicBezTo>
                <a:lnTo>
                  <a:pt x="477097" y="69989"/>
                </a:lnTo>
                <a:lnTo>
                  <a:pt x="460069" y="69989"/>
                </a:lnTo>
                <a:lnTo>
                  <a:pt x="460069" y="62676"/>
                </a:lnTo>
                <a:cubicBezTo>
                  <a:pt x="467800" y="61353"/>
                  <a:pt x="473684" y="58115"/>
                  <a:pt x="477723" y="52961"/>
                </a:cubicBezTo>
                <a:cubicBezTo>
                  <a:pt x="483712" y="45231"/>
                  <a:pt x="486951" y="34402"/>
                  <a:pt x="487438" y="20474"/>
                </a:cubicBezTo>
                <a:close/>
                <a:moveTo>
                  <a:pt x="636783" y="109892"/>
                </a:moveTo>
                <a:lnTo>
                  <a:pt x="566690" y="109892"/>
                </a:lnTo>
                <a:cubicBezTo>
                  <a:pt x="567038" y="124832"/>
                  <a:pt x="569824" y="135374"/>
                  <a:pt x="575047" y="141518"/>
                </a:cubicBezTo>
                <a:cubicBezTo>
                  <a:pt x="581036" y="148430"/>
                  <a:pt x="588661" y="151886"/>
                  <a:pt x="597923" y="151886"/>
                </a:cubicBezTo>
                <a:cubicBezTo>
                  <a:pt x="611573" y="151886"/>
                  <a:pt x="622541" y="144156"/>
                  <a:pt x="630829" y="128695"/>
                </a:cubicBezTo>
                <a:lnTo>
                  <a:pt x="637618" y="131607"/>
                </a:lnTo>
                <a:cubicBezTo>
                  <a:pt x="627451" y="151394"/>
                  <a:pt x="612757" y="161287"/>
                  <a:pt x="593536" y="161287"/>
                </a:cubicBezTo>
                <a:cubicBezTo>
                  <a:pt x="580444" y="161287"/>
                  <a:pt x="569423" y="156547"/>
                  <a:pt x="560474" y="147067"/>
                </a:cubicBezTo>
                <a:cubicBezTo>
                  <a:pt x="551526" y="137585"/>
                  <a:pt x="547051" y="125455"/>
                  <a:pt x="547051" y="110676"/>
                </a:cubicBezTo>
                <a:cubicBezTo>
                  <a:pt x="547051" y="94783"/>
                  <a:pt x="551456" y="81939"/>
                  <a:pt x="560265" y="72146"/>
                </a:cubicBezTo>
                <a:cubicBezTo>
                  <a:pt x="569075" y="62351"/>
                  <a:pt x="579921" y="57453"/>
                  <a:pt x="592805" y="57453"/>
                </a:cubicBezTo>
                <a:cubicBezTo>
                  <a:pt x="602276" y="57453"/>
                  <a:pt x="610459" y="59886"/>
                  <a:pt x="617353" y="64752"/>
                </a:cubicBezTo>
                <a:cubicBezTo>
                  <a:pt x="624247" y="69616"/>
                  <a:pt x="629436" y="76601"/>
                  <a:pt x="632918" y="85707"/>
                </a:cubicBezTo>
                <a:cubicBezTo>
                  <a:pt x="635355" y="92100"/>
                  <a:pt x="636643" y="100162"/>
                  <a:pt x="636783" y="109892"/>
                </a:cubicBezTo>
                <a:moveTo>
                  <a:pt x="566690" y="102371"/>
                </a:moveTo>
                <a:lnTo>
                  <a:pt x="609101" y="102371"/>
                </a:lnTo>
                <a:cubicBezTo>
                  <a:pt x="611608" y="102371"/>
                  <a:pt x="613558" y="101523"/>
                  <a:pt x="614951" y="99825"/>
                </a:cubicBezTo>
                <a:cubicBezTo>
                  <a:pt x="616343" y="98128"/>
                  <a:pt x="617040" y="95236"/>
                  <a:pt x="617040" y="91152"/>
                </a:cubicBezTo>
                <a:cubicBezTo>
                  <a:pt x="617040" y="83533"/>
                  <a:pt x="614655" y="77056"/>
                  <a:pt x="609884" y="71722"/>
                </a:cubicBezTo>
                <a:cubicBezTo>
                  <a:pt x="605114" y="66388"/>
                  <a:pt x="599490" y="63721"/>
                  <a:pt x="593014" y="63721"/>
                </a:cubicBezTo>
                <a:cubicBezTo>
                  <a:pt x="585771" y="63721"/>
                  <a:pt x="579625" y="66942"/>
                  <a:pt x="574577" y="73384"/>
                </a:cubicBezTo>
                <a:cubicBezTo>
                  <a:pt x="569528" y="79825"/>
                  <a:pt x="566899" y="89488"/>
                  <a:pt x="566690" y="102371"/>
                </a:cubicBezTo>
                <a:close/>
                <a:moveTo>
                  <a:pt x="650362" y="60587"/>
                </a:moveTo>
                <a:lnTo>
                  <a:pt x="685566" y="58707"/>
                </a:lnTo>
                <a:lnTo>
                  <a:pt x="685566" y="98284"/>
                </a:lnTo>
                <a:cubicBezTo>
                  <a:pt x="689326" y="85266"/>
                  <a:pt x="693853" y="75415"/>
                  <a:pt x="699145" y="68732"/>
                </a:cubicBezTo>
                <a:cubicBezTo>
                  <a:pt x="704438" y="62048"/>
                  <a:pt x="710984" y="58707"/>
                  <a:pt x="718784" y="58707"/>
                </a:cubicBezTo>
                <a:cubicBezTo>
                  <a:pt x="724077" y="58707"/>
                  <a:pt x="728307" y="60326"/>
                  <a:pt x="731476" y="63564"/>
                </a:cubicBezTo>
                <a:cubicBezTo>
                  <a:pt x="734645" y="66802"/>
                  <a:pt x="736229" y="71138"/>
                  <a:pt x="736229" y="76570"/>
                </a:cubicBezTo>
                <a:cubicBezTo>
                  <a:pt x="736229" y="80957"/>
                  <a:pt x="735167" y="84369"/>
                  <a:pt x="733043" y="86807"/>
                </a:cubicBezTo>
                <a:cubicBezTo>
                  <a:pt x="730919" y="89244"/>
                  <a:pt x="728255" y="90463"/>
                  <a:pt x="725052" y="90463"/>
                </a:cubicBezTo>
                <a:cubicBezTo>
                  <a:pt x="721918" y="90463"/>
                  <a:pt x="719393" y="89424"/>
                  <a:pt x="717478" y="87345"/>
                </a:cubicBezTo>
                <a:cubicBezTo>
                  <a:pt x="715563" y="85267"/>
                  <a:pt x="714606" y="82461"/>
                  <a:pt x="714606" y="78926"/>
                </a:cubicBezTo>
                <a:cubicBezTo>
                  <a:pt x="714606" y="76639"/>
                  <a:pt x="715163" y="74491"/>
                  <a:pt x="716277" y="72483"/>
                </a:cubicBezTo>
                <a:cubicBezTo>
                  <a:pt x="717322" y="70681"/>
                  <a:pt x="717844" y="69606"/>
                  <a:pt x="717844" y="69257"/>
                </a:cubicBezTo>
                <a:cubicBezTo>
                  <a:pt x="717844" y="68213"/>
                  <a:pt x="717182" y="67690"/>
                  <a:pt x="715859" y="67690"/>
                </a:cubicBezTo>
                <a:cubicBezTo>
                  <a:pt x="713004" y="67690"/>
                  <a:pt x="709766" y="69360"/>
                  <a:pt x="706144" y="72698"/>
                </a:cubicBezTo>
                <a:cubicBezTo>
                  <a:pt x="701130" y="77351"/>
                  <a:pt x="697265" y="83740"/>
                  <a:pt x="694549" y="91866"/>
                </a:cubicBezTo>
                <a:cubicBezTo>
                  <a:pt x="690371" y="104508"/>
                  <a:pt x="688282" y="114615"/>
                  <a:pt x="688282" y="122186"/>
                </a:cubicBezTo>
                <a:lnTo>
                  <a:pt x="688282" y="143130"/>
                </a:lnTo>
                <a:cubicBezTo>
                  <a:pt x="688282" y="145492"/>
                  <a:pt x="689117" y="147298"/>
                  <a:pt x="690789" y="148549"/>
                </a:cubicBezTo>
                <a:cubicBezTo>
                  <a:pt x="692460" y="149799"/>
                  <a:pt x="695315" y="150423"/>
                  <a:pt x="699354" y="150423"/>
                </a:cubicBezTo>
                <a:lnTo>
                  <a:pt x="711785" y="150423"/>
                </a:lnTo>
                <a:lnTo>
                  <a:pt x="711785" y="158362"/>
                </a:lnTo>
                <a:lnTo>
                  <a:pt x="650989" y="158362"/>
                </a:lnTo>
                <a:lnTo>
                  <a:pt x="650989" y="150423"/>
                </a:lnTo>
                <a:lnTo>
                  <a:pt x="660704" y="150423"/>
                </a:lnTo>
                <a:cubicBezTo>
                  <a:pt x="663977" y="150423"/>
                  <a:pt x="666449" y="149781"/>
                  <a:pt x="668121" y="148497"/>
                </a:cubicBezTo>
                <a:cubicBezTo>
                  <a:pt x="669792" y="147213"/>
                  <a:pt x="670628" y="145670"/>
                  <a:pt x="670628" y="143868"/>
                </a:cubicBezTo>
                <a:lnTo>
                  <a:pt x="670628" y="81740"/>
                </a:lnTo>
                <a:cubicBezTo>
                  <a:pt x="670628" y="77022"/>
                  <a:pt x="669618" y="73571"/>
                  <a:pt x="667598" y="71386"/>
                </a:cubicBezTo>
                <a:cubicBezTo>
                  <a:pt x="665579" y="69201"/>
                  <a:pt x="662689" y="68108"/>
                  <a:pt x="658928" y="68108"/>
                </a:cubicBezTo>
                <a:lnTo>
                  <a:pt x="650362" y="68108"/>
                </a:lnTo>
                <a:lnTo>
                  <a:pt x="650362" y="60587"/>
                </a:lnTo>
                <a:close/>
                <a:moveTo>
                  <a:pt x="777837" y="58707"/>
                </a:moveTo>
                <a:cubicBezTo>
                  <a:pt x="779369" y="65982"/>
                  <a:pt x="780275" y="72981"/>
                  <a:pt x="780553" y="79703"/>
                </a:cubicBezTo>
                <a:cubicBezTo>
                  <a:pt x="785358" y="72080"/>
                  <a:pt x="790407" y="66675"/>
                  <a:pt x="795700" y="63489"/>
                </a:cubicBezTo>
                <a:cubicBezTo>
                  <a:pt x="800993" y="60301"/>
                  <a:pt x="806773" y="58707"/>
                  <a:pt x="813040" y="58707"/>
                </a:cubicBezTo>
                <a:cubicBezTo>
                  <a:pt x="819726" y="58707"/>
                  <a:pt x="826115" y="60761"/>
                  <a:pt x="832209" y="64870"/>
                </a:cubicBezTo>
                <a:cubicBezTo>
                  <a:pt x="838302" y="68979"/>
                  <a:pt x="843247" y="75003"/>
                  <a:pt x="847042" y="82942"/>
                </a:cubicBezTo>
                <a:cubicBezTo>
                  <a:pt x="850838" y="90881"/>
                  <a:pt x="852735" y="99829"/>
                  <a:pt x="852735" y="109788"/>
                </a:cubicBezTo>
                <a:cubicBezTo>
                  <a:pt x="852735" y="125736"/>
                  <a:pt x="848069" y="138724"/>
                  <a:pt x="838738" y="148752"/>
                </a:cubicBezTo>
                <a:cubicBezTo>
                  <a:pt x="831008" y="157109"/>
                  <a:pt x="821745" y="161287"/>
                  <a:pt x="810951" y="161287"/>
                </a:cubicBezTo>
                <a:cubicBezTo>
                  <a:pt x="804823" y="161287"/>
                  <a:pt x="799286" y="159711"/>
                  <a:pt x="794342" y="156560"/>
                </a:cubicBezTo>
                <a:cubicBezTo>
                  <a:pt x="789397" y="153409"/>
                  <a:pt x="785010" y="148717"/>
                  <a:pt x="781180" y="142484"/>
                </a:cubicBezTo>
                <a:lnTo>
                  <a:pt x="781180" y="182160"/>
                </a:lnTo>
                <a:cubicBezTo>
                  <a:pt x="781180" y="185230"/>
                  <a:pt x="781911" y="187393"/>
                  <a:pt x="783374" y="188649"/>
                </a:cubicBezTo>
                <a:cubicBezTo>
                  <a:pt x="785254" y="190325"/>
                  <a:pt x="787865" y="191163"/>
                  <a:pt x="791208" y="191163"/>
                </a:cubicBezTo>
                <a:lnTo>
                  <a:pt x="798416" y="191163"/>
                </a:lnTo>
                <a:lnTo>
                  <a:pt x="798416" y="198684"/>
                </a:lnTo>
                <a:lnTo>
                  <a:pt x="746290" y="198684"/>
                </a:lnTo>
                <a:lnTo>
                  <a:pt x="746290" y="191163"/>
                </a:lnTo>
                <a:lnTo>
                  <a:pt x="753498" y="191163"/>
                </a:lnTo>
                <a:cubicBezTo>
                  <a:pt x="756841" y="191163"/>
                  <a:pt x="759348" y="190502"/>
                  <a:pt x="761019" y="189181"/>
                </a:cubicBezTo>
                <a:cubicBezTo>
                  <a:pt x="762690" y="187860"/>
                  <a:pt x="763526" y="186123"/>
                  <a:pt x="763526" y="183968"/>
                </a:cubicBezTo>
                <a:lnTo>
                  <a:pt x="763526" y="81143"/>
                </a:lnTo>
                <a:cubicBezTo>
                  <a:pt x="763526" y="76346"/>
                  <a:pt x="762377" y="72958"/>
                  <a:pt x="760079" y="70978"/>
                </a:cubicBezTo>
                <a:cubicBezTo>
                  <a:pt x="757781" y="68995"/>
                  <a:pt x="753184" y="67899"/>
                  <a:pt x="746290" y="67690"/>
                </a:cubicBezTo>
                <a:lnTo>
                  <a:pt x="746290" y="60587"/>
                </a:lnTo>
                <a:lnTo>
                  <a:pt x="777837" y="58707"/>
                </a:lnTo>
                <a:moveTo>
                  <a:pt x="808235" y="68108"/>
                </a:moveTo>
                <a:cubicBezTo>
                  <a:pt x="800644" y="68108"/>
                  <a:pt x="794220" y="71764"/>
                  <a:pt x="788962" y="79077"/>
                </a:cubicBezTo>
                <a:cubicBezTo>
                  <a:pt x="783704" y="86389"/>
                  <a:pt x="781075" y="96974"/>
                  <a:pt x="781075" y="110833"/>
                </a:cubicBezTo>
                <a:cubicBezTo>
                  <a:pt x="781075" y="124830"/>
                  <a:pt x="783617" y="135172"/>
                  <a:pt x="788701" y="141857"/>
                </a:cubicBezTo>
                <a:cubicBezTo>
                  <a:pt x="793785" y="148543"/>
                  <a:pt x="800261" y="151886"/>
                  <a:pt x="808131" y="151886"/>
                </a:cubicBezTo>
                <a:cubicBezTo>
                  <a:pt x="815513" y="151886"/>
                  <a:pt x="821188" y="149030"/>
                  <a:pt x="825158" y="143320"/>
                </a:cubicBezTo>
                <a:cubicBezTo>
                  <a:pt x="830242" y="135799"/>
                  <a:pt x="832783" y="124795"/>
                  <a:pt x="832783" y="110310"/>
                </a:cubicBezTo>
                <a:cubicBezTo>
                  <a:pt x="832783" y="95129"/>
                  <a:pt x="830485" y="84300"/>
                  <a:pt x="825889" y="77823"/>
                </a:cubicBezTo>
                <a:cubicBezTo>
                  <a:pt x="821293" y="71347"/>
                  <a:pt x="815408" y="68108"/>
                  <a:pt x="808235" y="68108"/>
                </a:cubicBezTo>
                <a:close/>
                <a:moveTo>
                  <a:pt x="868148" y="60587"/>
                </a:moveTo>
                <a:lnTo>
                  <a:pt x="903351" y="58707"/>
                </a:lnTo>
                <a:lnTo>
                  <a:pt x="903351" y="98284"/>
                </a:lnTo>
                <a:cubicBezTo>
                  <a:pt x="907112" y="85266"/>
                  <a:pt x="911639" y="75415"/>
                  <a:pt x="916931" y="68732"/>
                </a:cubicBezTo>
                <a:cubicBezTo>
                  <a:pt x="922224" y="62048"/>
                  <a:pt x="928770" y="58707"/>
                  <a:pt x="936570" y="58707"/>
                </a:cubicBezTo>
                <a:cubicBezTo>
                  <a:pt x="941862" y="58707"/>
                  <a:pt x="946093" y="60326"/>
                  <a:pt x="949262" y="63564"/>
                </a:cubicBezTo>
                <a:cubicBezTo>
                  <a:pt x="952430" y="66802"/>
                  <a:pt x="954015" y="71138"/>
                  <a:pt x="954015" y="76570"/>
                </a:cubicBezTo>
                <a:cubicBezTo>
                  <a:pt x="954015" y="80957"/>
                  <a:pt x="952953" y="84369"/>
                  <a:pt x="950829" y="86807"/>
                </a:cubicBezTo>
                <a:cubicBezTo>
                  <a:pt x="948705" y="89244"/>
                  <a:pt x="946041" y="90463"/>
                  <a:pt x="942837" y="90463"/>
                </a:cubicBezTo>
                <a:cubicBezTo>
                  <a:pt x="939704" y="90463"/>
                  <a:pt x="937179" y="89424"/>
                  <a:pt x="935264" y="87345"/>
                </a:cubicBezTo>
                <a:cubicBezTo>
                  <a:pt x="933349" y="85267"/>
                  <a:pt x="932391" y="82461"/>
                  <a:pt x="932391" y="78926"/>
                </a:cubicBezTo>
                <a:cubicBezTo>
                  <a:pt x="932391" y="76639"/>
                  <a:pt x="932948" y="74491"/>
                  <a:pt x="934063" y="72483"/>
                </a:cubicBezTo>
                <a:cubicBezTo>
                  <a:pt x="935107" y="70681"/>
                  <a:pt x="935630" y="69606"/>
                  <a:pt x="935630" y="69257"/>
                </a:cubicBezTo>
                <a:cubicBezTo>
                  <a:pt x="935630" y="68213"/>
                  <a:pt x="934968" y="67690"/>
                  <a:pt x="933645" y="67690"/>
                </a:cubicBezTo>
                <a:cubicBezTo>
                  <a:pt x="930790" y="67690"/>
                  <a:pt x="927551" y="69360"/>
                  <a:pt x="923930" y="72698"/>
                </a:cubicBezTo>
                <a:cubicBezTo>
                  <a:pt x="918916" y="77351"/>
                  <a:pt x="915051" y="83740"/>
                  <a:pt x="912335" y="91866"/>
                </a:cubicBezTo>
                <a:cubicBezTo>
                  <a:pt x="908157" y="104508"/>
                  <a:pt x="906067" y="114615"/>
                  <a:pt x="906067" y="122186"/>
                </a:cubicBezTo>
                <a:lnTo>
                  <a:pt x="906067" y="143130"/>
                </a:lnTo>
                <a:cubicBezTo>
                  <a:pt x="906067" y="145492"/>
                  <a:pt x="906903" y="147298"/>
                  <a:pt x="908574" y="148549"/>
                </a:cubicBezTo>
                <a:cubicBezTo>
                  <a:pt x="910246" y="149799"/>
                  <a:pt x="913101" y="150423"/>
                  <a:pt x="917140" y="150423"/>
                </a:cubicBezTo>
                <a:lnTo>
                  <a:pt x="929571" y="150423"/>
                </a:lnTo>
                <a:lnTo>
                  <a:pt x="929571" y="158362"/>
                </a:lnTo>
                <a:lnTo>
                  <a:pt x="868775" y="158362"/>
                </a:lnTo>
                <a:lnTo>
                  <a:pt x="868775" y="150423"/>
                </a:lnTo>
                <a:lnTo>
                  <a:pt x="878490" y="150423"/>
                </a:lnTo>
                <a:cubicBezTo>
                  <a:pt x="881763" y="150423"/>
                  <a:pt x="884235" y="149781"/>
                  <a:pt x="885906" y="148497"/>
                </a:cubicBezTo>
                <a:cubicBezTo>
                  <a:pt x="887578" y="147213"/>
                  <a:pt x="888413" y="145670"/>
                  <a:pt x="888413" y="143868"/>
                </a:cubicBezTo>
                <a:lnTo>
                  <a:pt x="888413" y="81740"/>
                </a:lnTo>
                <a:cubicBezTo>
                  <a:pt x="888413" y="77022"/>
                  <a:pt x="887404" y="73571"/>
                  <a:pt x="885384" y="71386"/>
                </a:cubicBezTo>
                <a:cubicBezTo>
                  <a:pt x="883365" y="69201"/>
                  <a:pt x="880474" y="68108"/>
                  <a:pt x="876714" y="68108"/>
                </a:cubicBezTo>
                <a:lnTo>
                  <a:pt x="868148" y="68108"/>
                </a:lnTo>
                <a:lnTo>
                  <a:pt x="868148" y="60587"/>
                </a:lnTo>
                <a:close/>
                <a:moveTo>
                  <a:pt x="1056523" y="109892"/>
                </a:moveTo>
                <a:lnTo>
                  <a:pt x="986430" y="109892"/>
                </a:lnTo>
                <a:cubicBezTo>
                  <a:pt x="986778" y="124832"/>
                  <a:pt x="989564" y="135374"/>
                  <a:pt x="994787" y="141518"/>
                </a:cubicBezTo>
                <a:cubicBezTo>
                  <a:pt x="1000776" y="148430"/>
                  <a:pt x="1008402" y="151886"/>
                  <a:pt x="1017664" y="151886"/>
                </a:cubicBezTo>
                <a:cubicBezTo>
                  <a:pt x="1031313" y="151886"/>
                  <a:pt x="1042282" y="144156"/>
                  <a:pt x="1050569" y="128695"/>
                </a:cubicBezTo>
                <a:lnTo>
                  <a:pt x="1057359" y="131607"/>
                </a:lnTo>
                <a:cubicBezTo>
                  <a:pt x="1047191" y="151394"/>
                  <a:pt x="1032497" y="161287"/>
                  <a:pt x="1013276" y="161287"/>
                </a:cubicBezTo>
                <a:cubicBezTo>
                  <a:pt x="1000184" y="161287"/>
                  <a:pt x="989163" y="156547"/>
                  <a:pt x="980215" y="147067"/>
                </a:cubicBezTo>
                <a:cubicBezTo>
                  <a:pt x="971266" y="137585"/>
                  <a:pt x="966791" y="125455"/>
                  <a:pt x="966791" y="110676"/>
                </a:cubicBezTo>
                <a:cubicBezTo>
                  <a:pt x="966791" y="94783"/>
                  <a:pt x="971196" y="81939"/>
                  <a:pt x="980006" y="72146"/>
                </a:cubicBezTo>
                <a:cubicBezTo>
                  <a:pt x="988815" y="62351"/>
                  <a:pt x="999662" y="57453"/>
                  <a:pt x="1012545" y="57453"/>
                </a:cubicBezTo>
                <a:cubicBezTo>
                  <a:pt x="1022016" y="57453"/>
                  <a:pt x="1030199" y="59886"/>
                  <a:pt x="1037093" y="64752"/>
                </a:cubicBezTo>
                <a:cubicBezTo>
                  <a:pt x="1043988" y="69616"/>
                  <a:pt x="1049176" y="76601"/>
                  <a:pt x="1052658" y="85707"/>
                </a:cubicBezTo>
                <a:cubicBezTo>
                  <a:pt x="1055095" y="92100"/>
                  <a:pt x="1056384" y="100162"/>
                  <a:pt x="1056523" y="109892"/>
                </a:cubicBezTo>
                <a:moveTo>
                  <a:pt x="986430" y="102371"/>
                </a:moveTo>
                <a:lnTo>
                  <a:pt x="1028841" y="102371"/>
                </a:lnTo>
                <a:cubicBezTo>
                  <a:pt x="1031348" y="102371"/>
                  <a:pt x="1033298" y="101523"/>
                  <a:pt x="1034691" y="99825"/>
                </a:cubicBezTo>
                <a:cubicBezTo>
                  <a:pt x="1036084" y="98128"/>
                  <a:pt x="1036780" y="95236"/>
                  <a:pt x="1036780" y="91152"/>
                </a:cubicBezTo>
                <a:cubicBezTo>
                  <a:pt x="1036780" y="83533"/>
                  <a:pt x="1034395" y="77056"/>
                  <a:pt x="1029624" y="71722"/>
                </a:cubicBezTo>
                <a:cubicBezTo>
                  <a:pt x="1024854" y="66388"/>
                  <a:pt x="1019231" y="63721"/>
                  <a:pt x="1012754" y="63721"/>
                </a:cubicBezTo>
                <a:cubicBezTo>
                  <a:pt x="1005512" y="63721"/>
                  <a:pt x="999366" y="66942"/>
                  <a:pt x="994317" y="73384"/>
                </a:cubicBezTo>
                <a:cubicBezTo>
                  <a:pt x="989268" y="79825"/>
                  <a:pt x="986639" y="89488"/>
                  <a:pt x="986430" y="102371"/>
                </a:cubicBezTo>
                <a:close/>
                <a:moveTo>
                  <a:pt x="1097367" y="20474"/>
                </a:moveTo>
                <a:lnTo>
                  <a:pt x="1104470" y="20474"/>
                </a:lnTo>
                <a:lnTo>
                  <a:pt x="1104470" y="60378"/>
                </a:lnTo>
                <a:lnTo>
                  <a:pt x="1136122" y="60378"/>
                </a:lnTo>
                <a:lnTo>
                  <a:pt x="1136122" y="69989"/>
                </a:lnTo>
                <a:lnTo>
                  <a:pt x="1104470" y="69989"/>
                </a:lnTo>
                <a:lnTo>
                  <a:pt x="1104470" y="132769"/>
                </a:lnTo>
                <a:cubicBezTo>
                  <a:pt x="1104470" y="138201"/>
                  <a:pt x="1105759" y="142362"/>
                  <a:pt x="1108335" y="145252"/>
                </a:cubicBezTo>
                <a:cubicBezTo>
                  <a:pt x="1110912" y="148142"/>
                  <a:pt x="1114185" y="149587"/>
                  <a:pt x="1118155" y="149587"/>
                </a:cubicBezTo>
                <a:cubicBezTo>
                  <a:pt x="1122890" y="149587"/>
                  <a:pt x="1126929" y="147402"/>
                  <a:pt x="1130272" y="143033"/>
                </a:cubicBezTo>
                <a:cubicBezTo>
                  <a:pt x="1133615" y="138660"/>
                  <a:pt x="1135565" y="131444"/>
                  <a:pt x="1136122" y="121383"/>
                </a:cubicBezTo>
                <a:lnTo>
                  <a:pt x="1143121" y="121383"/>
                </a:lnTo>
                <a:cubicBezTo>
                  <a:pt x="1142703" y="134406"/>
                  <a:pt x="1139743" y="144068"/>
                  <a:pt x="1134241" y="150371"/>
                </a:cubicBezTo>
                <a:cubicBezTo>
                  <a:pt x="1128740" y="156673"/>
                  <a:pt x="1121602" y="159825"/>
                  <a:pt x="1112827" y="159825"/>
                </a:cubicBezTo>
                <a:cubicBezTo>
                  <a:pt x="1104749" y="159825"/>
                  <a:pt x="1098429" y="157611"/>
                  <a:pt x="1093867" y="153185"/>
                </a:cubicBezTo>
                <a:cubicBezTo>
                  <a:pt x="1089306" y="148756"/>
                  <a:pt x="1087025" y="142951"/>
                  <a:pt x="1087025" y="135769"/>
                </a:cubicBezTo>
                <a:lnTo>
                  <a:pt x="1087025" y="69989"/>
                </a:lnTo>
                <a:lnTo>
                  <a:pt x="1069998" y="69989"/>
                </a:lnTo>
                <a:lnTo>
                  <a:pt x="1069998" y="62676"/>
                </a:lnTo>
                <a:cubicBezTo>
                  <a:pt x="1077728" y="61353"/>
                  <a:pt x="1083613" y="58115"/>
                  <a:pt x="1087652" y="52961"/>
                </a:cubicBezTo>
                <a:cubicBezTo>
                  <a:pt x="1093641" y="45231"/>
                  <a:pt x="1096879" y="34402"/>
                  <a:pt x="1097367" y="20474"/>
                </a:cubicBezTo>
                <a:close/>
                <a:moveTo>
                  <a:pt x="1258307" y="147498"/>
                </a:moveTo>
                <a:lnTo>
                  <a:pt x="1262067" y="153394"/>
                </a:lnTo>
                <a:cubicBezTo>
                  <a:pt x="1256983" y="158656"/>
                  <a:pt x="1251343" y="161287"/>
                  <a:pt x="1245145" y="161287"/>
                </a:cubicBezTo>
                <a:cubicBezTo>
                  <a:pt x="1240409" y="161287"/>
                  <a:pt x="1236422" y="159999"/>
                  <a:pt x="1233184" y="157422"/>
                </a:cubicBezTo>
                <a:cubicBezTo>
                  <a:pt x="1229946" y="154845"/>
                  <a:pt x="1227108" y="150319"/>
                  <a:pt x="1224670" y="143842"/>
                </a:cubicBezTo>
                <a:cubicBezTo>
                  <a:pt x="1218054" y="150806"/>
                  <a:pt x="1212240" y="155455"/>
                  <a:pt x="1207225" y="157788"/>
                </a:cubicBezTo>
                <a:cubicBezTo>
                  <a:pt x="1202211" y="160121"/>
                  <a:pt x="1196187" y="161287"/>
                  <a:pt x="1189154" y="161287"/>
                </a:cubicBezTo>
                <a:cubicBezTo>
                  <a:pt x="1179126" y="161287"/>
                  <a:pt x="1171500" y="159128"/>
                  <a:pt x="1166277" y="154810"/>
                </a:cubicBezTo>
                <a:cubicBezTo>
                  <a:pt x="1161054" y="150493"/>
                  <a:pt x="1158442" y="144956"/>
                  <a:pt x="1158442" y="138201"/>
                </a:cubicBezTo>
                <a:cubicBezTo>
                  <a:pt x="1158442" y="128034"/>
                  <a:pt x="1164414" y="119590"/>
                  <a:pt x="1176357" y="112870"/>
                </a:cubicBezTo>
                <a:cubicBezTo>
                  <a:pt x="1188301" y="106149"/>
                  <a:pt x="1204196" y="101675"/>
                  <a:pt x="1224044" y="99446"/>
                </a:cubicBezTo>
                <a:lnTo>
                  <a:pt x="1224044" y="84613"/>
                </a:lnTo>
                <a:cubicBezTo>
                  <a:pt x="1224044" y="79320"/>
                  <a:pt x="1221920" y="74794"/>
                  <a:pt x="1217671" y="71033"/>
                </a:cubicBezTo>
                <a:cubicBezTo>
                  <a:pt x="1213423" y="67273"/>
                  <a:pt x="1208026" y="65392"/>
                  <a:pt x="1201480" y="65392"/>
                </a:cubicBezTo>
                <a:cubicBezTo>
                  <a:pt x="1195421" y="65392"/>
                  <a:pt x="1190198" y="66641"/>
                  <a:pt x="1185811" y="69140"/>
                </a:cubicBezTo>
                <a:cubicBezTo>
                  <a:pt x="1182677" y="71014"/>
                  <a:pt x="1181110" y="72854"/>
                  <a:pt x="1181110" y="74660"/>
                </a:cubicBezTo>
                <a:cubicBezTo>
                  <a:pt x="1181110" y="75700"/>
                  <a:pt x="1181946" y="77331"/>
                  <a:pt x="1183617" y="79553"/>
                </a:cubicBezTo>
                <a:cubicBezTo>
                  <a:pt x="1185637" y="82330"/>
                  <a:pt x="1186647" y="84795"/>
                  <a:pt x="1186647" y="86947"/>
                </a:cubicBezTo>
                <a:cubicBezTo>
                  <a:pt x="1186647" y="90070"/>
                  <a:pt x="1185637" y="92621"/>
                  <a:pt x="1183617" y="94599"/>
                </a:cubicBezTo>
                <a:cubicBezTo>
                  <a:pt x="1181598" y="96577"/>
                  <a:pt x="1178951" y="97566"/>
                  <a:pt x="1175678" y="97566"/>
                </a:cubicBezTo>
                <a:cubicBezTo>
                  <a:pt x="1172196" y="97566"/>
                  <a:pt x="1169289" y="96382"/>
                  <a:pt x="1166956" y="94014"/>
                </a:cubicBezTo>
                <a:cubicBezTo>
                  <a:pt x="1164623" y="91647"/>
                  <a:pt x="1163456" y="88617"/>
                  <a:pt x="1163456" y="84926"/>
                </a:cubicBezTo>
                <a:cubicBezTo>
                  <a:pt x="1163456" y="78032"/>
                  <a:pt x="1167339" y="71730"/>
                  <a:pt x="1175104" y="66019"/>
                </a:cubicBezTo>
                <a:cubicBezTo>
                  <a:pt x="1182869" y="60309"/>
                  <a:pt x="1193054" y="57453"/>
                  <a:pt x="1205659" y="57453"/>
                </a:cubicBezTo>
                <a:cubicBezTo>
                  <a:pt x="1217288" y="57453"/>
                  <a:pt x="1226168" y="59960"/>
                  <a:pt x="1232296" y="64974"/>
                </a:cubicBezTo>
                <a:cubicBezTo>
                  <a:pt x="1238424" y="70058"/>
                  <a:pt x="1241488" y="76221"/>
                  <a:pt x="1241488" y="83464"/>
                </a:cubicBezTo>
                <a:lnTo>
                  <a:pt x="1241488" y="136948"/>
                </a:lnTo>
                <a:cubicBezTo>
                  <a:pt x="1241488" y="141683"/>
                  <a:pt x="1242255" y="145165"/>
                  <a:pt x="1243787" y="147394"/>
                </a:cubicBezTo>
                <a:cubicBezTo>
                  <a:pt x="1245319" y="149692"/>
                  <a:pt x="1247303" y="150841"/>
                  <a:pt x="1249741" y="150841"/>
                </a:cubicBezTo>
                <a:cubicBezTo>
                  <a:pt x="1252457" y="150841"/>
                  <a:pt x="1255312" y="149727"/>
                  <a:pt x="1258307" y="147498"/>
                </a:cubicBezTo>
                <a:moveTo>
                  <a:pt x="1224044" y="106341"/>
                </a:moveTo>
                <a:cubicBezTo>
                  <a:pt x="1206355" y="108778"/>
                  <a:pt x="1193820" y="112748"/>
                  <a:pt x="1186438" y="118249"/>
                </a:cubicBezTo>
                <a:cubicBezTo>
                  <a:pt x="1180936" y="122428"/>
                  <a:pt x="1178185" y="128347"/>
                  <a:pt x="1178185" y="136008"/>
                </a:cubicBezTo>
                <a:cubicBezTo>
                  <a:pt x="1178185" y="141370"/>
                  <a:pt x="1179613" y="145566"/>
                  <a:pt x="1182468" y="148595"/>
                </a:cubicBezTo>
                <a:cubicBezTo>
                  <a:pt x="1185324" y="151624"/>
                  <a:pt x="1189049" y="153139"/>
                  <a:pt x="1193646" y="153139"/>
                </a:cubicBezTo>
                <a:cubicBezTo>
                  <a:pt x="1201863" y="153139"/>
                  <a:pt x="1208984" y="150023"/>
                  <a:pt x="1215008" y="143790"/>
                </a:cubicBezTo>
                <a:cubicBezTo>
                  <a:pt x="1221032" y="137557"/>
                  <a:pt x="1224044" y="129740"/>
                  <a:pt x="1224044" y="120339"/>
                </a:cubicBezTo>
                <a:lnTo>
                  <a:pt x="1224044" y="106341"/>
                </a:lnTo>
                <a:close/>
                <a:moveTo>
                  <a:pt x="1299536" y="20474"/>
                </a:moveTo>
                <a:lnTo>
                  <a:pt x="1306639" y="20474"/>
                </a:lnTo>
                <a:lnTo>
                  <a:pt x="1306639" y="60378"/>
                </a:lnTo>
                <a:lnTo>
                  <a:pt x="1338291" y="60378"/>
                </a:lnTo>
                <a:lnTo>
                  <a:pt x="1338291" y="69989"/>
                </a:lnTo>
                <a:lnTo>
                  <a:pt x="1306639" y="69989"/>
                </a:lnTo>
                <a:lnTo>
                  <a:pt x="1306639" y="132769"/>
                </a:lnTo>
                <a:cubicBezTo>
                  <a:pt x="1306639" y="138201"/>
                  <a:pt x="1307927" y="142362"/>
                  <a:pt x="1310504" y="145252"/>
                </a:cubicBezTo>
                <a:cubicBezTo>
                  <a:pt x="1313081" y="148142"/>
                  <a:pt x="1316354" y="149587"/>
                  <a:pt x="1320323" y="149587"/>
                </a:cubicBezTo>
                <a:cubicBezTo>
                  <a:pt x="1325059" y="149587"/>
                  <a:pt x="1329098" y="147402"/>
                  <a:pt x="1332441" y="143033"/>
                </a:cubicBezTo>
                <a:cubicBezTo>
                  <a:pt x="1335784" y="138660"/>
                  <a:pt x="1337733" y="131444"/>
                  <a:pt x="1338291" y="121383"/>
                </a:cubicBezTo>
                <a:lnTo>
                  <a:pt x="1345289" y="121383"/>
                </a:lnTo>
                <a:cubicBezTo>
                  <a:pt x="1344872" y="134406"/>
                  <a:pt x="1341912" y="144068"/>
                  <a:pt x="1336410" y="150371"/>
                </a:cubicBezTo>
                <a:cubicBezTo>
                  <a:pt x="1330909" y="156673"/>
                  <a:pt x="1323771" y="159825"/>
                  <a:pt x="1314996" y="159825"/>
                </a:cubicBezTo>
                <a:cubicBezTo>
                  <a:pt x="1306918" y="159825"/>
                  <a:pt x="1300598" y="157611"/>
                  <a:pt x="1296036" y="153185"/>
                </a:cubicBezTo>
                <a:cubicBezTo>
                  <a:pt x="1291475" y="148756"/>
                  <a:pt x="1289194" y="142951"/>
                  <a:pt x="1289194" y="135769"/>
                </a:cubicBezTo>
                <a:lnTo>
                  <a:pt x="1289194" y="69989"/>
                </a:lnTo>
                <a:lnTo>
                  <a:pt x="1272167" y="69989"/>
                </a:lnTo>
                <a:lnTo>
                  <a:pt x="1272167" y="62676"/>
                </a:lnTo>
                <a:cubicBezTo>
                  <a:pt x="1279897" y="61353"/>
                  <a:pt x="1285782" y="58115"/>
                  <a:pt x="1289821" y="52961"/>
                </a:cubicBezTo>
                <a:cubicBezTo>
                  <a:pt x="1295810" y="45231"/>
                  <a:pt x="1299048" y="34402"/>
                  <a:pt x="1299536" y="20474"/>
                </a:cubicBezTo>
                <a:close/>
                <a:moveTo>
                  <a:pt x="1382235" y="1880"/>
                </a:moveTo>
                <a:cubicBezTo>
                  <a:pt x="1385368" y="1880"/>
                  <a:pt x="1388119" y="3070"/>
                  <a:pt x="1390487" y="5448"/>
                </a:cubicBezTo>
                <a:cubicBezTo>
                  <a:pt x="1392855" y="7827"/>
                  <a:pt x="1394039" y="10625"/>
                  <a:pt x="1394039" y="13841"/>
                </a:cubicBezTo>
                <a:cubicBezTo>
                  <a:pt x="1394039" y="16990"/>
                  <a:pt x="1392889" y="19719"/>
                  <a:pt x="1390591" y="22028"/>
                </a:cubicBezTo>
                <a:cubicBezTo>
                  <a:pt x="1388293" y="24335"/>
                  <a:pt x="1385542" y="25488"/>
                  <a:pt x="1382339" y="25488"/>
                </a:cubicBezTo>
                <a:cubicBezTo>
                  <a:pt x="1379136" y="25488"/>
                  <a:pt x="1376367" y="24316"/>
                  <a:pt x="1374034" y="21973"/>
                </a:cubicBezTo>
                <a:cubicBezTo>
                  <a:pt x="1371701" y="19629"/>
                  <a:pt x="1370535" y="16883"/>
                  <a:pt x="1370535" y="13737"/>
                </a:cubicBezTo>
                <a:cubicBezTo>
                  <a:pt x="1370535" y="10590"/>
                  <a:pt x="1371719" y="7827"/>
                  <a:pt x="1374087" y="5448"/>
                </a:cubicBezTo>
                <a:cubicBezTo>
                  <a:pt x="1376454" y="3070"/>
                  <a:pt x="1379170" y="1880"/>
                  <a:pt x="1382235" y="1880"/>
                </a:cubicBezTo>
                <a:moveTo>
                  <a:pt x="1355179" y="60587"/>
                </a:moveTo>
                <a:lnTo>
                  <a:pt x="1394039" y="59334"/>
                </a:lnTo>
                <a:lnTo>
                  <a:pt x="1394039" y="143431"/>
                </a:lnTo>
                <a:cubicBezTo>
                  <a:pt x="1394039" y="145727"/>
                  <a:pt x="1394596" y="147362"/>
                  <a:pt x="1395710" y="148337"/>
                </a:cubicBezTo>
                <a:cubicBezTo>
                  <a:pt x="1397312" y="149728"/>
                  <a:pt x="1399331" y="150423"/>
                  <a:pt x="1401769" y="150423"/>
                </a:cubicBezTo>
                <a:lnTo>
                  <a:pt x="1412841" y="150423"/>
                </a:lnTo>
                <a:lnTo>
                  <a:pt x="1412841" y="158362"/>
                </a:lnTo>
                <a:lnTo>
                  <a:pt x="1357268" y="158362"/>
                </a:lnTo>
                <a:lnTo>
                  <a:pt x="1357268" y="150423"/>
                </a:lnTo>
                <a:lnTo>
                  <a:pt x="1367610" y="150423"/>
                </a:lnTo>
                <a:cubicBezTo>
                  <a:pt x="1370674" y="150423"/>
                  <a:pt x="1372920" y="149678"/>
                  <a:pt x="1374348" y="148187"/>
                </a:cubicBezTo>
                <a:cubicBezTo>
                  <a:pt x="1375775" y="146694"/>
                  <a:pt x="1376489" y="144525"/>
                  <a:pt x="1376489" y="141681"/>
                </a:cubicBezTo>
                <a:lnTo>
                  <a:pt x="1376489" y="80284"/>
                </a:lnTo>
                <a:cubicBezTo>
                  <a:pt x="1376489" y="76400"/>
                  <a:pt x="1375375" y="73469"/>
                  <a:pt x="1373146" y="71493"/>
                </a:cubicBezTo>
                <a:cubicBezTo>
                  <a:pt x="1370918" y="69515"/>
                  <a:pt x="1367610" y="68526"/>
                  <a:pt x="1363223" y="68526"/>
                </a:cubicBezTo>
                <a:lnTo>
                  <a:pt x="1355179" y="68526"/>
                </a:lnTo>
                <a:lnTo>
                  <a:pt x="1355179" y="60587"/>
                </a:lnTo>
                <a:close/>
                <a:moveTo>
                  <a:pt x="1470621" y="57453"/>
                </a:moveTo>
                <a:cubicBezTo>
                  <a:pt x="1483783" y="57453"/>
                  <a:pt x="1494838" y="62212"/>
                  <a:pt x="1503787" y="71728"/>
                </a:cubicBezTo>
                <a:cubicBezTo>
                  <a:pt x="1512736" y="81243"/>
                  <a:pt x="1517210" y="93773"/>
                  <a:pt x="1517210" y="109318"/>
                </a:cubicBezTo>
                <a:cubicBezTo>
                  <a:pt x="1517210" y="120053"/>
                  <a:pt x="1515208" y="129204"/>
                  <a:pt x="1511203" y="136768"/>
                </a:cubicBezTo>
                <a:cubicBezTo>
                  <a:pt x="1507199" y="144331"/>
                  <a:pt x="1501489" y="150308"/>
                  <a:pt x="1494072" y="154699"/>
                </a:cubicBezTo>
                <a:cubicBezTo>
                  <a:pt x="1486655" y="159091"/>
                  <a:pt x="1478664" y="161287"/>
                  <a:pt x="1470098" y="161287"/>
                </a:cubicBezTo>
                <a:cubicBezTo>
                  <a:pt x="1457424" y="161287"/>
                  <a:pt x="1446682" y="156477"/>
                  <a:pt x="1437872" y="146858"/>
                </a:cubicBezTo>
                <a:cubicBezTo>
                  <a:pt x="1429063" y="137237"/>
                  <a:pt x="1424658" y="124758"/>
                  <a:pt x="1424658" y="109422"/>
                </a:cubicBezTo>
                <a:cubicBezTo>
                  <a:pt x="1424658" y="94017"/>
                  <a:pt x="1429080" y="81504"/>
                  <a:pt x="1437924" y="71885"/>
                </a:cubicBezTo>
                <a:cubicBezTo>
                  <a:pt x="1446769" y="62264"/>
                  <a:pt x="1457667" y="57453"/>
                  <a:pt x="1470621" y="57453"/>
                </a:cubicBezTo>
                <a:moveTo>
                  <a:pt x="1470621" y="64974"/>
                </a:moveTo>
                <a:cubicBezTo>
                  <a:pt x="1462821" y="64974"/>
                  <a:pt x="1456414" y="68504"/>
                  <a:pt x="1451400" y="75564"/>
                </a:cubicBezTo>
                <a:cubicBezTo>
                  <a:pt x="1446386" y="82624"/>
                  <a:pt x="1443879" y="93771"/>
                  <a:pt x="1443879" y="109005"/>
                </a:cubicBezTo>
                <a:cubicBezTo>
                  <a:pt x="1443879" y="124517"/>
                  <a:pt x="1446368" y="135855"/>
                  <a:pt x="1451348" y="143019"/>
                </a:cubicBezTo>
                <a:cubicBezTo>
                  <a:pt x="1456327" y="150184"/>
                  <a:pt x="1462751" y="153766"/>
                  <a:pt x="1470621" y="153766"/>
                </a:cubicBezTo>
                <a:cubicBezTo>
                  <a:pt x="1478768" y="153766"/>
                  <a:pt x="1485367" y="150184"/>
                  <a:pt x="1490416" y="143019"/>
                </a:cubicBezTo>
                <a:cubicBezTo>
                  <a:pt x="1495465" y="135855"/>
                  <a:pt x="1497989" y="124135"/>
                  <a:pt x="1497989" y="107859"/>
                </a:cubicBezTo>
                <a:cubicBezTo>
                  <a:pt x="1497989" y="92764"/>
                  <a:pt x="1495500" y="81844"/>
                  <a:pt x="1490520" y="75097"/>
                </a:cubicBezTo>
                <a:cubicBezTo>
                  <a:pt x="1485541" y="68349"/>
                  <a:pt x="1478908" y="64974"/>
                  <a:pt x="1470621" y="64974"/>
                </a:cubicBezTo>
                <a:close/>
                <a:moveTo>
                  <a:pt x="1531416" y="60378"/>
                </a:moveTo>
                <a:lnTo>
                  <a:pt x="1563904" y="58498"/>
                </a:lnTo>
                <a:cubicBezTo>
                  <a:pt x="1565227" y="64622"/>
                  <a:pt x="1566202" y="71790"/>
                  <a:pt x="1566828" y="80004"/>
                </a:cubicBezTo>
                <a:cubicBezTo>
                  <a:pt x="1571216" y="72905"/>
                  <a:pt x="1576387" y="67581"/>
                  <a:pt x="1582341" y="64031"/>
                </a:cubicBezTo>
                <a:cubicBezTo>
                  <a:pt x="1588295" y="60482"/>
                  <a:pt x="1595033" y="58707"/>
                  <a:pt x="1602554" y="58707"/>
                </a:cubicBezTo>
                <a:cubicBezTo>
                  <a:pt x="1609030" y="58707"/>
                  <a:pt x="1614462" y="59977"/>
                  <a:pt x="1618850" y="62516"/>
                </a:cubicBezTo>
                <a:cubicBezTo>
                  <a:pt x="1623237" y="65054"/>
                  <a:pt x="1626754" y="69071"/>
                  <a:pt x="1629400" y="74568"/>
                </a:cubicBezTo>
                <a:cubicBezTo>
                  <a:pt x="1632047" y="80064"/>
                  <a:pt x="1633370" y="86219"/>
                  <a:pt x="1633370" y="93035"/>
                </a:cubicBezTo>
                <a:lnTo>
                  <a:pt x="1633370" y="140614"/>
                </a:lnTo>
                <a:cubicBezTo>
                  <a:pt x="1633370" y="144163"/>
                  <a:pt x="1634171" y="146685"/>
                  <a:pt x="1635772" y="148180"/>
                </a:cubicBezTo>
                <a:cubicBezTo>
                  <a:pt x="1637374" y="149676"/>
                  <a:pt x="1640055" y="150423"/>
                  <a:pt x="1643816" y="150423"/>
                </a:cubicBezTo>
                <a:lnTo>
                  <a:pt x="1650710" y="150423"/>
                </a:lnTo>
                <a:lnTo>
                  <a:pt x="1650710" y="158362"/>
                </a:lnTo>
                <a:lnTo>
                  <a:pt x="1599107" y="158362"/>
                </a:lnTo>
                <a:lnTo>
                  <a:pt x="1599107" y="150423"/>
                </a:lnTo>
                <a:lnTo>
                  <a:pt x="1604016" y="150423"/>
                </a:lnTo>
                <a:cubicBezTo>
                  <a:pt x="1608613" y="150423"/>
                  <a:pt x="1611816" y="149693"/>
                  <a:pt x="1613627" y="148233"/>
                </a:cubicBezTo>
                <a:cubicBezTo>
                  <a:pt x="1615437" y="146772"/>
                  <a:pt x="1616343" y="144581"/>
                  <a:pt x="1616343" y="141658"/>
                </a:cubicBezTo>
                <a:lnTo>
                  <a:pt x="1616343" y="99825"/>
                </a:lnTo>
                <a:cubicBezTo>
                  <a:pt x="1616343" y="90715"/>
                  <a:pt x="1614950" y="83969"/>
                  <a:pt x="1612164" y="79586"/>
                </a:cubicBezTo>
                <a:cubicBezTo>
                  <a:pt x="1608264" y="73327"/>
                  <a:pt x="1602345" y="70197"/>
                  <a:pt x="1594406" y="70197"/>
                </a:cubicBezTo>
                <a:cubicBezTo>
                  <a:pt x="1586537" y="70197"/>
                  <a:pt x="1579973" y="73362"/>
                  <a:pt x="1574715" y="79690"/>
                </a:cubicBezTo>
                <a:cubicBezTo>
                  <a:pt x="1569457" y="86019"/>
                  <a:pt x="1566828" y="94260"/>
                  <a:pt x="1566828" y="104415"/>
                </a:cubicBezTo>
                <a:lnTo>
                  <a:pt x="1566828" y="140617"/>
                </a:lnTo>
                <a:cubicBezTo>
                  <a:pt x="1566828" y="144164"/>
                  <a:pt x="1567647" y="146685"/>
                  <a:pt x="1569283" y="148180"/>
                </a:cubicBezTo>
                <a:cubicBezTo>
                  <a:pt x="1570920" y="149676"/>
                  <a:pt x="1573618" y="150423"/>
                  <a:pt x="1577379" y="150423"/>
                </a:cubicBezTo>
                <a:lnTo>
                  <a:pt x="1584169" y="150423"/>
                </a:lnTo>
                <a:lnTo>
                  <a:pt x="1584169" y="158362"/>
                </a:lnTo>
                <a:lnTo>
                  <a:pt x="1532356" y="158362"/>
                </a:lnTo>
                <a:lnTo>
                  <a:pt x="1532356" y="150423"/>
                </a:lnTo>
                <a:lnTo>
                  <a:pt x="1539146" y="150423"/>
                </a:lnTo>
                <a:cubicBezTo>
                  <a:pt x="1542559" y="150423"/>
                  <a:pt x="1545153" y="149728"/>
                  <a:pt x="1546929" y="148337"/>
                </a:cubicBezTo>
                <a:cubicBezTo>
                  <a:pt x="1548705" y="146947"/>
                  <a:pt x="1549592" y="145208"/>
                  <a:pt x="1549592" y="143121"/>
                </a:cubicBezTo>
                <a:lnTo>
                  <a:pt x="1549592" y="80000"/>
                </a:lnTo>
                <a:cubicBezTo>
                  <a:pt x="1549592" y="75829"/>
                  <a:pt x="1548461" y="72664"/>
                  <a:pt x="1546197" y="70508"/>
                </a:cubicBezTo>
                <a:cubicBezTo>
                  <a:pt x="1543934" y="68351"/>
                  <a:pt x="1540678" y="67273"/>
                  <a:pt x="1536430" y="67273"/>
                </a:cubicBezTo>
                <a:lnTo>
                  <a:pt x="1531416" y="67273"/>
                </a:lnTo>
                <a:lnTo>
                  <a:pt x="1531416" y="60378"/>
                </a:lnTo>
                <a:close/>
                <a:moveTo>
                  <a:pt x="1766920" y="57453"/>
                </a:moveTo>
                <a:cubicBezTo>
                  <a:pt x="1780082" y="57453"/>
                  <a:pt x="1791138" y="62212"/>
                  <a:pt x="1800087" y="71728"/>
                </a:cubicBezTo>
                <a:cubicBezTo>
                  <a:pt x="1809035" y="81243"/>
                  <a:pt x="1813510" y="93773"/>
                  <a:pt x="1813510" y="109318"/>
                </a:cubicBezTo>
                <a:cubicBezTo>
                  <a:pt x="1813510" y="120053"/>
                  <a:pt x="1811508" y="129204"/>
                  <a:pt x="1807503" y="136768"/>
                </a:cubicBezTo>
                <a:cubicBezTo>
                  <a:pt x="1803499" y="144331"/>
                  <a:pt x="1797789" y="150308"/>
                  <a:pt x="1790372" y="154699"/>
                </a:cubicBezTo>
                <a:cubicBezTo>
                  <a:pt x="1782955" y="159091"/>
                  <a:pt x="1774964" y="161287"/>
                  <a:pt x="1766398" y="161287"/>
                </a:cubicBezTo>
                <a:cubicBezTo>
                  <a:pt x="1753724" y="161287"/>
                  <a:pt x="1742982" y="156477"/>
                  <a:pt x="1734172" y="146858"/>
                </a:cubicBezTo>
                <a:cubicBezTo>
                  <a:pt x="1725363" y="137237"/>
                  <a:pt x="1720958" y="124758"/>
                  <a:pt x="1720958" y="109422"/>
                </a:cubicBezTo>
                <a:cubicBezTo>
                  <a:pt x="1720958" y="94017"/>
                  <a:pt x="1725380" y="81504"/>
                  <a:pt x="1734224" y="71885"/>
                </a:cubicBezTo>
                <a:cubicBezTo>
                  <a:pt x="1743069" y="62264"/>
                  <a:pt x="1753967" y="57453"/>
                  <a:pt x="1766920" y="57453"/>
                </a:cubicBezTo>
                <a:moveTo>
                  <a:pt x="1766920" y="64974"/>
                </a:moveTo>
                <a:cubicBezTo>
                  <a:pt x="1759121" y="64974"/>
                  <a:pt x="1752714" y="68504"/>
                  <a:pt x="1747700" y="75564"/>
                </a:cubicBezTo>
                <a:cubicBezTo>
                  <a:pt x="1742686" y="82624"/>
                  <a:pt x="1740179" y="93771"/>
                  <a:pt x="1740179" y="109005"/>
                </a:cubicBezTo>
                <a:cubicBezTo>
                  <a:pt x="1740179" y="124517"/>
                  <a:pt x="1742668" y="135855"/>
                  <a:pt x="1747648" y="143019"/>
                </a:cubicBezTo>
                <a:cubicBezTo>
                  <a:pt x="1752627" y="150184"/>
                  <a:pt x="1759051" y="153766"/>
                  <a:pt x="1766920" y="153766"/>
                </a:cubicBezTo>
                <a:cubicBezTo>
                  <a:pt x="1775068" y="153766"/>
                  <a:pt x="1781667" y="150184"/>
                  <a:pt x="1786716" y="143019"/>
                </a:cubicBezTo>
                <a:cubicBezTo>
                  <a:pt x="1791765" y="135855"/>
                  <a:pt x="1794289" y="124135"/>
                  <a:pt x="1794289" y="107859"/>
                </a:cubicBezTo>
                <a:cubicBezTo>
                  <a:pt x="1794289" y="92764"/>
                  <a:pt x="1791799" y="81844"/>
                  <a:pt x="1786820" y="75097"/>
                </a:cubicBezTo>
                <a:cubicBezTo>
                  <a:pt x="1781841" y="68349"/>
                  <a:pt x="1775208" y="64974"/>
                  <a:pt x="1766920" y="64974"/>
                </a:cubicBezTo>
                <a:close/>
                <a:moveTo>
                  <a:pt x="1861144" y="60378"/>
                </a:moveTo>
                <a:lnTo>
                  <a:pt x="1885587" y="60378"/>
                </a:lnTo>
                <a:lnTo>
                  <a:pt x="1885587" y="69780"/>
                </a:lnTo>
                <a:lnTo>
                  <a:pt x="1861144" y="69780"/>
                </a:lnTo>
                <a:lnTo>
                  <a:pt x="1861144" y="140953"/>
                </a:lnTo>
                <a:cubicBezTo>
                  <a:pt x="1861144" y="144213"/>
                  <a:pt x="1861910" y="146503"/>
                  <a:pt x="1863442" y="147821"/>
                </a:cubicBezTo>
                <a:cubicBezTo>
                  <a:pt x="1865531" y="149556"/>
                  <a:pt x="1868456" y="150423"/>
                  <a:pt x="1872216" y="150423"/>
                </a:cubicBezTo>
                <a:lnTo>
                  <a:pt x="1885587" y="150423"/>
                </a:lnTo>
                <a:lnTo>
                  <a:pt x="1885587" y="158362"/>
                </a:lnTo>
                <a:lnTo>
                  <a:pt x="1825627" y="158362"/>
                </a:lnTo>
                <a:lnTo>
                  <a:pt x="1825627" y="150423"/>
                </a:lnTo>
                <a:lnTo>
                  <a:pt x="1833879" y="150423"/>
                </a:lnTo>
                <a:cubicBezTo>
                  <a:pt x="1837570" y="150423"/>
                  <a:pt x="1840147" y="149799"/>
                  <a:pt x="1841609" y="148549"/>
                </a:cubicBezTo>
                <a:cubicBezTo>
                  <a:pt x="1843072" y="147300"/>
                  <a:pt x="1843803" y="145358"/>
                  <a:pt x="1843803" y="142722"/>
                </a:cubicBezTo>
                <a:lnTo>
                  <a:pt x="1843803" y="69780"/>
                </a:lnTo>
                <a:lnTo>
                  <a:pt x="1826881" y="69780"/>
                </a:lnTo>
                <a:lnTo>
                  <a:pt x="1826881" y="60378"/>
                </a:lnTo>
                <a:lnTo>
                  <a:pt x="1843803" y="60378"/>
                </a:lnTo>
                <a:lnTo>
                  <a:pt x="1843803" y="52857"/>
                </a:lnTo>
                <a:cubicBezTo>
                  <a:pt x="1843803" y="35689"/>
                  <a:pt x="1847390" y="22587"/>
                  <a:pt x="1854563" y="13554"/>
                </a:cubicBezTo>
                <a:cubicBezTo>
                  <a:pt x="1861736" y="4518"/>
                  <a:pt x="1870615" y="0"/>
                  <a:pt x="1881200" y="0"/>
                </a:cubicBezTo>
                <a:cubicBezTo>
                  <a:pt x="1889069" y="0"/>
                  <a:pt x="1895215" y="1915"/>
                  <a:pt x="1899637" y="5745"/>
                </a:cubicBezTo>
                <a:cubicBezTo>
                  <a:pt x="1904059" y="9576"/>
                  <a:pt x="1906271" y="14590"/>
                  <a:pt x="1906271" y="20788"/>
                </a:cubicBezTo>
                <a:cubicBezTo>
                  <a:pt x="1906271" y="24827"/>
                  <a:pt x="1905209" y="28013"/>
                  <a:pt x="1903084" y="30346"/>
                </a:cubicBezTo>
                <a:cubicBezTo>
                  <a:pt x="1900960" y="32679"/>
                  <a:pt x="1898262" y="33845"/>
                  <a:pt x="1894989" y="33845"/>
                </a:cubicBezTo>
                <a:cubicBezTo>
                  <a:pt x="1892064" y="33845"/>
                  <a:pt x="1889644" y="32909"/>
                  <a:pt x="1887729" y="31038"/>
                </a:cubicBezTo>
                <a:cubicBezTo>
                  <a:pt x="1885814" y="29164"/>
                  <a:pt x="1884856" y="26805"/>
                  <a:pt x="1884856" y="23961"/>
                </a:cubicBezTo>
                <a:cubicBezTo>
                  <a:pt x="1884856" y="20701"/>
                  <a:pt x="1886110" y="18030"/>
                  <a:pt x="1888617" y="15950"/>
                </a:cubicBezTo>
                <a:cubicBezTo>
                  <a:pt x="1890636" y="14285"/>
                  <a:pt x="1891646" y="13036"/>
                  <a:pt x="1891646" y="12202"/>
                </a:cubicBezTo>
                <a:cubicBezTo>
                  <a:pt x="1891646" y="11023"/>
                  <a:pt x="1890863" y="9948"/>
                  <a:pt x="1889296" y="8977"/>
                </a:cubicBezTo>
                <a:cubicBezTo>
                  <a:pt x="1887729" y="8006"/>
                  <a:pt x="1885378" y="7521"/>
                  <a:pt x="1882245" y="7521"/>
                </a:cubicBezTo>
                <a:cubicBezTo>
                  <a:pt x="1876325" y="7521"/>
                  <a:pt x="1871328" y="10140"/>
                  <a:pt x="1867255" y="15379"/>
                </a:cubicBezTo>
                <a:cubicBezTo>
                  <a:pt x="1863181" y="20615"/>
                  <a:pt x="1861144" y="28400"/>
                  <a:pt x="1861144" y="38735"/>
                </a:cubicBezTo>
                <a:lnTo>
                  <a:pt x="1861144" y="60378"/>
                </a:lnTo>
                <a:close/>
                <a:moveTo>
                  <a:pt x="1965430" y="3761"/>
                </a:moveTo>
                <a:lnTo>
                  <a:pt x="2087857" y="3761"/>
                </a:lnTo>
                <a:lnTo>
                  <a:pt x="2090782" y="55991"/>
                </a:lnTo>
                <a:lnTo>
                  <a:pt x="2083783" y="55991"/>
                </a:lnTo>
                <a:cubicBezTo>
                  <a:pt x="2080998" y="39556"/>
                  <a:pt x="2076593" y="28065"/>
                  <a:pt x="2070569" y="21519"/>
                </a:cubicBezTo>
                <a:cubicBezTo>
                  <a:pt x="2064545" y="14973"/>
                  <a:pt x="2056693" y="11700"/>
                  <a:pt x="2047013" y="11700"/>
                </a:cubicBezTo>
                <a:lnTo>
                  <a:pt x="2016720" y="11700"/>
                </a:lnTo>
                <a:cubicBezTo>
                  <a:pt x="2014282" y="11700"/>
                  <a:pt x="2012437" y="12359"/>
                  <a:pt x="2011183" y="13678"/>
                </a:cubicBezTo>
                <a:cubicBezTo>
                  <a:pt x="2009930" y="14997"/>
                  <a:pt x="2009303" y="17010"/>
                  <a:pt x="2009303" y="19717"/>
                </a:cubicBezTo>
                <a:lnTo>
                  <a:pt x="2009303" y="74585"/>
                </a:lnTo>
                <a:lnTo>
                  <a:pt x="2022570" y="74585"/>
                </a:lnTo>
                <a:cubicBezTo>
                  <a:pt x="2029673" y="74585"/>
                  <a:pt x="2035436" y="72034"/>
                  <a:pt x="2039858" y="66933"/>
                </a:cubicBezTo>
                <a:cubicBezTo>
                  <a:pt x="2044280" y="61832"/>
                  <a:pt x="2046665" y="54006"/>
                  <a:pt x="2047013" y="43456"/>
                </a:cubicBezTo>
                <a:lnTo>
                  <a:pt x="2054221" y="43456"/>
                </a:lnTo>
                <a:lnTo>
                  <a:pt x="2054221" y="115324"/>
                </a:lnTo>
                <a:lnTo>
                  <a:pt x="2047013" y="115324"/>
                </a:lnTo>
                <a:cubicBezTo>
                  <a:pt x="2046665" y="103449"/>
                  <a:pt x="2044245" y="94944"/>
                  <a:pt x="2039753" y="89810"/>
                </a:cubicBezTo>
                <a:cubicBezTo>
                  <a:pt x="2035261" y="84674"/>
                  <a:pt x="2029151" y="82106"/>
                  <a:pt x="2021420" y="82106"/>
                </a:cubicBezTo>
                <a:lnTo>
                  <a:pt x="2009303" y="82106"/>
                </a:lnTo>
                <a:lnTo>
                  <a:pt x="2009303" y="143529"/>
                </a:lnTo>
                <a:cubicBezTo>
                  <a:pt x="2009303" y="145757"/>
                  <a:pt x="2010052" y="147463"/>
                  <a:pt x="2011549" y="148647"/>
                </a:cubicBezTo>
                <a:cubicBezTo>
                  <a:pt x="2013046" y="149831"/>
                  <a:pt x="2015536" y="150423"/>
                  <a:pt x="2019018" y="150423"/>
                </a:cubicBezTo>
                <a:lnTo>
                  <a:pt x="2042939" y="150423"/>
                </a:lnTo>
                <a:cubicBezTo>
                  <a:pt x="2068915" y="150423"/>
                  <a:pt x="2083888" y="133849"/>
                  <a:pt x="2087857" y="100700"/>
                </a:cubicBezTo>
                <a:lnTo>
                  <a:pt x="2095379" y="100700"/>
                </a:lnTo>
                <a:lnTo>
                  <a:pt x="2092767" y="158362"/>
                </a:lnTo>
                <a:lnTo>
                  <a:pt x="1965430" y="158362"/>
                </a:lnTo>
                <a:lnTo>
                  <a:pt x="1965430" y="150423"/>
                </a:lnTo>
                <a:lnTo>
                  <a:pt x="1975980" y="150423"/>
                </a:lnTo>
                <a:cubicBezTo>
                  <a:pt x="1980089" y="150423"/>
                  <a:pt x="1982979" y="149710"/>
                  <a:pt x="1984650" y="148285"/>
                </a:cubicBezTo>
                <a:cubicBezTo>
                  <a:pt x="1986322" y="146857"/>
                  <a:pt x="1987157" y="144787"/>
                  <a:pt x="1987157" y="142073"/>
                </a:cubicBezTo>
                <a:lnTo>
                  <a:pt x="1987157" y="19737"/>
                </a:lnTo>
                <a:cubicBezTo>
                  <a:pt x="1987157" y="17023"/>
                  <a:pt x="1986426" y="15005"/>
                  <a:pt x="1984964" y="13684"/>
                </a:cubicBezTo>
                <a:cubicBezTo>
                  <a:pt x="1983501" y="12361"/>
                  <a:pt x="1981203" y="11700"/>
                  <a:pt x="1978069" y="11700"/>
                </a:cubicBezTo>
                <a:lnTo>
                  <a:pt x="1965430" y="11700"/>
                </a:lnTo>
                <a:lnTo>
                  <a:pt x="1965430" y="3761"/>
                </a:lnTo>
                <a:close/>
                <a:moveTo>
                  <a:pt x="2168360" y="3970"/>
                </a:moveTo>
                <a:lnTo>
                  <a:pt x="2206593" y="2089"/>
                </a:lnTo>
                <a:lnTo>
                  <a:pt x="2206593" y="135913"/>
                </a:lnTo>
                <a:cubicBezTo>
                  <a:pt x="2206593" y="141132"/>
                  <a:pt x="2207585" y="144855"/>
                  <a:pt x="2209570" y="147084"/>
                </a:cubicBezTo>
                <a:cubicBezTo>
                  <a:pt x="2211554" y="149310"/>
                  <a:pt x="2214532" y="150423"/>
                  <a:pt x="2218501" y="150423"/>
                </a:cubicBezTo>
                <a:lnTo>
                  <a:pt x="2225291" y="150423"/>
                </a:lnTo>
                <a:lnTo>
                  <a:pt x="2225291" y="158362"/>
                </a:lnTo>
                <a:lnTo>
                  <a:pt x="2191864" y="158362"/>
                </a:lnTo>
                <a:lnTo>
                  <a:pt x="2189357" y="138498"/>
                </a:lnTo>
                <a:cubicBezTo>
                  <a:pt x="2185387" y="145573"/>
                  <a:pt x="2180739" y="150896"/>
                  <a:pt x="2175411" y="154468"/>
                </a:cubicBezTo>
                <a:cubicBezTo>
                  <a:pt x="2170084" y="158039"/>
                  <a:pt x="2164112" y="159825"/>
                  <a:pt x="2157496" y="159825"/>
                </a:cubicBezTo>
                <a:cubicBezTo>
                  <a:pt x="2146354" y="159825"/>
                  <a:pt x="2136865" y="155154"/>
                  <a:pt x="2129031" y="145814"/>
                </a:cubicBezTo>
                <a:cubicBezTo>
                  <a:pt x="2121196" y="136471"/>
                  <a:pt x="2117279" y="124132"/>
                  <a:pt x="2117279" y="108796"/>
                </a:cubicBezTo>
                <a:cubicBezTo>
                  <a:pt x="2117279" y="92204"/>
                  <a:pt x="2122293" y="78959"/>
                  <a:pt x="2132321" y="69061"/>
                </a:cubicBezTo>
                <a:cubicBezTo>
                  <a:pt x="2140191" y="61323"/>
                  <a:pt x="2149244" y="57453"/>
                  <a:pt x="2159481" y="57453"/>
                </a:cubicBezTo>
                <a:cubicBezTo>
                  <a:pt x="2165749" y="57453"/>
                  <a:pt x="2171372" y="59030"/>
                  <a:pt x="2176351" y="62183"/>
                </a:cubicBezTo>
                <a:cubicBezTo>
                  <a:pt x="2181331" y="65337"/>
                  <a:pt x="2185666" y="70102"/>
                  <a:pt x="2189357" y="76478"/>
                </a:cubicBezTo>
                <a:lnTo>
                  <a:pt x="2189357" y="21385"/>
                </a:lnTo>
                <a:cubicBezTo>
                  <a:pt x="2189357" y="18469"/>
                  <a:pt x="2188225" y="16161"/>
                  <a:pt x="2185962" y="14461"/>
                </a:cubicBezTo>
                <a:cubicBezTo>
                  <a:pt x="2183698" y="12759"/>
                  <a:pt x="2180164" y="11909"/>
                  <a:pt x="2175359" y="11909"/>
                </a:cubicBezTo>
                <a:lnTo>
                  <a:pt x="2168360" y="11909"/>
                </a:lnTo>
                <a:lnTo>
                  <a:pt x="2168360" y="3970"/>
                </a:lnTo>
                <a:moveTo>
                  <a:pt x="2162301" y="66228"/>
                </a:moveTo>
                <a:cubicBezTo>
                  <a:pt x="2154780" y="66228"/>
                  <a:pt x="2148809" y="69331"/>
                  <a:pt x="2144386" y="75538"/>
                </a:cubicBezTo>
                <a:cubicBezTo>
                  <a:pt x="2139964" y="81743"/>
                  <a:pt x="2137753" y="92201"/>
                  <a:pt x="2137753" y="106912"/>
                </a:cubicBezTo>
                <a:cubicBezTo>
                  <a:pt x="2137753" y="122881"/>
                  <a:pt x="2140016" y="134126"/>
                  <a:pt x="2144543" y="140646"/>
                </a:cubicBezTo>
                <a:cubicBezTo>
                  <a:pt x="2149070" y="147164"/>
                  <a:pt x="2154885" y="150423"/>
                  <a:pt x="2161988" y="150423"/>
                </a:cubicBezTo>
                <a:cubicBezTo>
                  <a:pt x="2169579" y="150423"/>
                  <a:pt x="2176073" y="146780"/>
                  <a:pt x="2181470" y="139494"/>
                </a:cubicBezTo>
                <a:cubicBezTo>
                  <a:pt x="2186867" y="132208"/>
                  <a:pt x="2189566" y="121557"/>
                  <a:pt x="2189566" y="107542"/>
                </a:cubicBezTo>
                <a:cubicBezTo>
                  <a:pt x="2189566" y="94293"/>
                  <a:pt x="2186675" y="83869"/>
                  <a:pt x="2180895" y="76269"/>
                </a:cubicBezTo>
                <a:cubicBezTo>
                  <a:pt x="2175881" y="69575"/>
                  <a:pt x="2169683" y="66228"/>
                  <a:pt x="2162301" y="66228"/>
                </a:cubicBezTo>
                <a:close/>
                <a:moveTo>
                  <a:pt x="2261294" y="1880"/>
                </a:moveTo>
                <a:cubicBezTo>
                  <a:pt x="2264428" y="1880"/>
                  <a:pt x="2267179" y="3070"/>
                  <a:pt x="2269547" y="5448"/>
                </a:cubicBezTo>
                <a:cubicBezTo>
                  <a:pt x="2271915" y="7827"/>
                  <a:pt x="2273098" y="10625"/>
                  <a:pt x="2273098" y="13841"/>
                </a:cubicBezTo>
                <a:cubicBezTo>
                  <a:pt x="2273098" y="16990"/>
                  <a:pt x="2271949" y="19719"/>
                  <a:pt x="2269651" y="22028"/>
                </a:cubicBezTo>
                <a:cubicBezTo>
                  <a:pt x="2267353" y="24335"/>
                  <a:pt x="2264602" y="25488"/>
                  <a:pt x="2261399" y="25488"/>
                </a:cubicBezTo>
                <a:cubicBezTo>
                  <a:pt x="2258195" y="25488"/>
                  <a:pt x="2255427" y="24316"/>
                  <a:pt x="2253094" y="21973"/>
                </a:cubicBezTo>
                <a:cubicBezTo>
                  <a:pt x="2250761" y="19629"/>
                  <a:pt x="2249595" y="16883"/>
                  <a:pt x="2249595" y="13737"/>
                </a:cubicBezTo>
                <a:cubicBezTo>
                  <a:pt x="2249595" y="10590"/>
                  <a:pt x="2250779" y="7827"/>
                  <a:pt x="2253146" y="5448"/>
                </a:cubicBezTo>
                <a:cubicBezTo>
                  <a:pt x="2255514" y="3070"/>
                  <a:pt x="2258230" y="1880"/>
                  <a:pt x="2261294" y="1880"/>
                </a:cubicBezTo>
                <a:moveTo>
                  <a:pt x="2234239" y="60587"/>
                </a:moveTo>
                <a:lnTo>
                  <a:pt x="2273098" y="59334"/>
                </a:lnTo>
                <a:lnTo>
                  <a:pt x="2273098" y="143431"/>
                </a:lnTo>
                <a:cubicBezTo>
                  <a:pt x="2273098" y="145727"/>
                  <a:pt x="2273656" y="147362"/>
                  <a:pt x="2274770" y="148337"/>
                </a:cubicBezTo>
                <a:cubicBezTo>
                  <a:pt x="2276372" y="149728"/>
                  <a:pt x="2278391" y="150423"/>
                  <a:pt x="2280829" y="150423"/>
                </a:cubicBezTo>
                <a:lnTo>
                  <a:pt x="2291901" y="150423"/>
                </a:lnTo>
                <a:lnTo>
                  <a:pt x="2291901" y="158362"/>
                </a:lnTo>
                <a:lnTo>
                  <a:pt x="2236328" y="158362"/>
                </a:lnTo>
                <a:lnTo>
                  <a:pt x="2236328" y="150423"/>
                </a:lnTo>
                <a:lnTo>
                  <a:pt x="2246670" y="150423"/>
                </a:lnTo>
                <a:cubicBezTo>
                  <a:pt x="2249734" y="150423"/>
                  <a:pt x="2251980" y="149678"/>
                  <a:pt x="2253408" y="148187"/>
                </a:cubicBezTo>
                <a:cubicBezTo>
                  <a:pt x="2254835" y="146694"/>
                  <a:pt x="2255549" y="144525"/>
                  <a:pt x="2255549" y="141681"/>
                </a:cubicBezTo>
                <a:lnTo>
                  <a:pt x="2255549" y="80284"/>
                </a:lnTo>
                <a:cubicBezTo>
                  <a:pt x="2255549" y="76400"/>
                  <a:pt x="2254435" y="73469"/>
                  <a:pt x="2252206" y="71493"/>
                </a:cubicBezTo>
                <a:cubicBezTo>
                  <a:pt x="2249978" y="69515"/>
                  <a:pt x="2246670" y="68526"/>
                  <a:pt x="2242283" y="68526"/>
                </a:cubicBezTo>
                <a:lnTo>
                  <a:pt x="2234239" y="68526"/>
                </a:lnTo>
                <a:lnTo>
                  <a:pt x="2234239" y="60587"/>
                </a:lnTo>
                <a:close/>
                <a:moveTo>
                  <a:pt x="2329205" y="20474"/>
                </a:moveTo>
                <a:lnTo>
                  <a:pt x="2336308" y="20474"/>
                </a:lnTo>
                <a:lnTo>
                  <a:pt x="2336308" y="60378"/>
                </a:lnTo>
                <a:lnTo>
                  <a:pt x="2367960" y="60378"/>
                </a:lnTo>
                <a:lnTo>
                  <a:pt x="2367960" y="69989"/>
                </a:lnTo>
                <a:lnTo>
                  <a:pt x="2336308" y="69989"/>
                </a:lnTo>
                <a:lnTo>
                  <a:pt x="2336308" y="132769"/>
                </a:lnTo>
                <a:cubicBezTo>
                  <a:pt x="2336308" y="138201"/>
                  <a:pt x="2337597" y="142362"/>
                  <a:pt x="2340173" y="145252"/>
                </a:cubicBezTo>
                <a:cubicBezTo>
                  <a:pt x="2342750" y="148142"/>
                  <a:pt x="2346023" y="149587"/>
                  <a:pt x="2349993" y="149587"/>
                </a:cubicBezTo>
                <a:cubicBezTo>
                  <a:pt x="2354728" y="149587"/>
                  <a:pt x="2358767" y="147402"/>
                  <a:pt x="2362110" y="143033"/>
                </a:cubicBezTo>
                <a:cubicBezTo>
                  <a:pt x="2365453" y="138660"/>
                  <a:pt x="2367403" y="131444"/>
                  <a:pt x="2367960" y="121383"/>
                </a:cubicBezTo>
                <a:lnTo>
                  <a:pt x="2374959" y="121383"/>
                </a:lnTo>
                <a:cubicBezTo>
                  <a:pt x="2374541" y="134406"/>
                  <a:pt x="2371581" y="144068"/>
                  <a:pt x="2366080" y="150371"/>
                </a:cubicBezTo>
                <a:cubicBezTo>
                  <a:pt x="2360578" y="156673"/>
                  <a:pt x="2353440" y="159825"/>
                  <a:pt x="2344665" y="159825"/>
                </a:cubicBezTo>
                <a:cubicBezTo>
                  <a:pt x="2336587" y="159825"/>
                  <a:pt x="2330267" y="157611"/>
                  <a:pt x="2325706" y="153185"/>
                </a:cubicBezTo>
                <a:cubicBezTo>
                  <a:pt x="2321144" y="148756"/>
                  <a:pt x="2318864" y="142951"/>
                  <a:pt x="2318864" y="135769"/>
                </a:cubicBezTo>
                <a:lnTo>
                  <a:pt x="2318864" y="69989"/>
                </a:lnTo>
                <a:lnTo>
                  <a:pt x="2301836" y="69989"/>
                </a:lnTo>
                <a:lnTo>
                  <a:pt x="2301836" y="62676"/>
                </a:lnTo>
                <a:cubicBezTo>
                  <a:pt x="2309567" y="61353"/>
                  <a:pt x="2315451" y="58115"/>
                  <a:pt x="2319490" y="52961"/>
                </a:cubicBezTo>
                <a:cubicBezTo>
                  <a:pt x="2325479" y="45231"/>
                  <a:pt x="2328718" y="34402"/>
                  <a:pt x="2329205" y="20474"/>
                </a:cubicBezTo>
                <a:close/>
                <a:moveTo>
                  <a:pt x="2412546" y="1880"/>
                </a:moveTo>
                <a:cubicBezTo>
                  <a:pt x="2415680" y="1880"/>
                  <a:pt x="2418431" y="3070"/>
                  <a:pt x="2420799" y="5448"/>
                </a:cubicBezTo>
                <a:cubicBezTo>
                  <a:pt x="2423166" y="7827"/>
                  <a:pt x="2424350" y="10625"/>
                  <a:pt x="2424350" y="13841"/>
                </a:cubicBezTo>
                <a:cubicBezTo>
                  <a:pt x="2424350" y="16990"/>
                  <a:pt x="2423201" y="19719"/>
                  <a:pt x="2420903" y="22028"/>
                </a:cubicBezTo>
                <a:cubicBezTo>
                  <a:pt x="2418605" y="24335"/>
                  <a:pt x="2415854" y="25488"/>
                  <a:pt x="2412651" y="25488"/>
                </a:cubicBezTo>
                <a:cubicBezTo>
                  <a:pt x="2409447" y="25488"/>
                  <a:pt x="2406679" y="24316"/>
                  <a:pt x="2404346" y="21973"/>
                </a:cubicBezTo>
                <a:cubicBezTo>
                  <a:pt x="2402013" y="19629"/>
                  <a:pt x="2400847" y="16883"/>
                  <a:pt x="2400847" y="13737"/>
                </a:cubicBezTo>
                <a:cubicBezTo>
                  <a:pt x="2400847" y="10590"/>
                  <a:pt x="2402030" y="7827"/>
                  <a:pt x="2404398" y="5448"/>
                </a:cubicBezTo>
                <a:cubicBezTo>
                  <a:pt x="2406766" y="3070"/>
                  <a:pt x="2409482" y="1880"/>
                  <a:pt x="2412546" y="1880"/>
                </a:cubicBezTo>
                <a:moveTo>
                  <a:pt x="2385491" y="60587"/>
                </a:moveTo>
                <a:lnTo>
                  <a:pt x="2424350" y="59334"/>
                </a:lnTo>
                <a:lnTo>
                  <a:pt x="2424350" y="143431"/>
                </a:lnTo>
                <a:cubicBezTo>
                  <a:pt x="2424350" y="145727"/>
                  <a:pt x="2424907" y="147362"/>
                  <a:pt x="2426022" y="148337"/>
                </a:cubicBezTo>
                <a:cubicBezTo>
                  <a:pt x="2427623" y="149728"/>
                  <a:pt x="2429643" y="150423"/>
                  <a:pt x="2432080" y="150423"/>
                </a:cubicBezTo>
                <a:lnTo>
                  <a:pt x="2443153" y="150423"/>
                </a:lnTo>
                <a:lnTo>
                  <a:pt x="2443153" y="158362"/>
                </a:lnTo>
                <a:lnTo>
                  <a:pt x="2387580" y="158362"/>
                </a:lnTo>
                <a:lnTo>
                  <a:pt x="2387580" y="150423"/>
                </a:lnTo>
                <a:lnTo>
                  <a:pt x="2397922" y="150423"/>
                </a:lnTo>
                <a:cubicBezTo>
                  <a:pt x="2400986" y="150423"/>
                  <a:pt x="2403232" y="149678"/>
                  <a:pt x="2404659" y="148187"/>
                </a:cubicBezTo>
                <a:cubicBezTo>
                  <a:pt x="2406087" y="146694"/>
                  <a:pt x="2406801" y="144525"/>
                  <a:pt x="2406801" y="141681"/>
                </a:cubicBezTo>
                <a:lnTo>
                  <a:pt x="2406801" y="80284"/>
                </a:lnTo>
                <a:cubicBezTo>
                  <a:pt x="2406801" y="76400"/>
                  <a:pt x="2405687" y="73469"/>
                  <a:pt x="2403458" y="71493"/>
                </a:cubicBezTo>
                <a:cubicBezTo>
                  <a:pt x="2401230" y="69515"/>
                  <a:pt x="2397922" y="68526"/>
                  <a:pt x="2393534" y="68526"/>
                </a:cubicBezTo>
                <a:lnTo>
                  <a:pt x="2385491" y="68526"/>
                </a:lnTo>
                <a:lnTo>
                  <a:pt x="2385491" y="60587"/>
                </a:lnTo>
                <a:close/>
                <a:moveTo>
                  <a:pt x="2454761" y="60378"/>
                </a:moveTo>
                <a:lnTo>
                  <a:pt x="2487248" y="58498"/>
                </a:lnTo>
                <a:cubicBezTo>
                  <a:pt x="2488571" y="64622"/>
                  <a:pt x="2489546" y="71790"/>
                  <a:pt x="2490173" y="80004"/>
                </a:cubicBezTo>
                <a:cubicBezTo>
                  <a:pt x="2494560" y="72905"/>
                  <a:pt x="2499731" y="67581"/>
                  <a:pt x="2505685" y="64031"/>
                </a:cubicBezTo>
                <a:cubicBezTo>
                  <a:pt x="2511639" y="60482"/>
                  <a:pt x="2518377" y="58707"/>
                  <a:pt x="2525898" y="58707"/>
                </a:cubicBezTo>
                <a:cubicBezTo>
                  <a:pt x="2532375" y="58707"/>
                  <a:pt x="2537807" y="59977"/>
                  <a:pt x="2542194" y="62516"/>
                </a:cubicBezTo>
                <a:cubicBezTo>
                  <a:pt x="2546581" y="65054"/>
                  <a:pt x="2550098" y="69071"/>
                  <a:pt x="2552745" y="74568"/>
                </a:cubicBezTo>
                <a:cubicBezTo>
                  <a:pt x="2555391" y="80064"/>
                  <a:pt x="2556714" y="86219"/>
                  <a:pt x="2556714" y="93035"/>
                </a:cubicBezTo>
                <a:lnTo>
                  <a:pt x="2556714" y="140614"/>
                </a:lnTo>
                <a:cubicBezTo>
                  <a:pt x="2556714" y="144163"/>
                  <a:pt x="2557515" y="146685"/>
                  <a:pt x="2559117" y="148180"/>
                </a:cubicBezTo>
                <a:cubicBezTo>
                  <a:pt x="2560718" y="149676"/>
                  <a:pt x="2563400" y="150423"/>
                  <a:pt x="2567160" y="150423"/>
                </a:cubicBezTo>
                <a:lnTo>
                  <a:pt x="2574055" y="150423"/>
                </a:lnTo>
                <a:lnTo>
                  <a:pt x="2574055" y="158362"/>
                </a:lnTo>
                <a:lnTo>
                  <a:pt x="2522451" y="158362"/>
                </a:lnTo>
                <a:lnTo>
                  <a:pt x="2522451" y="150423"/>
                </a:lnTo>
                <a:lnTo>
                  <a:pt x="2527361" y="150423"/>
                </a:lnTo>
                <a:cubicBezTo>
                  <a:pt x="2531957" y="150423"/>
                  <a:pt x="2535160" y="149693"/>
                  <a:pt x="2536971" y="148233"/>
                </a:cubicBezTo>
                <a:cubicBezTo>
                  <a:pt x="2538782" y="146772"/>
                  <a:pt x="2539687" y="144581"/>
                  <a:pt x="2539687" y="141658"/>
                </a:cubicBezTo>
                <a:lnTo>
                  <a:pt x="2539687" y="99825"/>
                </a:lnTo>
                <a:cubicBezTo>
                  <a:pt x="2539687" y="90715"/>
                  <a:pt x="2538294" y="83969"/>
                  <a:pt x="2535509" y="79586"/>
                </a:cubicBezTo>
                <a:cubicBezTo>
                  <a:pt x="2531609" y="73327"/>
                  <a:pt x="2525689" y="70197"/>
                  <a:pt x="2517750" y="70197"/>
                </a:cubicBezTo>
                <a:cubicBezTo>
                  <a:pt x="2509881" y="70197"/>
                  <a:pt x="2503317" y="73362"/>
                  <a:pt x="2498060" y="79690"/>
                </a:cubicBezTo>
                <a:cubicBezTo>
                  <a:pt x="2492802" y="86019"/>
                  <a:pt x="2490173" y="94260"/>
                  <a:pt x="2490173" y="104415"/>
                </a:cubicBezTo>
                <a:lnTo>
                  <a:pt x="2490173" y="140617"/>
                </a:lnTo>
                <a:cubicBezTo>
                  <a:pt x="2490173" y="144164"/>
                  <a:pt x="2490991" y="146685"/>
                  <a:pt x="2492628" y="148180"/>
                </a:cubicBezTo>
                <a:cubicBezTo>
                  <a:pt x="2494264" y="149676"/>
                  <a:pt x="2496963" y="150423"/>
                  <a:pt x="2500723" y="150423"/>
                </a:cubicBezTo>
                <a:lnTo>
                  <a:pt x="2507513" y="150423"/>
                </a:lnTo>
                <a:lnTo>
                  <a:pt x="2507513" y="158362"/>
                </a:lnTo>
                <a:lnTo>
                  <a:pt x="2455701" y="158362"/>
                </a:lnTo>
                <a:lnTo>
                  <a:pt x="2455701" y="150423"/>
                </a:lnTo>
                <a:lnTo>
                  <a:pt x="2462491" y="150423"/>
                </a:lnTo>
                <a:cubicBezTo>
                  <a:pt x="2465903" y="150423"/>
                  <a:pt x="2468497" y="149728"/>
                  <a:pt x="2470273" y="148337"/>
                </a:cubicBezTo>
                <a:cubicBezTo>
                  <a:pt x="2472049" y="146947"/>
                  <a:pt x="2472937" y="145208"/>
                  <a:pt x="2472937" y="143121"/>
                </a:cubicBezTo>
                <a:lnTo>
                  <a:pt x="2472937" y="80000"/>
                </a:lnTo>
                <a:cubicBezTo>
                  <a:pt x="2472937" y="75829"/>
                  <a:pt x="2471805" y="72664"/>
                  <a:pt x="2469542" y="70508"/>
                </a:cubicBezTo>
                <a:cubicBezTo>
                  <a:pt x="2467279" y="68351"/>
                  <a:pt x="2464023" y="67273"/>
                  <a:pt x="2459775" y="67273"/>
                </a:cubicBezTo>
                <a:lnTo>
                  <a:pt x="2454761" y="67273"/>
                </a:lnTo>
                <a:lnTo>
                  <a:pt x="2454761" y="60378"/>
                </a:lnTo>
                <a:close/>
                <a:moveTo>
                  <a:pt x="2660477" y="65915"/>
                </a:moveTo>
                <a:cubicBezTo>
                  <a:pt x="2667441" y="58881"/>
                  <a:pt x="2673848" y="55364"/>
                  <a:pt x="2679698" y="55364"/>
                </a:cubicBezTo>
                <a:cubicBezTo>
                  <a:pt x="2683180" y="55364"/>
                  <a:pt x="2686070" y="56478"/>
                  <a:pt x="2688368" y="58707"/>
                </a:cubicBezTo>
                <a:cubicBezTo>
                  <a:pt x="2690666" y="60935"/>
                  <a:pt x="2691815" y="63651"/>
                  <a:pt x="2691815" y="66855"/>
                </a:cubicBezTo>
                <a:cubicBezTo>
                  <a:pt x="2691815" y="69431"/>
                  <a:pt x="2691031" y="71573"/>
                  <a:pt x="2689465" y="73279"/>
                </a:cubicBezTo>
                <a:cubicBezTo>
                  <a:pt x="2687898" y="74985"/>
                  <a:pt x="2686070" y="75838"/>
                  <a:pt x="2683980" y="75838"/>
                </a:cubicBezTo>
                <a:cubicBezTo>
                  <a:pt x="2680011" y="75838"/>
                  <a:pt x="2677330" y="73401"/>
                  <a:pt x="2675937" y="68526"/>
                </a:cubicBezTo>
                <a:cubicBezTo>
                  <a:pt x="2675380" y="66437"/>
                  <a:pt x="2674440" y="65392"/>
                  <a:pt x="2673117" y="65392"/>
                </a:cubicBezTo>
                <a:cubicBezTo>
                  <a:pt x="2670749" y="65392"/>
                  <a:pt x="2668172" y="66959"/>
                  <a:pt x="2665386" y="70093"/>
                </a:cubicBezTo>
                <a:cubicBezTo>
                  <a:pt x="2668381" y="74210"/>
                  <a:pt x="2670435" y="77787"/>
                  <a:pt x="2671550" y="80823"/>
                </a:cubicBezTo>
                <a:cubicBezTo>
                  <a:pt x="2672664" y="83857"/>
                  <a:pt x="2673221" y="87118"/>
                  <a:pt x="2673221" y="90606"/>
                </a:cubicBezTo>
                <a:cubicBezTo>
                  <a:pt x="2673221" y="96676"/>
                  <a:pt x="2671759" y="102032"/>
                  <a:pt x="2668834" y="106674"/>
                </a:cubicBezTo>
                <a:cubicBezTo>
                  <a:pt x="2665909" y="111314"/>
                  <a:pt x="2661051" y="115413"/>
                  <a:pt x="2654261" y="118971"/>
                </a:cubicBezTo>
                <a:cubicBezTo>
                  <a:pt x="2647471" y="122529"/>
                  <a:pt x="2640977" y="124308"/>
                  <a:pt x="2634780" y="124308"/>
                </a:cubicBezTo>
                <a:lnTo>
                  <a:pt x="2623393" y="124308"/>
                </a:lnTo>
                <a:cubicBezTo>
                  <a:pt x="2615315" y="124308"/>
                  <a:pt x="2609953" y="125162"/>
                  <a:pt x="2607306" y="126871"/>
                </a:cubicBezTo>
                <a:cubicBezTo>
                  <a:pt x="2604660" y="128651"/>
                  <a:pt x="2603337" y="131250"/>
                  <a:pt x="2603337" y="134669"/>
                </a:cubicBezTo>
                <a:cubicBezTo>
                  <a:pt x="2603337" y="137446"/>
                  <a:pt x="2604416" y="139582"/>
                  <a:pt x="2606575" y="141077"/>
                </a:cubicBezTo>
                <a:cubicBezTo>
                  <a:pt x="2608734" y="142572"/>
                  <a:pt x="2612808" y="143320"/>
                  <a:pt x="2618797" y="143320"/>
                </a:cubicBezTo>
                <a:lnTo>
                  <a:pt x="2644599" y="142484"/>
                </a:lnTo>
                <a:cubicBezTo>
                  <a:pt x="2657622" y="142484"/>
                  <a:pt x="2667006" y="144660"/>
                  <a:pt x="2672751" y="149013"/>
                </a:cubicBezTo>
                <a:cubicBezTo>
                  <a:pt x="2678496" y="153365"/>
                  <a:pt x="2681369" y="159337"/>
                  <a:pt x="2681369" y="166928"/>
                </a:cubicBezTo>
                <a:cubicBezTo>
                  <a:pt x="2681369" y="175285"/>
                  <a:pt x="2678096" y="182318"/>
                  <a:pt x="2671550" y="188029"/>
                </a:cubicBezTo>
                <a:cubicBezTo>
                  <a:pt x="2662427" y="196107"/>
                  <a:pt x="2648812" y="200146"/>
                  <a:pt x="2630706" y="200146"/>
                </a:cubicBezTo>
                <a:cubicBezTo>
                  <a:pt x="2615733" y="200146"/>
                  <a:pt x="2604625" y="197416"/>
                  <a:pt x="2597383" y="191956"/>
                </a:cubicBezTo>
                <a:cubicBezTo>
                  <a:pt x="2591672" y="187671"/>
                  <a:pt x="2588817" y="182867"/>
                  <a:pt x="2588817" y="177544"/>
                </a:cubicBezTo>
                <a:cubicBezTo>
                  <a:pt x="2588817" y="173468"/>
                  <a:pt x="2590645" y="169735"/>
                  <a:pt x="2594301" y="166347"/>
                </a:cubicBezTo>
                <a:cubicBezTo>
                  <a:pt x="2597957" y="162961"/>
                  <a:pt x="2604103" y="160438"/>
                  <a:pt x="2612738" y="158780"/>
                </a:cubicBezTo>
                <a:cubicBezTo>
                  <a:pt x="2605844" y="157087"/>
                  <a:pt x="2600656" y="154600"/>
                  <a:pt x="2597174" y="151321"/>
                </a:cubicBezTo>
                <a:cubicBezTo>
                  <a:pt x="2593692" y="148041"/>
                  <a:pt x="2591951" y="143967"/>
                  <a:pt x="2591951" y="139099"/>
                </a:cubicBezTo>
                <a:cubicBezTo>
                  <a:pt x="2591951" y="134585"/>
                  <a:pt x="2593361" y="130654"/>
                  <a:pt x="2596181" y="127305"/>
                </a:cubicBezTo>
                <a:cubicBezTo>
                  <a:pt x="2599002" y="123953"/>
                  <a:pt x="2603894" y="121078"/>
                  <a:pt x="2610858" y="118680"/>
                </a:cubicBezTo>
                <a:cubicBezTo>
                  <a:pt x="2604939" y="115407"/>
                  <a:pt x="2600482" y="111455"/>
                  <a:pt x="2597487" y="106824"/>
                </a:cubicBezTo>
                <a:cubicBezTo>
                  <a:pt x="2594493" y="102191"/>
                  <a:pt x="2592995" y="96878"/>
                  <a:pt x="2592995" y="90887"/>
                </a:cubicBezTo>
                <a:cubicBezTo>
                  <a:pt x="2592995" y="81414"/>
                  <a:pt x="2596721" y="73474"/>
                  <a:pt x="2604173" y="67067"/>
                </a:cubicBezTo>
                <a:cubicBezTo>
                  <a:pt x="2611624" y="60658"/>
                  <a:pt x="2621304" y="57453"/>
                  <a:pt x="2633213" y="57453"/>
                </a:cubicBezTo>
                <a:cubicBezTo>
                  <a:pt x="2638087" y="57453"/>
                  <a:pt x="2642788" y="58150"/>
                  <a:pt x="2647315" y="59542"/>
                </a:cubicBezTo>
                <a:cubicBezTo>
                  <a:pt x="2651841" y="60935"/>
                  <a:pt x="2656229" y="63059"/>
                  <a:pt x="2660477" y="65915"/>
                </a:cubicBezTo>
                <a:moveTo>
                  <a:pt x="2633004" y="64139"/>
                </a:moveTo>
                <a:cubicBezTo>
                  <a:pt x="2626806" y="64139"/>
                  <a:pt x="2621687" y="66419"/>
                  <a:pt x="2617648" y="70981"/>
                </a:cubicBezTo>
                <a:cubicBezTo>
                  <a:pt x="2613609" y="75542"/>
                  <a:pt x="2611589" y="81932"/>
                  <a:pt x="2611589" y="90149"/>
                </a:cubicBezTo>
                <a:cubicBezTo>
                  <a:pt x="2611589" y="98924"/>
                  <a:pt x="2613609" y="105731"/>
                  <a:pt x="2617648" y="110571"/>
                </a:cubicBezTo>
                <a:cubicBezTo>
                  <a:pt x="2621687" y="115411"/>
                  <a:pt x="2626841" y="117831"/>
                  <a:pt x="2633108" y="117831"/>
                </a:cubicBezTo>
                <a:cubicBezTo>
                  <a:pt x="2639376" y="117831"/>
                  <a:pt x="2644512" y="115481"/>
                  <a:pt x="2648516" y="110780"/>
                </a:cubicBezTo>
                <a:cubicBezTo>
                  <a:pt x="2652520" y="106080"/>
                  <a:pt x="2654523" y="99342"/>
                  <a:pt x="2654523" y="90567"/>
                </a:cubicBezTo>
                <a:cubicBezTo>
                  <a:pt x="2654523" y="82419"/>
                  <a:pt x="2652486" y="75978"/>
                  <a:pt x="2648412" y="71242"/>
                </a:cubicBezTo>
                <a:cubicBezTo>
                  <a:pt x="2644338" y="66507"/>
                  <a:pt x="2639202" y="64139"/>
                  <a:pt x="2633004" y="64139"/>
                </a:cubicBezTo>
                <a:moveTo>
                  <a:pt x="2639167" y="158571"/>
                </a:moveTo>
                <a:cubicBezTo>
                  <a:pt x="2626353" y="158571"/>
                  <a:pt x="2617213" y="160341"/>
                  <a:pt x="2611746" y="163882"/>
                </a:cubicBezTo>
                <a:cubicBezTo>
                  <a:pt x="2606279" y="167423"/>
                  <a:pt x="2603546" y="171693"/>
                  <a:pt x="2603546" y="176692"/>
                </a:cubicBezTo>
                <a:cubicBezTo>
                  <a:pt x="2603546" y="181414"/>
                  <a:pt x="2605600" y="185129"/>
                  <a:pt x="2609709" y="187836"/>
                </a:cubicBezTo>
                <a:cubicBezTo>
                  <a:pt x="2615141" y="191447"/>
                  <a:pt x="2622871" y="193252"/>
                  <a:pt x="2632899" y="193252"/>
                </a:cubicBezTo>
                <a:cubicBezTo>
                  <a:pt x="2644877" y="193252"/>
                  <a:pt x="2653896" y="191273"/>
                  <a:pt x="2659954" y="187314"/>
                </a:cubicBezTo>
                <a:cubicBezTo>
                  <a:pt x="2666013" y="183358"/>
                  <a:pt x="2669043" y="178950"/>
                  <a:pt x="2669043" y="174090"/>
                </a:cubicBezTo>
                <a:cubicBezTo>
                  <a:pt x="2669043" y="171243"/>
                  <a:pt x="2668102" y="168587"/>
                  <a:pt x="2666222" y="166122"/>
                </a:cubicBezTo>
                <a:cubicBezTo>
                  <a:pt x="2664342" y="163656"/>
                  <a:pt x="2661347" y="161781"/>
                  <a:pt x="2657239" y="160497"/>
                </a:cubicBezTo>
                <a:cubicBezTo>
                  <a:pt x="2653130" y="159213"/>
                  <a:pt x="2647106" y="158571"/>
                  <a:pt x="2639167" y="158571"/>
                </a:cubicBezTo>
                <a:close/>
                <a:moveTo>
                  <a:pt x="2788843" y="2089"/>
                </a:moveTo>
                <a:lnTo>
                  <a:pt x="2788843" y="74879"/>
                </a:lnTo>
                <a:cubicBezTo>
                  <a:pt x="2792951" y="69035"/>
                  <a:pt x="2797513" y="64671"/>
                  <a:pt x="2802527" y="61785"/>
                </a:cubicBezTo>
                <a:cubicBezTo>
                  <a:pt x="2807541" y="58897"/>
                  <a:pt x="2813008" y="57453"/>
                  <a:pt x="2818927" y="57453"/>
                </a:cubicBezTo>
                <a:cubicBezTo>
                  <a:pt x="2830418" y="57453"/>
                  <a:pt x="2840133" y="61949"/>
                  <a:pt x="2848072" y="70942"/>
                </a:cubicBezTo>
                <a:cubicBezTo>
                  <a:pt x="2856011" y="79934"/>
                  <a:pt x="2859980" y="91785"/>
                  <a:pt x="2859980" y="106494"/>
                </a:cubicBezTo>
                <a:cubicBezTo>
                  <a:pt x="2859980" y="122459"/>
                  <a:pt x="2855715" y="135339"/>
                  <a:pt x="2847184" y="145135"/>
                </a:cubicBezTo>
                <a:cubicBezTo>
                  <a:pt x="2838653" y="154928"/>
                  <a:pt x="2828085" y="159825"/>
                  <a:pt x="2815480" y="159825"/>
                </a:cubicBezTo>
                <a:cubicBezTo>
                  <a:pt x="2809491" y="159825"/>
                  <a:pt x="2804059" y="158635"/>
                  <a:pt x="2799184" y="156257"/>
                </a:cubicBezTo>
                <a:cubicBezTo>
                  <a:pt x="2794309" y="153876"/>
                  <a:pt x="2789295" y="149850"/>
                  <a:pt x="2784142" y="144178"/>
                </a:cubicBezTo>
                <a:cubicBezTo>
                  <a:pt x="2780172" y="150548"/>
                  <a:pt x="2776342" y="155764"/>
                  <a:pt x="2772651" y="159825"/>
                </a:cubicBezTo>
                <a:lnTo>
                  <a:pt x="2768473" y="158362"/>
                </a:lnTo>
                <a:cubicBezTo>
                  <a:pt x="2770423" y="150364"/>
                  <a:pt x="2771398" y="142020"/>
                  <a:pt x="2771398" y="133328"/>
                </a:cubicBezTo>
                <a:lnTo>
                  <a:pt x="2771398" y="22861"/>
                </a:lnTo>
                <a:cubicBezTo>
                  <a:pt x="2771398" y="19453"/>
                  <a:pt x="2770196" y="16776"/>
                  <a:pt x="2767794" y="14830"/>
                </a:cubicBezTo>
                <a:cubicBezTo>
                  <a:pt x="2765391" y="12882"/>
                  <a:pt x="2761996" y="11909"/>
                  <a:pt x="2757609" y="11909"/>
                </a:cubicBezTo>
                <a:lnTo>
                  <a:pt x="2753222" y="11909"/>
                </a:lnTo>
                <a:lnTo>
                  <a:pt x="2753222" y="3970"/>
                </a:lnTo>
                <a:lnTo>
                  <a:pt x="2788843" y="2089"/>
                </a:lnTo>
                <a:moveTo>
                  <a:pt x="2815167" y="66855"/>
                </a:moveTo>
                <a:cubicBezTo>
                  <a:pt x="2807297" y="66855"/>
                  <a:pt x="2800890" y="70277"/>
                  <a:pt x="2795946" y="77121"/>
                </a:cubicBezTo>
                <a:cubicBezTo>
                  <a:pt x="2791001" y="83963"/>
                  <a:pt x="2788529" y="95269"/>
                  <a:pt x="2788529" y="111038"/>
                </a:cubicBezTo>
                <a:cubicBezTo>
                  <a:pt x="2788529" y="126044"/>
                  <a:pt x="2790967" y="136777"/>
                  <a:pt x="2795841" y="143238"/>
                </a:cubicBezTo>
                <a:cubicBezTo>
                  <a:pt x="2800716" y="149700"/>
                  <a:pt x="2807088" y="152930"/>
                  <a:pt x="2814958" y="152930"/>
                </a:cubicBezTo>
                <a:cubicBezTo>
                  <a:pt x="2822061" y="152930"/>
                  <a:pt x="2827771" y="149734"/>
                  <a:pt x="2832089" y="143343"/>
                </a:cubicBezTo>
                <a:cubicBezTo>
                  <a:pt x="2837521" y="135284"/>
                  <a:pt x="2840237" y="123787"/>
                  <a:pt x="2840237" y="108851"/>
                </a:cubicBezTo>
                <a:cubicBezTo>
                  <a:pt x="2840237" y="94122"/>
                  <a:pt x="2837852" y="83441"/>
                  <a:pt x="2833082" y="76808"/>
                </a:cubicBezTo>
                <a:cubicBezTo>
                  <a:pt x="2828311" y="70172"/>
                  <a:pt x="2822340" y="66855"/>
                  <a:pt x="2815167" y="66855"/>
                </a:cubicBezTo>
                <a:close/>
                <a:moveTo>
                  <a:pt x="2875303" y="60378"/>
                </a:moveTo>
                <a:lnTo>
                  <a:pt x="2922206" y="60378"/>
                </a:lnTo>
                <a:lnTo>
                  <a:pt x="2922206" y="67481"/>
                </a:lnTo>
                <a:lnTo>
                  <a:pt x="2917818" y="67481"/>
                </a:lnTo>
                <a:cubicBezTo>
                  <a:pt x="2913710" y="67481"/>
                  <a:pt x="2910907" y="68024"/>
                  <a:pt x="2909409" y="69110"/>
                </a:cubicBezTo>
                <a:cubicBezTo>
                  <a:pt x="2907912" y="70194"/>
                  <a:pt x="2907163" y="71751"/>
                  <a:pt x="2907163" y="73782"/>
                </a:cubicBezTo>
                <a:cubicBezTo>
                  <a:pt x="2907163" y="74691"/>
                  <a:pt x="2907372" y="75601"/>
                  <a:pt x="2907790" y="76511"/>
                </a:cubicBezTo>
                <a:lnTo>
                  <a:pt x="2935054" y="135387"/>
                </a:lnTo>
                <a:lnTo>
                  <a:pt x="2955320" y="86565"/>
                </a:lnTo>
                <a:cubicBezTo>
                  <a:pt x="2956782" y="83070"/>
                  <a:pt x="2957513" y="79645"/>
                  <a:pt x="2957513" y="76289"/>
                </a:cubicBezTo>
                <a:cubicBezTo>
                  <a:pt x="2957513" y="73703"/>
                  <a:pt x="2956504" y="71695"/>
                  <a:pt x="2954484" y="70263"/>
                </a:cubicBezTo>
                <a:cubicBezTo>
                  <a:pt x="2952465" y="68829"/>
                  <a:pt x="2948425" y="67902"/>
                  <a:pt x="2942367" y="67481"/>
                </a:cubicBezTo>
                <a:lnTo>
                  <a:pt x="2942367" y="60378"/>
                </a:lnTo>
                <a:lnTo>
                  <a:pt x="2983106" y="60378"/>
                </a:lnTo>
                <a:lnTo>
                  <a:pt x="2983106" y="67481"/>
                </a:lnTo>
                <a:cubicBezTo>
                  <a:pt x="2975237" y="68252"/>
                  <a:pt x="2969944" y="71785"/>
                  <a:pt x="2967228" y="78081"/>
                </a:cubicBezTo>
                <a:lnTo>
                  <a:pt x="2931085" y="162400"/>
                </a:lnTo>
                <a:cubicBezTo>
                  <a:pt x="2924887" y="176700"/>
                  <a:pt x="2918689" y="186549"/>
                  <a:pt x="2912491" y="191946"/>
                </a:cubicBezTo>
                <a:cubicBezTo>
                  <a:pt x="2906223" y="197413"/>
                  <a:pt x="2899503" y="200146"/>
                  <a:pt x="2892330" y="200146"/>
                </a:cubicBezTo>
                <a:cubicBezTo>
                  <a:pt x="2887107" y="200146"/>
                  <a:pt x="2882911" y="198712"/>
                  <a:pt x="2879743" y="195844"/>
                </a:cubicBezTo>
                <a:cubicBezTo>
                  <a:pt x="2876574" y="192978"/>
                  <a:pt x="2874990" y="189447"/>
                  <a:pt x="2874990" y="185251"/>
                </a:cubicBezTo>
                <a:cubicBezTo>
                  <a:pt x="2874990" y="182106"/>
                  <a:pt x="2875965" y="179520"/>
                  <a:pt x="2877915" y="177491"/>
                </a:cubicBezTo>
                <a:cubicBezTo>
                  <a:pt x="2879864" y="175463"/>
                  <a:pt x="2882302" y="174449"/>
                  <a:pt x="2885227" y="174449"/>
                </a:cubicBezTo>
                <a:cubicBezTo>
                  <a:pt x="2887873" y="174449"/>
                  <a:pt x="2890102" y="175325"/>
                  <a:pt x="2891912" y="177077"/>
                </a:cubicBezTo>
                <a:cubicBezTo>
                  <a:pt x="2893723" y="178829"/>
                  <a:pt x="2894628" y="180931"/>
                  <a:pt x="2894628" y="183384"/>
                </a:cubicBezTo>
                <a:cubicBezTo>
                  <a:pt x="2894628" y="184154"/>
                  <a:pt x="2894489" y="185205"/>
                  <a:pt x="2894210" y="186537"/>
                </a:cubicBezTo>
                <a:cubicBezTo>
                  <a:pt x="2893932" y="187588"/>
                  <a:pt x="2893793" y="188359"/>
                  <a:pt x="2893793" y="188848"/>
                </a:cubicBezTo>
                <a:cubicBezTo>
                  <a:pt x="2893793" y="190531"/>
                  <a:pt x="2894872" y="191372"/>
                  <a:pt x="2897031" y="191372"/>
                </a:cubicBezTo>
                <a:cubicBezTo>
                  <a:pt x="2899329" y="191372"/>
                  <a:pt x="2901923" y="190536"/>
                  <a:pt x="2904813" y="188865"/>
                </a:cubicBezTo>
                <a:cubicBezTo>
                  <a:pt x="2907703" y="187193"/>
                  <a:pt x="2910402" y="184512"/>
                  <a:pt x="2912909" y="180821"/>
                </a:cubicBezTo>
                <a:cubicBezTo>
                  <a:pt x="2915416" y="177130"/>
                  <a:pt x="2919803" y="168955"/>
                  <a:pt x="2926071" y="156296"/>
                </a:cubicBezTo>
                <a:lnTo>
                  <a:pt x="2888987" y="76511"/>
                </a:lnTo>
                <a:cubicBezTo>
                  <a:pt x="2887664" y="73710"/>
                  <a:pt x="2886010" y="71627"/>
                  <a:pt x="2884025" y="70263"/>
                </a:cubicBezTo>
                <a:cubicBezTo>
                  <a:pt x="2882041" y="68898"/>
                  <a:pt x="2879133" y="67971"/>
                  <a:pt x="2875303" y="67481"/>
                </a:cubicBezTo>
                <a:lnTo>
                  <a:pt x="2875303" y="60378"/>
                </a:lnTo>
                <a:close/>
                <a:moveTo>
                  <a:pt x="3052794" y="3761"/>
                </a:moveTo>
                <a:lnTo>
                  <a:pt x="3124036" y="3761"/>
                </a:lnTo>
                <a:lnTo>
                  <a:pt x="3124036" y="11700"/>
                </a:lnTo>
                <a:lnTo>
                  <a:pt x="3111815" y="11700"/>
                </a:lnTo>
                <a:cubicBezTo>
                  <a:pt x="3106383" y="11700"/>
                  <a:pt x="3102953" y="12379"/>
                  <a:pt x="3101525" y="13737"/>
                </a:cubicBezTo>
                <a:cubicBezTo>
                  <a:pt x="3100098" y="15092"/>
                  <a:pt x="3099384" y="17963"/>
                  <a:pt x="3099384" y="22348"/>
                </a:cubicBezTo>
                <a:lnTo>
                  <a:pt x="3099384" y="139256"/>
                </a:lnTo>
                <a:cubicBezTo>
                  <a:pt x="3099384" y="143917"/>
                  <a:pt x="3100011" y="146840"/>
                  <a:pt x="3101264" y="148024"/>
                </a:cubicBezTo>
                <a:cubicBezTo>
                  <a:pt x="3102935" y="149623"/>
                  <a:pt x="3105965" y="150423"/>
                  <a:pt x="3110352" y="150423"/>
                </a:cubicBezTo>
                <a:lnTo>
                  <a:pt x="3124036" y="150423"/>
                </a:lnTo>
                <a:lnTo>
                  <a:pt x="3124036" y="158362"/>
                </a:lnTo>
                <a:lnTo>
                  <a:pt x="3052794" y="158362"/>
                </a:lnTo>
                <a:lnTo>
                  <a:pt x="3052794" y="150423"/>
                </a:lnTo>
                <a:lnTo>
                  <a:pt x="3066270" y="150423"/>
                </a:lnTo>
                <a:cubicBezTo>
                  <a:pt x="3071005" y="150423"/>
                  <a:pt x="3074069" y="149728"/>
                  <a:pt x="3075462" y="148337"/>
                </a:cubicBezTo>
                <a:cubicBezTo>
                  <a:pt x="3076855" y="146944"/>
                  <a:pt x="3077552" y="143917"/>
                  <a:pt x="3077552" y="139256"/>
                </a:cubicBezTo>
                <a:lnTo>
                  <a:pt x="3077552" y="22348"/>
                </a:lnTo>
                <a:cubicBezTo>
                  <a:pt x="3077552" y="17893"/>
                  <a:pt x="3076925" y="15144"/>
                  <a:pt x="3075671" y="14099"/>
                </a:cubicBezTo>
                <a:cubicBezTo>
                  <a:pt x="3073721" y="12499"/>
                  <a:pt x="3070135" y="11700"/>
                  <a:pt x="3064912" y="11700"/>
                </a:cubicBezTo>
                <a:lnTo>
                  <a:pt x="3052794" y="11700"/>
                </a:lnTo>
                <a:lnTo>
                  <a:pt x="3052794" y="3761"/>
                </a:lnTo>
                <a:close/>
                <a:moveTo>
                  <a:pt x="3138925" y="60378"/>
                </a:moveTo>
                <a:lnTo>
                  <a:pt x="3171413" y="58498"/>
                </a:lnTo>
                <a:cubicBezTo>
                  <a:pt x="3172736" y="64622"/>
                  <a:pt x="3173711" y="71790"/>
                  <a:pt x="3174338" y="80004"/>
                </a:cubicBezTo>
                <a:cubicBezTo>
                  <a:pt x="3178725" y="72905"/>
                  <a:pt x="3183896" y="67581"/>
                  <a:pt x="3189850" y="64031"/>
                </a:cubicBezTo>
                <a:cubicBezTo>
                  <a:pt x="3195804" y="60482"/>
                  <a:pt x="3202542" y="58707"/>
                  <a:pt x="3210063" y="58707"/>
                </a:cubicBezTo>
                <a:cubicBezTo>
                  <a:pt x="3216540" y="58707"/>
                  <a:pt x="3221972" y="59977"/>
                  <a:pt x="3226359" y="62516"/>
                </a:cubicBezTo>
                <a:cubicBezTo>
                  <a:pt x="3230746" y="65054"/>
                  <a:pt x="3234263" y="69071"/>
                  <a:pt x="3236909" y="74568"/>
                </a:cubicBezTo>
                <a:cubicBezTo>
                  <a:pt x="3239556" y="80064"/>
                  <a:pt x="3240879" y="86219"/>
                  <a:pt x="3240879" y="93035"/>
                </a:cubicBezTo>
                <a:lnTo>
                  <a:pt x="3240879" y="140614"/>
                </a:lnTo>
                <a:cubicBezTo>
                  <a:pt x="3240879" y="144163"/>
                  <a:pt x="3241680" y="146685"/>
                  <a:pt x="3243282" y="148180"/>
                </a:cubicBezTo>
                <a:cubicBezTo>
                  <a:pt x="3244883" y="149676"/>
                  <a:pt x="3247564" y="150423"/>
                  <a:pt x="3251325" y="150423"/>
                </a:cubicBezTo>
                <a:lnTo>
                  <a:pt x="3258219" y="150423"/>
                </a:lnTo>
                <a:lnTo>
                  <a:pt x="3258219" y="158362"/>
                </a:lnTo>
                <a:lnTo>
                  <a:pt x="3206616" y="158362"/>
                </a:lnTo>
                <a:lnTo>
                  <a:pt x="3206616" y="150423"/>
                </a:lnTo>
                <a:lnTo>
                  <a:pt x="3211526" y="150423"/>
                </a:lnTo>
                <a:cubicBezTo>
                  <a:pt x="3216122" y="150423"/>
                  <a:pt x="3219325" y="149693"/>
                  <a:pt x="3221136" y="148233"/>
                </a:cubicBezTo>
                <a:cubicBezTo>
                  <a:pt x="3222947" y="146772"/>
                  <a:pt x="3223852" y="144581"/>
                  <a:pt x="3223852" y="141658"/>
                </a:cubicBezTo>
                <a:lnTo>
                  <a:pt x="3223852" y="99825"/>
                </a:lnTo>
                <a:cubicBezTo>
                  <a:pt x="3223852" y="90715"/>
                  <a:pt x="3222459" y="83969"/>
                  <a:pt x="3219673" y="79586"/>
                </a:cubicBezTo>
                <a:cubicBezTo>
                  <a:pt x="3215774" y="73327"/>
                  <a:pt x="3209854" y="70197"/>
                  <a:pt x="3201915" y="70197"/>
                </a:cubicBezTo>
                <a:cubicBezTo>
                  <a:pt x="3194046" y="70197"/>
                  <a:pt x="3187482" y="73362"/>
                  <a:pt x="3182224" y="79690"/>
                </a:cubicBezTo>
                <a:cubicBezTo>
                  <a:pt x="3176966" y="86019"/>
                  <a:pt x="3174338" y="94260"/>
                  <a:pt x="3174338" y="104415"/>
                </a:cubicBezTo>
                <a:lnTo>
                  <a:pt x="3174338" y="140617"/>
                </a:lnTo>
                <a:cubicBezTo>
                  <a:pt x="3174338" y="144164"/>
                  <a:pt x="3175156" y="146685"/>
                  <a:pt x="3176792" y="148180"/>
                </a:cubicBezTo>
                <a:cubicBezTo>
                  <a:pt x="3178429" y="149676"/>
                  <a:pt x="3181128" y="150423"/>
                  <a:pt x="3184888" y="150423"/>
                </a:cubicBezTo>
                <a:lnTo>
                  <a:pt x="3191678" y="150423"/>
                </a:lnTo>
                <a:lnTo>
                  <a:pt x="3191678" y="158362"/>
                </a:lnTo>
                <a:lnTo>
                  <a:pt x="3139866" y="158362"/>
                </a:lnTo>
                <a:lnTo>
                  <a:pt x="3139866" y="150423"/>
                </a:lnTo>
                <a:lnTo>
                  <a:pt x="3146656" y="150423"/>
                </a:lnTo>
                <a:cubicBezTo>
                  <a:pt x="3150068" y="150423"/>
                  <a:pt x="3152662" y="149728"/>
                  <a:pt x="3154438" y="148337"/>
                </a:cubicBezTo>
                <a:cubicBezTo>
                  <a:pt x="3156214" y="146947"/>
                  <a:pt x="3157102" y="145208"/>
                  <a:pt x="3157102" y="143121"/>
                </a:cubicBezTo>
                <a:lnTo>
                  <a:pt x="3157102" y="80000"/>
                </a:lnTo>
                <a:cubicBezTo>
                  <a:pt x="3157102" y="75829"/>
                  <a:pt x="3155970" y="72664"/>
                  <a:pt x="3153707" y="70508"/>
                </a:cubicBezTo>
                <a:cubicBezTo>
                  <a:pt x="3151443" y="68351"/>
                  <a:pt x="3148188" y="67273"/>
                  <a:pt x="3143940" y="67273"/>
                </a:cubicBezTo>
                <a:lnTo>
                  <a:pt x="3138925" y="67273"/>
                </a:lnTo>
                <a:lnTo>
                  <a:pt x="3138925" y="60378"/>
                </a:lnTo>
                <a:close/>
                <a:moveTo>
                  <a:pt x="3265999" y="60378"/>
                </a:moveTo>
                <a:lnTo>
                  <a:pt x="3314155" y="60378"/>
                </a:lnTo>
                <a:lnTo>
                  <a:pt x="3314155" y="67481"/>
                </a:lnTo>
                <a:cubicBezTo>
                  <a:pt x="3307748" y="67621"/>
                  <a:pt x="3303657" y="68200"/>
                  <a:pt x="3301881" y="69218"/>
                </a:cubicBezTo>
                <a:cubicBezTo>
                  <a:pt x="3300105" y="70234"/>
                  <a:pt x="3299217" y="71689"/>
                  <a:pt x="3299217" y="73583"/>
                </a:cubicBezTo>
                <a:cubicBezTo>
                  <a:pt x="3299217" y="75123"/>
                  <a:pt x="3299565" y="76665"/>
                  <a:pt x="3300262" y="78208"/>
                </a:cubicBezTo>
                <a:lnTo>
                  <a:pt x="3326168" y="136008"/>
                </a:lnTo>
                <a:lnTo>
                  <a:pt x="3349880" y="80030"/>
                </a:lnTo>
                <a:cubicBezTo>
                  <a:pt x="3350229" y="79046"/>
                  <a:pt x="3350403" y="78062"/>
                  <a:pt x="3350403" y="77079"/>
                </a:cubicBezTo>
                <a:cubicBezTo>
                  <a:pt x="3350403" y="71945"/>
                  <a:pt x="3345389" y="68746"/>
                  <a:pt x="3335360" y="67481"/>
                </a:cubicBezTo>
                <a:lnTo>
                  <a:pt x="3335360" y="60378"/>
                </a:lnTo>
                <a:lnTo>
                  <a:pt x="3375891" y="60378"/>
                </a:lnTo>
                <a:lnTo>
                  <a:pt x="3375891" y="67481"/>
                </a:lnTo>
                <a:cubicBezTo>
                  <a:pt x="3371782" y="67899"/>
                  <a:pt x="3368509" y="69017"/>
                  <a:pt x="3366072" y="70834"/>
                </a:cubicBezTo>
                <a:cubicBezTo>
                  <a:pt x="3363634" y="72649"/>
                  <a:pt x="3361754" y="75092"/>
                  <a:pt x="3360431" y="78163"/>
                </a:cubicBezTo>
                <a:lnTo>
                  <a:pt x="3324497" y="161287"/>
                </a:lnTo>
                <a:lnTo>
                  <a:pt x="3318856" y="161287"/>
                </a:lnTo>
                <a:lnTo>
                  <a:pt x="3280414" y="75861"/>
                </a:lnTo>
                <a:cubicBezTo>
                  <a:pt x="3279021" y="72788"/>
                  <a:pt x="3277333" y="70641"/>
                  <a:pt x="3275348" y="69421"/>
                </a:cubicBezTo>
                <a:cubicBezTo>
                  <a:pt x="3273363" y="68197"/>
                  <a:pt x="3270247" y="67551"/>
                  <a:pt x="3265999" y="67481"/>
                </a:cubicBezTo>
                <a:lnTo>
                  <a:pt x="3265999" y="60378"/>
                </a:lnTo>
                <a:close/>
                <a:moveTo>
                  <a:pt x="3476985" y="109892"/>
                </a:moveTo>
                <a:lnTo>
                  <a:pt x="3406892" y="109892"/>
                </a:lnTo>
                <a:cubicBezTo>
                  <a:pt x="3407240" y="124832"/>
                  <a:pt x="3410025" y="135374"/>
                  <a:pt x="3415248" y="141518"/>
                </a:cubicBezTo>
                <a:cubicBezTo>
                  <a:pt x="3421237" y="148430"/>
                  <a:pt x="3428863" y="151886"/>
                  <a:pt x="3438125" y="151886"/>
                </a:cubicBezTo>
                <a:cubicBezTo>
                  <a:pt x="3451775" y="151886"/>
                  <a:pt x="3462743" y="144156"/>
                  <a:pt x="3471030" y="128695"/>
                </a:cubicBezTo>
                <a:lnTo>
                  <a:pt x="3477820" y="131607"/>
                </a:lnTo>
                <a:cubicBezTo>
                  <a:pt x="3467653" y="151394"/>
                  <a:pt x="3452959" y="161287"/>
                  <a:pt x="3433738" y="161287"/>
                </a:cubicBezTo>
                <a:cubicBezTo>
                  <a:pt x="3420645" y="161287"/>
                  <a:pt x="3409625" y="156547"/>
                  <a:pt x="3400676" y="147067"/>
                </a:cubicBezTo>
                <a:cubicBezTo>
                  <a:pt x="3391727" y="137585"/>
                  <a:pt x="3387253" y="125455"/>
                  <a:pt x="3387253" y="110676"/>
                </a:cubicBezTo>
                <a:cubicBezTo>
                  <a:pt x="3387253" y="94783"/>
                  <a:pt x="3391658" y="81939"/>
                  <a:pt x="3400467" y="72146"/>
                </a:cubicBezTo>
                <a:cubicBezTo>
                  <a:pt x="3409277" y="62351"/>
                  <a:pt x="3420123" y="57453"/>
                  <a:pt x="3433007" y="57453"/>
                </a:cubicBezTo>
                <a:cubicBezTo>
                  <a:pt x="3442478" y="57453"/>
                  <a:pt x="3450660" y="59886"/>
                  <a:pt x="3457555" y="64752"/>
                </a:cubicBezTo>
                <a:cubicBezTo>
                  <a:pt x="3464449" y="69616"/>
                  <a:pt x="3469637" y="76601"/>
                  <a:pt x="3473119" y="85707"/>
                </a:cubicBezTo>
                <a:cubicBezTo>
                  <a:pt x="3475557" y="92100"/>
                  <a:pt x="3476845" y="100162"/>
                  <a:pt x="3476985" y="109892"/>
                </a:cubicBezTo>
                <a:moveTo>
                  <a:pt x="3406892" y="102371"/>
                </a:moveTo>
                <a:lnTo>
                  <a:pt x="3449302" y="102371"/>
                </a:lnTo>
                <a:cubicBezTo>
                  <a:pt x="3451810" y="102371"/>
                  <a:pt x="3453759" y="101523"/>
                  <a:pt x="3455152" y="99825"/>
                </a:cubicBezTo>
                <a:cubicBezTo>
                  <a:pt x="3456545" y="98128"/>
                  <a:pt x="3457241" y="95236"/>
                  <a:pt x="3457241" y="91152"/>
                </a:cubicBezTo>
                <a:cubicBezTo>
                  <a:pt x="3457241" y="83533"/>
                  <a:pt x="3454856" y="77056"/>
                  <a:pt x="3450086" y="71722"/>
                </a:cubicBezTo>
                <a:cubicBezTo>
                  <a:pt x="3445316" y="66388"/>
                  <a:pt x="3439692" y="63721"/>
                  <a:pt x="3433216" y="63721"/>
                </a:cubicBezTo>
                <a:cubicBezTo>
                  <a:pt x="3425973" y="63721"/>
                  <a:pt x="3419827" y="66942"/>
                  <a:pt x="3414778" y="73384"/>
                </a:cubicBezTo>
                <a:cubicBezTo>
                  <a:pt x="3409729" y="79825"/>
                  <a:pt x="3407100" y="89488"/>
                  <a:pt x="3406892" y="102371"/>
                </a:cubicBezTo>
                <a:close/>
                <a:moveTo>
                  <a:pt x="3490565" y="60587"/>
                </a:moveTo>
                <a:lnTo>
                  <a:pt x="3525768" y="58707"/>
                </a:lnTo>
                <a:lnTo>
                  <a:pt x="3525768" y="98284"/>
                </a:lnTo>
                <a:cubicBezTo>
                  <a:pt x="3529529" y="85266"/>
                  <a:pt x="3534056" y="75415"/>
                  <a:pt x="3539348" y="68732"/>
                </a:cubicBezTo>
                <a:cubicBezTo>
                  <a:pt x="3544641" y="62048"/>
                  <a:pt x="3551187" y="58707"/>
                  <a:pt x="3558987" y="58707"/>
                </a:cubicBezTo>
                <a:cubicBezTo>
                  <a:pt x="3564279" y="58707"/>
                  <a:pt x="3568510" y="60326"/>
                  <a:pt x="3571679" y="63564"/>
                </a:cubicBezTo>
                <a:cubicBezTo>
                  <a:pt x="3574847" y="66802"/>
                  <a:pt x="3576432" y="71138"/>
                  <a:pt x="3576432" y="76570"/>
                </a:cubicBezTo>
                <a:cubicBezTo>
                  <a:pt x="3576432" y="80957"/>
                  <a:pt x="3575370" y="84369"/>
                  <a:pt x="3573246" y="86807"/>
                </a:cubicBezTo>
                <a:cubicBezTo>
                  <a:pt x="3571122" y="89244"/>
                  <a:pt x="3568458" y="90463"/>
                  <a:pt x="3565254" y="90463"/>
                </a:cubicBezTo>
                <a:cubicBezTo>
                  <a:pt x="3562121" y="90463"/>
                  <a:pt x="3559596" y="89424"/>
                  <a:pt x="3557681" y="87345"/>
                </a:cubicBezTo>
                <a:cubicBezTo>
                  <a:pt x="3555766" y="85267"/>
                  <a:pt x="3554808" y="82461"/>
                  <a:pt x="3554808" y="78926"/>
                </a:cubicBezTo>
                <a:cubicBezTo>
                  <a:pt x="3554808" y="76639"/>
                  <a:pt x="3555366" y="74491"/>
                  <a:pt x="3556480" y="72483"/>
                </a:cubicBezTo>
                <a:cubicBezTo>
                  <a:pt x="3557524" y="70681"/>
                  <a:pt x="3558047" y="69606"/>
                  <a:pt x="3558047" y="69257"/>
                </a:cubicBezTo>
                <a:cubicBezTo>
                  <a:pt x="3558047" y="68213"/>
                  <a:pt x="3557385" y="67690"/>
                  <a:pt x="3556062" y="67690"/>
                </a:cubicBezTo>
                <a:cubicBezTo>
                  <a:pt x="3553207" y="67690"/>
                  <a:pt x="3549968" y="69360"/>
                  <a:pt x="3546347" y="72698"/>
                </a:cubicBezTo>
                <a:cubicBezTo>
                  <a:pt x="3541333" y="77351"/>
                  <a:pt x="3537468" y="83740"/>
                  <a:pt x="3534752" y="91866"/>
                </a:cubicBezTo>
                <a:cubicBezTo>
                  <a:pt x="3530574" y="104508"/>
                  <a:pt x="3528484" y="114615"/>
                  <a:pt x="3528484" y="122186"/>
                </a:cubicBezTo>
                <a:lnTo>
                  <a:pt x="3528484" y="143130"/>
                </a:lnTo>
                <a:cubicBezTo>
                  <a:pt x="3528484" y="145492"/>
                  <a:pt x="3529320" y="147298"/>
                  <a:pt x="3530991" y="148549"/>
                </a:cubicBezTo>
                <a:cubicBezTo>
                  <a:pt x="3532663" y="149799"/>
                  <a:pt x="3535518" y="150423"/>
                  <a:pt x="3539557" y="150423"/>
                </a:cubicBezTo>
                <a:lnTo>
                  <a:pt x="3551988" y="150423"/>
                </a:lnTo>
                <a:lnTo>
                  <a:pt x="3551988" y="158362"/>
                </a:lnTo>
                <a:lnTo>
                  <a:pt x="3491192" y="158362"/>
                </a:lnTo>
                <a:lnTo>
                  <a:pt x="3491192" y="150423"/>
                </a:lnTo>
                <a:lnTo>
                  <a:pt x="3500907" y="150423"/>
                </a:lnTo>
                <a:cubicBezTo>
                  <a:pt x="3504180" y="150423"/>
                  <a:pt x="3506652" y="149781"/>
                  <a:pt x="3508323" y="148497"/>
                </a:cubicBezTo>
                <a:cubicBezTo>
                  <a:pt x="3509995" y="147213"/>
                  <a:pt x="3510831" y="145670"/>
                  <a:pt x="3510831" y="143868"/>
                </a:cubicBezTo>
                <a:lnTo>
                  <a:pt x="3510831" y="81740"/>
                </a:lnTo>
                <a:cubicBezTo>
                  <a:pt x="3510831" y="77022"/>
                  <a:pt x="3509821" y="73571"/>
                  <a:pt x="3507801" y="71386"/>
                </a:cubicBezTo>
                <a:cubicBezTo>
                  <a:pt x="3505782" y="69201"/>
                  <a:pt x="3502892" y="68108"/>
                  <a:pt x="3499131" y="68108"/>
                </a:cubicBezTo>
                <a:lnTo>
                  <a:pt x="3490565" y="68108"/>
                </a:lnTo>
                <a:lnTo>
                  <a:pt x="3490565" y="60587"/>
                </a:lnTo>
                <a:close/>
                <a:moveTo>
                  <a:pt x="3598819" y="121383"/>
                </a:moveTo>
                <a:cubicBezTo>
                  <a:pt x="3603137" y="133431"/>
                  <a:pt x="3608098" y="141770"/>
                  <a:pt x="3613705" y="146401"/>
                </a:cubicBezTo>
                <a:cubicBezTo>
                  <a:pt x="3619311" y="151032"/>
                  <a:pt x="3626222" y="153348"/>
                  <a:pt x="3634440" y="153348"/>
                </a:cubicBezTo>
                <a:cubicBezTo>
                  <a:pt x="3642031" y="153348"/>
                  <a:pt x="3647863" y="151694"/>
                  <a:pt x="3651937" y="148386"/>
                </a:cubicBezTo>
                <a:cubicBezTo>
                  <a:pt x="3656011" y="145078"/>
                  <a:pt x="3658048" y="140882"/>
                  <a:pt x="3658048" y="135799"/>
                </a:cubicBezTo>
                <a:cubicBezTo>
                  <a:pt x="3658048" y="132874"/>
                  <a:pt x="3657299" y="130314"/>
                  <a:pt x="3655802" y="128121"/>
                </a:cubicBezTo>
                <a:cubicBezTo>
                  <a:pt x="3654305" y="125927"/>
                  <a:pt x="3652233" y="124291"/>
                  <a:pt x="3649587" y="123211"/>
                </a:cubicBezTo>
                <a:cubicBezTo>
                  <a:pt x="3646940" y="122132"/>
                  <a:pt x="3640081" y="120547"/>
                  <a:pt x="3629008" y="118458"/>
                </a:cubicBezTo>
                <a:cubicBezTo>
                  <a:pt x="3618423" y="116369"/>
                  <a:pt x="3611041" y="114175"/>
                  <a:pt x="3606862" y="111877"/>
                </a:cubicBezTo>
                <a:cubicBezTo>
                  <a:pt x="3602684" y="109579"/>
                  <a:pt x="3599428" y="106410"/>
                  <a:pt x="3597095" y="102371"/>
                </a:cubicBezTo>
                <a:cubicBezTo>
                  <a:pt x="3594762" y="98332"/>
                  <a:pt x="3593596" y="93945"/>
                  <a:pt x="3593596" y="89209"/>
                </a:cubicBezTo>
                <a:cubicBezTo>
                  <a:pt x="3593596" y="82036"/>
                  <a:pt x="3595998" y="75525"/>
                  <a:pt x="3600804" y="69675"/>
                </a:cubicBezTo>
                <a:cubicBezTo>
                  <a:pt x="3607002" y="62224"/>
                  <a:pt x="3615672" y="58498"/>
                  <a:pt x="3626814" y="58498"/>
                </a:cubicBezTo>
                <a:cubicBezTo>
                  <a:pt x="3635310" y="58498"/>
                  <a:pt x="3643180" y="61214"/>
                  <a:pt x="3650422" y="66646"/>
                </a:cubicBezTo>
                <a:lnTo>
                  <a:pt x="3657317" y="59334"/>
                </a:lnTo>
                <a:lnTo>
                  <a:pt x="3661600" y="59334"/>
                </a:lnTo>
                <a:lnTo>
                  <a:pt x="3664316" y="94223"/>
                </a:lnTo>
                <a:lnTo>
                  <a:pt x="3657317" y="94223"/>
                </a:lnTo>
                <a:cubicBezTo>
                  <a:pt x="3654253" y="84297"/>
                  <a:pt x="3650109" y="77151"/>
                  <a:pt x="3644886" y="72783"/>
                </a:cubicBezTo>
                <a:cubicBezTo>
                  <a:pt x="3639663" y="68413"/>
                  <a:pt x="3633221" y="66228"/>
                  <a:pt x="3625561" y="66228"/>
                </a:cubicBezTo>
                <a:cubicBezTo>
                  <a:pt x="3618945" y="66228"/>
                  <a:pt x="3613757" y="67847"/>
                  <a:pt x="3609996" y="71085"/>
                </a:cubicBezTo>
                <a:cubicBezTo>
                  <a:pt x="3606236" y="74324"/>
                  <a:pt x="3604355" y="78276"/>
                  <a:pt x="3604355" y="82942"/>
                </a:cubicBezTo>
                <a:cubicBezTo>
                  <a:pt x="3604355" y="87050"/>
                  <a:pt x="3606096" y="90463"/>
                  <a:pt x="3609578" y="93179"/>
                </a:cubicBezTo>
                <a:cubicBezTo>
                  <a:pt x="3612991" y="95964"/>
                  <a:pt x="3619676" y="98149"/>
                  <a:pt x="3629635" y="99734"/>
                </a:cubicBezTo>
                <a:cubicBezTo>
                  <a:pt x="3641195" y="101664"/>
                  <a:pt x="3648716" y="103283"/>
                  <a:pt x="3652198" y="104591"/>
                </a:cubicBezTo>
                <a:cubicBezTo>
                  <a:pt x="3657909" y="106687"/>
                  <a:pt x="3662331" y="109919"/>
                  <a:pt x="3665465" y="114286"/>
                </a:cubicBezTo>
                <a:cubicBezTo>
                  <a:pt x="3668599" y="118652"/>
                  <a:pt x="3670165" y="123978"/>
                  <a:pt x="3670165" y="130266"/>
                </a:cubicBezTo>
                <a:cubicBezTo>
                  <a:pt x="3670165" y="138929"/>
                  <a:pt x="3666770" y="146265"/>
                  <a:pt x="3659981" y="152274"/>
                </a:cubicBezTo>
                <a:cubicBezTo>
                  <a:pt x="3653191" y="158283"/>
                  <a:pt x="3644573" y="161287"/>
                  <a:pt x="3634127" y="161287"/>
                </a:cubicBezTo>
                <a:cubicBezTo>
                  <a:pt x="3624447" y="161287"/>
                  <a:pt x="3615463" y="158076"/>
                  <a:pt x="3607176" y="151654"/>
                </a:cubicBezTo>
                <a:lnTo>
                  <a:pt x="3599550" y="160451"/>
                </a:lnTo>
                <a:lnTo>
                  <a:pt x="3594014" y="160451"/>
                </a:lnTo>
                <a:lnTo>
                  <a:pt x="3591925" y="121383"/>
                </a:lnTo>
                <a:lnTo>
                  <a:pt x="3598819" y="121383"/>
                </a:lnTo>
                <a:close/>
                <a:moveTo>
                  <a:pt x="3711774" y="1880"/>
                </a:moveTo>
                <a:cubicBezTo>
                  <a:pt x="3714908" y="1880"/>
                  <a:pt x="3717658" y="3070"/>
                  <a:pt x="3720026" y="5448"/>
                </a:cubicBezTo>
                <a:cubicBezTo>
                  <a:pt x="3722394" y="7827"/>
                  <a:pt x="3723578" y="10625"/>
                  <a:pt x="3723578" y="13841"/>
                </a:cubicBezTo>
                <a:cubicBezTo>
                  <a:pt x="3723578" y="16990"/>
                  <a:pt x="3722429" y="19719"/>
                  <a:pt x="3720131" y="22028"/>
                </a:cubicBezTo>
                <a:cubicBezTo>
                  <a:pt x="3717833" y="24335"/>
                  <a:pt x="3715082" y="25488"/>
                  <a:pt x="3711878" y="25488"/>
                </a:cubicBezTo>
                <a:cubicBezTo>
                  <a:pt x="3708675" y="25488"/>
                  <a:pt x="3705907" y="24316"/>
                  <a:pt x="3703574" y="21973"/>
                </a:cubicBezTo>
                <a:cubicBezTo>
                  <a:pt x="3701241" y="19629"/>
                  <a:pt x="3700074" y="16883"/>
                  <a:pt x="3700074" y="13737"/>
                </a:cubicBezTo>
                <a:cubicBezTo>
                  <a:pt x="3700074" y="10590"/>
                  <a:pt x="3701258" y="7827"/>
                  <a:pt x="3703626" y="5448"/>
                </a:cubicBezTo>
                <a:cubicBezTo>
                  <a:pt x="3705994" y="3070"/>
                  <a:pt x="3708710" y="1880"/>
                  <a:pt x="3711774" y="1880"/>
                </a:cubicBezTo>
                <a:moveTo>
                  <a:pt x="3684719" y="60587"/>
                </a:moveTo>
                <a:lnTo>
                  <a:pt x="3723578" y="59334"/>
                </a:lnTo>
                <a:lnTo>
                  <a:pt x="3723578" y="143431"/>
                </a:lnTo>
                <a:cubicBezTo>
                  <a:pt x="3723578" y="145727"/>
                  <a:pt x="3724135" y="147362"/>
                  <a:pt x="3725249" y="148337"/>
                </a:cubicBezTo>
                <a:cubicBezTo>
                  <a:pt x="3726851" y="149728"/>
                  <a:pt x="3728871" y="150423"/>
                  <a:pt x="3731308" y="150423"/>
                </a:cubicBezTo>
                <a:lnTo>
                  <a:pt x="3742381" y="150423"/>
                </a:lnTo>
                <a:lnTo>
                  <a:pt x="3742381" y="158362"/>
                </a:lnTo>
                <a:lnTo>
                  <a:pt x="3686808" y="158362"/>
                </a:lnTo>
                <a:lnTo>
                  <a:pt x="3686808" y="150423"/>
                </a:lnTo>
                <a:lnTo>
                  <a:pt x="3697149" y="150423"/>
                </a:lnTo>
                <a:cubicBezTo>
                  <a:pt x="3700214" y="150423"/>
                  <a:pt x="3702459" y="149678"/>
                  <a:pt x="3703887" y="148187"/>
                </a:cubicBezTo>
                <a:cubicBezTo>
                  <a:pt x="3705315" y="146694"/>
                  <a:pt x="3706029" y="144525"/>
                  <a:pt x="3706029" y="141681"/>
                </a:cubicBezTo>
                <a:lnTo>
                  <a:pt x="3706029" y="80284"/>
                </a:lnTo>
                <a:cubicBezTo>
                  <a:pt x="3706029" y="76400"/>
                  <a:pt x="3704914" y="73469"/>
                  <a:pt x="3702686" y="71493"/>
                </a:cubicBezTo>
                <a:cubicBezTo>
                  <a:pt x="3700457" y="69515"/>
                  <a:pt x="3697149" y="68526"/>
                  <a:pt x="3692762" y="68526"/>
                </a:cubicBezTo>
                <a:lnTo>
                  <a:pt x="3684719" y="68526"/>
                </a:lnTo>
                <a:lnTo>
                  <a:pt x="3684719" y="60587"/>
                </a:lnTo>
                <a:close/>
                <a:moveTo>
                  <a:pt x="3800160" y="57453"/>
                </a:moveTo>
                <a:cubicBezTo>
                  <a:pt x="3813322" y="57453"/>
                  <a:pt x="3824377" y="62212"/>
                  <a:pt x="3833326" y="71728"/>
                </a:cubicBezTo>
                <a:cubicBezTo>
                  <a:pt x="3842275" y="81243"/>
                  <a:pt x="3846749" y="93773"/>
                  <a:pt x="3846749" y="109318"/>
                </a:cubicBezTo>
                <a:cubicBezTo>
                  <a:pt x="3846749" y="120053"/>
                  <a:pt x="3844747" y="129204"/>
                  <a:pt x="3840743" y="136768"/>
                </a:cubicBezTo>
                <a:cubicBezTo>
                  <a:pt x="3836739" y="144331"/>
                  <a:pt x="3831028" y="150308"/>
                  <a:pt x="3823611" y="154699"/>
                </a:cubicBezTo>
                <a:cubicBezTo>
                  <a:pt x="3816195" y="159091"/>
                  <a:pt x="3808203" y="161287"/>
                  <a:pt x="3799638" y="161287"/>
                </a:cubicBezTo>
                <a:cubicBezTo>
                  <a:pt x="3786963" y="161287"/>
                  <a:pt x="3776221" y="156477"/>
                  <a:pt x="3767412" y="146858"/>
                </a:cubicBezTo>
                <a:cubicBezTo>
                  <a:pt x="3758602" y="137237"/>
                  <a:pt x="3754197" y="124758"/>
                  <a:pt x="3754197" y="109422"/>
                </a:cubicBezTo>
                <a:cubicBezTo>
                  <a:pt x="3754197" y="94017"/>
                  <a:pt x="3758619" y="81504"/>
                  <a:pt x="3767464" y="71885"/>
                </a:cubicBezTo>
                <a:cubicBezTo>
                  <a:pt x="3776308" y="62264"/>
                  <a:pt x="3787207" y="57453"/>
                  <a:pt x="3800160" y="57453"/>
                </a:cubicBezTo>
                <a:moveTo>
                  <a:pt x="3800160" y="64974"/>
                </a:moveTo>
                <a:cubicBezTo>
                  <a:pt x="3792360" y="64974"/>
                  <a:pt x="3785953" y="68504"/>
                  <a:pt x="3780939" y="75564"/>
                </a:cubicBezTo>
                <a:cubicBezTo>
                  <a:pt x="3775925" y="82624"/>
                  <a:pt x="3773418" y="93771"/>
                  <a:pt x="3773418" y="109005"/>
                </a:cubicBezTo>
                <a:cubicBezTo>
                  <a:pt x="3773418" y="124517"/>
                  <a:pt x="3775908" y="135855"/>
                  <a:pt x="3780887" y="143019"/>
                </a:cubicBezTo>
                <a:cubicBezTo>
                  <a:pt x="3785866" y="150184"/>
                  <a:pt x="3792291" y="153766"/>
                  <a:pt x="3800160" y="153766"/>
                </a:cubicBezTo>
                <a:cubicBezTo>
                  <a:pt x="3808308" y="153766"/>
                  <a:pt x="3814906" y="150184"/>
                  <a:pt x="3819955" y="143019"/>
                </a:cubicBezTo>
                <a:cubicBezTo>
                  <a:pt x="3825004" y="135855"/>
                  <a:pt x="3827529" y="124135"/>
                  <a:pt x="3827529" y="107859"/>
                </a:cubicBezTo>
                <a:cubicBezTo>
                  <a:pt x="3827529" y="92764"/>
                  <a:pt x="3825039" y="81844"/>
                  <a:pt x="3820060" y="75097"/>
                </a:cubicBezTo>
                <a:cubicBezTo>
                  <a:pt x="3815080" y="68349"/>
                  <a:pt x="3808447" y="64974"/>
                  <a:pt x="3800160" y="64974"/>
                </a:cubicBezTo>
                <a:close/>
                <a:moveTo>
                  <a:pt x="3860955" y="60378"/>
                </a:moveTo>
                <a:lnTo>
                  <a:pt x="3893443" y="58498"/>
                </a:lnTo>
                <a:cubicBezTo>
                  <a:pt x="3894766" y="64622"/>
                  <a:pt x="3895741" y="71790"/>
                  <a:pt x="3896367" y="80004"/>
                </a:cubicBezTo>
                <a:cubicBezTo>
                  <a:pt x="3900755" y="72905"/>
                  <a:pt x="3905926" y="67581"/>
                  <a:pt x="3911880" y="64031"/>
                </a:cubicBezTo>
                <a:cubicBezTo>
                  <a:pt x="3917834" y="60482"/>
                  <a:pt x="3924572" y="58707"/>
                  <a:pt x="3932093" y="58707"/>
                </a:cubicBezTo>
                <a:cubicBezTo>
                  <a:pt x="3938569" y="58707"/>
                  <a:pt x="3944001" y="59977"/>
                  <a:pt x="3948389" y="62516"/>
                </a:cubicBezTo>
                <a:cubicBezTo>
                  <a:pt x="3952776" y="65054"/>
                  <a:pt x="3956293" y="69071"/>
                  <a:pt x="3958939" y="74568"/>
                </a:cubicBezTo>
                <a:cubicBezTo>
                  <a:pt x="3961586" y="80064"/>
                  <a:pt x="3962909" y="86219"/>
                  <a:pt x="3962909" y="93035"/>
                </a:cubicBezTo>
                <a:lnTo>
                  <a:pt x="3962909" y="140614"/>
                </a:lnTo>
                <a:cubicBezTo>
                  <a:pt x="3962909" y="144163"/>
                  <a:pt x="3963710" y="146685"/>
                  <a:pt x="3965311" y="148180"/>
                </a:cubicBezTo>
                <a:cubicBezTo>
                  <a:pt x="3966913" y="149676"/>
                  <a:pt x="3969594" y="150423"/>
                  <a:pt x="3973355" y="150423"/>
                </a:cubicBezTo>
                <a:lnTo>
                  <a:pt x="3980249" y="150423"/>
                </a:lnTo>
                <a:lnTo>
                  <a:pt x="3980249" y="158362"/>
                </a:lnTo>
                <a:lnTo>
                  <a:pt x="3928646" y="158362"/>
                </a:lnTo>
                <a:lnTo>
                  <a:pt x="3928646" y="150423"/>
                </a:lnTo>
                <a:lnTo>
                  <a:pt x="3933555" y="150423"/>
                </a:lnTo>
                <a:cubicBezTo>
                  <a:pt x="3938152" y="150423"/>
                  <a:pt x="3941355" y="149693"/>
                  <a:pt x="3943166" y="148233"/>
                </a:cubicBezTo>
                <a:cubicBezTo>
                  <a:pt x="3944976" y="146772"/>
                  <a:pt x="3945882" y="144581"/>
                  <a:pt x="3945882" y="141658"/>
                </a:cubicBezTo>
                <a:lnTo>
                  <a:pt x="3945882" y="99825"/>
                </a:lnTo>
                <a:cubicBezTo>
                  <a:pt x="3945882" y="90715"/>
                  <a:pt x="3944489" y="83969"/>
                  <a:pt x="3941703" y="79586"/>
                </a:cubicBezTo>
                <a:cubicBezTo>
                  <a:pt x="3937803" y="73327"/>
                  <a:pt x="3931884" y="70197"/>
                  <a:pt x="3923945" y="70197"/>
                </a:cubicBezTo>
                <a:cubicBezTo>
                  <a:pt x="3916076" y="70197"/>
                  <a:pt x="3909512" y="73362"/>
                  <a:pt x="3904254" y="79690"/>
                </a:cubicBezTo>
                <a:cubicBezTo>
                  <a:pt x="3898996" y="86019"/>
                  <a:pt x="3896367" y="94260"/>
                  <a:pt x="3896367" y="104415"/>
                </a:cubicBezTo>
                <a:lnTo>
                  <a:pt x="3896367" y="140617"/>
                </a:lnTo>
                <a:cubicBezTo>
                  <a:pt x="3896367" y="144164"/>
                  <a:pt x="3897186" y="146685"/>
                  <a:pt x="3898822" y="148180"/>
                </a:cubicBezTo>
                <a:cubicBezTo>
                  <a:pt x="3900459" y="149676"/>
                  <a:pt x="3903157" y="150423"/>
                  <a:pt x="3906918" y="150423"/>
                </a:cubicBezTo>
                <a:lnTo>
                  <a:pt x="3913708" y="150423"/>
                </a:lnTo>
                <a:lnTo>
                  <a:pt x="3913708" y="158362"/>
                </a:lnTo>
                <a:lnTo>
                  <a:pt x="3861895" y="158362"/>
                </a:lnTo>
                <a:lnTo>
                  <a:pt x="3861895" y="150423"/>
                </a:lnTo>
                <a:lnTo>
                  <a:pt x="3868685" y="150423"/>
                </a:lnTo>
                <a:cubicBezTo>
                  <a:pt x="3872098" y="150423"/>
                  <a:pt x="3874692" y="149728"/>
                  <a:pt x="3876468" y="148337"/>
                </a:cubicBezTo>
                <a:cubicBezTo>
                  <a:pt x="3878244" y="146947"/>
                  <a:pt x="3879131" y="145208"/>
                  <a:pt x="3879131" y="143121"/>
                </a:cubicBezTo>
                <a:lnTo>
                  <a:pt x="3879131" y="80000"/>
                </a:lnTo>
                <a:cubicBezTo>
                  <a:pt x="3879131" y="75829"/>
                  <a:pt x="3878000" y="72664"/>
                  <a:pt x="3875737" y="70508"/>
                </a:cubicBezTo>
                <a:cubicBezTo>
                  <a:pt x="3873473" y="68351"/>
                  <a:pt x="3870218" y="67273"/>
                  <a:pt x="3865969" y="67273"/>
                </a:cubicBezTo>
                <a:lnTo>
                  <a:pt x="3860955" y="67273"/>
                </a:lnTo>
                <a:lnTo>
                  <a:pt x="3860955" y="603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33" name="Text …">
            <a:extLst xmlns:a="http://schemas.openxmlformats.org/drawingml/2006/main">
              <a:ext uri="{FF2B5EF4-FFF2-40B4-BE49-F238E27FC236}">
                <a16:creationId xmlns:a16="http://schemas.microsoft.com/office/drawing/2014/main" id="{138DEFDF-5DAF-4C7F-99FF-EB2EB2F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782" y="4781576"/>
            <a:ext cx="135765" cy="26648"/>
          </a:xfrm>
          <a:custGeom xmlns:a="http://schemas.openxmlformats.org/drawingml/2006/main">
            <a:pathLst>
              <a:path w="135765" h="26648">
                <a:moveTo>
                  <a:pt x="23202" y="0"/>
                </a:moveTo>
                <a:lnTo>
                  <a:pt x="23202" y="26648"/>
                </a:lnTo>
                <a:lnTo>
                  <a:pt x="0" y="26648"/>
                </a:lnTo>
                <a:lnTo>
                  <a:pt x="0" y="0"/>
                </a:lnTo>
                <a:lnTo>
                  <a:pt x="23202" y="0"/>
                </a:lnTo>
                <a:moveTo>
                  <a:pt x="79484" y="0"/>
                </a:moveTo>
                <a:lnTo>
                  <a:pt x="79484" y="26648"/>
                </a:lnTo>
                <a:lnTo>
                  <a:pt x="56282" y="26648"/>
                </a:lnTo>
                <a:lnTo>
                  <a:pt x="56282" y="0"/>
                </a:lnTo>
                <a:lnTo>
                  <a:pt x="79484" y="0"/>
                </a:lnTo>
                <a:moveTo>
                  <a:pt x="135765" y="0"/>
                </a:moveTo>
                <a:lnTo>
                  <a:pt x="135765" y="26648"/>
                </a:lnTo>
                <a:lnTo>
                  <a:pt x="112563" y="26648"/>
                </a:lnTo>
                <a:lnTo>
                  <a:pt x="112563" y="0"/>
                </a:lnTo>
                <a:lnTo>
                  <a:pt x="1357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…">
            <a:extLst xmlns:a="http://schemas.openxmlformats.org/drawingml/2006/main">
              <a:ext uri="{FF2B5EF4-FFF2-40B4-BE49-F238E27FC236}">
                <a16:creationId xmlns:a16="http://schemas.microsoft.com/office/drawing/2014/main" id="{5BC05830-701E-419D-A3AB-A21633E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303" y="4788837"/>
            <a:ext cx="135815" cy="26657"/>
          </a:xfrm>
          <a:custGeom xmlns:a="http://schemas.openxmlformats.org/drawingml/2006/main">
            <a:pathLst>
              <a:path w="135815" h="26657">
                <a:moveTo>
                  <a:pt x="23210" y="0"/>
                </a:moveTo>
                <a:lnTo>
                  <a:pt x="23210" y="26657"/>
                </a:lnTo>
                <a:lnTo>
                  <a:pt x="0" y="26657"/>
                </a:lnTo>
                <a:lnTo>
                  <a:pt x="0" y="0"/>
                </a:lnTo>
                <a:lnTo>
                  <a:pt x="23210" y="0"/>
                </a:lnTo>
                <a:moveTo>
                  <a:pt x="79512" y="0"/>
                </a:moveTo>
                <a:lnTo>
                  <a:pt x="79512" y="26657"/>
                </a:lnTo>
                <a:lnTo>
                  <a:pt x="56302" y="26657"/>
                </a:lnTo>
                <a:lnTo>
                  <a:pt x="56302" y="0"/>
                </a:lnTo>
                <a:lnTo>
                  <a:pt x="79512" y="0"/>
                </a:lnTo>
                <a:moveTo>
                  <a:pt x="135815" y="0"/>
                </a:moveTo>
                <a:lnTo>
                  <a:pt x="135815" y="26657"/>
                </a:lnTo>
                <a:lnTo>
                  <a:pt x="112604" y="26657"/>
                </a:lnTo>
                <a:lnTo>
                  <a:pt x="112604" y="0"/>
                </a:lnTo>
                <a:lnTo>
                  <a:pt x="1358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5b092126644e4"/>
          <a:stretch xmlns:a="http://schemas.openxmlformats.org/drawingml/2006/main"/>
        </p:blipFill>
        <p:spPr>
          <a:xfrm xmlns:a="http://schemas.openxmlformats.org/drawingml/2006/main">
            <a:off x="8544748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eea7bb6b949f8"/>
          <a:stretch xmlns:a="http://schemas.openxmlformats.org/drawingml/2006/main"/>
        </p:blipFill>
        <p:spPr>
          <a:xfrm xmlns:a="http://schemas.openxmlformats.org/drawingml/2006/main">
            <a:off x="4905883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71489e4ac4050"/>
          <a:stretch xmlns:a="http://schemas.openxmlformats.org/drawingml/2006/main"/>
        </p:blipFill>
        <p:spPr>
          <a:xfrm xmlns:a="http://schemas.openxmlformats.org/drawingml/2006/main">
            <a:off x="7559329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60d7972094529"/>
          <a:stretch xmlns:a="http://schemas.openxmlformats.org/drawingml/2006/main"/>
        </p:blipFill>
        <p:spPr>
          <a:xfrm xmlns:a="http://schemas.openxmlformats.org/drawingml/2006/main">
            <a:off x="5891730" y="4374287"/>
            <a:ext cx="807923" cy="807923"/>
          </a:xfrm>
          <a:prstGeom xmlns:a="http://schemas.openxmlformats.org/drawingml/2006/main" prst="rect">
            <a:avLst/>
          </a:prstGeom>
        </p:spPr>
      </p:pic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aed6247664224"/>
          <a:stretch xmlns:a="http://schemas.openxmlformats.org/drawingml/2006/main"/>
        </p:blipFill>
        <p:spPr>
          <a:xfrm xmlns:a="http://schemas.openxmlformats.org/drawingml/2006/main">
            <a:off x="6725315" y="4374965"/>
            <a:ext cx="808351" cy="806567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7DAE3-F252-4327-A0EA-96E715CE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526" y="0"/>
            <a:ext cx="10" cy="5303923"/>
          </a:xfrm>
          <a:custGeom xmlns:a="http://schemas.openxmlformats.org/drawingml/2006/main">
            <a:pathLst>
              <a:path w="1" h="5303923" fill="none">
                <a:moveTo>
                  <a:pt x="0" y="0"/>
                </a:moveTo>
                <a:lnTo>
                  <a:pt x="0" y="5303923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000000"/>
            </a:solidFill>
            <a:custDash>
              <a:ds d="800000" sp="300000"/>
            </a:custDash>
            <a:miter/>
          </a:ln>
        </p:spPr>
      </p:sp>
      <p:sp>
        <p:nvSpPr>
          <p:cNvPr id="41" name="Text T">
            <a:extLst xmlns:a="http://schemas.openxmlformats.org/drawingml/2006/main">
              <a:ext uri="{FF2B5EF4-FFF2-40B4-BE49-F238E27FC236}">
                <a16:creationId xmlns:a16="http://schemas.microsoft.com/office/drawing/2014/main" id="{228CC03C-9592-49CA-84E4-9D42C405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03" y="5236503"/>
            <a:ext cx="159886" cy="169649"/>
          </a:xfrm>
          <a:custGeom xmlns:a="http://schemas.openxmlformats.org/drawingml/2006/main">
            <a:pathLst>
              <a:path w="159886" h="169649">
                <a:moveTo>
                  <a:pt x="34343" y="155521"/>
                </a:moveTo>
                <a:cubicBezTo>
                  <a:pt x="37253" y="142810"/>
                  <a:pt x="40527" y="129984"/>
                  <a:pt x="44164" y="117043"/>
                </a:cubicBezTo>
                <a:cubicBezTo>
                  <a:pt x="47801" y="104102"/>
                  <a:pt x="51343" y="91276"/>
                  <a:pt x="54789" y="78565"/>
                </a:cubicBezTo>
                <a:cubicBezTo>
                  <a:pt x="56243" y="73281"/>
                  <a:pt x="57526" y="68476"/>
                  <a:pt x="58636" y="64150"/>
                </a:cubicBezTo>
                <a:cubicBezTo>
                  <a:pt x="59747" y="59823"/>
                  <a:pt x="60685" y="55899"/>
                  <a:pt x="61450" y="52376"/>
                </a:cubicBezTo>
                <a:cubicBezTo>
                  <a:pt x="62216" y="48854"/>
                  <a:pt x="62790" y="45657"/>
                  <a:pt x="63173" y="42786"/>
                </a:cubicBezTo>
                <a:cubicBezTo>
                  <a:pt x="63556" y="39914"/>
                  <a:pt x="63748" y="37253"/>
                  <a:pt x="63748" y="34803"/>
                </a:cubicBezTo>
                <a:cubicBezTo>
                  <a:pt x="63748" y="34343"/>
                  <a:pt x="63748" y="33826"/>
                  <a:pt x="63748" y="33252"/>
                </a:cubicBezTo>
                <a:cubicBezTo>
                  <a:pt x="63748" y="32678"/>
                  <a:pt x="63709" y="31970"/>
                  <a:pt x="63633" y="31127"/>
                </a:cubicBezTo>
                <a:cubicBezTo>
                  <a:pt x="62867" y="31127"/>
                  <a:pt x="61163" y="31548"/>
                  <a:pt x="58521" y="32391"/>
                </a:cubicBezTo>
                <a:cubicBezTo>
                  <a:pt x="55880" y="33233"/>
                  <a:pt x="52778" y="34343"/>
                  <a:pt x="49218" y="35722"/>
                </a:cubicBezTo>
                <a:cubicBezTo>
                  <a:pt x="45657" y="37100"/>
                  <a:pt x="41905" y="38651"/>
                  <a:pt x="37961" y="40374"/>
                </a:cubicBezTo>
                <a:cubicBezTo>
                  <a:pt x="34018" y="42096"/>
                  <a:pt x="30361" y="43838"/>
                  <a:pt x="26992" y="45600"/>
                </a:cubicBezTo>
                <a:cubicBezTo>
                  <a:pt x="24312" y="46978"/>
                  <a:pt x="22072" y="48127"/>
                  <a:pt x="20273" y="49045"/>
                </a:cubicBezTo>
                <a:cubicBezTo>
                  <a:pt x="18473" y="49964"/>
                  <a:pt x="16923" y="50673"/>
                  <a:pt x="15621" y="51170"/>
                </a:cubicBezTo>
                <a:cubicBezTo>
                  <a:pt x="14319" y="51668"/>
                  <a:pt x="13132" y="52013"/>
                  <a:pt x="12060" y="52204"/>
                </a:cubicBezTo>
                <a:cubicBezTo>
                  <a:pt x="10988" y="52396"/>
                  <a:pt x="9878" y="52491"/>
                  <a:pt x="8729" y="52491"/>
                </a:cubicBezTo>
                <a:cubicBezTo>
                  <a:pt x="6356" y="52491"/>
                  <a:pt x="4307" y="51572"/>
                  <a:pt x="2584" y="49735"/>
                </a:cubicBezTo>
                <a:cubicBezTo>
                  <a:pt x="861" y="47897"/>
                  <a:pt x="0" y="45523"/>
                  <a:pt x="0" y="42613"/>
                </a:cubicBezTo>
                <a:cubicBezTo>
                  <a:pt x="0" y="40929"/>
                  <a:pt x="172" y="39455"/>
                  <a:pt x="517" y="38191"/>
                </a:cubicBezTo>
                <a:cubicBezTo>
                  <a:pt x="861" y="36928"/>
                  <a:pt x="1397" y="35798"/>
                  <a:pt x="2125" y="34803"/>
                </a:cubicBezTo>
                <a:cubicBezTo>
                  <a:pt x="2852" y="33807"/>
                  <a:pt x="3829" y="32869"/>
                  <a:pt x="5054" y="31989"/>
                </a:cubicBezTo>
                <a:cubicBezTo>
                  <a:pt x="6279" y="31108"/>
                  <a:pt x="7772" y="30208"/>
                  <a:pt x="9533" y="29289"/>
                </a:cubicBezTo>
                <a:cubicBezTo>
                  <a:pt x="28907" y="19182"/>
                  <a:pt x="48509" y="11773"/>
                  <a:pt x="68342" y="7064"/>
                </a:cubicBezTo>
                <a:cubicBezTo>
                  <a:pt x="88175" y="2355"/>
                  <a:pt x="108084" y="0"/>
                  <a:pt x="128070" y="0"/>
                </a:cubicBezTo>
                <a:cubicBezTo>
                  <a:pt x="129678" y="0"/>
                  <a:pt x="131592" y="38"/>
                  <a:pt x="133813" y="115"/>
                </a:cubicBezTo>
                <a:cubicBezTo>
                  <a:pt x="136033" y="191"/>
                  <a:pt x="138311" y="325"/>
                  <a:pt x="140647" y="517"/>
                </a:cubicBezTo>
                <a:cubicBezTo>
                  <a:pt x="142982" y="708"/>
                  <a:pt x="145260" y="976"/>
                  <a:pt x="147481" y="1321"/>
                </a:cubicBezTo>
                <a:cubicBezTo>
                  <a:pt x="149702" y="1665"/>
                  <a:pt x="151654" y="2067"/>
                  <a:pt x="153339" y="2527"/>
                </a:cubicBezTo>
                <a:cubicBezTo>
                  <a:pt x="155100" y="3063"/>
                  <a:pt x="156632" y="4173"/>
                  <a:pt x="157933" y="5858"/>
                </a:cubicBezTo>
                <a:cubicBezTo>
                  <a:pt x="159235" y="7543"/>
                  <a:pt x="159886" y="9342"/>
                  <a:pt x="159886" y="11256"/>
                </a:cubicBezTo>
                <a:cubicBezTo>
                  <a:pt x="159886" y="12788"/>
                  <a:pt x="159752" y="14281"/>
                  <a:pt x="159484" y="15736"/>
                </a:cubicBezTo>
                <a:cubicBezTo>
                  <a:pt x="159216" y="17191"/>
                  <a:pt x="158737" y="18454"/>
                  <a:pt x="158048" y="19526"/>
                </a:cubicBezTo>
                <a:cubicBezTo>
                  <a:pt x="157359" y="20598"/>
                  <a:pt x="156459" y="21460"/>
                  <a:pt x="155349" y="22111"/>
                </a:cubicBezTo>
                <a:cubicBezTo>
                  <a:pt x="154239" y="22762"/>
                  <a:pt x="152879" y="23087"/>
                  <a:pt x="151271" y="23087"/>
                </a:cubicBezTo>
                <a:cubicBezTo>
                  <a:pt x="148515" y="22781"/>
                  <a:pt x="145356" y="22398"/>
                  <a:pt x="141795" y="21938"/>
                </a:cubicBezTo>
                <a:cubicBezTo>
                  <a:pt x="138235" y="21479"/>
                  <a:pt x="134655" y="21249"/>
                  <a:pt x="131056" y="21249"/>
                </a:cubicBezTo>
                <a:cubicBezTo>
                  <a:pt x="123858" y="21249"/>
                  <a:pt x="116679" y="21421"/>
                  <a:pt x="109520" y="21766"/>
                </a:cubicBezTo>
                <a:cubicBezTo>
                  <a:pt x="102360" y="22111"/>
                  <a:pt x="95028" y="23125"/>
                  <a:pt x="87524" y="24810"/>
                </a:cubicBezTo>
                <a:cubicBezTo>
                  <a:pt x="87141" y="24963"/>
                  <a:pt x="86892" y="25365"/>
                  <a:pt x="86777" y="26016"/>
                </a:cubicBezTo>
                <a:cubicBezTo>
                  <a:pt x="86662" y="26667"/>
                  <a:pt x="86567" y="27490"/>
                  <a:pt x="86490" y="28485"/>
                </a:cubicBezTo>
                <a:cubicBezTo>
                  <a:pt x="86260" y="32620"/>
                  <a:pt x="85916" y="36258"/>
                  <a:pt x="85456" y="39397"/>
                </a:cubicBezTo>
                <a:cubicBezTo>
                  <a:pt x="84997" y="42537"/>
                  <a:pt x="84365" y="45676"/>
                  <a:pt x="83561" y="48816"/>
                </a:cubicBezTo>
                <a:cubicBezTo>
                  <a:pt x="82757" y="51955"/>
                  <a:pt x="81781" y="55344"/>
                  <a:pt x="80632" y="58981"/>
                </a:cubicBezTo>
                <a:cubicBezTo>
                  <a:pt x="79484" y="62618"/>
                  <a:pt x="78144" y="66983"/>
                  <a:pt x="76612" y="72075"/>
                </a:cubicBezTo>
                <a:cubicBezTo>
                  <a:pt x="75081" y="77167"/>
                  <a:pt x="73300" y="83255"/>
                  <a:pt x="71271" y="90338"/>
                </a:cubicBezTo>
                <a:cubicBezTo>
                  <a:pt x="69242" y="97421"/>
                  <a:pt x="67002" y="105978"/>
                  <a:pt x="64552" y="116009"/>
                </a:cubicBezTo>
                <a:lnTo>
                  <a:pt x="59038" y="138292"/>
                </a:lnTo>
                <a:cubicBezTo>
                  <a:pt x="57737" y="143423"/>
                  <a:pt x="56722" y="148036"/>
                  <a:pt x="55995" y="152133"/>
                </a:cubicBezTo>
                <a:cubicBezTo>
                  <a:pt x="55267" y="156230"/>
                  <a:pt x="54635" y="160269"/>
                  <a:pt x="54099" y="164251"/>
                </a:cubicBezTo>
                <a:cubicBezTo>
                  <a:pt x="53793" y="165552"/>
                  <a:pt x="52625" y="166778"/>
                  <a:pt x="50596" y="167926"/>
                </a:cubicBezTo>
                <a:cubicBezTo>
                  <a:pt x="48567" y="169075"/>
                  <a:pt x="46174" y="169649"/>
                  <a:pt x="43417" y="169649"/>
                </a:cubicBezTo>
                <a:cubicBezTo>
                  <a:pt x="41809" y="169649"/>
                  <a:pt x="40354" y="169209"/>
                  <a:pt x="39053" y="168328"/>
                </a:cubicBezTo>
                <a:cubicBezTo>
                  <a:pt x="37751" y="167448"/>
                  <a:pt x="36679" y="166318"/>
                  <a:pt x="35837" y="164940"/>
                </a:cubicBezTo>
                <a:cubicBezTo>
                  <a:pt x="34994" y="163562"/>
                  <a:pt x="34420" y="162049"/>
                  <a:pt x="34114" y="160403"/>
                </a:cubicBezTo>
                <a:cubicBezTo>
                  <a:pt x="33807" y="158757"/>
                  <a:pt x="33884" y="157129"/>
                  <a:pt x="34343" y="155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iger→Noise→Cat">
            <a:extLst xmlns:a="http://schemas.openxmlformats.org/drawingml/2006/main">
              <a:ext uri="{FF2B5EF4-FFF2-40B4-BE49-F238E27FC236}">
                <a16:creationId xmlns:a16="http://schemas.microsoft.com/office/drawing/2014/main" id="{A54EF399-1AC0-40FA-A4EB-700A739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83" y="5238456"/>
            <a:ext cx="2090401" cy="217055"/>
          </a:xfrm>
          <a:custGeom xmlns:a="http://schemas.openxmlformats.org/drawingml/2006/main">
            <a:pathLst>
              <a:path w="2090401" h="217055">
                <a:moveTo>
                  <a:pt x="3561" y="151042"/>
                </a:moveTo>
                <a:cubicBezTo>
                  <a:pt x="4709" y="146600"/>
                  <a:pt x="6088" y="141432"/>
                  <a:pt x="7696" y="135536"/>
                </a:cubicBezTo>
                <a:cubicBezTo>
                  <a:pt x="9304" y="129639"/>
                  <a:pt x="11007" y="123399"/>
                  <a:pt x="12807" y="116813"/>
                </a:cubicBezTo>
                <a:cubicBezTo>
                  <a:pt x="14606" y="110228"/>
                  <a:pt x="16425" y="103489"/>
                  <a:pt x="18263" y="96598"/>
                </a:cubicBezTo>
                <a:cubicBezTo>
                  <a:pt x="20101" y="89706"/>
                  <a:pt x="21824" y="83006"/>
                  <a:pt x="23432" y="76497"/>
                </a:cubicBezTo>
                <a:cubicBezTo>
                  <a:pt x="23508" y="76191"/>
                  <a:pt x="23776" y="75674"/>
                  <a:pt x="24236" y="74947"/>
                </a:cubicBezTo>
                <a:cubicBezTo>
                  <a:pt x="24695" y="74219"/>
                  <a:pt x="25346" y="73492"/>
                  <a:pt x="26188" y="72764"/>
                </a:cubicBezTo>
                <a:cubicBezTo>
                  <a:pt x="27031" y="72037"/>
                  <a:pt x="28103" y="71405"/>
                  <a:pt x="29404" y="70869"/>
                </a:cubicBezTo>
                <a:cubicBezTo>
                  <a:pt x="30706" y="70333"/>
                  <a:pt x="32238" y="70065"/>
                  <a:pt x="33999" y="70065"/>
                </a:cubicBezTo>
                <a:cubicBezTo>
                  <a:pt x="35300" y="70065"/>
                  <a:pt x="36564" y="70199"/>
                  <a:pt x="37789" y="70467"/>
                </a:cubicBezTo>
                <a:cubicBezTo>
                  <a:pt x="39014" y="70735"/>
                  <a:pt x="40106" y="71137"/>
                  <a:pt x="41063" y="71673"/>
                </a:cubicBezTo>
                <a:cubicBezTo>
                  <a:pt x="42020" y="72209"/>
                  <a:pt x="42786" y="72917"/>
                  <a:pt x="43360" y="73798"/>
                </a:cubicBezTo>
                <a:cubicBezTo>
                  <a:pt x="43934" y="74679"/>
                  <a:pt x="44221" y="75693"/>
                  <a:pt x="44221" y="76842"/>
                </a:cubicBezTo>
                <a:cubicBezTo>
                  <a:pt x="44221" y="77071"/>
                  <a:pt x="44221" y="77320"/>
                  <a:pt x="44221" y="77588"/>
                </a:cubicBezTo>
                <a:cubicBezTo>
                  <a:pt x="44221" y="77856"/>
                  <a:pt x="44183" y="78105"/>
                  <a:pt x="44106" y="78335"/>
                </a:cubicBezTo>
                <a:lnTo>
                  <a:pt x="40890" y="90510"/>
                </a:lnTo>
                <a:cubicBezTo>
                  <a:pt x="37291" y="104140"/>
                  <a:pt x="33635" y="117809"/>
                  <a:pt x="29921" y="131515"/>
                </a:cubicBezTo>
                <a:cubicBezTo>
                  <a:pt x="26207" y="145222"/>
                  <a:pt x="22589" y="158967"/>
                  <a:pt x="19067" y="172750"/>
                </a:cubicBezTo>
                <a:cubicBezTo>
                  <a:pt x="18914" y="173210"/>
                  <a:pt x="18684" y="173784"/>
                  <a:pt x="18378" y="174473"/>
                </a:cubicBezTo>
                <a:cubicBezTo>
                  <a:pt x="18071" y="175162"/>
                  <a:pt x="17650" y="175852"/>
                  <a:pt x="17114" y="176541"/>
                </a:cubicBezTo>
                <a:cubicBezTo>
                  <a:pt x="16578" y="177230"/>
                  <a:pt x="15927" y="177804"/>
                  <a:pt x="15162" y="178264"/>
                </a:cubicBezTo>
                <a:cubicBezTo>
                  <a:pt x="14396" y="178723"/>
                  <a:pt x="13477" y="178953"/>
                  <a:pt x="12405" y="178953"/>
                </a:cubicBezTo>
                <a:cubicBezTo>
                  <a:pt x="10414" y="178953"/>
                  <a:pt x="8653" y="178551"/>
                  <a:pt x="7121" y="177747"/>
                </a:cubicBezTo>
                <a:cubicBezTo>
                  <a:pt x="5590" y="176943"/>
                  <a:pt x="4288" y="175928"/>
                  <a:pt x="3216" y="174703"/>
                </a:cubicBezTo>
                <a:cubicBezTo>
                  <a:pt x="2144" y="173478"/>
                  <a:pt x="1340" y="172138"/>
                  <a:pt x="804" y="170683"/>
                </a:cubicBezTo>
                <a:cubicBezTo>
                  <a:pt x="268" y="169228"/>
                  <a:pt x="0" y="167850"/>
                  <a:pt x="0" y="166548"/>
                </a:cubicBezTo>
                <a:cubicBezTo>
                  <a:pt x="0" y="166165"/>
                  <a:pt x="0" y="165820"/>
                  <a:pt x="0" y="165514"/>
                </a:cubicBezTo>
                <a:cubicBezTo>
                  <a:pt x="0" y="165208"/>
                  <a:pt x="77" y="164863"/>
                  <a:pt x="230" y="164480"/>
                </a:cubicBezTo>
                <a:lnTo>
                  <a:pt x="3561" y="151042"/>
                </a:lnTo>
                <a:moveTo>
                  <a:pt x="33539" y="32161"/>
                </a:moveTo>
                <a:cubicBezTo>
                  <a:pt x="33922" y="30553"/>
                  <a:pt x="34611" y="28600"/>
                  <a:pt x="35607" y="26303"/>
                </a:cubicBezTo>
                <a:cubicBezTo>
                  <a:pt x="36602" y="24006"/>
                  <a:pt x="38363" y="21938"/>
                  <a:pt x="40890" y="20101"/>
                </a:cubicBezTo>
                <a:cubicBezTo>
                  <a:pt x="42116" y="19411"/>
                  <a:pt x="43609" y="18780"/>
                  <a:pt x="45370" y="18205"/>
                </a:cubicBezTo>
                <a:cubicBezTo>
                  <a:pt x="47131" y="17631"/>
                  <a:pt x="48395" y="17344"/>
                  <a:pt x="49160" y="17344"/>
                </a:cubicBezTo>
                <a:cubicBezTo>
                  <a:pt x="49926" y="17344"/>
                  <a:pt x="50711" y="17612"/>
                  <a:pt x="51515" y="18148"/>
                </a:cubicBezTo>
                <a:cubicBezTo>
                  <a:pt x="52319" y="18684"/>
                  <a:pt x="53027" y="19258"/>
                  <a:pt x="53640" y="19871"/>
                </a:cubicBezTo>
                <a:cubicBezTo>
                  <a:pt x="54406" y="20637"/>
                  <a:pt x="55133" y="21479"/>
                  <a:pt x="55822" y="22398"/>
                </a:cubicBezTo>
                <a:cubicBezTo>
                  <a:pt x="57737" y="22551"/>
                  <a:pt x="58981" y="23240"/>
                  <a:pt x="59555" y="24465"/>
                </a:cubicBezTo>
                <a:cubicBezTo>
                  <a:pt x="60130" y="25690"/>
                  <a:pt x="60417" y="27145"/>
                  <a:pt x="60417" y="28830"/>
                </a:cubicBezTo>
                <a:cubicBezTo>
                  <a:pt x="60417" y="30055"/>
                  <a:pt x="60302" y="31166"/>
                  <a:pt x="60072" y="32161"/>
                </a:cubicBezTo>
                <a:cubicBezTo>
                  <a:pt x="59842" y="33156"/>
                  <a:pt x="59651" y="33960"/>
                  <a:pt x="59498" y="34573"/>
                </a:cubicBezTo>
                <a:cubicBezTo>
                  <a:pt x="59038" y="36181"/>
                  <a:pt x="58158" y="37655"/>
                  <a:pt x="56856" y="38995"/>
                </a:cubicBezTo>
                <a:cubicBezTo>
                  <a:pt x="55554" y="40335"/>
                  <a:pt x="54061" y="41484"/>
                  <a:pt x="52376" y="42441"/>
                </a:cubicBezTo>
                <a:cubicBezTo>
                  <a:pt x="50692" y="43398"/>
                  <a:pt x="48931" y="44145"/>
                  <a:pt x="47093" y="44681"/>
                </a:cubicBezTo>
                <a:cubicBezTo>
                  <a:pt x="45255" y="45217"/>
                  <a:pt x="43647" y="45485"/>
                  <a:pt x="42269" y="45485"/>
                </a:cubicBezTo>
                <a:cubicBezTo>
                  <a:pt x="40508" y="45485"/>
                  <a:pt x="39148" y="45179"/>
                  <a:pt x="38191" y="44566"/>
                </a:cubicBezTo>
                <a:cubicBezTo>
                  <a:pt x="37234" y="43953"/>
                  <a:pt x="36028" y="42652"/>
                  <a:pt x="34573" y="40661"/>
                </a:cubicBezTo>
                <a:cubicBezTo>
                  <a:pt x="33731" y="39512"/>
                  <a:pt x="33252" y="38612"/>
                  <a:pt x="33137" y="37961"/>
                </a:cubicBezTo>
                <a:cubicBezTo>
                  <a:pt x="33022" y="37311"/>
                  <a:pt x="32965" y="36755"/>
                  <a:pt x="32965" y="36296"/>
                </a:cubicBezTo>
                <a:cubicBezTo>
                  <a:pt x="32965" y="35454"/>
                  <a:pt x="33022" y="34707"/>
                  <a:pt x="33137" y="34056"/>
                </a:cubicBezTo>
                <a:cubicBezTo>
                  <a:pt x="33252" y="33405"/>
                  <a:pt x="33386" y="32774"/>
                  <a:pt x="33539" y="32161"/>
                </a:cubicBezTo>
                <a:close/>
                <a:moveTo>
                  <a:pt x="100502" y="216848"/>
                </a:moveTo>
                <a:lnTo>
                  <a:pt x="101195" y="216428"/>
                </a:lnTo>
                <a:lnTo>
                  <a:pt x="101882" y="215999"/>
                </a:lnTo>
                <a:lnTo>
                  <a:pt x="102562" y="215561"/>
                </a:lnTo>
                <a:lnTo>
                  <a:pt x="103235" y="215115"/>
                </a:lnTo>
                <a:lnTo>
                  <a:pt x="103901" y="214660"/>
                </a:lnTo>
                <a:lnTo>
                  <a:pt x="104560" y="214196"/>
                </a:lnTo>
                <a:lnTo>
                  <a:pt x="105213" y="213724"/>
                </a:lnTo>
                <a:lnTo>
                  <a:pt x="105859" y="213242"/>
                </a:lnTo>
                <a:lnTo>
                  <a:pt x="106498" y="212752"/>
                </a:lnTo>
                <a:lnTo>
                  <a:pt x="107130" y="212253"/>
                </a:lnTo>
                <a:lnTo>
                  <a:pt x="107756" y="211746"/>
                </a:lnTo>
                <a:lnTo>
                  <a:pt x="108375" y="211230"/>
                </a:lnTo>
                <a:lnTo>
                  <a:pt x="108987" y="210707"/>
                </a:lnTo>
                <a:lnTo>
                  <a:pt x="109594" y="210178"/>
                </a:lnTo>
                <a:lnTo>
                  <a:pt x="110193" y="209641"/>
                </a:lnTo>
                <a:lnTo>
                  <a:pt x="110787" y="209098"/>
                </a:lnTo>
                <a:lnTo>
                  <a:pt x="111374" y="208547"/>
                </a:lnTo>
                <a:lnTo>
                  <a:pt x="111955" y="207990"/>
                </a:lnTo>
                <a:lnTo>
                  <a:pt x="112529" y="207426"/>
                </a:lnTo>
                <a:lnTo>
                  <a:pt x="113097" y="206854"/>
                </a:lnTo>
                <a:lnTo>
                  <a:pt x="113658" y="206276"/>
                </a:lnTo>
                <a:lnTo>
                  <a:pt x="114214" y="205690"/>
                </a:lnTo>
                <a:lnTo>
                  <a:pt x="114762" y="205098"/>
                </a:lnTo>
                <a:lnTo>
                  <a:pt x="115305" y="204499"/>
                </a:lnTo>
                <a:lnTo>
                  <a:pt x="115841" y="203892"/>
                </a:lnTo>
                <a:lnTo>
                  <a:pt x="116370" y="203279"/>
                </a:lnTo>
                <a:lnTo>
                  <a:pt x="116894" y="202659"/>
                </a:lnTo>
                <a:lnTo>
                  <a:pt x="117411" y="202032"/>
                </a:lnTo>
                <a:lnTo>
                  <a:pt x="117921" y="201397"/>
                </a:lnTo>
                <a:lnTo>
                  <a:pt x="118425" y="200756"/>
                </a:lnTo>
                <a:lnTo>
                  <a:pt x="118923" y="200108"/>
                </a:lnTo>
                <a:lnTo>
                  <a:pt x="119414" y="199453"/>
                </a:lnTo>
                <a:lnTo>
                  <a:pt x="119899" y="198791"/>
                </a:lnTo>
                <a:lnTo>
                  <a:pt x="120378" y="198122"/>
                </a:lnTo>
                <a:lnTo>
                  <a:pt x="120850" y="197445"/>
                </a:lnTo>
                <a:lnTo>
                  <a:pt x="121316" y="196764"/>
                </a:lnTo>
                <a:lnTo>
                  <a:pt x="121778" y="196079"/>
                </a:lnTo>
                <a:lnTo>
                  <a:pt x="122235" y="195390"/>
                </a:lnTo>
                <a:lnTo>
                  <a:pt x="122686" y="194698"/>
                </a:lnTo>
                <a:lnTo>
                  <a:pt x="123133" y="194003"/>
                </a:lnTo>
                <a:lnTo>
                  <a:pt x="123574" y="193303"/>
                </a:lnTo>
                <a:lnTo>
                  <a:pt x="124011" y="192600"/>
                </a:lnTo>
                <a:lnTo>
                  <a:pt x="124443" y="191894"/>
                </a:lnTo>
                <a:lnTo>
                  <a:pt x="124869" y="191184"/>
                </a:lnTo>
                <a:lnTo>
                  <a:pt x="125291" y="190470"/>
                </a:lnTo>
                <a:lnTo>
                  <a:pt x="125708" y="189753"/>
                </a:lnTo>
                <a:lnTo>
                  <a:pt x="126119" y="189032"/>
                </a:lnTo>
                <a:lnTo>
                  <a:pt x="126526" y="188307"/>
                </a:lnTo>
                <a:lnTo>
                  <a:pt x="126928" y="187579"/>
                </a:lnTo>
                <a:lnTo>
                  <a:pt x="127324" y="186848"/>
                </a:lnTo>
                <a:lnTo>
                  <a:pt x="127716" y="186112"/>
                </a:lnTo>
                <a:lnTo>
                  <a:pt x="128103" y="185374"/>
                </a:lnTo>
                <a:lnTo>
                  <a:pt x="128485" y="184631"/>
                </a:lnTo>
                <a:lnTo>
                  <a:pt x="128861" y="183885"/>
                </a:lnTo>
                <a:lnTo>
                  <a:pt x="129233" y="183136"/>
                </a:lnTo>
                <a:lnTo>
                  <a:pt x="129600" y="182383"/>
                </a:lnTo>
                <a:lnTo>
                  <a:pt x="129962" y="181626"/>
                </a:lnTo>
                <a:lnTo>
                  <a:pt x="130319" y="180865"/>
                </a:lnTo>
                <a:lnTo>
                  <a:pt x="130671" y="180101"/>
                </a:lnTo>
                <a:lnTo>
                  <a:pt x="131018" y="179335"/>
                </a:lnTo>
                <a:lnTo>
                  <a:pt x="131361" y="178567"/>
                </a:lnTo>
                <a:lnTo>
                  <a:pt x="131699" y="177797"/>
                </a:lnTo>
                <a:lnTo>
                  <a:pt x="132033" y="177026"/>
                </a:lnTo>
                <a:lnTo>
                  <a:pt x="132363" y="176253"/>
                </a:lnTo>
                <a:lnTo>
                  <a:pt x="132688" y="175478"/>
                </a:lnTo>
                <a:lnTo>
                  <a:pt x="133009" y="174702"/>
                </a:lnTo>
                <a:lnTo>
                  <a:pt x="133325" y="173924"/>
                </a:lnTo>
                <a:lnTo>
                  <a:pt x="133637" y="173145"/>
                </a:lnTo>
                <a:lnTo>
                  <a:pt x="133945" y="172364"/>
                </a:lnTo>
                <a:lnTo>
                  <a:pt x="134248" y="171582"/>
                </a:lnTo>
                <a:lnTo>
                  <a:pt x="134547" y="170798"/>
                </a:lnTo>
                <a:lnTo>
                  <a:pt x="134842" y="170012"/>
                </a:lnTo>
                <a:lnTo>
                  <a:pt x="135132" y="169225"/>
                </a:lnTo>
                <a:lnTo>
                  <a:pt x="135418" y="168436"/>
                </a:lnTo>
                <a:lnTo>
                  <a:pt x="135699" y="167645"/>
                </a:lnTo>
                <a:lnTo>
                  <a:pt x="135976" y="166853"/>
                </a:lnTo>
                <a:lnTo>
                  <a:pt x="136248" y="166060"/>
                </a:lnTo>
                <a:lnTo>
                  <a:pt x="136517" y="165264"/>
                </a:lnTo>
                <a:lnTo>
                  <a:pt x="136781" y="164468"/>
                </a:lnTo>
                <a:lnTo>
                  <a:pt x="137040" y="163669"/>
                </a:lnTo>
                <a:lnTo>
                  <a:pt x="137295" y="162869"/>
                </a:lnTo>
                <a:lnTo>
                  <a:pt x="137546" y="162068"/>
                </a:lnTo>
                <a:lnTo>
                  <a:pt x="137792" y="161264"/>
                </a:lnTo>
                <a:lnTo>
                  <a:pt x="138034" y="160461"/>
                </a:lnTo>
                <a:lnTo>
                  <a:pt x="138273" y="159660"/>
                </a:lnTo>
                <a:lnTo>
                  <a:pt x="138509" y="158861"/>
                </a:lnTo>
                <a:lnTo>
                  <a:pt x="138741" y="158064"/>
                </a:lnTo>
                <a:lnTo>
                  <a:pt x="138970" y="157269"/>
                </a:lnTo>
                <a:lnTo>
                  <a:pt x="139195" y="156476"/>
                </a:lnTo>
                <a:lnTo>
                  <a:pt x="139417" y="155685"/>
                </a:lnTo>
                <a:lnTo>
                  <a:pt x="139636" y="154896"/>
                </a:lnTo>
                <a:lnTo>
                  <a:pt x="139851" y="154109"/>
                </a:lnTo>
                <a:lnTo>
                  <a:pt x="140063" y="153324"/>
                </a:lnTo>
                <a:lnTo>
                  <a:pt x="140272" y="152541"/>
                </a:lnTo>
                <a:lnTo>
                  <a:pt x="140477" y="151760"/>
                </a:lnTo>
                <a:lnTo>
                  <a:pt x="140678" y="150980"/>
                </a:lnTo>
                <a:lnTo>
                  <a:pt x="140877" y="150203"/>
                </a:lnTo>
                <a:lnTo>
                  <a:pt x="141072" y="149428"/>
                </a:lnTo>
                <a:lnTo>
                  <a:pt x="141263" y="148655"/>
                </a:lnTo>
                <a:lnTo>
                  <a:pt x="141451" y="147884"/>
                </a:lnTo>
                <a:lnTo>
                  <a:pt x="141636" y="147115"/>
                </a:lnTo>
                <a:lnTo>
                  <a:pt x="141818" y="146348"/>
                </a:lnTo>
                <a:lnTo>
                  <a:pt x="141995" y="145583"/>
                </a:lnTo>
                <a:lnTo>
                  <a:pt x="142170" y="144819"/>
                </a:lnTo>
                <a:lnTo>
                  <a:pt x="142341" y="144058"/>
                </a:lnTo>
                <a:lnTo>
                  <a:pt x="142509" y="143299"/>
                </a:lnTo>
                <a:lnTo>
                  <a:pt x="142673" y="142542"/>
                </a:lnTo>
                <a:lnTo>
                  <a:pt x="142769" y="142109"/>
                </a:lnTo>
                <a:lnTo>
                  <a:pt x="142866" y="141671"/>
                </a:lnTo>
                <a:lnTo>
                  <a:pt x="142962" y="141229"/>
                </a:lnTo>
                <a:lnTo>
                  <a:pt x="143060" y="140782"/>
                </a:lnTo>
                <a:lnTo>
                  <a:pt x="143157" y="140331"/>
                </a:lnTo>
                <a:lnTo>
                  <a:pt x="143255" y="139875"/>
                </a:lnTo>
                <a:lnTo>
                  <a:pt x="143353" y="139415"/>
                </a:lnTo>
                <a:lnTo>
                  <a:pt x="143452" y="138949"/>
                </a:lnTo>
                <a:lnTo>
                  <a:pt x="143551" y="138480"/>
                </a:lnTo>
                <a:lnTo>
                  <a:pt x="143651" y="138005"/>
                </a:lnTo>
                <a:lnTo>
                  <a:pt x="143751" y="137527"/>
                </a:lnTo>
                <a:lnTo>
                  <a:pt x="143851" y="137043"/>
                </a:lnTo>
                <a:lnTo>
                  <a:pt x="143952" y="136555"/>
                </a:lnTo>
                <a:lnTo>
                  <a:pt x="144053" y="136062"/>
                </a:lnTo>
                <a:lnTo>
                  <a:pt x="144154" y="135565"/>
                </a:lnTo>
                <a:lnTo>
                  <a:pt x="144256" y="135063"/>
                </a:lnTo>
                <a:lnTo>
                  <a:pt x="144358" y="134557"/>
                </a:lnTo>
                <a:lnTo>
                  <a:pt x="144461" y="134046"/>
                </a:lnTo>
                <a:lnTo>
                  <a:pt x="144564" y="133530"/>
                </a:lnTo>
                <a:lnTo>
                  <a:pt x="144668" y="133010"/>
                </a:lnTo>
                <a:lnTo>
                  <a:pt x="144771" y="132485"/>
                </a:lnTo>
                <a:lnTo>
                  <a:pt x="144876" y="131956"/>
                </a:lnTo>
                <a:lnTo>
                  <a:pt x="144980" y="131422"/>
                </a:lnTo>
                <a:lnTo>
                  <a:pt x="145086" y="130884"/>
                </a:lnTo>
                <a:lnTo>
                  <a:pt x="145191" y="130342"/>
                </a:lnTo>
                <a:lnTo>
                  <a:pt x="145296" y="129800"/>
                </a:lnTo>
                <a:lnTo>
                  <a:pt x="145401" y="129258"/>
                </a:lnTo>
                <a:lnTo>
                  <a:pt x="145507" y="128714"/>
                </a:lnTo>
                <a:lnTo>
                  <a:pt x="145612" y="128170"/>
                </a:lnTo>
                <a:lnTo>
                  <a:pt x="145717" y="127625"/>
                </a:lnTo>
                <a:lnTo>
                  <a:pt x="145823" y="127079"/>
                </a:lnTo>
                <a:lnTo>
                  <a:pt x="145928" y="126532"/>
                </a:lnTo>
                <a:lnTo>
                  <a:pt x="146033" y="125984"/>
                </a:lnTo>
                <a:lnTo>
                  <a:pt x="146138" y="125436"/>
                </a:lnTo>
                <a:lnTo>
                  <a:pt x="146244" y="124887"/>
                </a:lnTo>
                <a:lnTo>
                  <a:pt x="146349" y="124337"/>
                </a:lnTo>
                <a:lnTo>
                  <a:pt x="146454" y="123786"/>
                </a:lnTo>
                <a:lnTo>
                  <a:pt x="146560" y="123234"/>
                </a:lnTo>
                <a:lnTo>
                  <a:pt x="146665" y="122682"/>
                </a:lnTo>
                <a:lnTo>
                  <a:pt x="146770" y="122129"/>
                </a:lnTo>
                <a:lnTo>
                  <a:pt x="146875" y="121575"/>
                </a:lnTo>
                <a:lnTo>
                  <a:pt x="146981" y="121020"/>
                </a:lnTo>
                <a:lnTo>
                  <a:pt x="147086" y="120464"/>
                </a:lnTo>
                <a:lnTo>
                  <a:pt x="147191" y="119908"/>
                </a:lnTo>
                <a:lnTo>
                  <a:pt x="147297" y="119351"/>
                </a:lnTo>
                <a:lnTo>
                  <a:pt x="147402" y="118793"/>
                </a:lnTo>
                <a:lnTo>
                  <a:pt x="147507" y="118234"/>
                </a:lnTo>
                <a:lnTo>
                  <a:pt x="147612" y="117675"/>
                </a:lnTo>
                <a:lnTo>
                  <a:pt x="147718" y="117115"/>
                </a:lnTo>
                <a:lnTo>
                  <a:pt x="147823" y="116556"/>
                </a:lnTo>
                <a:lnTo>
                  <a:pt x="147927" y="115997"/>
                </a:lnTo>
                <a:lnTo>
                  <a:pt x="148032" y="115438"/>
                </a:lnTo>
                <a:lnTo>
                  <a:pt x="148136" y="114880"/>
                </a:lnTo>
                <a:lnTo>
                  <a:pt x="148241" y="114322"/>
                </a:lnTo>
                <a:lnTo>
                  <a:pt x="148345" y="113765"/>
                </a:lnTo>
                <a:lnTo>
                  <a:pt x="148448" y="113208"/>
                </a:lnTo>
                <a:lnTo>
                  <a:pt x="148552" y="112651"/>
                </a:lnTo>
                <a:lnTo>
                  <a:pt x="148655" y="112095"/>
                </a:lnTo>
                <a:lnTo>
                  <a:pt x="148759" y="111539"/>
                </a:lnTo>
                <a:lnTo>
                  <a:pt x="148862" y="110984"/>
                </a:lnTo>
                <a:lnTo>
                  <a:pt x="148964" y="110429"/>
                </a:lnTo>
                <a:lnTo>
                  <a:pt x="149067" y="109875"/>
                </a:lnTo>
                <a:lnTo>
                  <a:pt x="149169" y="109320"/>
                </a:lnTo>
                <a:lnTo>
                  <a:pt x="149272" y="108767"/>
                </a:lnTo>
                <a:lnTo>
                  <a:pt x="149374" y="108213"/>
                </a:lnTo>
                <a:lnTo>
                  <a:pt x="149475" y="107660"/>
                </a:lnTo>
                <a:lnTo>
                  <a:pt x="149577" y="107108"/>
                </a:lnTo>
                <a:lnTo>
                  <a:pt x="149678" y="106556"/>
                </a:lnTo>
                <a:lnTo>
                  <a:pt x="149780" y="106004"/>
                </a:lnTo>
                <a:lnTo>
                  <a:pt x="149881" y="105452"/>
                </a:lnTo>
                <a:lnTo>
                  <a:pt x="149981" y="104901"/>
                </a:lnTo>
                <a:lnTo>
                  <a:pt x="150082" y="104351"/>
                </a:lnTo>
                <a:lnTo>
                  <a:pt x="150182" y="103803"/>
                </a:lnTo>
                <a:lnTo>
                  <a:pt x="150281" y="103259"/>
                </a:lnTo>
                <a:lnTo>
                  <a:pt x="150378" y="102719"/>
                </a:lnTo>
                <a:lnTo>
                  <a:pt x="150474" y="102184"/>
                </a:lnTo>
                <a:lnTo>
                  <a:pt x="150570" y="101654"/>
                </a:lnTo>
                <a:lnTo>
                  <a:pt x="150663" y="101128"/>
                </a:lnTo>
                <a:lnTo>
                  <a:pt x="150756" y="100606"/>
                </a:lnTo>
                <a:lnTo>
                  <a:pt x="150848" y="100088"/>
                </a:lnTo>
                <a:lnTo>
                  <a:pt x="150938" y="99575"/>
                </a:lnTo>
                <a:lnTo>
                  <a:pt x="151027" y="99066"/>
                </a:lnTo>
                <a:lnTo>
                  <a:pt x="151115" y="98562"/>
                </a:lnTo>
                <a:lnTo>
                  <a:pt x="151202" y="98062"/>
                </a:lnTo>
                <a:lnTo>
                  <a:pt x="151287" y="97567"/>
                </a:lnTo>
                <a:lnTo>
                  <a:pt x="151372" y="97076"/>
                </a:lnTo>
                <a:lnTo>
                  <a:pt x="151455" y="96589"/>
                </a:lnTo>
                <a:lnTo>
                  <a:pt x="151537" y="96106"/>
                </a:lnTo>
                <a:lnTo>
                  <a:pt x="151618" y="95628"/>
                </a:lnTo>
                <a:lnTo>
                  <a:pt x="151697" y="95155"/>
                </a:lnTo>
                <a:lnTo>
                  <a:pt x="151776" y="94686"/>
                </a:lnTo>
                <a:lnTo>
                  <a:pt x="151853" y="94221"/>
                </a:lnTo>
                <a:lnTo>
                  <a:pt x="151929" y="93760"/>
                </a:lnTo>
                <a:lnTo>
                  <a:pt x="152004" y="93304"/>
                </a:lnTo>
                <a:lnTo>
                  <a:pt x="152077" y="92853"/>
                </a:lnTo>
                <a:lnTo>
                  <a:pt x="152149" y="92405"/>
                </a:lnTo>
                <a:lnTo>
                  <a:pt x="152221" y="91963"/>
                </a:lnTo>
                <a:lnTo>
                  <a:pt x="152291" y="91527"/>
                </a:lnTo>
                <a:lnTo>
                  <a:pt x="152359" y="91097"/>
                </a:lnTo>
                <a:lnTo>
                  <a:pt x="152427" y="90673"/>
                </a:lnTo>
                <a:lnTo>
                  <a:pt x="152493" y="90255"/>
                </a:lnTo>
                <a:lnTo>
                  <a:pt x="152559" y="89843"/>
                </a:lnTo>
                <a:lnTo>
                  <a:pt x="152623" y="89436"/>
                </a:lnTo>
                <a:lnTo>
                  <a:pt x="152686" y="89036"/>
                </a:lnTo>
                <a:lnTo>
                  <a:pt x="152747" y="88642"/>
                </a:lnTo>
                <a:lnTo>
                  <a:pt x="152808" y="88254"/>
                </a:lnTo>
                <a:lnTo>
                  <a:pt x="152867" y="87871"/>
                </a:lnTo>
                <a:lnTo>
                  <a:pt x="152925" y="87495"/>
                </a:lnTo>
                <a:lnTo>
                  <a:pt x="152982" y="87125"/>
                </a:lnTo>
                <a:lnTo>
                  <a:pt x="153037" y="86760"/>
                </a:lnTo>
                <a:lnTo>
                  <a:pt x="153092" y="86402"/>
                </a:lnTo>
                <a:lnTo>
                  <a:pt x="153145" y="86050"/>
                </a:lnTo>
                <a:lnTo>
                  <a:pt x="153197" y="85703"/>
                </a:lnTo>
                <a:lnTo>
                  <a:pt x="153248" y="85363"/>
                </a:lnTo>
                <a:lnTo>
                  <a:pt x="153297" y="85029"/>
                </a:lnTo>
                <a:lnTo>
                  <a:pt x="153346" y="84700"/>
                </a:lnTo>
                <a:lnTo>
                  <a:pt x="153393" y="84378"/>
                </a:lnTo>
                <a:lnTo>
                  <a:pt x="153439" y="84061"/>
                </a:lnTo>
                <a:lnTo>
                  <a:pt x="153484" y="83751"/>
                </a:lnTo>
                <a:lnTo>
                  <a:pt x="153528" y="83446"/>
                </a:lnTo>
                <a:lnTo>
                  <a:pt x="153570" y="83149"/>
                </a:lnTo>
                <a:lnTo>
                  <a:pt x="153610" y="82862"/>
                </a:lnTo>
                <a:lnTo>
                  <a:pt x="153649" y="82584"/>
                </a:lnTo>
                <a:lnTo>
                  <a:pt x="153686" y="82315"/>
                </a:lnTo>
                <a:lnTo>
                  <a:pt x="153721" y="82056"/>
                </a:lnTo>
                <a:lnTo>
                  <a:pt x="153754" y="81806"/>
                </a:lnTo>
                <a:lnTo>
                  <a:pt x="153785" y="81565"/>
                </a:lnTo>
                <a:lnTo>
                  <a:pt x="153815" y="81334"/>
                </a:lnTo>
                <a:lnTo>
                  <a:pt x="153843" y="81112"/>
                </a:lnTo>
                <a:lnTo>
                  <a:pt x="153869" y="80900"/>
                </a:lnTo>
                <a:lnTo>
                  <a:pt x="153893" y="80697"/>
                </a:lnTo>
                <a:lnTo>
                  <a:pt x="153915" y="80503"/>
                </a:lnTo>
                <a:lnTo>
                  <a:pt x="153936" y="80319"/>
                </a:lnTo>
                <a:lnTo>
                  <a:pt x="153955" y="80144"/>
                </a:lnTo>
                <a:lnTo>
                  <a:pt x="153972" y="79978"/>
                </a:lnTo>
                <a:lnTo>
                  <a:pt x="153987" y="79822"/>
                </a:lnTo>
                <a:lnTo>
                  <a:pt x="154001" y="79675"/>
                </a:lnTo>
                <a:lnTo>
                  <a:pt x="154012" y="79537"/>
                </a:lnTo>
                <a:lnTo>
                  <a:pt x="154022" y="79409"/>
                </a:lnTo>
                <a:lnTo>
                  <a:pt x="154030" y="79291"/>
                </a:lnTo>
                <a:lnTo>
                  <a:pt x="154037" y="79181"/>
                </a:lnTo>
                <a:lnTo>
                  <a:pt x="154041" y="79081"/>
                </a:lnTo>
                <a:lnTo>
                  <a:pt x="154044" y="78990"/>
                </a:lnTo>
                <a:lnTo>
                  <a:pt x="154045" y="78909"/>
                </a:lnTo>
                <a:lnTo>
                  <a:pt x="154044" y="78842"/>
                </a:lnTo>
                <a:lnTo>
                  <a:pt x="154043" y="78773"/>
                </a:lnTo>
                <a:lnTo>
                  <a:pt x="154040" y="78704"/>
                </a:lnTo>
                <a:lnTo>
                  <a:pt x="154037" y="78633"/>
                </a:lnTo>
                <a:lnTo>
                  <a:pt x="154032" y="78562"/>
                </a:lnTo>
                <a:lnTo>
                  <a:pt x="154027" y="78489"/>
                </a:lnTo>
                <a:lnTo>
                  <a:pt x="154020" y="78416"/>
                </a:lnTo>
                <a:lnTo>
                  <a:pt x="154013" y="78341"/>
                </a:lnTo>
                <a:lnTo>
                  <a:pt x="154004" y="78266"/>
                </a:lnTo>
                <a:lnTo>
                  <a:pt x="153995" y="78189"/>
                </a:lnTo>
                <a:lnTo>
                  <a:pt x="153984" y="78112"/>
                </a:lnTo>
                <a:lnTo>
                  <a:pt x="153973" y="78033"/>
                </a:lnTo>
                <a:lnTo>
                  <a:pt x="153960" y="77954"/>
                </a:lnTo>
                <a:lnTo>
                  <a:pt x="153947" y="77873"/>
                </a:lnTo>
                <a:lnTo>
                  <a:pt x="153933" y="77792"/>
                </a:lnTo>
                <a:lnTo>
                  <a:pt x="153917" y="77710"/>
                </a:lnTo>
                <a:lnTo>
                  <a:pt x="153901" y="77626"/>
                </a:lnTo>
                <a:lnTo>
                  <a:pt x="153883" y="77542"/>
                </a:lnTo>
                <a:lnTo>
                  <a:pt x="153865" y="77456"/>
                </a:lnTo>
                <a:lnTo>
                  <a:pt x="153845" y="77370"/>
                </a:lnTo>
                <a:lnTo>
                  <a:pt x="153825" y="77282"/>
                </a:lnTo>
                <a:lnTo>
                  <a:pt x="153803" y="77194"/>
                </a:lnTo>
                <a:lnTo>
                  <a:pt x="153781" y="77104"/>
                </a:lnTo>
                <a:lnTo>
                  <a:pt x="153758" y="77014"/>
                </a:lnTo>
                <a:lnTo>
                  <a:pt x="153733" y="76924"/>
                </a:lnTo>
                <a:lnTo>
                  <a:pt x="153708" y="76834"/>
                </a:lnTo>
                <a:lnTo>
                  <a:pt x="153683" y="76746"/>
                </a:lnTo>
                <a:lnTo>
                  <a:pt x="153657" y="76658"/>
                </a:lnTo>
                <a:lnTo>
                  <a:pt x="153630" y="76572"/>
                </a:lnTo>
                <a:lnTo>
                  <a:pt x="153603" y="76486"/>
                </a:lnTo>
                <a:lnTo>
                  <a:pt x="153575" y="76402"/>
                </a:lnTo>
                <a:lnTo>
                  <a:pt x="153547" y="76318"/>
                </a:lnTo>
                <a:lnTo>
                  <a:pt x="153518" y="76236"/>
                </a:lnTo>
                <a:lnTo>
                  <a:pt x="153488" y="76155"/>
                </a:lnTo>
                <a:lnTo>
                  <a:pt x="153458" y="76074"/>
                </a:lnTo>
                <a:lnTo>
                  <a:pt x="153427" y="75995"/>
                </a:lnTo>
                <a:lnTo>
                  <a:pt x="153396" y="75916"/>
                </a:lnTo>
                <a:lnTo>
                  <a:pt x="153364" y="75839"/>
                </a:lnTo>
                <a:lnTo>
                  <a:pt x="153331" y="75762"/>
                </a:lnTo>
                <a:lnTo>
                  <a:pt x="153298" y="75687"/>
                </a:lnTo>
                <a:lnTo>
                  <a:pt x="153264" y="75612"/>
                </a:lnTo>
                <a:lnTo>
                  <a:pt x="153230" y="75539"/>
                </a:lnTo>
                <a:lnTo>
                  <a:pt x="153195" y="75466"/>
                </a:lnTo>
                <a:lnTo>
                  <a:pt x="153159" y="75395"/>
                </a:lnTo>
                <a:lnTo>
                  <a:pt x="153123" y="75324"/>
                </a:lnTo>
                <a:lnTo>
                  <a:pt x="153086" y="75255"/>
                </a:lnTo>
                <a:lnTo>
                  <a:pt x="153049" y="75186"/>
                </a:lnTo>
                <a:lnTo>
                  <a:pt x="153011" y="75119"/>
                </a:lnTo>
                <a:lnTo>
                  <a:pt x="152838" y="74834"/>
                </a:lnTo>
                <a:lnTo>
                  <a:pt x="152663" y="74554"/>
                </a:lnTo>
                <a:lnTo>
                  <a:pt x="152487" y="74278"/>
                </a:lnTo>
                <a:lnTo>
                  <a:pt x="152309" y="74007"/>
                </a:lnTo>
                <a:lnTo>
                  <a:pt x="152130" y="73740"/>
                </a:lnTo>
                <a:lnTo>
                  <a:pt x="151948" y="73478"/>
                </a:lnTo>
                <a:lnTo>
                  <a:pt x="151766" y="73221"/>
                </a:lnTo>
                <a:lnTo>
                  <a:pt x="151582" y="72968"/>
                </a:lnTo>
                <a:lnTo>
                  <a:pt x="151396" y="72720"/>
                </a:lnTo>
                <a:lnTo>
                  <a:pt x="151208" y="72477"/>
                </a:lnTo>
                <a:lnTo>
                  <a:pt x="151019" y="72238"/>
                </a:lnTo>
                <a:lnTo>
                  <a:pt x="150829" y="72003"/>
                </a:lnTo>
                <a:lnTo>
                  <a:pt x="150636" y="71773"/>
                </a:lnTo>
                <a:lnTo>
                  <a:pt x="150443" y="71548"/>
                </a:lnTo>
                <a:lnTo>
                  <a:pt x="150247" y="71328"/>
                </a:lnTo>
                <a:lnTo>
                  <a:pt x="150050" y="71111"/>
                </a:lnTo>
                <a:lnTo>
                  <a:pt x="149851" y="70900"/>
                </a:lnTo>
                <a:lnTo>
                  <a:pt x="149651" y="70693"/>
                </a:lnTo>
                <a:lnTo>
                  <a:pt x="149449" y="70491"/>
                </a:lnTo>
                <a:lnTo>
                  <a:pt x="149246" y="70293"/>
                </a:lnTo>
                <a:lnTo>
                  <a:pt x="149041" y="70100"/>
                </a:lnTo>
                <a:lnTo>
                  <a:pt x="148834" y="69911"/>
                </a:lnTo>
                <a:lnTo>
                  <a:pt x="148626" y="69727"/>
                </a:lnTo>
                <a:lnTo>
                  <a:pt x="148417" y="69548"/>
                </a:lnTo>
                <a:lnTo>
                  <a:pt x="148205" y="69373"/>
                </a:lnTo>
                <a:lnTo>
                  <a:pt x="147993" y="69201"/>
                </a:lnTo>
                <a:lnTo>
                  <a:pt x="147779" y="69033"/>
                </a:lnTo>
                <a:lnTo>
                  <a:pt x="147563" y="68869"/>
                </a:lnTo>
                <a:lnTo>
                  <a:pt x="147346" y="68708"/>
                </a:lnTo>
                <a:lnTo>
                  <a:pt x="147128" y="68550"/>
                </a:lnTo>
                <a:lnTo>
                  <a:pt x="146908" y="68397"/>
                </a:lnTo>
                <a:lnTo>
                  <a:pt x="146687" y="68246"/>
                </a:lnTo>
                <a:lnTo>
                  <a:pt x="146465" y="68100"/>
                </a:lnTo>
                <a:lnTo>
                  <a:pt x="146241" y="67957"/>
                </a:lnTo>
                <a:lnTo>
                  <a:pt x="146016" y="67817"/>
                </a:lnTo>
                <a:lnTo>
                  <a:pt x="145789" y="67682"/>
                </a:lnTo>
                <a:lnTo>
                  <a:pt x="145561" y="67549"/>
                </a:lnTo>
                <a:lnTo>
                  <a:pt x="145332" y="67421"/>
                </a:lnTo>
                <a:lnTo>
                  <a:pt x="145101" y="67296"/>
                </a:lnTo>
                <a:lnTo>
                  <a:pt x="144869" y="67174"/>
                </a:lnTo>
                <a:lnTo>
                  <a:pt x="144635" y="67056"/>
                </a:lnTo>
                <a:lnTo>
                  <a:pt x="144400" y="66942"/>
                </a:lnTo>
                <a:lnTo>
                  <a:pt x="144164" y="66832"/>
                </a:lnTo>
                <a:lnTo>
                  <a:pt x="143926" y="66724"/>
                </a:lnTo>
                <a:lnTo>
                  <a:pt x="143687" y="66621"/>
                </a:lnTo>
                <a:lnTo>
                  <a:pt x="143446" y="66521"/>
                </a:lnTo>
                <a:lnTo>
                  <a:pt x="143204" y="66425"/>
                </a:lnTo>
                <a:lnTo>
                  <a:pt x="142961" y="66332"/>
                </a:lnTo>
                <a:lnTo>
                  <a:pt x="142716" y="66242"/>
                </a:lnTo>
                <a:lnTo>
                  <a:pt x="142470" y="66155"/>
                </a:lnTo>
                <a:lnTo>
                  <a:pt x="142223" y="66071"/>
                </a:lnTo>
                <a:lnTo>
                  <a:pt x="141975" y="65989"/>
                </a:lnTo>
                <a:lnTo>
                  <a:pt x="141725" y="65910"/>
                </a:lnTo>
                <a:lnTo>
                  <a:pt x="141475" y="65833"/>
                </a:lnTo>
                <a:lnTo>
                  <a:pt x="141223" y="65759"/>
                </a:lnTo>
                <a:lnTo>
                  <a:pt x="140970" y="65688"/>
                </a:lnTo>
                <a:lnTo>
                  <a:pt x="140715" y="65619"/>
                </a:lnTo>
                <a:lnTo>
                  <a:pt x="140460" y="65552"/>
                </a:lnTo>
                <a:lnTo>
                  <a:pt x="140203" y="65489"/>
                </a:lnTo>
                <a:lnTo>
                  <a:pt x="139946" y="65427"/>
                </a:lnTo>
                <a:lnTo>
                  <a:pt x="139687" y="65369"/>
                </a:lnTo>
                <a:lnTo>
                  <a:pt x="139426" y="65313"/>
                </a:lnTo>
                <a:lnTo>
                  <a:pt x="139165" y="65260"/>
                </a:lnTo>
                <a:lnTo>
                  <a:pt x="138902" y="65209"/>
                </a:lnTo>
                <a:lnTo>
                  <a:pt x="138638" y="65161"/>
                </a:lnTo>
                <a:lnTo>
                  <a:pt x="138373" y="65115"/>
                </a:lnTo>
                <a:lnTo>
                  <a:pt x="138107" y="65072"/>
                </a:lnTo>
                <a:lnTo>
                  <a:pt x="137840" y="65032"/>
                </a:lnTo>
                <a:lnTo>
                  <a:pt x="137571" y="64994"/>
                </a:lnTo>
                <a:lnTo>
                  <a:pt x="137301" y="64959"/>
                </a:lnTo>
                <a:lnTo>
                  <a:pt x="137030" y="64926"/>
                </a:lnTo>
                <a:lnTo>
                  <a:pt x="136758" y="64896"/>
                </a:lnTo>
                <a:lnTo>
                  <a:pt x="136485" y="64868"/>
                </a:lnTo>
                <a:lnTo>
                  <a:pt x="136211" y="64841"/>
                </a:lnTo>
                <a:lnTo>
                  <a:pt x="135935" y="64815"/>
                </a:lnTo>
                <a:lnTo>
                  <a:pt x="135659" y="64791"/>
                </a:lnTo>
                <a:lnTo>
                  <a:pt x="135382" y="64768"/>
                </a:lnTo>
                <a:lnTo>
                  <a:pt x="135103" y="64745"/>
                </a:lnTo>
                <a:lnTo>
                  <a:pt x="134824" y="64725"/>
                </a:lnTo>
                <a:lnTo>
                  <a:pt x="134544" y="64705"/>
                </a:lnTo>
                <a:lnTo>
                  <a:pt x="134263" y="64686"/>
                </a:lnTo>
                <a:lnTo>
                  <a:pt x="133980" y="64669"/>
                </a:lnTo>
                <a:lnTo>
                  <a:pt x="133697" y="64653"/>
                </a:lnTo>
                <a:lnTo>
                  <a:pt x="133413" y="64638"/>
                </a:lnTo>
                <a:lnTo>
                  <a:pt x="133128" y="64624"/>
                </a:lnTo>
                <a:lnTo>
                  <a:pt x="132841" y="64611"/>
                </a:lnTo>
                <a:lnTo>
                  <a:pt x="132554" y="64600"/>
                </a:lnTo>
                <a:lnTo>
                  <a:pt x="132266" y="64590"/>
                </a:lnTo>
                <a:lnTo>
                  <a:pt x="131977" y="64581"/>
                </a:lnTo>
                <a:lnTo>
                  <a:pt x="131686" y="64573"/>
                </a:lnTo>
                <a:lnTo>
                  <a:pt x="131395" y="64567"/>
                </a:lnTo>
                <a:lnTo>
                  <a:pt x="131103" y="64561"/>
                </a:lnTo>
                <a:lnTo>
                  <a:pt x="130810" y="64557"/>
                </a:lnTo>
                <a:lnTo>
                  <a:pt x="130515" y="64554"/>
                </a:lnTo>
                <a:lnTo>
                  <a:pt x="130220" y="64552"/>
                </a:lnTo>
                <a:lnTo>
                  <a:pt x="129924" y="64552"/>
                </a:lnTo>
                <a:lnTo>
                  <a:pt x="129217" y="64556"/>
                </a:lnTo>
                <a:lnTo>
                  <a:pt x="128514" y="64571"/>
                </a:lnTo>
                <a:lnTo>
                  <a:pt x="127813" y="64595"/>
                </a:lnTo>
                <a:lnTo>
                  <a:pt x="127116" y="64628"/>
                </a:lnTo>
                <a:lnTo>
                  <a:pt x="126422" y="64671"/>
                </a:lnTo>
                <a:lnTo>
                  <a:pt x="125732" y="64724"/>
                </a:lnTo>
                <a:lnTo>
                  <a:pt x="125044" y="64786"/>
                </a:lnTo>
                <a:lnTo>
                  <a:pt x="124360" y="64858"/>
                </a:lnTo>
                <a:lnTo>
                  <a:pt x="123678" y="64939"/>
                </a:lnTo>
                <a:lnTo>
                  <a:pt x="123000" y="65030"/>
                </a:lnTo>
                <a:lnTo>
                  <a:pt x="122326" y="65131"/>
                </a:lnTo>
                <a:lnTo>
                  <a:pt x="121654" y="65241"/>
                </a:lnTo>
                <a:lnTo>
                  <a:pt x="120986" y="65360"/>
                </a:lnTo>
                <a:lnTo>
                  <a:pt x="120320" y="65490"/>
                </a:lnTo>
                <a:lnTo>
                  <a:pt x="119658" y="65628"/>
                </a:lnTo>
                <a:lnTo>
                  <a:pt x="118999" y="65777"/>
                </a:lnTo>
                <a:lnTo>
                  <a:pt x="118344" y="65935"/>
                </a:lnTo>
                <a:lnTo>
                  <a:pt x="117691" y="66102"/>
                </a:lnTo>
                <a:lnTo>
                  <a:pt x="117042" y="66279"/>
                </a:lnTo>
                <a:lnTo>
                  <a:pt x="116396" y="66466"/>
                </a:lnTo>
                <a:lnTo>
                  <a:pt x="115753" y="66662"/>
                </a:lnTo>
                <a:lnTo>
                  <a:pt x="115113" y="66868"/>
                </a:lnTo>
                <a:lnTo>
                  <a:pt x="114477" y="67083"/>
                </a:lnTo>
                <a:lnTo>
                  <a:pt x="113843" y="67308"/>
                </a:lnTo>
                <a:lnTo>
                  <a:pt x="113212" y="67544"/>
                </a:lnTo>
                <a:lnTo>
                  <a:pt x="112580" y="67792"/>
                </a:lnTo>
                <a:lnTo>
                  <a:pt x="111948" y="68051"/>
                </a:lnTo>
                <a:lnTo>
                  <a:pt x="111317" y="68323"/>
                </a:lnTo>
                <a:lnTo>
                  <a:pt x="110685" y="68606"/>
                </a:lnTo>
                <a:lnTo>
                  <a:pt x="110053" y="68902"/>
                </a:lnTo>
                <a:lnTo>
                  <a:pt x="109421" y="69210"/>
                </a:lnTo>
                <a:lnTo>
                  <a:pt x="108790" y="69529"/>
                </a:lnTo>
                <a:lnTo>
                  <a:pt x="108158" y="69860"/>
                </a:lnTo>
                <a:lnTo>
                  <a:pt x="107526" y="70204"/>
                </a:lnTo>
                <a:lnTo>
                  <a:pt x="106894" y="70559"/>
                </a:lnTo>
                <a:lnTo>
                  <a:pt x="106263" y="70926"/>
                </a:lnTo>
                <a:lnTo>
                  <a:pt x="105631" y="71306"/>
                </a:lnTo>
                <a:lnTo>
                  <a:pt x="104999" y="71697"/>
                </a:lnTo>
                <a:lnTo>
                  <a:pt x="104367" y="72100"/>
                </a:lnTo>
                <a:lnTo>
                  <a:pt x="103736" y="72515"/>
                </a:lnTo>
                <a:lnTo>
                  <a:pt x="103104" y="72942"/>
                </a:lnTo>
                <a:lnTo>
                  <a:pt x="102472" y="73382"/>
                </a:lnTo>
                <a:lnTo>
                  <a:pt x="101841" y="73833"/>
                </a:lnTo>
                <a:lnTo>
                  <a:pt x="101209" y="74296"/>
                </a:lnTo>
                <a:lnTo>
                  <a:pt x="100577" y="74771"/>
                </a:lnTo>
                <a:lnTo>
                  <a:pt x="99945" y="75258"/>
                </a:lnTo>
                <a:lnTo>
                  <a:pt x="99314" y="75757"/>
                </a:lnTo>
                <a:lnTo>
                  <a:pt x="98682" y="76267"/>
                </a:lnTo>
                <a:lnTo>
                  <a:pt x="98175" y="76681"/>
                </a:lnTo>
                <a:lnTo>
                  <a:pt x="97670" y="77097"/>
                </a:lnTo>
                <a:lnTo>
                  <a:pt x="97167" y="77516"/>
                </a:lnTo>
                <a:lnTo>
                  <a:pt x="96665" y="77938"/>
                </a:lnTo>
                <a:lnTo>
                  <a:pt x="96165" y="78363"/>
                </a:lnTo>
                <a:lnTo>
                  <a:pt x="95667" y="78791"/>
                </a:lnTo>
                <a:lnTo>
                  <a:pt x="95170" y="79222"/>
                </a:lnTo>
                <a:lnTo>
                  <a:pt x="94675" y="79656"/>
                </a:lnTo>
                <a:lnTo>
                  <a:pt x="94181" y="80093"/>
                </a:lnTo>
                <a:lnTo>
                  <a:pt x="93689" y="80533"/>
                </a:lnTo>
                <a:lnTo>
                  <a:pt x="93198" y="80976"/>
                </a:lnTo>
                <a:lnTo>
                  <a:pt x="92709" y="81422"/>
                </a:lnTo>
                <a:lnTo>
                  <a:pt x="92222" y="81871"/>
                </a:lnTo>
                <a:lnTo>
                  <a:pt x="91736" y="82323"/>
                </a:lnTo>
                <a:lnTo>
                  <a:pt x="91252" y="82778"/>
                </a:lnTo>
                <a:lnTo>
                  <a:pt x="90769" y="83236"/>
                </a:lnTo>
                <a:lnTo>
                  <a:pt x="90288" y="83697"/>
                </a:lnTo>
                <a:lnTo>
                  <a:pt x="89809" y="84161"/>
                </a:lnTo>
                <a:lnTo>
                  <a:pt x="89331" y="84627"/>
                </a:lnTo>
                <a:lnTo>
                  <a:pt x="88855" y="85097"/>
                </a:lnTo>
                <a:lnTo>
                  <a:pt x="88380" y="85570"/>
                </a:lnTo>
                <a:lnTo>
                  <a:pt x="87907" y="86046"/>
                </a:lnTo>
                <a:lnTo>
                  <a:pt x="87436" y="86525"/>
                </a:lnTo>
                <a:lnTo>
                  <a:pt x="86966" y="87007"/>
                </a:lnTo>
                <a:lnTo>
                  <a:pt x="86499" y="87491"/>
                </a:lnTo>
                <a:lnTo>
                  <a:pt x="86034" y="87978"/>
                </a:lnTo>
                <a:lnTo>
                  <a:pt x="85573" y="88467"/>
                </a:lnTo>
                <a:lnTo>
                  <a:pt x="85116" y="88958"/>
                </a:lnTo>
                <a:lnTo>
                  <a:pt x="84661" y="89451"/>
                </a:lnTo>
                <a:lnTo>
                  <a:pt x="84209" y="89947"/>
                </a:lnTo>
                <a:lnTo>
                  <a:pt x="83761" y="90444"/>
                </a:lnTo>
                <a:lnTo>
                  <a:pt x="83316" y="90944"/>
                </a:lnTo>
                <a:lnTo>
                  <a:pt x="82874" y="91446"/>
                </a:lnTo>
                <a:lnTo>
                  <a:pt x="82435" y="91950"/>
                </a:lnTo>
                <a:lnTo>
                  <a:pt x="82000" y="92457"/>
                </a:lnTo>
                <a:lnTo>
                  <a:pt x="81568" y="92965"/>
                </a:lnTo>
                <a:lnTo>
                  <a:pt x="81139" y="93476"/>
                </a:lnTo>
                <a:lnTo>
                  <a:pt x="80713" y="93989"/>
                </a:lnTo>
                <a:lnTo>
                  <a:pt x="80290" y="94504"/>
                </a:lnTo>
                <a:lnTo>
                  <a:pt x="79870" y="95022"/>
                </a:lnTo>
                <a:lnTo>
                  <a:pt x="79454" y="95541"/>
                </a:lnTo>
                <a:lnTo>
                  <a:pt x="79041" y="96063"/>
                </a:lnTo>
                <a:lnTo>
                  <a:pt x="78631" y="96587"/>
                </a:lnTo>
                <a:lnTo>
                  <a:pt x="78224" y="97113"/>
                </a:lnTo>
                <a:lnTo>
                  <a:pt x="77820" y="97641"/>
                </a:lnTo>
                <a:lnTo>
                  <a:pt x="77420" y="98172"/>
                </a:lnTo>
                <a:lnTo>
                  <a:pt x="77023" y="98705"/>
                </a:lnTo>
                <a:lnTo>
                  <a:pt x="76629" y="99240"/>
                </a:lnTo>
                <a:lnTo>
                  <a:pt x="76238" y="99777"/>
                </a:lnTo>
                <a:lnTo>
                  <a:pt x="75852" y="100316"/>
                </a:lnTo>
                <a:lnTo>
                  <a:pt x="75469" y="100858"/>
                </a:lnTo>
                <a:lnTo>
                  <a:pt x="75091" y="101403"/>
                </a:lnTo>
                <a:lnTo>
                  <a:pt x="74716" y="101950"/>
                </a:lnTo>
                <a:lnTo>
                  <a:pt x="74346" y="102499"/>
                </a:lnTo>
                <a:lnTo>
                  <a:pt x="73979" y="103050"/>
                </a:lnTo>
                <a:lnTo>
                  <a:pt x="73617" y="103604"/>
                </a:lnTo>
                <a:lnTo>
                  <a:pt x="73258" y="104161"/>
                </a:lnTo>
                <a:lnTo>
                  <a:pt x="72904" y="104719"/>
                </a:lnTo>
                <a:lnTo>
                  <a:pt x="72553" y="105281"/>
                </a:lnTo>
                <a:lnTo>
                  <a:pt x="72206" y="105844"/>
                </a:lnTo>
                <a:lnTo>
                  <a:pt x="71864" y="106410"/>
                </a:lnTo>
                <a:lnTo>
                  <a:pt x="71525" y="106978"/>
                </a:lnTo>
                <a:lnTo>
                  <a:pt x="71191" y="107549"/>
                </a:lnTo>
                <a:lnTo>
                  <a:pt x="70860" y="108122"/>
                </a:lnTo>
                <a:lnTo>
                  <a:pt x="70533" y="108698"/>
                </a:lnTo>
                <a:lnTo>
                  <a:pt x="70211" y="109276"/>
                </a:lnTo>
                <a:lnTo>
                  <a:pt x="69892" y="109856"/>
                </a:lnTo>
                <a:lnTo>
                  <a:pt x="69577" y="110438"/>
                </a:lnTo>
                <a:lnTo>
                  <a:pt x="69267" y="111024"/>
                </a:lnTo>
                <a:lnTo>
                  <a:pt x="68960" y="111611"/>
                </a:lnTo>
                <a:lnTo>
                  <a:pt x="68657" y="112201"/>
                </a:lnTo>
                <a:lnTo>
                  <a:pt x="68359" y="112793"/>
                </a:lnTo>
                <a:lnTo>
                  <a:pt x="68065" y="113387"/>
                </a:lnTo>
                <a:lnTo>
                  <a:pt x="67777" y="113983"/>
                </a:lnTo>
                <a:lnTo>
                  <a:pt x="67495" y="114581"/>
                </a:lnTo>
                <a:lnTo>
                  <a:pt x="67220" y="115180"/>
                </a:lnTo>
                <a:lnTo>
                  <a:pt x="66950" y="115780"/>
                </a:lnTo>
                <a:lnTo>
                  <a:pt x="66686" y="116383"/>
                </a:lnTo>
                <a:lnTo>
                  <a:pt x="66428" y="116986"/>
                </a:lnTo>
                <a:lnTo>
                  <a:pt x="66176" y="117592"/>
                </a:lnTo>
                <a:lnTo>
                  <a:pt x="65930" y="118199"/>
                </a:lnTo>
                <a:lnTo>
                  <a:pt x="65691" y="118807"/>
                </a:lnTo>
                <a:lnTo>
                  <a:pt x="65457" y="119418"/>
                </a:lnTo>
                <a:lnTo>
                  <a:pt x="65229" y="120029"/>
                </a:lnTo>
                <a:lnTo>
                  <a:pt x="65007" y="120643"/>
                </a:lnTo>
                <a:lnTo>
                  <a:pt x="64791" y="121258"/>
                </a:lnTo>
                <a:lnTo>
                  <a:pt x="64581" y="121874"/>
                </a:lnTo>
                <a:lnTo>
                  <a:pt x="64377" y="122492"/>
                </a:lnTo>
                <a:lnTo>
                  <a:pt x="64179" y="123112"/>
                </a:lnTo>
                <a:lnTo>
                  <a:pt x="63987" y="123734"/>
                </a:lnTo>
                <a:lnTo>
                  <a:pt x="63801" y="124357"/>
                </a:lnTo>
                <a:lnTo>
                  <a:pt x="63621" y="124981"/>
                </a:lnTo>
                <a:lnTo>
                  <a:pt x="63447" y="125607"/>
                </a:lnTo>
                <a:lnTo>
                  <a:pt x="63278" y="126235"/>
                </a:lnTo>
                <a:lnTo>
                  <a:pt x="63116" y="126864"/>
                </a:lnTo>
                <a:lnTo>
                  <a:pt x="62960" y="127495"/>
                </a:lnTo>
                <a:lnTo>
                  <a:pt x="62912" y="127707"/>
                </a:lnTo>
                <a:lnTo>
                  <a:pt x="62864" y="127921"/>
                </a:lnTo>
                <a:lnTo>
                  <a:pt x="62815" y="128138"/>
                </a:lnTo>
                <a:lnTo>
                  <a:pt x="62766" y="128357"/>
                </a:lnTo>
                <a:lnTo>
                  <a:pt x="62716" y="128578"/>
                </a:lnTo>
                <a:lnTo>
                  <a:pt x="62666" y="128802"/>
                </a:lnTo>
                <a:lnTo>
                  <a:pt x="62615" y="129028"/>
                </a:lnTo>
                <a:lnTo>
                  <a:pt x="62565" y="129256"/>
                </a:lnTo>
                <a:lnTo>
                  <a:pt x="62513" y="129487"/>
                </a:lnTo>
                <a:lnTo>
                  <a:pt x="62462" y="129721"/>
                </a:lnTo>
                <a:lnTo>
                  <a:pt x="62410" y="129956"/>
                </a:lnTo>
                <a:lnTo>
                  <a:pt x="62357" y="130195"/>
                </a:lnTo>
                <a:lnTo>
                  <a:pt x="62304" y="130435"/>
                </a:lnTo>
                <a:lnTo>
                  <a:pt x="62251" y="130678"/>
                </a:lnTo>
                <a:lnTo>
                  <a:pt x="62197" y="130923"/>
                </a:lnTo>
                <a:lnTo>
                  <a:pt x="62143" y="131171"/>
                </a:lnTo>
                <a:lnTo>
                  <a:pt x="62089" y="131421"/>
                </a:lnTo>
                <a:lnTo>
                  <a:pt x="62034" y="131673"/>
                </a:lnTo>
                <a:lnTo>
                  <a:pt x="61979" y="131928"/>
                </a:lnTo>
                <a:lnTo>
                  <a:pt x="61923" y="132185"/>
                </a:lnTo>
                <a:lnTo>
                  <a:pt x="61867" y="132445"/>
                </a:lnTo>
                <a:lnTo>
                  <a:pt x="61811" y="132707"/>
                </a:lnTo>
                <a:lnTo>
                  <a:pt x="61754" y="132972"/>
                </a:lnTo>
                <a:lnTo>
                  <a:pt x="61697" y="133238"/>
                </a:lnTo>
                <a:lnTo>
                  <a:pt x="61641" y="133506"/>
                </a:lnTo>
                <a:lnTo>
                  <a:pt x="61587" y="133771"/>
                </a:lnTo>
                <a:lnTo>
                  <a:pt x="61535" y="134035"/>
                </a:lnTo>
                <a:lnTo>
                  <a:pt x="61486" y="134298"/>
                </a:lnTo>
                <a:lnTo>
                  <a:pt x="61440" y="134558"/>
                </a:lnTo>
                <a:lnTo>
                  <a:pt x="61395" y="134818"/>
                </a:lnTo>
                <a:lnTo>
                  <a:pt x="61353" y="135075"/>
                </a:lnTo>
                <a:lnTo>
                  <a:pt x="61314" y="135331"/>
                </a:lnTo>
                <a:lnTo>
                  <a:pt x="61277" y="135586"/>
                </a:lnTo>
                <a:lnTo>
                  <a:pt x="61242" y="135839"/>
                </a:lnTo>
                <a:lnTo>
                  <a:pt x="61210" y="136090"/>
                </a:lnTo>
                <a:lnTo>
                  <a:pt x="61180" y="136340"/>
                </a:lnTo>
                <a:lnTo>
                  <a:pt x="61152" y="136588"/>
                </a:lnTo>
                <a:lnTo>
                  <a:pt x="61127" y="136834"/>
                </a:lnTo>
                <a:lnTo>
                  <a:pt x="61105" y="137079"/>
                </a:lnTo>
                <a:lnTo>
                  <a:pt x="61084" y="137322"/>
                </a:lnTo>
                <a:lnTo>
                  <a:pt x="61066" y="137564"/>
                </a:lnTo>
                <a:lnTo>
                  <a:pt x="61051" y="137804"/>
                </a:lnTo>
                <a:lnTo>
                  <a:pt x="61038" y="138043"/>
                </a:lnTo>
                <a:lnTo>
                  <a:pt x="61027" y="138279"/>
                </a:lnTo>
                <a:lnTo>
                  <a:pt x="61018" y="138515"/>
                </a:lnTo>
                <a:lnTo>
                  <a:pt x="61012" y="138748"/>
                </a:lnTo>
                <a:lnTo>
                  <a:pt x="61009" y="138981"/>
                </a:lnTo>
                <a:lnTo>
                  <a:pt x="61008" y="139211"/>
                </a:lnTo>
                <a:lnTo>
                  <a:pt x="61012" y="139574"/>
                </a:lnTo>
                <a:lnTo>
                  <a:pt x="61024" y="139936"/>
                </a:lnTo>
                <a:lnTo>
                  <a:pt x="61043" y="140296"/>
                </a:lnTo>
                <a:lnTo>
                  <a:pt x="61071" y="140655"/>
                </a:lnTo>
                <a:lnTo>
                  <a:pt x="61107" y="141012"/>
                </a:lnTo>
                <a:lnTo>
                  <a:pt x="61151" y="141368"/>
                </a:lnTo>
                <a:lnTo>
                  <a:pt x="61203" y="141723"/>
                </a:lnTo>
                <a:lnTo>
                  <a:pt x="61263" y="142076"/>
                </a:lnTo>
                <a:lnTo>
                  <a:pt x="61331" y="142428"/>
                </a:lnTo>
                <a:lnTo>
                  <a:pt x="61406" y="142779"/>
                </a:lnTo>
                <a:lnTo>
                  <a:pt x="61490" y="143128"/>
                </a:lnTo>
                <a:lnTo>
                  <a:pt x="61582" y="143475"/>
                </a:lnTo>
                <a:lnTo>
                  <a:pt x="61682" y="143822"/>
                </a:lnTo>
                <a:lnTo>
                  <a:pt x="61789" y="144166"/>
                </a:lnTo>
                <a:lnTo>
                  <a:pt x="61905" y="144510"/>
                </a:lnTo>
                <a:lnTo>
                  <a:pt x="62029" y="144852"/>
                </a:lnTo>
                <a:lnTo>
                  <a:pt x="62160" y="145193"/>
                </a:lnTo>
                <a:lnTo>
                  <a:pt x="62300" y="145532"/>
                </a:lnTo>
                <a:lnTo>
                  <a:pt x="62447" y="145870"/>
                </a:lnTo>
                <a:lnTo>
                  <a:pt x="62603" y="146206"/>
                </a:lnTo>
                <a:lnTo>
                  <a:pt x="62766" y="146542"/>
                </a:lnTo>
                <a:lnTo>
                  <a:pt x="62938" y="146875"/>
                </a:lnTo>
                <a:lnTo>
                  <a:pt x="63117" y="147208"/>
                </a:lnTo>
                <a:lnTo>
                  <a:pt x="63305" y="147538"/>
                </a:lnTo>
                <a:lnTo>
                  <a:pt x="63498" y="147867"/>
                </a:lnTo>
                <a:lnTo>
                  <a:pt x="63695" y="148192"/>
                </a:lnTo>
                <a:lnTo>
                  <a:pt x="63895" y="148514"/>
                </a:lnTo>
                <a:lnTo>
                  <a:pt x="64099" y="148832"/>
                </a:lnTo>
                <a:lnTo>
                  <a:pt x="64307" y="149147"/>
                </a:lnTo>
                <a:lnTo>
                  <a:pt x="64518" y="149459"/>
                </a:lnTo>
                <a:lnTo>
                  <a:pt x="64733" y="149767"/>
                </a:lnTo>
                <a:lnTo>
                  <a:pt x="64951" y="150072"/>
                </a:lnTo>
                <a:lnTo>
                  <a:pt x="65173" y="150373"/>
                </a:lnTo>
                <a:lnTo>
                  <a:pt x="65399" y="150671"/>
                </a:lnTo>
                <a:lnTo>
                  <a:pt x="65628" y="150966"/>
                </a:lnTo>
                <a:lnTo>
                  <a:pt x="65860" y="151257"/>
                </a:lnTo>
                <a:lnTo>
                  <a:pt x="66097" y="151545"/>
                </a:lnTo>
                <a:lnTo>
                  <a:pt x="66337" y="151829"/>
                </a:lnTo>
                <a:lnTo>
                  <a:pt x="66580" y="152110"/>
                </a:lnTo>
                <a:lnTo>
                  <a:pt x="66827" y="152388"/>
                </a:lnTo>
                <a:lnTo>
                  <a:pt x="67078" y="152662"/>
                </a:lnTo>
                <a:lnTo>
                  <a:pt x="67332" y="152933"/>
                </a:lnTo>
                <a:lnTo>
                  <a:pt x="67590" y="153201"/>
                </a:lnTo>
                <a:lnTo>
                  <a:pt x="67851" y="153465"/>
                </a:lnTo>
                <a:lnTo>
                  <a:pt x="68116" y="153726"/>
                </a:lnTo>
                <a:lnTo>
                  <a:pt x="68385" y="153983"/>
                </a:lnTo>
                <a:lnTo>
                  <a:pt x="68657" y="154237"/>
                </a:lnTo>
                <a:lnTo>
                  <a:pt x="68933" y="154488"/>
                </a:lnTo>
                <a:lnTo>
                  <a:pt x="69211" y="154734"/>
                </a:lnTo>
                <a:lnTo>
                  <a:pt x="69491" y="154977"/>
                </a:lnTo>
                <a:lnTo>
                  <a:pt x="69772" y="155216"/>
                </a:lnTo>
                <a:lnTo>
                  <a:pt x="70054" y="155451"/>
                </a:lnTo>
                <a:lnTo>
                  <a:pt x="70338" y="155682"/>
                </a:lnTo>
                <a:lnTo>
                  <a:pt x="70624" y="155909"/>
                </a:lnTo>
                <a:lnTo>
                  <a:pt x="70910" y="156132"/>
                </a:lnTo>
                <a:lnTo>
                  <a:pt x="71198" y="156351"/>
                </a:lnTo>
                <a:lnTo>
                  <a:pt x="71488" y="156566"/>
                </a:lnTo>
                <a:lnTo>
                  <a:pt x="71779" y="156777"/>
                </a:lnTo>
                <a:lnTo>
                  <a:pt x="72071" y="156984"/>
                </a:lnTo>
                <a:lnTo>
                  <a:pt x="72364" y="157187"/>
                </a:lnTo>
                <a:lnTo>
                  <a:pt x="72659" y="157386"/>
                </a:lnTo>
                <a:lnTo>
                  <a:pt x="72956" y="157581"/>
                </a:lnTo>
                <a:lnTo>
                  <a:pt x="73254" y="157772"/>
                </a:lnTo>
                <a:lnTo>
                  <a:pt x="73553" y="157959"/>
                </a:lnTo>
                <a:lnTo>
                  <a:pt x="73854" y="158142"/>
                </a:lnTo>
                <a:lnTo>
                  <a:pt x="74156" y="158321"/>
                </a:lnTo>
                <a:lnTo>
                  <a:pt x="74459" y="158496"/>
                </a:lnTo>
                <a:lnTo>
                  <a:pt x="74764" y="158667"/>
                </a:lnTo>
                <a:lnTo>
                  <a:pt x="75070" y="158834"/>
                </a:lnTo>
                <a:lnTo>
                  <a:pt x="75378" y="158997"/>
                </a:lnTo>
                <a:lnTo>
                  <a:pt x="75687" y="159157"/>
                </a:lnTo>
                <a:lnTo>
                  <a:pt x="75997" y="159312"/>
                </a:lnTo>
                <a:lnTo>
                  <a:pt x="76307" y="159462"/>
                </a:lnTo>
                <a:lnTo>
                  <a:pt x="76614" y="159605"/>
                </a:lnTo>
                <a:lnTo>
                  <a:pt x="76918" y="159742"/>
                </a:lnTo>
                <a:lnTo>
                  <a:pt x="77220" y="159873"/>
                </a:lnTo>
                <a:lnTo>
                  <a:pt x="77520" y="159998"/>
                </a:lnTo>
                <a:lnTo>
                  <a:pt x="77817" y="160116"/>
                </a:lnTo>
                <a:lnTo>
                  <a:pt x="78111" y="160227"/>
                </a:lnTo>
                <a:lnTo>
                  <a:pt x="78403" y="160333"/>
                </a:lnTo>
                <a:lnTo>
                  <a:pt x="78692" y="160432"/>
                </a:lnTo>
                <a:lnTo>
                  <a:pt x="78978" y="160524"/>
                </a:lnTo>
                <a:lnTo>
                  <a:pt x="79262" y="160610"/>
                </a:lnTo>
                <a:lnTo>
                  <a:pt x="79543" y="160690"/>
                </a:lnTo>
                <a:lnTo>
                  <a:pt x="79822" y="160763"/>
                </a:lnTo>
                <a:lnTo>
                  <a:pt x="80098" y="160830"/>
                </a:lnTo>
                <a:lnTo>
                  <a:pt x="80371" y="160891"/>
                </a:lnTo>
                <a:lnTo>
                  <a:pt x="80642" y="160945"/>
                </a:lnTo>
                <a:lnTo>
                  <a:pt x="80911" y="160993"/>
                </a:lnTo>
                <a:lnTo>
                  <a:pt x="81176" y="161035"/>
                </a:lnTo>
                <a:lnTo>
                  <a:pt x="81440" y="161070"/>
                </a:lnTo>
                <a:lnTo>
                  <a:pt x="81700" y="161098"/>
                </a:lnTo>
                <a:lnTo>
                  <a:pt x="81958" y="161121"/>
                </a:lnTo>
                <a:lnTo>
                  <a:pt x="82213" y="161137"/>
                </a:lnTo>
                <a:lnTo>
                  <a:pt x="82466" y="161146"/>
                </a:lnTo>
                <a:lnTo>
                  <a:pt x="82716" y="161149"/>
                </a:lnTo>
                <a:lnTo>
                  <a:pt x="83138" y="161146"/>
                </a:lnTo>
                <a:lnTo>
                  <a:pt x="83559" y="161136"/>
                </a:lnTo>
                <a:lnTo>
                  <a:pt x="83981" y="161120"/>
                </a:lnTo>
                <a:lnTo>
                  <a:pt x="84402" y="161097"/>
                </a:lnTo>
                <a:lnTo>
                  <a:pt x="84825" y="161067"/>
                </a:lnTo>
                <a:lnTo>
                  <a:pt x="85247" y="161031"/>
                </a:lnTo>
                <a:lnTo>
                  <a:pt x="85669" y="160988"/>
                </a:lnTo>
                <a:lnTo>
                  <a:pt x="86092" y="160939"/>
                </a:lnTo>
                <a:lnTo>
                  <a:pt x="86515" y="160883"/>
                </a:lnTo>
                <a:lnTo>
                  <a:pt x="86938" y="160820"/>
                </a:lnTo>
                <a:lnTo>
                  <a:pt x="87361" y="160751"/>
                </a:lnTo>
                <a:lnTo>
                  <a:pt x="87784" y="160676"/>
                </a:lnTo>
                <a:lnTo>
                  <a:pt x="88208" y="160593"/>
                </a:lnTo>
                <a:lnTo>
                  <a:pt x="88632" y="160505"/>
                </a:lnTo>
                <a:lnTo>
                  <a:pt x="89056" y="160409"/>
                </a:lnTo>
                <a:lnTo>
                  <a:pt x="89480" y="160307"/>
                </a:lnTo>
                <a:lnTo>
                  <a:pt x="89905" y="160199"/>
                </a:lnTo>
                <a:lnTo>
                  <a:pt x="90329" y="160083"/>
                </a:lnTo>
                <a:lnTo>
                  <a:pt x="90754" y="159962"/>
                </a:lnTo>
                <a:lnTo>
                  <a:pt x="91179" y="159833"/>
                </a:lnTo>
                <a:lnTo>
                  <a:pt x="91604" y="159698"/>
                </a:lnTo>
                <a:lnTo>
                  <a:pt x="92030" y="159557"/>
                </a:lnTo>
                <a:lnTo>
                  <a:pt x="92456" y="159409"/>
                </a:lnTo>
                <a:lnTo>
                  <a:pt x="92881" y="159254"/>
                </a:lnTo>
                <a:lnTo>
                  <a:pt x="93307" y="159094"/>
                </a:lnTo>
                <a:lnTo>
                  <a:pt x="93732" y="158931"/>
                </a:lnTo>
                <a:lnTo>
                  <a:pt x="94157" y="158763"/>
                </a:lnTo>
                <a:lnTo>
                  <a:pt x="94580" y="158592"/>
                </a:lnTo>
                <a:lnTo>
                  <a:pt x="95004" y="158417"/>
                </a:lnTo>
                <a:lnTo>
                  <a:pt x="95426" y="158238"/>
                </a:lnTo>
                <a:lnTo>
                  <a:pt x="95848" y="158056"/>
                </a:lnTo>
                <a:lnTo>
                  <a:pt x="96270" y="157870"/>
                </a:lnTo>
                <a:lnTo>
                  <a:pt x="96691" y="157679"/>
                </a:lnTo>
                <a:lnTo>
                  <a:pt x="97111" y="157485"/>
                </a:lnTo>
                <a:lnTo>
                  <a:pt x="97531" y="157288"/>
                </a:lnTo>
                <a:lnTo>
                  <a:pt x="97950" y="157086"/>
                </a:lnTo>
                <a:lnTo>
                  <a:pt x="98368" y="156881"/>
                </a:lnTo>
                <a:lnTo>
                  <a:pt x="98786" y="156672"/>
                </a:lnTo>
                <a:lnTo>
                  <a:pt x="99203" y="156459"/>
                </a:lnTo>
                <a:lnTo>
                  <a:pt x="99620" y="156242"/>
                </a:lnTo>
                <a:lnTo>
                  <a:pt x="100036" y="156022"/>
                </a:lnTo>
                <a:lnTo>
                  <a:pt x="100451" y="155798"/>
                </a:lnTo>
                <a:lnTo>
                  <a:pt x="100866" y="155570"/>
                </a:lnTo>
                <a:lnTo>
                  <a:pt x="101281" y="155338"/>
                </a:lnTo>
                <a:lnTo>
                  <a:pt x="101694" y="155102"/>
                </a:lnTo>
                <a:lnTo>
                  <a:pt x="102107" y="154863"/>
                </a:lnTo>
                <a:lnTo>
                  <a:pt x="102520" y="154620"/>
                </a:lnTo>
                <a:lnTo>
                  <a:pt x="102932" y="154373"/>
                </a:lnTo>
                <a:lnTo>
                  <a:pt x="103343" y="154122"/>
                </a:lnTo>
                <a:lnTo>
                  <a:pt x="103753" y="153869"/>
                </a:lnTo>
                <a:lnTo>
                  <a:pt x="104163" y="153614"/>
                </a:lnTo>
                <a:lnTo>
                  <a:pt x="104572" y="153355"/>
                </a:lnTo>
                <a:lnTo>
                  <a:pt x="104980" y="153093"/>
                </a:lnTo>
                <a:lnTo>
                  <a:pt x="105387" y="152829"/>
                </a:lnTo>
                <a:lnTo>
                  <a:pt x="105793" y="152562"/>
                </a:lnTo>
                <a:lnTo>
                  <a:pt x="106199" y="152292"/>
                </a:lnTo>
                <a:lnTo>
                  <a:pt x="106604" y="152020"/>
                </a:lnTo>
                <a:lnTo>
                  <a:pt x="107008" y="151744"/>
                </a:lnTo>
                <a:lnTo>
                  <a:pt x="107411" y="151466"/>
                </a:lnTo>
                <a:lnTo>
                  <a:pt x="107813" y="151185"/>
                </a:lnTo>
                <a:lnTo>
                  <a:pt x="108215" y="150902"/>
                </a:lnTo>
                <a:lnTo>
                  <a:pt x="108616" y="150615"/>
                </a:lnTo>
                <a:lnTo>
                  <a:pt x="109016" y="150326"/>
                </a:lnTo>
                <a:lnTo>
                  <a:pt x="109415" y="150033"/>
                </a:lnTo>
                <a:lnTo>
                  <a:pt x="109813" y="149739"/>
                </a:lnTo>
                <a:lnTo>
                  <a:pt x="110211" y="149441"/>
                </a:lnTo>
                <a:lnTo>
                  <a:pt x="110608" y="149140"/>
                </a:lnTo>
                <a:lnTo>
                  <a:pt x="111004" y="148837"/>
                </a:lnTo>
                <a:lnTo>
                  <a:pt x="111399" y="148531"/>
                </a:lnTo>
                <a:lnTo>
                  <a:pt x="111794" y="148222"/>
                </a:lnTo>
                <a:lnTo>
                  <a:pt x="112187" y="147910"/>
                </a:lnTo>
                <a:lnTo>
                  <a:pt x="112580" y="147596"/>
                </a:lnTo>
                <a:lnTo>
                  <a:pt x="112972" y="147280"/>
                </a:lnTo>
                <a:lnTo>
                  <a:pt x="113362" y="146964"/>
                </a:lnTo>
                <a:lnTo>
                  <a:pt x="113752" y="146648"/>
                </a:lnTo>
                <a:lnTo>
                  <a:pt x="114140" y="146332"/>
                </a:lnTo>
                <a:lnTo>
                  <a:pt x="114527" y="146017"/>
                </a:lnTo>
                <a:lnTo>
                  <a:pt x="114913" y="145701"/>
                </a:lnTo>
                <a:lnTo>
                  <a:pt x="115298" y="145385"/>
                </a:lnTo>
                <a:lnTo>
                  <a:pt x="115681" y="145069"/>
                </a:lnTo>
                <a:lnTo>
                  <a:pt x="116064" y="144753"/>
                </a:lnTo>
                <a:lnTo>
                  <a:pt x="116445" y="144437"/>
                </a:lnTo>
                <a:lnTo>
                  <a:pt x="116824" y="144121"/>
                </a:lnTo>
                <a:lnTo>
                  <a:pt x="117203" y="143805"/>
                </a:lnTo>
                <a:lnTo>
                  <a:pt x="117581" y="143490"/>
                </a:lnTo>
                <a:lnTo>
                  <a:pt x="117957" y="143174"/>
                </a:lnTo>
                <a:lnTo>
                  <a:pt x="118332" y="142858"/>
                </a:lnTo>
                <a:lnTo>
                  <a:pt x="118706" y="142542"/>
                </a:lnTo>
                <a:lnTo>
                  <a:pt x="119079" y="142226"/>
                </a:lnTo>
                <a:lnTo>
                  <a:pt x="119450" y="141910"/>
                </a:lnTo>
                <a:lnTo>
                  <a:pt x="119820" y="141594"/>
                </a:lnTo>
                <a:lnTo>
                  <a:pt x="120190" y="141279"/>
                </a:lnTo>
                <a:lnTo>
                  <a:pt x="120557" y="140963"/>
                </a:lnTo>
                <a:lnTo>
                  <a:pt x="120924" y="140647"/>
                </a:lnTo>
                <a:lnTo>
                  <a:pt x="121290" y="140331"/>
                </a:lnTo>
                <a:lnTo>
                  <a:pt x="121654" y="140015"/>
                </a:lnTo>
                <a:lnTo>
                  <a:pt x="121587" y="140263"/>
                </a:lnTo>
                <a:lnTo>
                  <a:pt x="121522" y="140508"/>
                </a:lnTo>
                <a:lnTo>
                  <a:pt x="121457" y="140752"/>
                </a:lnTo>
                <a:lnTo>
                  <a:pt x="121394" y="140993"/>
                </a:lnTo>
                <a:lnTo>
                  <a:pt x="121331" y="141232"/>
                </a:lnTo>
                <a:lnTo>
                  <a:pt x="121270" y="141469"/>
                </a:lnTo>
                <a:lnTo>
                  <a:pt x="121209" y="141703"/>
                </a:lnTo>
                <a:lnTo>
                  <a:pt x="121150" y="141936"/>
                </a:lnTo>
                <a:lnTo>
                  <a:pt x="121091" y="142166"/>
                </a:lnTo>
                <a:lnTo>
                  <a:pt x="121034" y="142394"/>
                </a:lnTo>
                <a:lnTo>
                  <a:pt x="120977" y="142620"/>
                </a:lnTo>
                <a:lnTo>
                  <a:pt x="120922" y="142844"/>
                </a:lnTo>
                <a:lnTo>
                  <a:pt x="120867" y="143065"/>
                </a:lnTo>
                <a:lnTo>
                  <a:pt x="120814" y="143284"/>
                </a:lnTo>
                <a:lnTo>
                  <a:pt x="120761" y="143501"/>
                </a:lnTo>
                <a:lnTo>
                  <a:pt x="120710" y="143716"/>
                </a:lnTo>
                <a:lnTo>
                  <a:pt x="120659" y="143929"/>
                </a:lnTo>
                <a:lnTo>
                  <a:pt x="120609" y="144139"/>
                </a:lnTo>
                <a:lnTo>
                  <a:pt x="120561" y="144348"/>
                </a:lnTo>
                <a:lnTo>
                  <a:pt x="120513" y="144554"/>
                </a:lnTo>
                <a:lnTo>
                  <a:pt x="120467" y="144758"/>
                </a:lnTo>
                <a:lnTo>
                  <a:pt x="120421" y="144959"/>
                </a:lnTo>
                <a:lnTo>
                  <a:pt x="120377" y="145159"/>
                </a:lnTo>
                <a:lnTo>
                  <a:pt x="120333" y="145356"/>
                </a:lnTo>
                <a:lnTo>
                  <a:pt x="120290" y="145552"/>
                </a:lnTo>
                <a:lnTo>
                  <a:pt x="120246" y="145747"/>
                </a:lnTo>
                <a:lnTo>
                  <a:pt x="120201" y="145942"/>
                </a:lnTo>
                <a:lnTo>
                  <a:pt x="120156" y="146136"/>
                </a:lnTo>
                <a:lnTo>
                  <a:pt x="120110" y="146330"/>
                </a:lnTo>
                <a:lnTo>
                  <a:pt x="120064" y="146523"/>
                </a:lnTo>
                <a:lnTo>
                  <a:pt x="120017" y="146715"/>
                </a:lnTo>
                <a:lnTo>
                  <a:pt x="119969" y="146907"/>
                </a:lnTo>
                <a:lnTo>
                  <a:pt x="119921" y="147098"/>
                </a:lnTo>
                <a:lnTo>
                  <a:pt x="119872" y="147288"/>
                </a:lnTo>
                <a:lnTo>
                  <a:pt x="119823" y="147478"/>
                </a:lnTo>
                <a:lnTo>
                  <a:pt x="119773" y="147668"/>
                </a:lnTo>
                <a:lnTo>
                  <a:pt x="119723" y="147856"/>
                </a:lnTo>
                <a:lnTo>
                  <a:pt x="119671" y="148045"/>
                </a:lnTo>
                <a:lnTo>
                  <a:pt x="119620" y="148232"/>
                </a:lnTo>
                <a:lnTo>
                  <a:pt x="119567" y="148419"/>
                </a:lnTo>
                <a:lnTo>
                  <a:pt x="119514" y="148605"/>
                </a:lnTo>
                <a:lnTo>
                  <a:pt x="119461" y="148791"/>
                </a:lnTo>
                <a:lnTo>
                  <a:pt x="119407" y="148976"/>
                </a:lnTo>
                <a:lnTo>
                  <a:pt x="119352" y="149161"/>
                </a:lnTo>
                <a:lnTo>
                  <a:pt x="119297" y="149345"/>
                </a:lnTo>
                <a:lnTo>
                  <a:pt x="119241" y="149528"/>
                </a:lnTo>
                <a:lnTo>
                  <a:pt x="119184" y="149711"/>
                </a:lnTo>
                <a:lnTo>
                  <a:pt x="119127" y="149893"/>
                </a:lnTo>
                <a:lnTo>
                  <a:pt x="118983" y="150429"/>
                </a:lnTo>
                <a:lnTo>
                  <a:pt x="118839" y="150964"/>
                </a:lnTo>
                <a:lnTo>
                  <a:pt x="118694" y="151498"/>
                </a:lnTo>
                <a:lnTo>
                  <a:pt x="118548" y="152031"/>
                </a:lnTo>
                <a:lnTo>
                  <a:pt x="118402" y="152563"/>
                </a:lnTo>
                <a:lnTo>
                  <a:pt x="118255" y="153095"/>
                </a:lnTo>
                <a:lnTo>
                  <a:pt x="118107" y="153626"/>
                </a:lnTo>
                <a:lnTo>
                  <a:pt x="117959" y="154156"/>
                </a:lnTo>
                <a:lnTo>
                  <a:pt x="117811" y="154685"/>
                </a:lnTo>
                <a:lnTo>
                  <a:pt x="117661" y="155213"/>
                </a:lnTo>
                <a:lnTo>
                  <a:pt x="117512" y="155741"/>
                </a:lnTo>
                <a:lnTo>
                  <a:pt x="117361" y="156268"/>
                </a:lnTo>
                <a:lnTo>
                  <a:pt x="117210" y="156794"/>
                </a:lnTo>
                <a:lnTo>
                  <a:pt x="117058" y="157319"/>
                </a:lnTo>
                <a:lnTo>
                  <a:pt x="116906" y="157844"/>
                </a:lnTo>
                <a:lnTo>
                  <a:pt x="116753" y="158367"/>
                </a:lnTo>
                <a:lnTo>
                  <a:pt x="116600" y="158890"/>
                </a:lnTo>
                <a:lnTo>
                  <a:pt x="116446" y="159412"/>
                </a:lnTo>
                <a:lnTo>
                  <a:pt x="116291" y="159933"/>
                </a:lnTo>
                <a:lnTo>
                  <a:pt x="116136" y="160454"/>
                </a:lnTo>
                <a:lnTo>
                  <a:pt x="115980" y="160974"/>
                </a:lnTo>
                <a:lnTo>
                  <a:pt x="115824" y="161492"/>
                </a:lnTo>
                <a:lnTo>
                  <a:pt x="115667" y="162010"/>
                </a:lnTo>
                <a:lnTo>
                  <a:pt x="115509" y="162528"/>
                </a:lnTo>
                <a:lnTo>
                  <a:pt x="115349" y="163044"/>
                </a:lnTo>
                <a:lnTo>
                  <a:pt x="115187" y="163560"/>
                </a:lnTo>
                <a:lnTo>
                  <a:pt x="115021" y="164074"/>
                </a:lnTo>
                <a:lnTo>
                  <a:pt x="114852" y="164587"/>
                </a:lnTo>
                <a:lnTo>
                  <a:pt x="114679" y="165100"/>
                </a:lnTo>
                <a:lnTo>
                  <a:pt x="114504" y="165611"/>
                </a:lnTo>
                <a:lnTo>
                  <a:pt x="114325" y="166121"/>
                </a:lnTo>
                <a:lnTo>
                  <a:pt x="114143" y="166631"/>
                </a:lnTo>
                <a:lnTo>
                  <a:pt x="113958" y="167139"/>
                </a:lnTo>
                <a:lnTo>
                  <a:pt x="113770" y="167647"/>
                </a:lnTo>
                <a:lnTo>
                  <a:pt x="113579" y="168153"/>
                </a:lnTo>
                <a:lnTo>
                  <a:pt x="113384" y="168658"/>
                </a:lnTo>
                <a:lnTo>
                  <a:pt x="113186" y="169163"/>
                </a:lnTo>
                <a:lnTo>
                  <a:pt x="112985" y="169666"/>
                </a:lnTo>
                <a:lnTo>
                  <a:pt x="112781" y="170169"/>
                </a:lnTo>
                <a:lnTo>
                  <a:pt x="112574" y="170670"/>
                </a:lnTo>
                <a:lnTo>
                  <a:pt x="112363" y="171171"/>
                </a:lnTo>
                <a:lnTo>
                  <a:pt x="112149" y="171670"/>
                </a:lnTo>
                <a:lnTo>
                  <a:pt x="111932" y="172168"/>
                </a:lnTo>
                <a:lnTo>
                  <a:pt x="111712" y="172666"/>
                </a:lnTo>
                <a:lnTo>
                  <a:pt x="111489" y="173162"/>
                </a:lnTo>
                <a:lnTo>
                  <a:pt x="111262" y="173658"/>
                </a:lnTo>
                <a:lnTo>
                  <a:pt x="111033" y="174152"/>
                </a:lnTo>
                <a:lnTo>
                  <a:pt x="110800" y="174646"/>
                </a:lnTo>
                <a:lnTo>
                  <a:pt x="110563" y="175138"/>
                </a:lnTo>
                <a:lnTo>
                  <a:pt x="110322" y="175629"/>
                </a:lnTo>
                <a:lnTo>
                  <a:pt x="110076" y="176118"/>
                </a:lnTo>
                <a:lnTo>
                  <a:pt x="109827" y="176606"/>
                </a:lnTo>
                <a:lnTo>
                  <a:pt x="109572" y="177093"/>
                </a:lnTo>
                <a:lnTo>
                  <a:pt x="109314" y="177578"/>
                </a:lnTo>
                <a:lnTo>
                  <a:pt x="109051" y="178062"/>
                </a:lnTo>
                <a:lnTo>
                  <a:pt x="108783" y="178544"/>
                </a:lnTo>
                <a:lnTo>
                  <a:pt x="108511" y="179026"/>
                </a:lnTo>
                <a:lnTo>
                  <a:pt x="108235" y="179505"/>
                </a:lnTo>
                <a:lnTo>
                  <a:pt x="107955" y="179983"/>
                </a:lnTo>
                <a:lnTo>
                  <a:pt x="107670" y="180460"/>
                </a:lnTo>
                <a:lnTo>
                  <a:pt x="107380" y="180936"/>
                </a:lnTo>
                <a:lnTo>
                  <a:pt x="107087" y="181410"/>
                </a:lnTo>
                <a:lnTo>
                  <a:pt x="106789" y="181883"/>
                </a:lnTo>
                <a:lnTo>
                  <a:pt x="106486" y="182354"/>
                </a:lnTo>
                <a:lnTo>
                  <a:pt x="106179" y="182824"/>
                </a:lnTo>
                <a:lnTo>
                  <a:pt x="105868" y="183292"/>
                </a:lnTo>
                <a:lnTo>
                  <a:pt x="105552" y="183760"/>
                </a:lnTo>
                <a:lnTo>
                  <a:pt x="105232" y="184225"/>
                </a:lnTo>
                <a:lnTo>
                  <a:pt x="104908" y="184690"/>
                </a:lnTo>
                <a:lnTo>
                  <a:pt x="104579" y="185153"/>
                </a:lnTo>
                <a:lnTo>
                  <a:pt x="104246" y="185614"/>
                </a:lnTo>
                <a:lnTo>
                  <a:pt x="103908" y="186074"/>
                </a:lnTo>
                <a:lnTo>
                  <a:pt x="103565" y="186533"/>
                </a:lnTo>
                <a:lnTo>
                  <a:pt x="103216" y="186991"/>
                </a:lnTo>
                <a:lnTo>
                  <a:pt x="102861" y="187447"/>
                </a:lnTo>
                <a:lnTo>
                  <a:pt x="102499" y="187902"/>
                </a:lnTo>
                <a:lnTo>
                  <a:pt x="102132" y="188356"/>
                </a:lnTo>
                <a:lnTo>
                  <a:pt x="101758" y="188809"/>
                </a:lnTo>
                <a:lnTo>
                  <a:pt x="101378" y="189261"/>
                </a:lnTo>
                <a:lnTo>
                  <a:pt x="100992" y="189711"/>
                </a:lnTo>
                <a:lnTo>
                  <a:pt x="100600" y="190161"/>
                </a:lnTo>
                <a:lnTo>
                  <a:pt x="100201" y="190609"/>
                </a:lnTo>
                <a:lnTo>
                  <a:pt x="99796" y="191056"/>
                </a:lnTo>
                <a:lnTo>
                  <a:pt x="99385" y="191501"/>
                </a:lnTo>
                <a:lnTo>
                  <a:pt x="98968" y="191946"/>
                </a:lnTo>
                <a:lnTo>
                  <a:pt x="98545" y="192389"/>
                </a:lnTo>
                <a:lnTo>
                  <a:pt x="98116" y="192831"/>
                </a:lnTo>
                <a:lnTo>
                  <a:pt x="97680" y="193272"/>
                </a:lnTo>
                <a:lnTo>
                  <a:pt x="97238" y="193712"/>
                </a:lnTo>
                <a:lnTo>
                  <a:pt x="96790" y="194150"/>
                </a:lnTo>
                <a:lnTo>
                  <a:pt x="96336" y="194588"/>
                </a:lnTo>
                <a:lnTo>
                  <a:pt x="95876" y="195024"/>
                </a:lnTo>
                <a:lnTo>
                  <a:pt x="95409" y="195459"/>
                </a:lnTo>
                <a:lnTo>
                  <a:pt x="94937" y="195892"/>
                </a:lnTo>
                <a:lnTo>
                  <a:pt x="94458" y="196325"/>
                </a:lnTo>
                <a:lnTo>
                  <a:pt x="93973" y="196756"/>
                </a:lnTo>
                <a:lnTo>
                  <a:pt x="93808" y="196861"/>
                </a:lnTo>
                <a:lnTo>
                  <a:pt x="93640" y="196964"/>
                </a:lnTo>
                <a:lnTo>
                  <a:pt x="93467" y="197066"/>
                </a:lnTo>
                <a:lnTo>
                  <a:pt x="93291" y="197166"/>
                </a:lnTo>
                <a:lnTo>
                  <a:pt x="93112" y="197265"/>
                </a:lnTo>
                <a:lnTo>
                  <a:pt x="92928" y="197363"/>
                </a:lnTo>
                <a:lnTo>
                  <a:pt x="92741" y="197459"/>
                </a:lnTo>
                <a:lnTo>
                  <a:pt x="92550" y="197554"/>
                </a:lnTo>
                <a:lnTo>
                  <a:pt x="92355" y="197647"/>
                </a:lnTo>
                <a:lnTo>
                  <a:pt x="92156" y="197739"/>
                </a:lnTo>
                <a:lnTo>
                  <a:pt x="91953" y="197830"/>
                </a:lnTo>
                <a:lnTo>
                  <a:pt x="91747" y="197919"/>
                </a:lnTo>
                <a:lnTo>
                  <a:pt x="91537" y="198007"/>
                </a:lnTo>
                <a:lnTo>
                  <a:pt x="91323" y="198093"/>
                </a:lnTo>
                <a:lnTo>
                  <a:pt x="91106" y="198179"/>
                </a:lnTo>
                <a:lnTo>
                  <a:pt x="90884" y="198262"/>
                </a:lnTo>
                <a:lnTo>
                  <a:pt x="90659" y="198344"/>
                </a:lnTo>
                <a:lnTo>
                  <a:pt x="90430" y="198425"/>
                </a:lnTo>
                <a:lnTo>
                  <a:pt x="90197" y="198505"/>
                </a:lnTo>
                <a:lnTo>
                  <a:pt x="89960" y="198583"/>
                </a:lnTo>
                <a:lnTo>
                  <a:pt x="89720" y="198660"/>
                </a:lnTo>
                <a:lnTo>
                  <a:pt x="89476" y="198735"/>
                </a:lnTo>
                <a:lnTo>
                  <a:pt x="89228" y="198809"/>
                </a:lnTo>
                <a:lnTo>
                  <a:pt x="88976" y="198881"/>
                </a:lnTo>
                <a:lnTo>
                  <a:pt x="88722" y="198953"/>
                </a:lnTo>
                <a:lnTo>
                  <a:pt x="88466" y="199024"/>
                </a:lnTo>
                <a:lnTo>
                  <a:pt x="88209" y="199094"/>
                </a:lnTo>
                <a:lnTo>
                  <a:pt x="87950" y="199164"/>
                </a:lnTo>
                <a:lnTo>
                  <a:pt x="87690" y="199233"/>
                </a:lnTo>
                <a:lnTo>
                  <a:pt x="87429" y="199301"/>
                </a:lnTo>
                <a:lnTo>
                  <a:pt x="87166" y="199369"/>
                </a:lnTo>
                <a:lnTo>
                  <a:pt x="86902" y="199436"/>
                </a:lnTo>
                <a:lnTo>
                  <a:pt x="86637" y="199503"/>
                </a:lnTo>
                <a:lnTo>
                  <a:pt x="86370" y="199569"/>
                </a:lnTo>
                <a:lnTo>
                  <a:pt x="86102" y="199635"/>
                </a:lnTo>
                <a:lnTo>
                  <a:pt x="85832" y="199700"/>
                </a:lnTo>
                <a:lnTo>
                  <a:pt x="85561" y="199764"/>
                </a:lnTo>
                <a:lnTo>
                  <a:pt x="85288" y="199828"/>
                </a:lnTo>
                <a:lnTo>
                  <a:pt x="85014" y="199891"/>
                </a:lnTo>
                <a:lnTo>
                  <a:pt x="84739" y="199953"/>
                </a:lnTo>
                <a:lnTo>
                  <a:pt x="84462" y="200015"/>
                </a:lnTo>
                <a:lnTo>
                  <a:pt x="84184" y="200076"/>
                </a:lnTo>
                <a:lnTo>
                  <a:pt x="83905" y="200137"/>
                </a:lnTo>
                <a:lnTo>
                  <a:pt x="83624" y="200197"/>
                </a:lnTo>
                <a:lnTo>
                  <a:pt x="83342" y="200257"/>
                </a:lnTo>
                <a:lnTo>
                  <a:pt x="83058" y="200316"/>
                </a:lnTo>
                <a:lnTo>
                  <a:pt x="82773" y="200374"/>
                </a:lnTo>
                <a:lnTo>
                  <a:pt x="82487" y="200432"/>
                </a:lnTo>
                <a:lnTo>
                  <a:pt x="82040" y="200527"/>
                </a:lnTo>
                <a:lnTo>
                  <a:pt x="81601" y="200623"/>
                </a:lnTo>
                <a:lnTo>
                  <a:pt x="81169" y="200718"/>
                </a:lnTo>
                <a:lnTo>
                  <a:pt x="80744" y="200813"/>
                </a:lnTo>
                <a:lnTo>
                  <a:pt x="80327" y="200908"/>
                </a:lnTo>
                <a:lnTo>
                  <a:pt x="79917" y="201002"/>
                </a:lnTo>
                <a:lnTo>
                  <a:pt x="79513" y="201097"/>
                </a:lnTo>
                <a:lnTo>
                  <a:pt x="79117" y="201191"/>
                </a:lnTo>
                <a:lnTo>
                  <a:pt x="78728" y="201285"/>
                </a:lnTo>
                <a:lnTo>
                  <a:pt x="78347" y="201379"/>
                </a:lnTo>
                <a:lnTo>
                  <a:pt x="77972" y="201473"/>
                </a:lnTo>
                <a:lnTo>
                  <a:pt x="77605" y="201566"/>
                </a:lnTo>
                <a:lnTo>
                  <a:pt x="77245" y="201659"/>
                </a:lnTo>
                <a:lnTo>
                  <a:pt x="76892" y="201752"/>
                </a:lnTo>
                <a:lnTo>
                  <a:pt x="76546" y="201845"/>
                </a:lnTo>
                <a:lnTo>
                  <a:pt x="76207" y="201938"/>
                </a:lnTo>
                <a:lnTo>
                  <a:pt x="75876" y="202030"/>
                </a:lnTo>
                <a:lnTo>
                  <a:pt x="75552" y="202122"/>
                </a:lnTo>
                <a:lnTo>
                  <a:pt x="75235" y="202214"/>
                </a:lnTo>
                <a:lnTo>
                  <a:pt x="74925" y="202306"/>
                </a:lnTo>
                <a:lnTo>
                  <a:pt x="74622" y="202398"/>
                </a:lnTo>
                <a:lnTo>
                  <a:pt x="74327" y="202489"/>
                </a:lnTo>
                <a:lnTo>
                  <a:pt x="74038" y="202581"/>
                </a:lnTo>
                <a:lnTo>
                  <a:pt x="73757" y="202672"/>
                </a:lnTo>
                <a:lnTo>
                  <a:pt x="73482" y="202763"/>
                </a:lnTo>
                <a:lnTo>
                  <a:pt x="73212" y="202857"/>
                </a:lnTo>
                <a:lnTo>
                  <a:pt x="72946" y="202952"/>
                </a:lnTo>
                <a:lnTo>
                  <a:pt x="72685" y="203050"/>
                </a:lnTo>
                <a:lnTo>
                  <a:pt x="72429" y="203149"/>
                </a:lnTo>
                <a:lnTo>
                  <a:pt x="72178" y="203249"/>
                </a:lnTo>
                <a:lnTo>
                  <a:pt x="71931" y="203352"/>
                </a:lnTo>
                <a:lnTo>
                  <a:pt x="71690" y="203456"/>
                </a:lnTo>
                <a:lnTo>
                  <a:pt x="71453" y="203563"/>
                </a:lnTo>
                <a:lnTo>
                  <a:pt x="71221" y="203671"/>
                </a:lnTo>
                <a:lnTo>
                  <a:pt x="70993" y="203780"/>
                </a:lnTo>
                <a:lnTo>
                  <a:pt x="70771" y="203892"/>
                </a:lnTo>
                <a:lnTo>
                  <a:pt x="70553" y="204005"/>
                </a:lnTo>
                <a:lnTo>
                  <a:pt x="70340" y="204120"/>
                </a:lnTo>
                <a:lnTo>
                  <a:pt x="70132" y="204237"/>
                </a:lnTo>
                <a:lnTo>
                  <a:pt x="69928" y="204356"/>
                </a:lnTo>
                <a:lnTo>
                  <a:pt x="69730" y="204477"/>
                </a:lnTo>
                <a:lnTo>
                  <a:pt x="69536" y="204599"/>
                </a:lnTo>
                <a:lnTo>
                  <a:pt x="69347" y="204723"/>
                </a:lnTo>
                <a:lnTo>
                  <a:pt x="69163" y="204849"/>
                </a:lnTo>
                <a:lnTo>
                  <a:pt x="68983" y="204977"/>
                </a:lnTo>
                <a:lnTo>
                  <a:pt x="68809" y="205106"/>
                </a:lnTo>
                <a:lnTo>
                  <a:pt x="68639" y="205238"/>
                </a:lnTo>
                <a:lnTo>
                  <a:pt x="68474" y="205371"/>
                </a:lnTo>
                <a:lnTo>
                  <a:pt x="68312" y="205506"/>
                </a:lnTo>
                <a:lnTo>
                  <a:pt x="68154" y="205644"/>
                </a:lnTo>
                <a:lnTo>
                  <a:pt x="68000" y="205784"/>
                </a:lnTo>
                <a:lnTo>
                  <a:pt x="67848" y="205928"/>
                </a:lnTo>
                <a:lnTo>
                  <a:pt x="67700" y="206073"/>
                </a:lnTo>
                <a:lnTo>
                  <a:pt x="67555" y="206221"/>
                </a:lnTo>
                <a:lnTo>
                  <a:pt x="67413" y="206372"/>
                </a:lnTo>
                <a:lnTo>
                  <a:pt x="67274" y="206526"/>
                </a:lnTo>
                <a:lnTo>
                  <a:pt x="67138" y="206682"/>
                </a:lnTo>
                <a:lnTo>
                  <a:pt x="67006" y="206840"/>
                </a:lnTo>
                <a:lnTo>
                  <a:pt x="66877" y="207002"/>
                </a:lnTo>
                <a:lnTo>
                  <a:pt x="66751" y="207165"/>
                </a:lnTo>
                <a:lnTo>
                  <a:pt x="66628" y="207332"/>
                </a:lnTo>
                <a:lnTo>
                  <a:pt x="66508" y="207501"/>
                </a:lnTo>
                <a:lnTo>
                  <a:pt x="66392" y="207672"/>
                </a:lnTo>
                <a:lnTo>
                  <a:pt x="66278" y="207847"/>
                </a:lnTo>
                <a:lnTo>
                  <a:pt x="66168" y="208023"/>
                </a:lnTo>
                <a:lnTo>
                  <a:pt x="66061" y="208203"/>
                </a:lnTo>
                <a:lnTo>
                  <a:pt x="65958" y="208385"/>
                </a:lnTo>
                <a:lnTo>
                  <a:pt x="65857" y="208569"/>
                </a:lnTo>
                <a:lnTo>
                  <a:pt x="65760" y="208756"/>
                </a:lnTo>
                <a:lnTo>
                  <a:pt x="65666" y="208946"/>
                </a:lnTo>
                <a:lnTo>
                  <a:pt x="65575" y="209139"/>
                </a:lnTo>
                <a:lnTo>
                  <a:pt x="65487" y="209333"/>
                </a:lnTo>
                <a:lnTo>
                  <a:pt x="65401" y="209532"/>
                </a:lnTo>
                <a:lnTo>
                  <a:pt x="65316" y="209736"/>
                </a:lnTo>
                <a:lnTo>
                  <a:pt x="65231" y="209945"/>
                </a:lnTo>
                <a:lnTo>
                  <a:pt x="65146" y="210158"/>
                </a:lnTo>
                <a:lnTo>
                  <a:pt x="65061" y="210377"/>
                </a:lnTo>
                <a:lnTo>
                  <a:pt x="64977" y="210601"/>
                </a:lnTo>
                <a:lnTo>
                  <a:pt x="64894" y="210829"/>
                </a:lnTo>
                <a:lnTo>
                  <a:pt x="64811" y="211063"/>
                </a:lnTo>
                <a:lnTo>
                  <a:pt x="64728" y="211301"/>
                </a:lnTo>
                <a:lnTo>
                  <a:pt x="64646" y="211545"/>
                </a:lnTo>
                <a:lnTo>
                  <a:pt x="64564" y="211794"/>
                </a:lnTo>
                <a:lnTo>
                  <a:pt x="64482" y="212047"/>
                </a:lnTo>
                <a:lnTo>
                  <a:pt x="64401" y="212306"/>
                </a:lnTo>
                <a:lnTo>
                  <a:pt x="64320" y="212569"/>
                </a:lnTo>
                <a:lnTo>
                  <a:pt x="64240" y="212838"/>
                </a:lnTo>
                <a:lnTo>
                  <a:pt x="64160" y="213111"/>
                </a:lnTo>
                <a:lnTo>
                  <a:pt x="64080" y="213390"/>
                </a:lnTo>
                <a:lnTo>
                  <a:pt x="64001" y="213673"/>
                </a:lnTo>
                <a:lnTo>
                  <a:pt x="63922" y="213961"/>
                </a:lnTo>
                <a:lnTo>
                  <a:pt x="63844" y="214255"/>
                </a:lnTo>
                <a:lnTo>
                  <a:pt x="63766" y="214553"/>
                </a:lnTo>
                <a:lnTo>
                  <a:pt x="63688" y="214857"/>
                </a:lnTo>
                <a:lnTo>
                  <a:pt x="63611" y="215165"/>
                </a:lnTo>
                <a:lnTo>
                  <a:pt x="63535" y="215479"/>
                </a:lnTo>
                <a:lnTo>
                  <a:pt x="63506" y="215593"/>
                </a:lnTo>
                <a:lnTo>
                  <a:pt x="63479" y="215707"/>
                </a:lnTo>
                <a:lnTo>
                  <a:pt x="63454" y="215821"/>
                </a:lnTo>
                <a:lnTo>
                  <a:pt x="63429" y="215935"/>
                </a:lnTo>
                <a:lnTo>
                  <a:pt x="63406" y="216048"/>
                </a:lnTo>
                <a:lnTo>
                  <a:pt x="63384" y="216160"/>
                </a:lnTo>
                <a:lnTo>
                  <a:pt x="63363" y="216273"/>
                </a:lnTo>
                <a:lnTo>
                  <a:pt x="63343" y="216385"/>
                </a:lnTo>
                <a:lnTo>
                  <a:pt x="63325" y="216496"/>
                </a:lnTo>
                <a:lnTo>
                  <a:pt x="63307" y="216607"/>
                </a:lnTo>
                <a:lnTo>
                  <a:pt x="63291" y="216718"/>
                </a:lnTo>
                <a:lnTo>
                  <a:pt x="63276" y="216828"/>
                </a:lnTo>
                <a:lnTo>
                  <a:pt x="63262" y="216938"/>
                </a:lnTo>
                <a:lnTo>
                  <a:pt x="63250" y="217047"/>
                </a:lnTo>
                <a:lnTo>
                  <a:pt x="63249" y="217055"/>
                </a:lnTo>
                <a:lnTo>
                  <a:pt x="100149" y="217055"/>
                </a:lnTo>
                <a:lnTo>
                  <a:pt x="100502" y="216848"/>
                </a:lnTo>
                <a:close/>
                <a:moveTo>
                  <a:pt x="81324" y="129188"/>
                </a:moveTo>
                <a:lnTo>
                  <a:pt x="81436" y="128778"/>
                </a:lnTo>
                <a:lnTo>
                  <a:pt x="81550" y="128371"/>
                </a:lnTo>
                <a:lnTo>
                  <a:pt x="81667" y="127969"/>
                </a:lnTo>
                <a:lnTo>
                  <a:pt x="81787" y="127571"/>
                </a:lnTo>
                <a:lnTo>
                  <a:pt x="81909" y="127177"/>
                </a:lnTo>
                <a:lnTo>
                  <a:pt x="82033" y="126787"/>
                </a:lnTo>
                <a:lnTo>
                  <a:pt x="82161" y="126401"/>
                </a:lnTo>
                <a:lnTo>
                  <a:pt x="82291" y="126020"/>
                </a:lnTo>
                <a:lnTo>
                  <a:pt x="82423" y="125643"/>
                </a:lnTo>
                <a:lnTo>
                  <a:pt x="82558" y="125270"/>
                </a:lnTo>
                <a:lnTo>
                  <a:pt x="82696" y="124901"/>
                </a:lnTo>
                <a:lnTo>
                  <a:pt x="82836" y="124536"/>
                </a:lnTo>
                <a:lnTo>
                  <a:pt x="82979" y="124176"/>
                </a:lnTo>
                <a:lnTo>
                  <a:pt x="83125" y="123820"/>
                </a:lnTo>
                <a:lnTo>
                  <a:pt x="83273" y="123468"/>
                </a:lnTo>
                <a:lnTo>
                  <a:pt x="83423" y="123120"/>
                </a:lnTo>
                <a:lnTo>
                  <a:pt x="83577" y="122776"/>
                </a:lnTo>
                <a:lnTo>
                  <a:pt x="83732" y="122437"/>
                </a:lnTo>
                <a:lnTo>
                  <a:pt x="83891" y="122101"/>
                </a:lnTo>
                <a:lnTo>
                  <a:pt x="84052" y="121770"/>
                </a:lnTo>
                <a:lnTo>
                  <a:pt x="84216" y="121443"/>
                </a:lnTo>
                <a:lnTo>
                  <a:pt x="84382" y="121121"/>
                </a:lnTo>
                <a:lnTo>
                  <a:pt x="84550" y="120800"/>
                </a:lnTo>
                <a:lnTo>
                  <a:pt x="84720" y="120480"/>
                </a:lnTo>
                <a:lnTo>
                  <a:pt x="84891" y="120159"/>
                </a:lnTo>
                <a:lnTo>
                  <a:pt x="85063" y="119840"/>
                </a:lnTo>
                <a:lnTo>
                  <a:pt x="85237" y="119520"/>
                </a:lnTo>
                <a:lnTo>
                  <a:pt x="85412" y="119200"/>
                </a:lnTo>
                <a:lnTo>
                  <a:pt x="85588" y="118881"/>
                </a:lnTo>
                <a:lnTo>
                  <a:pt x="85766" y="118562"/>
                </a:lnTo>
                <a:lnTo>
                  <a:pt x="85946" y="118243"/>
                </a:lnTo>
                <a:lnTo>
                  <a:pt x="86127" y="117924"/>
                </a:lnTo>
                <a:lnTo>
                  <a:pt x="86309" y="117605"/>
                </a:lnTo>
                <a:lnTo>
                  <a:pt x="86492" y="117287"/>
                </a:lnTo>
                <a:lnTo>
                  <a:pt x="86677" y="116969"/>
                </a:lnTo>
                <a:lnTo>
                  <a:pt x="86864" y="116651"/>
                </a:lnTo>
                <a:lnTo>
                  <a:pt x="87051" y="116333"/>
                </a:lnTo>
                <a:lnTo>
                  <a:pt x="87240" y="116016"/>
                </a:lnTo>
                <a:lnTo>
                  <a:pt x="87431" y="115698"/>
                </a:lnTo>
                <a:lnTo>
                  <a:pt x="87623" y="115381"/>
                </a:lnTo>
                <a:lnTo>
                  <a:pt x="87816" y="115064"/>
                </a:lnTo>
                <a:lnTo>
                  <a:pt x="88011" y="114747"/>
                </a:lnTo>
                <a:lnTo>
                  <a:pt x="88207" y="114431"/>
                </a:lnTo>
                <a:lnTo>
                  <a:pt x="88405" y="114114"/>
                </a:lnTo>
                <a:lnTo>
                  <a:pt x="88604" y="113798"/>
                </a:lnTo>
                <a:lnTo>
                  <a:pt x="88804" y="113482"/>
                </a:lnTo>
                <a:lnTo>
                  <a:pt x="88940" y="113261"/>
                </a:lnTo>
                <a:lnTo>
                  <a:pt x="89081" y="113036"/>
                </a:lnTo>
                <a:lnTo>
                  <a:pt x="89227" y="112808"/>
                </a:lnTo>
                <a:lnTo>
                  <a:pt x="89377" y="112578"/>
                </a:lnTo>
                <a:lnTo>
                  <a:pt x="89531" y="112344"/>
                </a:lnTo>
                <a:lnTo>
                  <a:pt x="89690" y="112108"/>
                </a:lnTo>
                <a:lnTo>
                  <a:pt x="89854" y="111868"/>
                </a:lnTo>
                <a:lnTo>
                  <a:pt x="90023" y="111625"/>
                </a:lnTo>
                <a:lnTo>
                  <a:pt x="90196" y="111380"/>
                </a:lnTo>
                <a:lnTo>
                  <a:pt x="90373" y="111131"/>
                </a:lnTo>
                <a:lnTo>
                  <a:pt x="90555" y="110880"/>
                </a:lnTo>
                <a:lnTo>
                  <a:pt x="90742" y="110625"/>
                </a:lnTo>
                <a:lnTo>
                  <a:pt x="90933" y="110368"/>
                </a:lnTo>
                <a:lnTo>
                  <a:pt x="91129" y="110107"/>
                </a:lnTo>
                <a:lnTo>
                  <a:pt x="91330" y="109844"/>
                </a:lnTo>
                <a:lnTo>
                  <a:pt x="91535" y="109577"/>
                </a:lnTo>
                <a:lnTo>
                  <a:pt x="91745" y="109308"/>
                </a:lnTo>
                <a:lnTo>
                  <a:pt x="91959" y="109035"/>
                </a:lnTo>
                <a:lnTo>
                  <a:pt x="92178" y="108760"/>
                </a:lnTo>
                <a:lnTo>
                  <a:pt x="92401" y="108481"/>
                </a:lnTo>
                <a:lnTo>
                  <a:pt x="92629" y="108200"/>
                </a:lnTo>
                <a:lnTo>
                  <a:pt x="92862" y="107915"/>
                </a:lnTo>
                <a:lnTo>
                  <a:pt x="93099" y="107628"/>
                </a:lnTo>
                <a:lnTo>
                  <a:pt x="93341" y="107337"/>
                </a:lnTo>
                <a:lnTo>
                  <a:pt x="93586" y="107045"/>
                </a:lnTo>
                <a:lnTo>
                  <a:pt x="93833" y="106752"/>
                </a:lnTo>
                <a:lnTo>
                  <a:pt x="94083" y="106458"/>
                </a:lnTo>
                <a:lnTo>
                  <a:pt x="94335" y="106163"/>
                </a:lnTo>
                <a:lnTo>
                  <a:pt x="94589" y="105868"/>
                </a:lnTo>
                <a:lnTo>
                  <a:pt x="94845" y="105571"/>
                </a:lnTo>
                <a:lnTo>
                  <a:pt x="95103" y="105274"/>
                </a:lnTo>
                <a:lnTo>
                  <a:pt x="95364" y="104976"/>
                </a:lnTo>
                <a:lnTo>
                  <a:pt x="95626" y="104678"/>
                </a:lnTo>
                <a:lnTo>
                  <a:pt x="95891" y="104378"/>
                </a:lnTo>
                <a:lnTo>
                  <a:pt x="96158" y="104078"/>
                </a:lnTo>
                <a:lnTo>
                  <a:pt x="96428" y="103777"/>
                </a:lnTo>
                <a:lnTo>
                  <a:pt x="96699" y="103475"/>
                </a:lnTo>
                <a:lnTo>
                  <a:pt x="96973" y="103172"/>
                </a:lnTo>
                <a:lnTo>
                  <a:pt x="97249" y="102868"/>
                </a:lnTo>
                <a:lnTo>
                  <a:pt x="97527" y="102564"/>
                </a:lnTo>
                <a:lnTo>
                  <a:pt x="97807" y="102259"/>
                </a:lnTo>
                <a:lnTo>
                  <a:pt x="98090" y="101953"/>
                </a:lnTo>
                <a:lnTo>
                  <a:pt x="98374" y="101646"/>
                </a:lnTo>
                <a:lnTo>
                  <a:pt x="98661" y="101339"/>
                </a:lnTo>
                <a:lnTo>
                  <a:pt x="98950" y="101031"/>
                </a:lnTo>
                <a:lnTo>
                  <a:pt x="99241" y="100722"/>
                </a:lnTo>
                <a:lnTo>
                  <a:pt x="99535" y="100412"/>
                </a:lnTo>
                <a:lnTo>
                  <a:pt x="99830" y="100101"/>
                </a:lnTo>
                <a:lnTo>
                  <a:pt x="100128" y="99790"/>
                </a:lnTo>
                <a:lnTo>
                  <a:pt x="100427" y="99480"/>
                </a:lnTo>
                <a:lnTo>
                  <a:pt x="100728" y="99170"/>
                </a:lnTo>
                <a:lnTo>
                  <a:pt x="101030" y="98860"/>
                </a:lnTo>
                <a:lnTo>
                  <a:pt x="101334" y="98551"/>
                </a:lnTo>
                <a:lnTo>
                  <a:pt x="101640" y="98242"/>
                </a:lnTo>
                <a:lnTo>
                  <a:pt x="101947" y="97933"/>
                </a:lnTo>
                <a:lnTo>
                  <a:pt x="102255" y="97625"/>
                </a:lnTo>
                <a:lnTo>
                  <a:pt x="102566" y="97317"/>
                </a:lnTo>
                <a:lnTo>
                  <a:pt x="102877" y="97010"/>
                </a:lnTo>
                <a:lnTo>
                  <a:pt x="103191" y="96703"/>
                </a:lnTo>
                <a:lnTo>
                  <a:pt x="103506" y="96397"/>
                </a:lnTo>
                <a:lnTo>
                  <a:pt x="103823" y="96091"/>
                </a:lnTo>
                <a:lnTo>
                  <a:pt x="104141" y="95785"/>
                </a:lnTo>
                <a:lnTo>
                  <a:pt x="104461" y="95480"/>
                </a:lnTo>
                <a:lnTo>
                  <a:pt x="104782" y="95175"/>
                </a:lnTo>
                <a:lnTo>
                  <a:pt x="105105" y="94870"/>
                </a:lnTo>
                <a:lnTo>
                  <a:pt x="105430" y="94566"/>
                </a:lnTo>
                <a:lnTo>
                  <a:pt x="105756" y="94262"/>
                </a:lnTo>
                <a:lnTo>
                  <a:pt x="106084" y="93959"/>
                </a:lnTo>
                <a:lnTo>
                  <a:pt x="106413" y="93656"/>
                </a:lnTo>
                <a:lnTo>
                  <a:pt x="106744" y="93354"/>
                </a:lnTo>
                <a:lnTo>
                  <a:pt x="107077" y="93052"/>
                </a:lnTo>
                <a:lnTo>
                  <a:pt x="107411" y="92750"/>
                </a:lnTo>
                <a:lnTo>
                  <a:pt x="107746" y="92450"/>
                </a:lnTo>
                <a:lnTo>
                  <a:pt x="108081" y="92152"/>
                </a:lnTo>
                <a:lnTo>
                  <a:pt x="108415" y="91857"/>
                </a:lnTo>
                <a:lnTo>
                  <a:pt x="108750" y="91565"/>
                </a:lnTo>
                <a:lnTo>
                  <a:pt x="109084" y="91275"/>
                </a:lnTo>
                <a:lnTo>
                  <a:pt x="109418" y="90988"/>
                </a:lnTo>
                <a:lnTo>
                  <a:pt x="109751" y="90703"/>
                </a:lnTo>
                <a:lnTo>
                  <a:pt x="110085" y="90421"/>
                </a:lnTo>
                <a:lnTo>
                  <a:pt x="110418" y="90141"/>
                </a:lnTo>
                <a:lnTo>
                  <a:pt x="110751" y="89864"/>
                </a:lnTo>
                <a:lnTo>
                  <a:pt x="111084" y="89590"/>
                </a:lnTo>
                <a:lnTo>
                  <a:pt x="111417" y="89318"/>
                </a:lnTo>
                <a:lnTo>
                  <a:pt x="111750" y="89049"/>
                </a:lnTo>
                <a:lnTo>
                  <a:pt x="112082" y="88783"/>
                </a:lnTo>
                <a:lnTo>
                  <a:pt x="112414" y="88519"/>
                </a:lnTo>
                <a:lnTo>
                  <a:pt x="112746" y="88258"/>
                </a:lnTo>
                <a:lnTo>
                  <a:pt x="113078" y="87999"/>
                </a:lnTo>
                <a:lnTo>
                  <a:pt x="113409" y="87743"/>
                </a:lnTo>
                <a:lnTo>
                  <a:pt x="113740" y="87489"/>
                </a:lnTo>
                <a:lnTo>
                  <a:pt x="114072" y="87238"/>
                </a:lnTo>
                <a:lnTo>
                  <a:pt x="114403" y="86990"/>
                </a:lnTo>
                <a:lnTo>
                  <a:pt x="114733" y="86744"/>
                </a:lnTo>
                <a:lnTo>
                  <a:pt x="115064" y="86501"/>
                </a:lnTo>
                <a:lnTo>
                  <a:pt x="115394" y="86260"/>
                </a:lnTo>
                <a:lnTo>
                  <a:pt x="115724" y="86023"/>
                </a:lnTo>
                <a:lnTo>
                  <a:pt x="116052" y="85789"/>
                </a:lnTo>
                <a:lnTo>
                  <a:pt x="116378" y="85559"/>
                </a:lnTo>
                <a:lnTo>
                  <a:pt x="116704" y="85333"/>
                </a:lnTo>
                <a:lnTo>
                  <a:pt x="117028" y="85111"/>
                </a:lnTo>
                <a:lnTo>
                  <a:pt x="117350" y="84893"/>
                </a:lnTo>
                <a:lnTo>
                  <a:pt x="117671" y="84678"/>
                </a:lnTo>
                <a:lnTo>
                  <a:pt x="117991" y="84467"/>
                </a:lnTo>
                <a:lnTo>
                  <a:pt x="118310" y="84260"/>
                </a:lnTo>
                <a:lnTo>
                  <a:pt x="118627" y="84057"/>
                </a:lnTo>
                <a:lnTo>
                  <a:pt x="118942" y="83857"/>
                </a:lnTo>
                <a:lnTo>
                  <a:pt x="119256" y="83662"/>
                </a:lnTo>
                <a:lnTo>
                  <a:pt x="119569" y="83470"/>
                </a:lnTo>
                <a:lnTo>
                  <a:pt x="119880" y="83282"/>
                </a:lnTo>
                <a:lnTo>
                  <a:pt x="120190" y="83097"/>
                </a:lnTo>
                <a:lnTo>
                  <a:pt x="120499" y="82917"/>
                </a:lnTo>
                <a:lnTo>
                  <a:pt x="120806" y="82740"/>
                </a:lnTo>
                <a:lnTo>
                  <a:pt x="121112" y="82567"/>
                </a:lnTo>
                <a:lnTo>
                  <a:pt x="121416" y="82398"/>
                </a:lnTo>
                <a:lnTo>
                  <a:pt x="121719" y="82232"/>
                </a:lnTo>
                <a:lnTo>
                  <a:pt x="122021" y="82071"/>
                </a:lnTo>
                <a:lnTo>
                  <a:pt x="122321" y="81913"/>
                </a:lnTo>
                <a:lnTo>
                  <a:pt x="122620" y="81759"/>
                </a:lnTo>
                <a:lnTo>
                  <a:pt x="122917" y="81608"/>
                </a:lnTo>
                <a:lnTo>
                  <a:pt x="123213" y="81463"/>
                </a:lnTo>
                <a:lnTo>
                  <a:pt x="123505" y="81324"/>
                </a:lnTo>
                <a:lnTo>
                  <a:pt x="123795" y="81191"/>
                </a:lnTo>
                <a:lnTo>
                  <a:pt x="124082" y="81064"/>
                </a:lnTo>
                <a:lnTo>
                  <a:pt x="124366" y="80944"/>
                </a:lnTo>
                <a:lnTo>
                  <a:pt x="124648" y="80830"/>
                </a:lnTo>
                <a:lnTo>
                  <a:pt x="124926" y="80721"/>
                </a:lnTo>
                <a:lnTo>
                  <a:pt x="125202" y="80619"/>
                </a:lnTo>
                <a:lnTo>
                  <a:pt x="125475" y="80524"/>
                </a:lnTo>
                <a:lnTo>
                  <a:pt x="125745" y="80434"/>
                </a:lnTo>
                <a:lnTo>
                  <a:pt x="126013" y="80350"/>
                </a:lnTo>
                <a:lnTo>
                  <a:pt x="126277" y="80273"/>
                </a:lnTo>
                <a:lnTo>
                  <a:pt x="126539" y="80202"/>
                </a:lnTo>
                <a:lnTo>
                  <a:pt x="126798" y="80137"/>
                </a:lnTo>
                <a:lnTo>
                  <a:pt x="127054" y="80078"/>
                </a:lnTo>
                <a:lnTo>
                  <a:pt x="127308" y="80026"/>
                </a:lnTo>
                <a:lnTo>
                  <a:pt x="127558" y="79980"/>
                </a:lnTo>
                <a:lnTo>
                  <a:pt x="127806" y="79939"/>
                </a:lnTo>
                <a:lnTo>
                  <a:pt x="128051" y="79905"/>
                </a:lnTo>
                <a:lnTo>
                  <a:pt x="128294" y="79878"/>
                </a:lnTo>
                <a:lnTo>
                  <a:pt x="128533" y="79856"/>
                </a:lnTo>
                <a:lnTo>
                  <a:pt x="128770" y="79840"/>
                </a:lnTo>
                <a:lnTo>
                  <a:pt x="129004" y="79831"/>
                </a:lnTo>
                <a:lnTo>
                  <a:pt x="129235" y="79828"/>
                </a:lnTo>
                <a:lnTo>
                  <a:pt x="130269" y="79828"/>
                </a:lnTo>
                <a:lnTo>
                  <a:pt x="130317" y="80075"/>
                </a:lnTo>
                <a:lnTo>
                  <a:pt x="130366" y="80317"/>
                </a:lnTo>
                <a:lnTo>
                  <a:pt x="130416" y="80554"/>
                </a:lnTo>
                <a:lnTo>
                  <a:pt x="130466" y="80787"/>
                </a:lnTo>
                <a:lnTo>
                  <a:pt x="130518" y="81015"/>
                </a:lnTo>
                <a:lnTo>
                  <a:pt x="130570" y="81239"/>
                </a:lnTo>
                <a:lnTo>
                  <a:pt x="130623" y="81458"/>
                </a:lnTo>
                <a:lnTo>
                  <a:pt x="130677" y="81672"/>
                </a:lnTo>
                <a:lnTo>
                  <a:pt x="130732" y="81882"/>
                </a:lnTo>
                <a:lnTo>
                  <a:pt x="130787" y="82087"/>
                </a:lnTo>
                <a:lnTo>
                  <a:pt x="130843" y="82288"/>
                </a:lnTo>
                <a:lnTo>
                  <a:pt x="130900" y="82484"/>
                </a:lnTo>
                <a:lnTo>
                  <a:pt x="130958" y="82676"/>
                </a:lnTo>
                <a:lnTo>
                  <a:pt x="131017" y="82863"/>
                </a:lnTo>
                <a:lnTo>
                  <a:pt x="131076" y="83045"/>
                </a:lnTo>
                <a:lnTo>
                  <a:pt x="131136" y="83223"/>
                </a:lnTo>
                <a:lnTo>
                  <a:pt x="131197" y="83396"/>
                </a:lnTo>
                <a:lnTo>
                  <a:pt x="131259" y="83565"/>
                </a:lnTo>
                <a:lnTo>
                  <a:pt x="131322" y="83729"/>
                </a:lnTo>
                <a:lnTo>
                  <a:pt x="131385" y="83888"/>
                </a:lnTo>
                <a:lnTo>
                  <a:pt x="131449" y="84043"/>
                </a:lnTo>
                <a:lnTo>
                  <a:pt x="131514" y="84193"/>
                </a:lnTo>
                <a:lnTo>
                  <a:pt x="131580" y="84339"/>
                </a:lnTo>
                <a:lnTo>
                  <a:pt x="131647" y="84480"/>
                </a:lnTo>
                <a:lnTo>
                  <a:pt x="131712" y="84619"/>
                </a:lnTo>
                <a:lnTo>
                  <a:pt x="131775" y="84760"/>
                </a:lnTo>
                <a:lnTo>
                  <a:pt x="131835" y="84901"/>
                </a:lnTo>
                <a:lnTo>
                  <a:pt x="131893" y="85043"/>
                </a:lnTo>
                <a:lnTo>
                  <a:pt x="131947" y="85186"/>
                </a:lnTo>
                <a:lnTo>
                  <a:pt x="131999" y="85331"/>
                </a:lnTo>
                <a:lnTo>
                  <a:pt x="132047" y="85476"/>
                </a:lnTo>
                <a:lnTo>
                  <a:pt x="132094" y="85622"/>
                </a:lnTo>
                <a:lnTo>
                  <a:pt x="132137" y="85769"/>
                </a:lnTo>
                <a:lnTo>
                  <a:pt x="132177" y="85918"/>
                </a:lnTo>
                <a:lnTo>
                  <a:pt x="132215" y="86067"/>
                </a:lnTo>
                <a:lnTo>
                  <a:pt x="132250" y="86217"/>
                </a:lnTo>
                <a:lnTo>
                  <a:pt x="132282" y="86369"/>
                </a:lnTo>
                <a:lnTo>
                  <a:pt x="132311" y="86521"/>
                </a:lnTo>
                <a:lnTo>
                  <a:pt x="132338" y="86674"/>
                </a:lnTo>
                <a:lnTo>
                  <a:pt x="132362" y="86828"/>
                </a:lnTo>
                <a:lnTo>
                  <a:pt x="132382" y="86983"/>
                </a:lnTo>
                <a:lnTo>
                  <a:pt x="132401" y="87140"/>
                </a:lnTo>
                <a:lnTo>
                  <a:pt x="132416" y="87297"/>
                </a:lnTo>
                <a:lnTo>
                  <a:pt x="132429" y="87455"/>
                </a:lnTo>
                <a:lnTo>
                  <a:pt x="132438" y="87614"/>
                </a:lnTo>
                <a:lnTo>
                  <a:pt x="132445" y="87775"/>
                </a:lnTo>
                <a:lnTo>
                  <a:pt x="132450" y="87936"/>
                </a:lnTo>
                <a:lnTo>
                  <a:pt x="132451" y="88098"/>
                </a:lnTo>
                <a:lnTo>
                  <a:pt x="132420" y="88339"/>
                </a:lnTo>
                <a:lnTo>
                  <a:pt x="132385" y="88583"/>
                </a:lnTo>
                <a:lnTo>
                  <a:pt x="132347" y="88829"/>
                </a:lnTo>
                <a:lnTo>
                  <a:pt x="132304" y="89079"/>
                </a:lnTo>
                <a:lnTo>
                  <a:pt x="132257" y="89332"/>
                </a:lnTo>
                <a:lnTo>
                  <a:pt x="132207" y="89588"/>
                </a:lnTo>
                <a:lnTo>
                  <a:pt x="132152" y="89846"/>
                </a:lnTo>
                <a:lnTo>
                  <a:pt x="132094" y="90108"/>
                </a:lnTo>
                <a:lnTo>
                  <a:pt x="132031" y="90373"/>
                </a:lnTo>
                <a:lnTo>
                  <a:pt x="131964" y="90641"/>
                </a:lnTo>
                <a:lnTo>
                  <a:pt x="131894" y="90911"/>
                </a:lnTo>
                <a:lnTo>
                  <a:pt x="131819" y="91185"/>
                </a:lnTo>
                <a:lnTo>
                  <a:pt x="131741" y="91462"/>
                </a:lnTo>
                <a:lnTo>
                  <a:pt x="131658" y="91741"/>
                </a:lnTo>
                <a:lnTo>
                  <a:pt x="131571" y="92024"/>
                </a:lnTo>
                <a:lnTo>
                  <a:pt x="131481" y="92310"/>
                </a:lnTo>
                <a:lnTo>
                  <a:pt x="131386" y="92598"/>
                </a:lnTo>
                <a:lnTo>
                  <a:pt x="131288" y="92890"/>
                </a:lnTo>
                <a:lnTo>
                  <a:pt x="131185" y="93185"/>
                </a:lnTo>
                <a:lnTo>
                  <a:pt x="131079" y="93482"/>
                </a:lnTo>
                <a:lnTo>
                  <a:pt x="130968" y="93783"/>
                </a:lnTo>
                <a:lnTo>
                  <a:pt x="130854" y="94086"/>
                </a:lnTo>
                <a:lnTo>
                  <a:pt x="130736" y="94393"/>
                </a:lnTo>
                <a:lnTo>
                  <a:pt x="130613" y="94703"/>
                </a:lnTo>
                <a:lnTo>
                  <a:pt x="130488" y="95014"/>
                </a:lnTo>
                <a:lnTo>
                  <a:pt x="130361" y="95325"/>
                </a:lnTo>
                <a:lnTo>
                  <a:pt x="130234" y="95636"/>
                </a:lnTo>
                <a:lnTo>
                  <a:pt x="130104" y="95947"/>
                </a:lnTo>
                <a:lnTo>
                  <a:pt x="129974" y="96258"/>
                </a:lnTo>
                <a:lnTo>
                  <a:pt x="129841" y="96569"/>
                </a:lnTo>
                <a:lnTo>
                  <a:pt x="129708" y="96880"/>
                </a:lnTo>
                <a:lnTo>
                  <a:pt x="129573" y="97191"/>
                </a:lnTo>
                <a:lnTo>
                  <a:pt x="129437" y="97502"/>
                </a:lnTo>
                <a:lnTo>
                  <a:pt x="129299" y="97813"/>
                </a:lnTo>
                <a:lnTo>
                  <a:pt x="129160" y="98124"/>
                </a:lnTo>
                <a:lnTo>
                  <a:pt x="129019" y="98436"/>
                </a:lnTo>
                <a:lnTo>
                  <a:pt x="128878" y="98747"/>
                </a:lnTo>
                <a:lnTo>
                  <a:pt x="128734" y="99058"/>
                </a:lnTo>
                <a:lnTo>
                  <a:pt x="128590" y="99369"/>
                </a:lnTo>
                <a:lnTo>
                  <a:pt x="128444" y="99680"/>
                </a:lnTo>
                <a:lnTo>
                  <a:pt x="128296" y="99991"/>
                </a:lnTo>
                <a:lnTo>
                  <a:pt x="128147" y="100302"/>
                </a:lnTo>
                <a:lnTo>
                  <a:pt x="127997" y="100613"/>
                </a:lnTo>
                <a:lnTo>
                  <a:pt x="127845" y="100924"/>
                </a:lnTo>
                <a:lnTo>
                  <a:pt x="127692" y="101235"/>
                </a:lnTo>
                <a:lnTo>
                  <a:pt x="127538" y="101546"/>
                </a:lnTo>
                <a:lnTo>
                  <a:pt x="127382" y="101857"/>
                </a:lnTo>
                <a:lnTo>
                  <a:pt x="127225" y="102169"/>
                </a:lnTo>
                <a:lnTo>
                  <a:pt x="127067" y="102479"/>
                </a:lnTo>
                <a:lnTo>
                  <a:pt x="126909" y="102787"/>
                </a:lnTo>
                <a:lnTo>
                  <a:pt x="126751" y="103094"/>
                </a:lnTo>
                <a:lnTo>
                  <a:pt x="126593" y="103398"/>
                </a:lnTo>
                <a:lnTo>
                  <a:pt x="126435" y="103701"/>
                </a:lnTo>
                <a:lnTo>
                  <a:pt x="126277" y="104003"/>
                </a:lnTo>
                <a:lnTo>
                  <a:pt x="126119" y="104302"/>
                </a:lnTo>
                <a:lnTo>
                  <a:pt x="125961" y="104600"/>
                </a:lnTo>
                <a:lnTo>
                  <a:pt x="125803" y="104896"/>
                </a:lnTo>
                <a:lnTo>
                  <a:pt x="125645" y="105190"/>
                </a:lnTo>
                <a:lnTo>
                  <a:pt x="125487" y="105482"/>
                </a:lnTo>
                <a:lnTo>
                  <a:pt x="125330" y="105772"/>
                </a:lnTo>
                <a:lnTo>
                  <a:pt x="125172" y="106061"/>
                </a:lnTo>
                <a:lnTo>
                  <a:pt x="125014" y="106348"/>
                </a:lnTo>
                <a:lnTo>
                  <a:pt x="124856" y="106633"/>
                </a:lnTo>
                <a:lnTo>
                  <a:pt x="124698" y="106916"/>
                </a:lnTo>
                <a:lnTo>
                  <a:pt x="124540" y="107198"/>
                </a:lnTo>
                <a:lnTo>
                  <a:pt x="124382" y="107477"/>
                </a:lnTo>
                <a:lnTo>
                  <a:pt x="124224" y="107755"/>
                </a:lnTo>
                <a:lnTo>
                  <a:pt x="124066" y="108031"/>
                </a:lnTo>
                <a:lnTo>
                  <a:pt x="123908" y="108305"/>
                </a:lnTo>
                <a:lnTo>
                  <a:pt x="123750" y="108578"/>
                </a:lnTo>
                <a:lnTo>
                  <a:pt x="123592" y="108849"/>
                </a:lnTo>
                <a:lnTo>
                  <a:pt x="123434" y="109118"/>
                </a:lnTo>
                <a:lnTo>
                  <a:pt x="123278" y="109383"/>
                </a:lnTo>
                <a:lnTo>
                  <a:pt x="123124" y="109644"/>
                </a:lnTo>
                <a:lnTo>
                  <a:pt x="122972" y="109900"/>
                </a:lnTo>
                <a:lnTo>
                  <a:pt x="122823" y="110151"/>
                </a:lnTo>
                <a:lnTo>
                  <a:pt x="122677" y="110398"/>
                </a:lnTo>
                <a:lnTo>
                  <a:pt x="122533" y="110639"/>
                </a:lnTo>
                <a:lnTo>
                  <a:pt x="122392" y="110876"/>
                </a:lnTo>
                <a:lnTo>
                  <a:pt x="122254" y="111108"/>
                </a:lnTo>
                <a:lnTo>
                  <a:pt x="122118" y="111336"/>
                </a:lnTo>
                <a:lnTo>
                  <a:pt x="121985" y="111558"/>
                </a:lnTo>
                <a:lnTo>
                  <a:pt x="121854" y="111776"/>
                </a:lnTo>
                <a:lnTo>
                  <a:pt x="121726" y="111989"/>
                </a:lnTo>
                <a:lnTo>
                  <a:pt x="121600" y="112197"/>
                </a:lnTo>
                <a:lnTo>
                  <a:pt x="121477" y="112401"/>
                </a:lnTo>
                <a:lnTo>
                  <a:pt x="121357" y="112599"/>
                </a:lnTo>
                <a:lnTo>
                  <a:pt x="121239" y="112793"/>
                </a:lnTo>
                <a:lnTo>
                  <a:pt x="121124" y="112982"/>
                </a:lnTo>
                <a:lnTo>
                  <a:pt x="121011" y="113166"/>
                </a:lnTo>
                <a:lnTo>
                  <a:pt x="120902" y="113346"/>
                </a:lnTo>
                <a:lnTo>
                  <a:pt x="120794" y="113521"/>
                </a:lnTo>
                <a:lnTo>
                  <a:pt x="120689" y="113690"/>
                </a:lnTo>
                <a:lnTo>
                  <a:pt x="120587" y="113856"/>
                </a:lnTo>
                <a:lnTo>
                  <a:pt x="120488" y="114016"/>
                </a:lnTo>
                <a:lnTo>
                  <a:pt x="120391" y="114171"/>
                </a:lnTo>
                <a:lnTo>
                  <a:pt x="120167" y="114536"/>
                </a:lnTo>
                <a:lnTo>
                  <a:pt x="119937" y="114902"/>
                </a:lnTo>
                <a:lnTo>
                  <a:pt x="119700" y="115270"/>
                </a:lnTo>
                <a:lnTo>
                  <a:pt x="119457" y="115639"/>
                </a:lnTo>
                <a:lnTo>
                  <a:pt x="119208" y="116010"/>
                </a:lnTo>
                <a:lnTo>
                  <a:pt x="118951" y="116383"/>
                </a:lnTo>
                <a:lnTo>
                  <a:pt x="118688" y="116757"/>
                </a:lnTo>
                <a:lnTo>
                  <a:pt x="118419" y="117132"/>
                </a:lnTo>
                <a:lnTo>
                  <a:pt x="118143" y="117510"/>
                </a:lnTo>
                <a:lnTo>
                  <a:pt x="117860" y="117888"/>
                </a:lnTo>
                <a:lnTo>
                  <a:pt x="117571" y="118269"/>
                </a:lnTo>
                <a:lnTo>
                  <a:pt x="117275" y="118651"/>
                </a:lnTo>
                <a:lnTo>
                  <a:pt x="116973" y="119035"/>
                </a:lnTo>
                <a:lnTo>
                  <a:pt x="116664" y="119420"/>
                </a:lnTo>
                <a:lnTo>
                  <a:pt x="116348" y="119807"/>
                </a:lnTo>
                <a:lnTo>
                  <a:pt x="116026" y="120195"/>
                </a:lnTo>
                <a:lnTo>
                  <a:pt x="115697" y="120585"/>
                </a:lnTo>
                <a:lnTo>
                  <a:pt x="115362" y="120977"/>
                </a:lnTo>
                <a:lnTo>
                  <a:pt x="115020" y="121370"/>
                </a:lnTo>
                <a:lnTo>
                  <a:pt x="114671" y="121765"/>
                </a:lnTo>
                <a:lnTo>
                  <a:pt x="114316" y="122161"/>
                </a:lnTo>
                <a:lnTo>
                  <a:pt x="113955" y="122559"/>
                </a:lnTo>
                <a:lnTo>
                  <a:pt x="113587" y="122959"/>
                </a:lnTo>
                <a:lnTo>
                  <a:pt x="113212" y="123360"/>
                </a:lnTo>
                <a:lnTo>
                  <a:pt x="112833" y="123761"/>
                </a:lnTo>
                <a:lnTo>
                  <a:pt x="112452" y="124160"/>
                </a:lnTo>
                <a:lnTo>
                  <a:pt x="112069" y="124556"/>
                </a:lnTo>
                <a:lnTo>
                  <a:pt x="111683" y="124949"/>
                </a:lnTo>
                <a:lnTo>
                  <a:pt x="111296" y="125340"/>
                </a:lnTo>
                <a:lnTo>
                  <a:pt x="110907" y="125729"/>
                </a:lnTo>
                <a:lnTo>
                  <a:pt x="110516" y="126116"/>
                </a:lnTo>
                <a:lnTo>
                  <a:pt x="110123" y="126500"/>
                </a:lnTo>
                <a:lnTo>
                  <a:pt x="109728" y="126881"/>
                </a:lnTo>
                <a:lnTo>
                  <a:pt x="109331" y="127261"/>
                </a:lnTo>
                <a:lnTo>
                  <a:pt x="108932" y="127638"/>
                </a:lnTo>
                <a:lnTo>
                  <a:pt x="108531" y="128012"/>
                </a:lnTo>
                <a:lnTo>
                  <a:pt x="108128" y="128384"/>
                </a:lnTo>
                <a:lnTo>
                  <a:pt x="107723" y="128754"/>
                </a:lnTo>
                <a:lnTo>
                  <a:pt x="107316" y="129121"/>
                </a:lnTo>
                <a:lnTo>
                  <a:pt x="106907" y="129486"/>
                </a:lnTo>
                <a:lnTo>
                  <a:pt x="106496" y="129849"/>
                </a:lnTo>
                <a:lnTo>
                  <a:pt x="106083" y="130209"/>
                </a:lnTo>
                <a:lnTo>
                  <a:pt x="105668" y="130567"/>
                </a:lnTo>
                <a:lnTo>
                  <a:pt x="105251" y="130922"/>
                </a:lnTo>
                <a:lnTo>
                  <a:pt x="104832" y="131275"/>
                </a:lnTo>
                <a:lnTo>
                  <a:pt x="104411" y="131625"/>
                </a:lnTo>
                <a:lnTo>
                  <a:pt x="103988" y="131974"/>
                </a:lnTo>
                <a:lnTo>
                  <a:pt x="103563" y="132319"/>
                </a:lnTo>
                <a:lnTo>
                  <a:pt x="103138" y="132662"/>
                </a:lnTo>
                <a:lnTo>
                  <a:pt x="102712" y="132999"/>
                </a:lnTo>
                <a:lnTo>
                  <a:pt x="102286" y="133331"/>
                </a:lnTo>
                <a:lnTo>
                  <a:pt x="101860" y="133658"/>
                </a:lnTo>
                <a:lnTo>
                  <a:pt x="101434" y="133980"/>
                </a:lnTo>
                <a:lnTo>
                  <a:pt x="101008" y="134297"/>
                </a:lnTo>
                <a:lnTo>
                  <a:pt x="100582" y="134609"/>
                </a:lnTo>
                <a:lnTo>
                  <a:pt x="100156" y="134917"/>
                </a:lnTo>
                <a:lnTo>
                  <a:pt x="99730" y="135219"/>
                </a:lnTo>
                <a:lnTo>
                  <a:pt x="99304" y="135516"/>
                </a:lnTo>
                <a:lnTo>
                  <a:pt x="98878" y="135808"/>
                </a:lnTo>
                <a:lnTo>
                  <a:pt x="98452" y="136095"/>
                </a:lnTo>
                <a:lnTo>
                  <a:pt x="98026" y="136378"/>
                </a:lnTo>
                <a:lnTo>
                  <a:pt x="97600" y="136655"/>
                </a:lnTo>
                <a:lnTo>
                  <a:pt x="97174" y="136927"/>
                </a:lnTo>
                <a:lnTo>
                  <a:pt x="96748" y="137195"/>
                </a:lnTo>
                <a:lnTo>
                  <a:pt x="96322" y="137457"/>
                </a:lnTo>
                <a:lnTo>
                  <a:pt x="95897" y="137714"/>
                </a:lnTo>
                <a:lnTo>
                  <a:pt x="95471" y="137967"/>
                </a:lnTo>
                <a:lnTo>
                  <a:pt x="95045" y="138214"/>
                </a:lnTo>
                <a:lnTo>
                  <a:pt x="94619" y="138456"/>
                </a:lnTo>
                <a:lnTo>
                  <a:pt x="94193" y="138694"/>
                </a:lnTo>
                <a:lnTo>
                  <a:pt x="93767" y="138926"/>
                </a:lnTo>
                <a:lnTo>
                  <a:pt x="93341" y="139154"/>
                </a:lnTo>
                <a:lnTo>
                  <a:pt x="92917" y="139374"/>
                </a:lnTo>
                <a:lnTo>
                  <a:pt x="92498" y="139585"/>
                </a:lnTo>
                <a:lnTo>
                  <a:pt x="92084" y="139786"/>
                </a:lnTo>
                <a:lnTo>
                  <a:pt x="91674" y="139978"/>
                </a:lnTo>
                <a:lnTo>
                  <a:pt x="91268" y="140161"/>
                </a:lnTo>
                <a:lnTo>
                  <a:pt x="90868" y="140335"/>
                </a:lnTo>
                <a:lnTo>
                  <a:pt x="90472" y="140499"/>
                </a:lnTo>
                <a:lnTo>
                  <a:pt x="90080" y="140653"/>
                </a:lnTo>
                <a:lnTo>
                  <a:pt x="89693" y="140798"/>
                </a:lnTo>
                <a:lnTo>
                  <a:pt x="89311" y="140934"/>
                </a:lnTo>
                <a:lnTo>
                  <a:pt x="88933" y="141061"/>
                </a:lnTo>
                <a:lnTo>
                  <a:pt x="88560" y="141178"/>
                </a:lnTo>
                <a:lnTo>
                  <a:pt x="88191" y="141286"/>
                </a:lnTo>
                <a:lnTo>
                  <a:pt x="87827" y="141384"/>
                </a:lnTo>
                <a:lnTo>
                  <a:pt x="87468" y="141473"/>
                </a:lnTo>
                <a:lnTo>
                  <a:pt x="87113" y="141553"/>
                </a:lnTo>
                <a:lnTo>
                  <a:pt x="86763" y="141623"/>
                </a:lnTo>
                <a:lnTo>
                  <a:pt x="86417" y="141684"/>
                </a:lnTo>
                <a:lnTo>
                  <a:pt x="86076" y="141736"/>
                </a:lnTo>
                <a:lnTo>
                  <a:pt x="85739" y="141778"/>
                </a:lnTo>
                <a:lnTo>
                  <a:pt x="85407" y="141811"/>
                </a:lnTo>
                <a:lnTo>
                  <a:pt x="85080" y="141834"/>
                </a:lnTo>
                <a:lnTo>
                  <a:pt x="84757" y="141848"/>
                </a:lnTo>
                <a:lnTo>
                  <a:pt x="84439" y="141853"/>
                </a:lnTo>
                <a:lnTo>
                  <a:pt x="84241" y="141850"/>
                </a:lnTo>
                <a:lnTo>
                  <a:pt x="84048" y="141840"/>
                </a:lnTo>
                <a:lnTo>
                  <a:pt x="83859" y="141824"/>
                </a:lnTo>
                <a:lnTo>
                  <a:pt x="83677" y="141802"/>
                </a:lnTo>
                <a:lnTo>
                  <a:pt x="83499" y="141773"/>
                </a:lnTo>
                <a:lnTo>
                  <a:pt x="83326" y="141738"/>
                </a:lnTo>
                <a:lnTo>
                  <a:pt x="83159" y="141697"/>
                </a:lnTo>
                <a:lnTo>
                  <a:pt x="82997" y="141649"/>
                </a:lnTo>
                <a:lnTo>
                  <a:pt x="82840" y="141594"/>
                </a:lnTo>
                <a:lnTo>
                  <a:pt x="82688" y="141534"/>
                </a:lnTo>
                <a:lnTo>
                  <a:pt x="82542" y="141467"/>
                </a:lnTo>
                <a:lnTo>
                  <a:pt x="82400" y="141393"/>
                </a:lnTo>
                <a:lnTo>
                  <a:pt x="82264" y="141314"/>
                </a:lnTo>
                <a:lnTo>
                  <a:pt x="82133" y="141228"/>
                </a:lnTo>
                <a:lnTo>
                  <a:pt x="82007" y="141135"/>
                </a:lnTo>
                <a:lnTo>
                  <a:pt x="81887" y="141036"/>
                </a:lnTo>
                <a:lnTo>
                  <a:pt x="81771" y="140931"/>
                </a:lnTo>
                <a:lnTo>
                  <a:pt x="81661" y="140819"/>
                </a:lnTo>
                <a:lnTo>
                  <a:pt x="81556" y="140701"/>
                </a:lnTo>
                <a:lnTo>
                  <a:pt x="81456" y="140577"/>
                </a:lnTo>
                <a:lnTo>
                  <a:pt x="81361" y="140446"/>
                </a:lnTo>
                <a:lnTo>
                  <a:pt x="81272" y="140309"/>
                </a:lnTo>
                <a:lnTo>
                  <a:pt x="81187" y="140165"/>
                </a:lnTo>
                <a:lnTo>
                  <a:pt x="81108" y="140015"/>
                </a:lnTo>
                <a:lnTo>
                  <a:pt x="81033" y="139861"/>
                </a:lnTo>
                <a:lnTo>
                  <a:pt x="80961" y="139704"/>
                </a:lnTo>
                <a:lnTo>
                  <a:pt x="80893" y="139545"/>
                </a:lnTo>
                <a:lnTo>
                  <a:pt x="80827" y="139383"/>
                </a:lnTo>
                <a:lnTo>
                  <a:pt x="80765" y="139219"/>
                </a:lnTo>
                <a:lnTo>
                  <a:pt x="80706" y="139053"/>
                </a:lnTo>
                <a:lnTo>
                  <a:pt x="80650" y="138884"/>
                </a:lnTo>
                <a:lnTo>
                  <a:pt x="80598" y="138713"/>
                </a:lnTo>
                <a:lnTo>
                  <a:pt x="80548" y="138540"/>
                </a:lnTo>
                <a:lnTo>
                  <a:pt x="80502" y="138364"/>
                </a:lnTo>
                <a:lnTo>
                  <a:pt x="80459" y="138186"/>
                </a:lnTo>
                <a:lnTo>
                  <a:pt x="80419" y="138005"/>
                </a:lnTo>
                <a:lnTo>
                  <a:pt x="80382" y="137822"/>
                </a:lnTo>
                <a:lnTo>
                  <a:pt x="80349" y="137637"/>
                </a:lnTo>
                <a:lnTo>
                  <a:pt x="80319" y="137449"/>
                </a:lnTo>
                <a:lnTo>
                  <a:pt x="80291" y="137258"/>
                </a:lnTo>
                <a:lnTo>
                  <a:pt x="80267" y="137066"/>
                </a:lnTo>
                <a:lnTo>
                  <a:pt x="80247" y="136871"/>
                </a:lnTo>
                <a:lnTo>
                  <a:pt x="80229" y="136673"/>
                </a:lnTo>
                <a:lnTo>
                  <a:pt x="80215" y="136474"/>
                </a:lnTo>
                <a:lnTo>
                  <a:pt x="80204" y="136271"/>
                </a:lnTo>
                <a:lnTo>
                  <a:pt x="80196" y="136067"/>
                </a:lnTo>
                <a:lnTo>
                  <a:pt x="80191" y="135860"/>
                </a:lnTo>
                <a:lnTo>
                  <a:pt x="80189" y="135650"/>
                </a:lnTo>
                <a:lnTo>
                  <a:pt x="80190" y="135535"/>
                </a:lnTo>
                <a:lnTo>
                  <a:pt x="80191" y="135420"/>
                </a:lnTo>
                <a:lnTo>
                  <a:pt x="80194" y="135305"/>
                </a:lnTo>
                <a:lnTo>
                  <a:pt x="80197" y="135189"/>
                </a:lnTo>
                <a:lnTo>
                  <a:pt x="80202" y="135074"/>
                </a:lnTo>
                <a:lnTo>
                  <a:pt x="80207" y="134958"/>
                </a:lnTo>
                <a:lnTo>
                  <a:pt x="80214" y="134841"/>
                </a:lnTo>
                <a:lnTo>
                  <a:pt x="80221" y="134725"/>
                </a:lnTo>
                <a:lnTo>
                  <a:pt x="80230" y="134609"/>
                </a:lnTo>
                <a:lnTo>
                  <a:pt x="80239" y="134492"/>
                </a:lnTo>
                <a:lnTo>
                  <a:pt x="80250" y="134375"/>
                </a:lnTo>
                <a:lnTo>
                  <a:pt x="80261" y="134258"/>
                </a:lnTo>
                <a:lnTo>
                  <a:pt x="80274" y="134140"/>
                </a:lnTo>
                <a:lnTo>
                  <a:pt x="80287" y="134023"/>
                </a:lnTo>
                <a:lnTo>
                  <a:pt x="80301" y="133905"/>
                </a:lnTo>
                <a:lnTo>
                  <a:pt x="80317" y="133787"/>
                </a:lnTo>
                <a:lnTo>
                  <a:pt x="80333" y="133669"/>
                </a:lnTo>
                <a:lnTo>
                  <a:pt x="80351" y="133551"/>
                </a:lnTo>
                <a:lnTo>
                  <a:pt x="80369" y="133432"/>
                </a:lnTo>
                <a:lnTo>
                  <a:pt x="80389" y="133313"/>
                </a:lnTo>
                <a:lnTo>
                  <a:pt x="80409" y="133194"/>
                </a:lnTo>
                <a:lnTo>
                  <a:pt x="80431" y="133075"/>
                </a:lnTo>
                <a:lnTo>
                  <a:pt x="80453" y="132956"/>
                </a:lnTo>
                <a:lnTo>
                  <a:pt x="80476" y="132836"/>
                </a:lnTo>
                <a:lnTo>
                  <a:pt x="80500" y="132717"/>
                </a:lnTo>
                <a:lnTo>
                  <a:pt x="80525" y="132597"/>
                </a:lnTo>
                <a:lnTo>
                  <a:pt x="80549" y="132478"/>
                </a:lnTo>
                <a:lnTo>
                  <a:pt x="80574" y="132359"/>
                </a:lnTo>
                <a:lnTo>
                  <a:pt x="80599" y="132241"/>
                </a:lnTo>
                <a:lnTo>
                  <a:pt x="80624" y="132122"/>
                </a:lnTo>
                <a:lnTo>
                  <a:pt x="80649" y="132004"/>
                </a:lnTo>
                <a:lnTo>
                  <a:pt x="80674" y="131886"/>
                </a:lnTo>
                <a:lnTo>
                  <a:pt x="80700" y="131768"/>
                </a:lnTo>
                <a:lnTo>
                  <a:pt x="80726" y="131650"/>
                </a:lnTo>
                <a:lnTo>
                  <a:pt x="80752" y="131532"/>
                </a:lnTo>
                <a:lnTo>
                  <a:pt x="80778" y="131415"/>
                </a:lnTo>
                <a:lnTo>
                  <a:pt x="80804" y="131298"/>
                </a:lnTo>
                <a:lnTo>
                  <a:pt x="80831" y="131181"/>
                </a:lnTo>
                <a:lnTo>
                  <a:pt x="80858" y="131064"/>
                </a:lnTo>
                <a:lnTo>
                  <a:pt x="80885" y="130947"/>
                </a:lnTo>
                <a:lnTo>
                  <a:pt x="80912" y="130831"/>
                </a:lnTo>
                <a:lnTo>
                  <a:pt x="80939" y="130715"/>
                </a:lnTo>
                <a:lnTo>
                  <a:pt x="80967" y="130599"/>
                </a:lnTo>
                <a:lnTo>
                  <a:pt x="80995" y="130483"/>
                </a:lnTo>
                <a:lnTo>
                  <a:pt x="81023" y="130368"/>
                </a:lnTo>
                <a:lnTo>
                  <a:pt x="81051" y="130252"/>
                </a:lnTo>
                <a:lnTo>
                  <a:pt x="81080" y="130137"/>
                </a:lnTo>
                <a:lnTo>
                  <a:pt x="81108" y="130022"/>
                </a:lnTo>
                <a:lnTo>
                  <a:pt x="81215" y="129603"/>
                </a:lnTo>
                <a:lnTo>
                  <a:pt x="81324" y="129188"/>
                </a:lnTo>
                <a:close/>
                <a:moveTo>
                  <a:pt x="172963" y="127725"/>
                </a:moveTo>
                <a:cubicBezTo>
                  <a:pt x="172963" y="124432"/>
                  <a:pt x="173843" y="121637"/>
                  <a:pt x="175604" y="119340"/>
                </a:cubicBezTo>
                <a:cubicBezTo>
                  <a:pt x="177366" y="117043"/>
                  <a:pt x="179701" y="115511"/>
                  <a:pt x="182611" y="114746"/>
                </a:cubicBezTo>
                <a:cubicBezTo>
                  <a:pt x="183453" y="113061"/>
                  <a:pt x="184755" y="110783"/>
                  <a:pt x="186516" y="107912"/>
                </a:cubicBezTo>
                <a:cubicBezTo>
                  <a:pt x="188277" y="105040"/>
                  <a:pt x="190460" y="101920"/>
                  <a:pt x="193063" y="98550"/>
                </a:cubicBezTo>
                <a:cubicBezTo>
                  <a:pt x="195667" y="95181"/>
                  <a:pt x="198634" y="91793"/>
                  <a:pt x="201965" y="88385"/>
                </a:cubicBezTo>
                <a:cubicBezTo>
                  <a:pt x="205296" y="84978"/>
                  <a:pt x="208971" y="81876"/>
                  <a:pt x="212992" y="79082"/>
                </a:cubicBezTo>
                <a:cubicBezTo>
                  <a:pt x="217012" y="76287"/>
                  <a:pt x="221338" y="74009"/>
                  <a:pt x="225971" y="72247"/>
                </a:cubicBezTo>
                <a:cubicBezTo>
                  <a:pt x="230604" y="70486"/>
                  <a:pt x="235523" y="69606"/>
                  <a:pt x="240730" y="69606"/>
                </a:cubicBezTo>
                <a:cubicBezTo>
                  <a:pt x="245172" y="69606"/>
                  <a:pt x="249039" y="70142"/>
                  <a:pt x="252331" y="71214"/>
                </a:cubicBezTo>
                <a:cubicBezTo>
                  <a:pt x="255624" y="72286"/>
                  <a:pt x="258342" y="73779"/>
                  <a:pt x="260486" y="75693"/>
                </a:cubicBezTo>
                <a:cubicBezTo>
                  <a:pt x="262630" y="77607"/>
                  <a:pt x="264239" y="79886"/>
                  <a:pt x="265311" y="82527"/>
                </a:cubicBezTo>
                <a:cubicBezTo>
                  <a:pt x="266383" y="85169"/>
                  <a:pt x="266919" y="88022"/>
                  <a:pt x="266919" y="91084"/>
                </a:cubicBezTo>
                <a:cubicBezTo>
                  <a:pt x="266919" y="93688"/>
                  <a:pt x="266574" y="96177"/>
                  <a:pt x="265885" y="98550"/>
                </a:cubicBezTo>
                <a:cubicBezTo>
                  <a:pt x="264813" y="102839"/>
                  <a:pt x="262822" y="106591"/>
                  <a:pt x="259912" y="109807"/>
                </a:cubicBezTo>
                <a:cubicBezTo>
                  <a:pt x="257002" y="113023"/>
                  <a:pt x="253576" y="115837"/>
                  <a:pt x="249632" y="118249"/>
                </a:cubicBezTo>
                <a:cubicBezTo>
                  <a:pt x="245689" y="120661"/>
                  <a:pt x="241400" y="122671"/>
                  <a:pt x="236768" y="124279"/>
                </a:cubicBezTo>
                <a:cubicBezTo>
                  <a:pt x="232135" y="125887"/>
                  <a:pt x="227502" y="127227"/>
                  <a:pt x="222870" y="128299"/>
                </a:cubicBezTo>
                <a:cubicBezTo>
                  <a:pt x="218237" y="129371"/>
                  <a:pt x="213776" y="130195"/>
                  <a:pt x="209488" y="130769"/>
                </a:cubicBezTo>
                <a:cubicBezTo>
                  <a:pt x="205200" y="131343"/>
                  <a:pt x="201486" y="131783"/>
                  <a:pt x="198347" y="132090"/>
                </a:cubicBezTo>
                <a:cubicBezTo>
                  <a:pt x="197658" y="133468"/>
                  <a:pt x="197064" y="135210"/>
                  <a:pt x="196566" y="137316"/>
                </a:cubicBezTo>
                <a:cubicBezTo>
                  <a:pt x="196069" y="139422"/>
                  <a:pt x="195820" y="141470"/>
                  <a:pt x="195820" y="143461"/>
                </a:cubicBezTo>
                <a:cubicBezTo>
                  <a:pt x="195820" y="147902"/>
                  <a:pt x="197581" y="151348"/>
                  <a:pt x="201103" y="153798"/>
                </a:cubicBezTo>
                <a:cubicBezTo>
                  <a:pt x="204626" y="156249"/>
                  <a:pt x="209488" y="157474"/>
                  <a:pt x="215691" y="157474"/>
                </a:cubicBezTo>
                <a:cubicBezTo>
                  <a:pt x="219290" y="157474"/>
                  <a:pt x="222736" y="157072"/>
                  <a:pt x="226028" y="156268"/>
                </a:cubicBezTo>
                <a:cubicBezTo>
                  <a:pt x="229321" y="155464"/>
                  <a:pt x="232441" y="154430"/>
                  <a:pt x="235389" y="153167"/>
                </a:cubicBezTo>
                <a:cubicBezTo>
                  <a:pt x="238337" y="151903"/>
                  <a:pt x="241113" y="150525"/>
                  <a:pt x="243717" y="149032"/>
                </a:cubicBezTo>
                <a:cubicBezTo>
                  <a:pt x="246320" y="147538"/>
                  <a:pt x="248694" y="146064"/>
                  <a:pt x="250838" y="144610"/>
                </a:cubicBezTo>
                <a:cubicBezTo>
                  <a:pt x="253595" y="142772"/>
                  <a:pt x="256217" y="141221"/>
                  <a:pt x="258706" y="139958"/>
                </a:cubicBezTo>
                <a:cubicBezTo>
                  <a:pt x="261195" y="138694"/>
                  <a:pt x="263396" y="138062"/>
                  <a:pt x="265311" y="138062"/>
                </a:cubicBezTo>
                <a:cubicBezTo>
                  <a:pt x="267225" y="138062"/>
                  <a:pt x="268450" y="138541"/>
                  <a:pt x="268986" y="139498"/>
                </a:cubicBezTo>
                <a:cubicBezTo>
                  <a:pt x="269522" y="140455"/>
                  <a:pt x="269790" y="141470"/>
                  <a:pt x="269790" y="142542"/>
                </a:cubicBezTo>
                <a:cubicBezTo>
                  <a:pt x="269790" y="143155"/>
                  <a:pt x="269771" y="143748"/>
                  <a:pt x="269733" y="144322"/>
                </a:cubicBezTo>
                <a:cubicBezTo>
                  <a:pt x="269694" y="144897"/>
                  <a:pt x="269637" y="145375"/>
                  <a:pt x="269560" y="145758"/>
                </a:cubicBezTo>
                <a:cubicBezTo>
                  <a:pt x="269178" y="147749"/>
                  <a:pt x="268412" y="149740"/>
                  <a:pt x="267263" y="151731"/>
                </a:cubicBezTo>
                <a:cubicBezTo>
                  <a:pt x="266115" y="153722"/>
                  <a:pt x="264660" y="155445"/>
                  <a:pt x="262898" y="156900"/>
                </a:cubicBezTo>
                <a:cubicBezTo>
                  <a:pt x="254935" y="163179"/>
                  <a:pt x="246761" y="167658"/>
                  <a:pt x="238376" y="170338"/>
                </a:cubicBezTo>
                <a:cubicBezTo>
                  <a:pt x="229991" y="173018"/>
                  <a:pt x="221051" y="174358"/>
                  <a:pt x="211556" y="174358"/>
                </a:cubicBezTo>
                <a:cubicBezTo>
                  <a:pt x="209718" y="174358"/>
                  <a:pt x="207555" y="174244"/>
                  <a:pt x="205066" y="174014"/>
                </a:cubicBezTo>
                <a:cubicBezTo>
                  <a:pt x="202578" y="173784"/>
                  <a:pt x="199993" y="173325"/>
                  <a:pt x="197313" y="172636"/>
                </a:cubicBezTo>
                <a:cubicBezTo>
                  <a:pt x="194633" y="171946"/>
                  <a:pt x="191991" y="170951"/>
                  <a:pt x="189388" y="169649"/>
                </a:cubicBezTo>
                <a:cubicBezTo>
                  <a:pt x="186784" y="168347"/>
                  <a:pt x="184468" y="166624"/>
                  <a:pt x="182439" y="164480"/>
                </a:cubicBezTo>
                <a:cubicBezTo>
                  <a:pt x="180409" y="162336"/>
                  <a:pt x="178763" y="159695"/>
                  <a:pt x="177500" y="156555"/>
                </a:cubicBezTo>
                <a:cubicBezTo>
                  <a:pt x="176236" y="153415"/>
                  <a:pt x="175604" y="149625"/>
                  <a:pt x="175604" y="145184"/>
                </a:cubicBezTo>
                <a:cubicBezTo>
                  <a:pt x="175604" y="141585"/>
                  <a:pt x="176102" y="137565"/>
                  <a:pt x="177098" y="133123"/>
                </a:cubicBezTo>
                <a:cubicBezTo>
                  <a:pt x="176102" y="132970"/>
                  <a:pt x="175164" y="132453"/>
                  <a:pt x="174284" y="131573"/>
                </a:cubicBezTo>
                <a:cubicBezTo>
                  <a:pt x="173403" y="130692"/>
                  <a:pt x="172963" y="129410"/>
                  <a:pt x="172963" y="127725"/>
                </a:cubicBezTo>
                <a:moveTo>
                  <a:pt x="244865" y="95909"/>
                </a:moveTo>
                <a:cubicBezTo>
                  <a:pt x="245019" y="95526"/>
                  <a:pt x="245095" y="95181"/>
                  <a:pt x="245095" y="94875"/>
                </a:cubicBezTo>
                <a:cubicBezTo>
                  <a:pt x="245095" y="94569"/>
                  <a:pt x="245095" y="94224"/>
                  <a:pt x="245095" y="93841"/>
                </a:cubicBezTo>
                <a:cubicBezTo>
                  <a:pt x="245095" y="91774"/>
                  <a:pt x="244329" y="90223"/>
                  <a:pt x="242798" y="89189"/>
                </a:cubicBezTo>
                <a:cubicBezTo>
                  <a:pt x="241266" y="88156"/>
                  <a:pt x="239429" y="87639"/>
                  <a:pt x="237285" y="87639"/>
                </a:cubicBezTo>
                <a:cubicBezTo>
                  <a:pt x="233915" y="87639"/>
                  <a:pt x="230604" y="88519"/>
                  <a:pt x="227349" y="90280"/>
                </a:cubicBezTo>
                <a:cubicBezTo>
                  <a:pt x="224095" y="92042"/>
                  <a:pt x="221032" y="94243"/>
                  <a:pt x="218160" y="96885"/>
                </a:cubicBezTo>
                <a:cubicBezTo>
                  <a:pt x="215289" y="99527"/>
                  <a:pt x="212743" y="102360"/>
                  <a:pt x="210522" y="105385"/>
                </a:cubicBezTo>
                <a:cubicBezTo>
                  <a:pt x="208301" y="108409"/>
                  <a:pt x="206578" y="111147"/>
                  <a:pt x="205353" y="113597"/>
                </a:cubicBezTo>
                <a:cubicBezTo>
                  <a:pt x="210867" y="113138"/>
                  <a:pt x="215920" y="112391"/>
                  <a:pt x="220515" y="111357"/>
                </a:cubicBezTo>
                <a:cubicBezTo>
                  <a:pt x="225109" y="110324"/>
                  <a:pt x="229110" y="109022"/>
                  <a:pt x="232518" y="107452"/>
                </a:cubicBezTo>
                <a:cubicBezTo>
                  <a:pt x="235925" y="105882"/>
                  <a:pt x="238682" y="104121"/>
                  <a:pt x="240788" y="102169"/>
                </a:cubicBezTo>
                <a:cubicBezTo>
                  <a:pt x="242894" y="100216"/>
                  <a:pt x="244253" y="98129"/>
                  <a:pt x="244865" y="95909"/>
                </a:cubicBezTo>
                <a:moveTo>
                  <a:pt x="231542" y="64781"/>
                </a:moveTo>
                <a:lnTo>
                  <a:pt x="231542" y="64781"/>
                </a:lnTo>
                <a:close/>
                <a:moveTo>
                  <a:pt x="293074" y="160231"/>
                </a:moveTo>
                <a:cubicBezTo>
                  <a:pt x="294069" y="154870"/>
                  <a:pt x="295218" y="148974"/>
                  <a:pt x="296520" y="142542"/>
                </a:cubicBezTo>
                <a:cubicBezTo>
                  <a:pt x="297821" y="136110"/>
                  <a:pt x="299161" y="129601"/>
                  <a:pt x="300540" y="123016"/>
                </a:cubicBezTo>
                <a:cubicBezTo>
                  <a:pt x="301918" y="116430"/>
                  <a:pt x="303258" y="109960"/>
                  <a:pt x="304560" y="103604"/>
                </a:cubicBezTo>
                <a:cubicBezTo>
                  <a:pt x="305862" y="97249"/>
                  <a:pt x="306972" y="91429"/>
                  <a:pt x="307891" y="86145"/>
                </a:cubicBezTo>
                <a:cubicBezTo>
                  <a:pt x="307814" y="85380"/>
                  <a:pt x="307776" y="84710"/>
                  <a:pt x="307776" y="84135"/>
                </a:cubicBezTo>
                <a:cubicBezTo>
                  <a:pt x="307776" y="83561"/>
                  <a:pt x="307776" y="82929"/>
                  <a:pt x="307776" y="82240"/>
                </a:cubicBezTo>
                <a:cubicBezTo>
                  <a:pt x="307776" y="79866"/>
                  <a:pt x="307929" y="77493"/>
                  <a:pt x="308235" y="75119"/>
                </a:cubicBezTo>
                <a:cubicBezTo>
                  <a:pt x="308542" y="72745"/>
                  <a:pt x="308963" y="70563"/>
                  <a:pt x="309499" y="68572"/>
                </a:cubicBezTo>
                <a:cubicBezTo>
                  <a:pt x="310341" y="65662"/>
                  <a:pt x="311279" y="63690"/>
                  <a:pt x="312313" y="62656"/>
                </a:cubicBezTo>
                <a:cubicBezTo>
                  <a:pt x="313347" y="61623"/>
                  <a:pt x="315012" y="61106"/>
                  <a:pt x="317309" y="61106"/>
                </a:cubicBezTo>
                <a:cubicBezTo>
                  <a:pt x="319530" y="61106"/>
                  <a:pt x="321310" y="61546"/>
                  <a:pt x="322650" y="62427"/>
                </a:cubicBezTo>
                <a:cubicBezTo>
                  <a:pt x="323990" y="63307"/>
                  <a:pt x="325043" y="64475"/>
                  <a:pt x="325809" y="65930"/>
                </a:cubicBezTo>
                <a:cubicBezTo>
                  <a:pt x="326575" y="67385"/>
                  <a:pt x="327073" y="69050"/>
                  <a:pt x="327302" y="70926"/>
                </a:cubicBezTo>
                <a:cubicBezTo>
                  <a:pt x="327532" y="72802"/>
                  <a:pt x="327647" y="74736"/>
                  <a:pt x="327647" y="76727"/>
                </a:cubicBezTo>
                <a:cubicBezTo>
                  <a:pt x="327647" y="77799"/>
                  <a:pt x="327609" y="78986"/>
                  <a:pt x="327532" y="80288"/>
                </a:cubicBezTo>
                <a:cubicBezTo>
                  <a:pt x="327455" y="81589"/>
                  <a:pt x="327417" y="82623"/>
                  <a:pt x="327417" y="83389"/>
                </a:cubicBezTo>
                <a:cubicBezTo>
                  <a:pt x="329561" y="81168"/>
                  <a:pt x="331839" y="78890"/>
                  <a:pt x="334251" y="76555"/>
                </a:cubicBezTo>
                <a:cubicBezTo>
                  <a:pt x="336663" y="74219"/>
                  <a:pt x="339229" y="72113"/>
                  <a:pt x="341947" y="70237"/>
                </a:cubicBezTo>
                <a:cubicBezTo>
                  <a:pt x="344665" y="68361"/>
                  <a:pt x="347537" y="66811"/>
                  <a:pt x="350562" y="65585"/>
                </a:cubicBezTo>
                <a:cubicBezTo>
                  <a:pt x="353586" y="64360"/>
                  <a:pt x="356745" y="63748"/>
                  <a:pt x="360038" y="63748"/>
                </a:cubicBezTo>
                <a:cubicBezTo>
                  <a:pt x="361339" y="63748"/>
                  <a:pt x="362622" y="63862"/>
                  <a:pt x="363885" y="64092"/>
                </a:cubicBezTo>
                <a:cubicBezTo>
                  <a:pt x="365149" y="64322"/>
                  <a:pt x="366431" y="64628"/>
                  <a:pt x="367733" y="65011"/>
                </a:cubicBezTo>
                <a:cubicBezTo>
                  <a:pt x="369265" y="65394"/>
                  <a:pt x="370854" y="65911"/>
                  <a:pt x="372500" y="66562"/>
                </a:cubicBezTo>
                <a:cubicBezTo>
                  <a:pt x="374146" y="67213"/>
                  <a:pt x="375735" y="68112"/>
                  <a:pt x="377267" y="69261"/>
                </a:cubicBezTo>
                <a:cubicBezTo>
                  <a:pt x="379794" y="71175"/>
                  <a:pt x="381918" y="73568"/>
                  <a:pt x="383641" y="76440"/>
                </a:cubicBezTo>
                <a:cubicBezTo>
                  <a:pt x="385364" y="79311"/>
                  <a:pt x="386226" y="82240"/>
                  <a:pt x="386226" y="85227"/>
                </a:cubicBezTo>
                <a:cubicBezTo>
                  <a:pt x="386226" y="86375"/>
                  <a:pt x="385996" y="87620"/>
                  <a:pt x="385537" y="88960"/>
                </a:cubicBezTo>
                <a:cubicBezTo>
                  <a:pt x="385077" y="90300"/>
                  <a:pt x="384445" y="91525"/>
                  <a:pt x="383641" y="92635"/>
                </a:cubicBezTo>
                <a:cubicBezTo>
                  <a:pt x="382837" y="93745"/>
                  <a:pt x="381899" y="94664"/>
                  <a:pt x="380827" y="95392"/>
                </a:cubicBezTo>
                <a:cubicBezTo>
                  <a:pt x="379755" y="96119"/>
                  <a:pt x="378568" y="96483"/>
                  <a:pt x="377267" y="96483"/>
                </a:cubicBezTo>
                <a:cubicBezTo>
                  <a:pt x="375965" y="96483"/>
                  <a:pt x="374376" y="96157"/>
                  <a:pt x="372500" y="95507"/>
                </a:cubicBezTo>
                <a:cubicBezTo>
                  <a:pt x="370624" y="94856"/>
                  <a:pt x="369073" y="93994"/>
                  <a:pt x="367848" y="92922"/>
                </a:cubicBezTo>
                <a:cubicBezTo>
                  <a:pt x="367312" y="92463"/>
                  <a:pt x="366757" y="91812"/>
                  <a:pt x="366183" y="90970"/>
                </a:cubicBezTo>
                <a:cubicBezTo>
                  <a:pt x="365608" y="90127"/>
                  <a:pt x="365072" y="89285"/>
                  <a:pt x="364575" y="88443"/>
                </a:cubicBezTo>
                <a:cubicBezTo>
                  <a:pt x="364077" y="87600"/>
                  <a:pt x="363617" y="86815"/>
                  <a:pt x="363196" y="86088"/>
                </a:cubicBezTo>
                <a:cubicBezTo>
                  <a:pt x="362775" y="85361"/>
                  <a:pt x="362450" y="84882"/>
                  <a:pt x="362220" y="84652"/>
                </a:cubicBezTo>
                <a:cubicBezTo>
                  <a:pt x="361837" y="84576"/>
                  <a:pt x="361416" y="84518"/>
                  <a:pt x="360956" y="84480"/>
                </a:cubicBezTo>
                <a:cubicBezTo>
                  <a:pt x="360497" y="84442"/>
                  <a:pt x="360076" y="84423"/>
                  <a:pt x="359693" y="84423"/>
                </a:cubicBezTo>
                <a:cubicBezTo>
                  <a:pt x="355788" y="84423"/>
                  <a:pt x="352074" y="85418"/>
                  <a:pt x="348551" y="87409"/>
                </a:cubicBezTo>
                <a:cubicBezTo>
                  <a:pt x="345029" y="89400"/>
                  <a:pt x="341736" y="91831"/>
                  <a:pt x="338673" y="94703"/>
                </a:cubicBezTo>
                <a:cubicBezTo>
                  <a:pt x="335611" y="97574"/>
                  <a:pt x="332796" y="100637"/>
                  <a:pt x="330231" y="103891"/>
                </a:cubicBezTo>
                <a:cubicBezTo>
                  <a:pt x="327666" y="107146"/>
                  <a:pt x="325426" y="110075"/>
                  <a:pt x="323512" y="112678"/>
                </a:cubicBezTo>
                <a:cubicBezTo>
                  <a:pt x="321980" y="118881"/>
                  <a:pt x="320277" y="125485"/>
                  <a:pt x="318401" y="132492"/>
                </a:cubicBezTo>
                <a:cubicBezTo>
                  <a:pt x="316525" y="139498"/>
                  <a:pt x="314668" y="146830"/>
                  <a:pt x="312830" y="154488"/>
                </a:cubicBezTo>
                <a:lnTo>
                  <a:pt x="312830" y="157359"/>
                </a:lnTo>
                <a:cubicBezTo>
                  <a:pt x="312830" y="159656"/>
                  <a:pt x="312753" y="161992"/>
                  <a:pt x="312600" y="164366"/>
                </a:cubicBezTo>
                <a:cubicBezTo>
                  <a:pt x="312447" y="166739"/>
                  <a:pt x="311988" y="168845"/>
                  <a:pt x="311222" y="170683"/>
                </a:cubicBezTo>
                <a:cubicBezTo>
                  <a:pt x="310379" y="171831"/>
                  <a:pt x="309173" y="172808"/>
                  <a:pt x="307604" y="173612"/>
                </a:cubicBezTo>
                <a:cubicBezTo>
                  <a:pt x="306034" y="174416"/>
                  <a:pt x="304215" y="174818"/>
                  <a:pt x="302148" y="174818"/>
                </a:cubicBezTo>
                <a:cubicBezTo>
                  <a:pt x="298932" y="174818"/>
                  <a:pt x="296520" y="173765"/>
                  <a:pt x="294912" y="171659"/>
                </a:cubicBezTo>
                <a:cubicBezTo>
                  <a:pt x="293304" y="169553"/>
                  <a:pt x="292499" y="167084"/>
                  <a:pt x="292499" y="164251"/>
                </a:cubicBezTo>
                <a:cubicBezTo>
                  <a:pt x="292499" y="162949"/>
                  <a:pt x="292691" y="161609"/>
                  <a:pt x="293074" y="160231"/>
                </a:cubicBezTo>
                <a:close/>
                <a:moveTo>
                  <a:pt x="497226" y="97172"/>
                </a:moveTo>
                <a:lnTo>
                  <a:pt x="642295" y="97172"/>
                </a:lnTo>
                <a:lnTo>
                  <a:pt x="615991" y="63748"/>
                </a:lnTo>
                <a:lnTo>
                  <a:pt x="622768" y="57430"/>
                </a:lnTo>
                <a:lnTo>
                  <a:pt x="667908" y="101192"/>
                </a:lnTo>
                <a:lnTo>
                  <a:pt x="667908" y="108543"/>
                </a:lnTo>
                <a:lnTo>
                  <a:pt x="622768" y="152305"/>
                </a:lnTo>
                <a:lnTo>
                  <a:pt x="615991" y="145988"/>
                </a:lnTo>
                <a:lnTo>
                  <a:pt x="642295" y="112449"/>
                </a:lnTo>
                <a:lnTo>
                  <a:pt x="497226" y="112449"/>
                </a:lnTo>
                <a:lnTo>
                  <a:pt x="497226" y="97172"/>
                </a:lnTo>
                <a:close/>
                <a:moveTo>
                  <a:pt x="743441" y="2067"/>
                </a:moveTo>
                <a:lnTo>
                  <a:pt x="783987" y="2067"/>
                </a:lnTo>
                <a:lnTo>
                  <a:pt x="886443" y="135650"/>
                </a:lnTo>
                <a:lnTo>
                  <a:pt x="886443" y="39053"/>
                </a:lnTo>
                <a:cubicBezTo>
                  <a:pt x="886443" y="29328"/>
                  <a:pt x="884222" y="22130"/>
                  <a:pt x="879781" y="17459"/>
                </a:cubicBezTo>
                <a:cubicBezTo>
                  <a:pt x="875723" y="13171"/>
                  <a:pt x="869673" y="10950"/>
                  <a:pt x="861633" y="10797"/>
                </a:cubicBezTo>
                <a:lnTo>
                  <a:pt x="861633" y="2067"/>
                </a:lnTo>
                <a:lnTo>
                  <a:pt x="921016" y="2067"/>
                </a:lnTo>
                <a:lnTo>
                  <a:pt x="921016" y="10797"/>
                </a:lnTo>
                <a:cubicBezTo>
                  <a:pt x="914967" y="10797"/>
                  <a:pt x="910449" y="11639"/>
                  <a:pt x="907462" y="13324"/>
                </a:cubicBezTo>
                <a:cubicBezTo>
                  <a:pt x="904476" y="15008"/>
                  <a:pt x="901873" y="18071"/>
                  <a:pt x="899652" y="22513"/>
                </a:cubicBezTo>
                <a:cubicBezTo>
                  <a:pt x="897431" y="26954"/>
                  <a:pt x="896321" y="31816"/>
                  <a:pt x="896321" y="37100"/>
                </a:cubicBezTo>
                <a:lnTo>
                  <a:pt x="896321" y="172061"/>
                </a:lnTo>
                <a:lnTo>
                  <a:pt x="885524" y="172061"/>
                </a:lnTo>
                <a:lnTo>
                  <a:pt x="779508" y="33216"/>
                </a:lnTo>
                <a:lnTo>
                  <a:pt x="779508" y="135564"/>
                </a:lnTo>
                <a:cubicBezTo>
                  <a:pt x="779508" y="144820"/>
                  <a:pt x="781843" y="151724"/>
                  <a:pt x="786514" y="156275"/>
                </a:cubicBezTo>
                <a:cubicBezTo>
                  <a:pt x="791185" y="160826"/>
                  <a:pt x="798421" y="163179"/>
                  <a:pt x="808223" y="163332"/>
                </a:cubicBezTo>
                <a:lnTo>
                  <a:pt x="808223" y="172061"/>
                </a:lnTo>
                <a:lnTo>
                  <a:pt x="743441" y="172061"/>
                </a:lnTo>
                <a:lnTo>
                  <a:pt x="743441" y="163332"/>
                </a:lnTo>
                <a:cubicBezTo>
                  <a:pt x="751558" y="163025"/>
                  <a:pt x="757990" y="160369"/>
                  <a:pt x="762738" y="155363"/>
                </a:cubicBezTo>
                <a:cubicBezTo>
                  <a:pt x="767486" y="150355"/>
                  <a:pt x="769859" y="144219"/>
                  <a:pt x="769859" y="136957"/>
                </a:cubicBezTo>
                <a:lnTo>
                  <a:pt x="769859" y="21946"/>
                </a:lnTo>
                <a:lnTo>
                  <a:pt x="767907" y="19770"/>
                </a:lnTo>
                <a:cubicBezTo>
                  <a:pt x="764078" y="15623"/>
                  <a:pt x="761360" y="13167"/>
                  <a:pt x="759752" y="12401"/>
                </a:cubicBezTo>
                <a:cubicBezTo>
                  <a:pt x="757531" y="11332"/>
                  <a:pt x="754659" y="10797"/>
                  <a:pt x="751137" y="10797"/>
                </a:cubicBezTo>
                <a:lnTo>
                  <a:pt x="743441" y="10797"/>
                </a:lnTo>
                <a:lnTo>
                  <a:pt x="743441" y="2067"/>
                </a:lnTo>
                <a:close/>
                <a:moveTo>
                  <a:pt x="983973" y="61106"/>
                </a:moveTo>
                <a:cubicBezTo>
                  <a:pt x="998445" y="61106"/>
                  <a:pt x="1010602" y="66338"/>
                  <a:pt x="1020441" y="76802"/>
                </a:cubicBezTo>
                <a:cubicBezTo>
                  <a:pt x="1030281" y="87264"/>
                  <a:pt x="1035201" y="101041"/>
                  <a:pt x="1035201" y="118134"/>
                </a:cubicBezTo>
                <a:cubicBezTo>
                  <a:pt x="1035201" y="129938"/>
                  <a:pt x="1032999" y="140000"/>
                  <a:pt x="1028596" y="148317"/>
                </a:cubicBezTo>
                <a:cubicBezTo>
                  <a:pt x="1024193" y="156633"/>
                  <a:pt x="1017914" y="163205"/>
                  <a:pt x="1009759" y="168034"/>
                </a:cubicBezTo>
                <a:cubicBezTo>
                  <a:pt x="1001604" y="172863"/>
                  <a:pt x="992817" y="175277"/>
                  <a:pt x="983399" y="175277"/>
                </a:cubicBezTo>
                <a:cubicBezTo>
                  <a:pt x="969462" y="175277"/>
                  <a:pt x="957651" y="169989"/>
                  <a:pt x="947964" y="159412"/>
                </a:cubicBezTo>
                <a:cubicBezTo>
                  <a:pt x="938278" y="148833"/>
                  <a:pt x="933434" y="135112"/>
                  <a:pt x="933434" y="118249"/>
                </a:cubicBezTo>
                <a:cubicBezTo>
                  <a:pt x="933434" y="101309"/>
                  <a:pt x="938297" y="87551"/>
                  <a:pt x="948022" y="76975"/>
                </a:cubicBezTo>
                <a:cubicBezTo>
                  <a:pt x="957746" y="66395"/>
                  <a:pt x="969730" y="61106"/>
                  <a:pt x="983973" y="61106"/>
                </a:cubicBezTo>
                <a:moveTo>
                  <a:pt x="983973" y="69376"/>
                </a:moveTo>
                <a:cubicBezTo>
                  <a:pt x="975397" y="69376"/>
                  <a:pt x="968352" y="73257"/>
                  <a:pt x="962839" y="81020"/>
                </a:cubicBezTo>
                <a:cubicBezTo>
                  <a:pt x="957325" y="88782"/>
                  <a:pt x="954569" y="101039"/>
                  <a:pt x="954569" y="117790"/>
                </a:cubicBezTo>
                <a:cubicBezTo>
                  <a:pt x="954569" y="134846"/>
                  <a:pt x="957306" y="147314"/>
                  <a:pt x="962781" y="155191"/>
                </a:cubicBezTo>
                <a:cubicBezTo>
                  <a:pt x="968256" y="163069"/>
                  <a:pt x="975320" y="167007"/>
                  <a:pt x="983973" y="167007"/>
                </a:cubicBezTo>
                <a:cubicBezTo>
                  <a:pt x="992932" y="167007"/>
                  <a:pt x="1000187" y="163069"/>
                  <a:pt x="1005739" y="155191"/>
                </a:cubicBezTo>
                <a:cubicBezTo>
                  <a:pt x="1011291" y="147314"/>
                  <a:pt x="1014066" y="134426"/>
                  <a:pt x="1014066" y="116530"/>
                </a:cubicBezTo>
                <a:cubicBezTo>
                  <a:pt x="1014066" y="99932"/>
                  <a:pt x="1011329" y="87925"/>
                  <a:pt x="1005854" y="80507"/>
                </a:cubicBezTo>
                <a:cubicBezTo>
                  <a:pt x="1000379" y="73086"/>
                  <a:pt x="993085" y="69376"/>
                  <a:pt x="983973" y="69376"/>
                </a:cubicBezTo>
                <a:close/>
                <a:moveTo>
                  <a:pt x="1078504" y="0"/>
                </a:moveTo>
                <a:cubicBezTo>
                  <a:pt x="1081949" y="0"/>
                  <a:pt x="1084974" y="1308"/>
                  <a:pt x="1087578" y="3923"/>
                </a:cubicBezTo>
                <a:cubicBezTo>
                  <a:pt x="1090181" y="6539"/>
                  <a:pt x="1091483" y="9615"/>
                  <a:pt x="1091483" y="13152"/>
                </a:cubicBezTo>
                <a:cubicBezTo>
                  <a:pt x="1091483" y="16614"/>
                  <a:pt x="1090219" y="19615"/>
                  <a:pt x="1087692" y="22154"/>
                </a:cubicBezTo>
                <a:cubicBezTo>
                  <a:pt x="1085165" y="24690"/>
                  <a:pt x="1082141" y="25958"/>
                  <a:pt x="1078618" y="25958"/>
                </a:cubicBezTo>
                <a:cubicBezTo>
                  <a:pt x="1075096" y="25958"/>
                  <a:pt x="1072052" y="24670"/>
                  <a:pt x="1069487" y="22093"/>
                </a:cubicBezTo>
                <a:cubicBezTo>
                  <a:pt x="1066922" y="19516"/>
                  <a:pt x="1065639" y="16497"/>
                  <a:pt x="1065639" y="13037"/>
                </a:cubicBezTo>
                <a:cubicBezTo>
                  <a:pt x="1065639" y="9576"/>
                  <a:pt x="1066941" y="6539"/>
                  <a:pt x="1069544" y="3923"/>
                </a:cubicBezTo>
                <a:cubicBezTo>
                  <a:pt x="1072148" y="1308"/>
                  <a:pt x="1075134" y="0"/>
                  <a:pt x="1078504" y="0"/>
                </a:cubicBezTo>
                <a:moveTo>
                  <a:pt x="1048755" y="64552"/>
                </a:moveTo>
                <a:lnTo>
                  <a:pt x="1091483" y="63173"/>
                </a:lnTo>
                <a:lnTo>
                  <a:pt x="1091483" y="155643"/>
                </a:lnTo>
                <a:cubicBezTo>
                  <a:pt x="1091483" y="158168"/>
                  <a:pt x="1092095" y="159966"/>
                  <a:pt x="1093321" y="161038"/>
                </a:cubicBezTo>
                <a:cubicBezTo>
                  <a:pt x="1095082" y="162567"/>
                  <a:pt x="1097302" y="163332"/>
                  <a:pt x="1099983" y="163332"/>
                </a:cubicBezTo>
                <a:lnTo>
                  <a:pt x="1112158" y="163332"/>
                </a:lnTo>
                <a:lnTo>
                  <a:pt x="1112158" y="172061"/>
                </a:lnTo>
                <a:lnTo>
                  <a:pt x="1051052" y="172061"/>
                </a:lnTo>
                <a:lnTo>
                  <a:pt x="1051052" y="163332"/>
                </a:lnTo>
                <a:lnTo>
                  <a:pt x="1062423" y="163332"/>
                </a:lnTo>
                <a:cubicBezTo>
                  <a:pt x="1065792" y="163332"/>
                  <a:pt x="1068262" y="162512"/>
                  <a:pt x="1069832" y="160873"/>
                </a:cubicBezTo>
                <a:cubicBezTo>
                  <a:pt x="1071401" y="159232"/>
                  <a:pt x="1072186" y="156847"/>
                  <a:pt x="1072186" y="153719"/>
                </a:cubicBezTo>
                <a:lnTo>
                  <a:pt x="1072186" y="86210"/>
                </a:lnTo>
                <a:cubicBezTo>
                  <a:pt x="1072186" y="81939"/>
                  <a:pt x="1070961" y="78717"/>
                  <a:pt x="1068511" y="76544"/>
                </a:cubicBezTo>
                <a:cubicBezTo>
                  <a:pt x="1066060" y="74369"/>
                  <a:pt x="1062423" y="73281"/>
                  <a:pt x="1057599" y="73281"/>
                </a:cubicBezTo>
                <a:lnTo>
                  <a:pt x="1048755" y="73281"/>
                </a:lnTo>
                <a:lnTo>
                  <a:pt x="1048755" y="64552"/>
                </a:lnTo>
                <a:close/>
                <a:moveTo>
                  <a:pt x="1137785" y="131401"/>
                </a:moveTo>
                <a:cubicBezTo>
                  <a:pt x="1142533" y="144648"/>
                  <a:pt x="1147989" y="153818"/>
                  <a:pt x="1154153" y="158910"/>
                </a:cubicBezTo>
                <a:cubicBezTo>
                  <a:pt x="1160317" y="164002"/>
                  <a:pt x="1167917" y="166548"/>
                  <a:pt x="1176953" y="166548"/>
                </a:cubicBezTo>
                <a:cubicBezTo>
                  <a:pt x="1185299" y="166548"/>
                  <a:pt x="1191712" y="164729"/>
                  <a:pt x="1196192" y="161092"/>
                </a:cubicBezTo>
                <a:cubicBezTo>
                  <a:pt x="1200672" y="157455"/>
                  <a:pt x="1202911" y="152841"/>
                  <a:pt x="1202911" y="147251"/>
                </a:cubicBezTo>
                <a:cubicBezTo>
                  <a:pt x="1202911" y="144035"/>
                  <a:pt x="1202088" y="141221"/>
                  <a:pt x="1200442" y="138809"/>
                </a:cubicBezTo>
                <a:cubicBezTo>
                  <a:pt x="1198796" y="136397"/>
                  <a:pt x="1196517" y="134597"/>
                  <a:pt x="1193608" y="133411"/>
                </a:cubicBezTo>
                <a:cubicBezTo>
                  <a:pt x="1190698" y="132224"/>
                  <a:pt x="1183155" y="130482"/>
                  <a:pt x="1170980" y="128184"/>
                </a:cubicBezTo>
                <a:cubicBezTo>
                  <a:pt x="1159341" y="125887"/>
                  <a:pt x="1151224" y="123475"/>
                  <a:pt x="1146630" y="120948"/>
                </a:cubicBezTo>
                <a:cubicBezTo>
                  <a:pt x="1142035" y="118421"/>
                  <a:pt x="1138455" y="114937"/>
                  <a:pt x="1135890" y="110496"/>
                </a:cubicBezTo>
                <a:cubicBezTo>
                  <a:pt x="1133325" y="106055"/>
                  <a:pt x="1132042" y="101230"/>
                  <a:pt x="1132042" y="96023"/>
                </a:cubicBezTo>
                <a:cubicBezTo>
                  <a:pt x="1132042" y="88136"/>
                  <a:pt x="1134684" y="80977"/>
                  <a:pt x="1139968" y="74545"/>
                </a:cubicBezTo>
                <a:cubicBezTo>
                  <a:pt x="1146783" y="66351"/>
                  <a:pt x="1156316" y="62254"/>
                  <a:pt x="1168568" y="62254"/>
                </a:cubicBezTo>
                <a:cubicBezTo>
                  <a:pt x="1177910" y="62254"/>
                  <a:pt x="1186563" y="65241"/>
                  <a:pt x="1194527" y="71214"/>
                </a:cubicBezTo>
                <a:lnTo>
                  <a:pt x="1202107" y="63173"/>
                </a:lnTo>
                <a:lnTo>
                  <a:pt x="1206817" y="63173"/>
                </a:lnTo>
                <a:lnTo>
                  <a:pt x="1209803" y="101537"/>
                </a:lnTo>
                <a:lnTo>
                  <a:pt x="1202107" y="101537"/>
                </a:lnTo>
                <a:cubicBezTo>
                  <a:pt x="1198738" y="90623"/>
                  <a:pt x="1194182" y="82764"/>
                  <a:pt x="1188439" y="77962"/>
                </a:cubicBezTo>
                <a:cubicBezTo>
                  <a:pt x="1182696" y="73157"/>
                  <a:pt x="1175613" y="70754"/>
                  <a:pt x="1167190" y="70754"/>
                </a:cubicBezTo>
                <a:cubicBezTo>
                  <a:pt x="1159915" y="70754"/>
                  <a:pt x="1154210" y="72534"/>
                  <a:pt x="1150075" y="76095"/>
                </a:cubicBezTo>
                <a:cubicBezTo>
                  <a:pt x="1145940" y="79656"/>
                  <a:pt x="1143873" y="84001"/>
                  <a:pt x="1143873" y="89132"/>
                </a:cubicBezTo>
                <a:cubicBezTo>
                  <a:pt x="1143873" y="93650"/>
                  <a:pt x="1145787" y="97402"/>
                  <a:pt x="1149616" y="100388"/>
                </a:cubicBezTo>
                <a:cubicBezTo>
                  <a:pt x="1153368" y="103451"/>
                  <a:pt x="1160719" y="105854"/>
                  <a:pt x="1171669" y="107596"/>
                </a:cubicBezTo>
                <a:cubicBezTo>
                  <a:pt x="1184381" y="109718"/>
                  <a:pt x="1192650" y="111499"/>
                  <a:pt x="1196479" y="112937"/>
                </a:cubicBezTo>
                <a:cubicBezTo>
                  <a:pt x="1202758" y="115241"/>
                  <a:pt x="1207621" y="118795"/>
                  <a:pt x="1211066" y="123597"/>
                </a:cubicBezTo>
                <a:cubicBezTo>
                  <a:pt x="1214512" y="128397"/>
                  <a:pt x="1216235" y="134254"/>
                  <a:pt x="1216235" y="141167"/>
                </a:cubicBezTo>
                <a:cubicBezTo>
                  <a:pt x="1216235" y="150694"/>
                  <a:pt x="1212502" y="158760"/>
                  <a:pt x="1205036" y="165367"/>
                </a:cubicBezTo>
                <a:cubicBezTo>
                  <a:pt x="1197570" y="171974"/>
                  <a:pt x="1188094" y="175277"/>
                  <a:pt x="1176608" y="175277"/>
                </a:cubicBezTo>
                <a:cubicBezTo>
                  <a:pt x="1165965" y="175277"/>
                  <a:pt x="1156087" y="171747"/>
                  <a:pt x="1146974" y="164685"/>
                </a:cubicBezTo>
                <a:lnTo>
                  <a:pt x="1138589" y="174358"/>
                </a:lnTo>
                <a:lnTo>
                  <a:pt x="1132502" y="174358"/>
                </a:lnTo>
                <a:lnTo>
                  <a:pt x="1130205" y="131401"/>
                </a:lnTo>
                <a:lnTo>
                  <a:pt x="1137785" y="131401"/>
                </a:lnTo>
                <a:close/>
                <a:moveTo>
                  <a:pt x="1334797" y="118766"/>
                </a:moveTo>
                <a:lnTo>
                  <a:pt x="1257725" y="118766"/>
                </a:lnTo>
                <a:cubicBezTo>
                  <a:pt x="1258108" y="135193"/>
                  <a:pt x="1261171" y="146785"/>
                  <a:pt x="1266914" y="153540"/>
                </a:cubicBezTo>
                <a:cubicBezTo>
                  <a:pt x="1273500" y="161140"/>
                  <a:pt x="1281884" y="164940"/>
                  <a:pt x="1292069" y="164940"/>
                </a:cubicBezTo>
                <a:cubicBezTo>
                  <a:pt x="1307077" y="164940"/>
                  <a:pt x="1319137" y="156440"/>
                  <a:pt x="1328250" y="139441"/>
                </a:cubicBezTo>
                <a:lnTo>
                  <a:pt x="1335716" y="142643"/>
                </a:lnTo>
                <a:cubicBezTo>
                  <a:pt x="1324536" y="164399"/>
                  <a:pt x="1308379" y="175277"/>
                  <a:pt x="1287245" y="175277"/>
                </a:cubicBezTo>
                <a:cubicBezTo>
                  <a:pt x="1272849" y="175277"/>
                  <a:pt x="1260731" y="170065"/>
                  <a:pt x="1250891" y="159642"/>
                </a:cubicBezTo>
                <a:cubicBezTo>
                  <a:pt x="1241051" y="149216"/>
                  <a:pt x="1236132" y="135878"/>
                  <a:pt x="1236132" y="119627"/>
                </a:cubicBezTo>
                <a:cubicBezTo>
                  <a:pt x="1236132" y="102152"/>
                  <a:pt x="1240975" y="88030"/>
                  <a:pt x="1250661" y="77262"/>
                </a:cubicBezTo>
                <a:cubicBezTo>
                  <a:pt x="1260348" y="66491"/>
                  <a:pt x="1272274" y="61106"/>
                  <a:pt x="1286440" y="61106"/>
                </a:cubicBezTo>
                <a:cubicBezTo>
                  <a:pt x="1296855" y="61106"/>
                  <a:pt x="1305852" y="63781"/>
                  <a:pt x="1313433" y="69132"/>
                </a:cubicBezTo>
                <a:cubicBezTo>
                  <a:pt x="1321014" y="74480"/>
                  <a:pt x="1326718" y="82160"/>
                  <a:pt x="1330547" y="92172"/>
                </a:cubicBezTo>
                <a:cubicBezTo>
                  <a:pt x="1333227" y="99202"/>
                  <a:pt x="1334644" y="108067"/>
                  <a:pt x="1334797" y="118766"/>
                </a:cubicBezTo>
                <a:moveTo>
                  <a:pt x="1257725" y="110496"/>
                </a:moveTo>
                <a:lnTo>
                  <a:pt x="1304359" y="110496"/>
                </a:lnTo>
                <a:cubicBezTo>
                  <a:pt x="1307115" y="110496"/>
                  <a:pt x="1309259" y="109563"/>
                  <a:pt x="1310791" y="107696"/>
                </a:cubicBezTo>
                <a:cubicBezTo>
                  <a:pt x="1312322" y="105830"/>
                  <a:pt x="1313088" y="102651"/>
                  <a:pt x="1313088" y="98159"/>
                </a:cubicBezTo>
                <a:cubicBezTo>
                  <a:pt x="1313088" y="89782"/>
                  <a:pt x="1310466" y="82660"/>
                  <a:pt x="1305220" y="76795"/>
                </a:cubicBezTo>
                <a:cubicBezTo>
                  <a:pt x="1299975" y="70930"/>
                  <a:pt x="1293792" y="67997"/>
                  <a:pt x="1286670" y="67997"/>
                </a:cubicBezTo>
                <a:cubicBezTo>
                  <a:pt x="1278707" y="67997"/>
                  <a:pt x="1271949" y="71539"/>
                  <a:pt x="1266397" y="78622"/>
                </a:cubicBezTo>
                <a:cubicBezTo>
                  <a:pt x="1260846" y="85705"/>
                  <a:pt x="1257955" y="96330"/>
                  <a:pt x="1257725" y="110496"/>
                </a:cubicBezTo>
                <a:close/>
                <a:moveTo>
                  <a:pt x="1471525" y="97172"/>
                </a:moveTo>
                <a:lnTo>
                  <a:pt x="1616593" y="97172"/>
                </a:lnTo>
                <a:lnTo>
                  <a:pt x="1590290" y="63748"/>
                </a:lnTo>
                <a:lnTo>
                  <a:pt x="1597067" y="57430"/>
                </a:lnTo>
                <a:lnTo>
                  <a:pt x="1642207" y="101192"/>
                </a:lnTo>
                <a:lnTo>
                  <a:pt x="1642207" y="108543"/>
                </a:lnTo>
                <a:lnTo>
                  <a:pt x="1597067" y="152305"/>
                </a:lnTo>
                <a:lnTo>
                  <a:pt x="1590290" y="145988"/>
                </a:lnTo>
                <a:lnTo>
                  <a:pt x="1616593" y="112449"/>
                </a:lnTo>
                <a:lnTo>
                  <a:pt x="1471525" y="112449"/>
                </a:lnTo>
                <a:lnTo>
                  <a:pt x="1471525" y="97172"/>
                </a:lnTo>
                <a:close/>
                <a:moveTo>
                  <a:pt x="1735270" y="123131"/>
                </a:moveTo>
                <a:cubicBezTo>
                  <a:pt x="1735270" y="118689"/>
                  <a:pt x="1735806" y="113655"/>
                  <a:pt x="1736878" y="108026"/>
                </a:cubicBezTo>
                <a:cubicBezTo>
                  <a:pt x="1737950" y="102398"/>
                  <a:pt x="1739826" y="96942"/>
                  <a:pt x="1742506" y="91659"/>
                </a:cubicBezTo>
                <a:cubicBezTo>
                  <a:pt x="1746182" y="84308"/>
                  <a:pt x="1750279" y="77205"/>
                  <a:pt x="1754796" y="70352"/>
                </a:cubicBezTo>
                <a:cubicBezTo>
                  <a:pt x="1759314" y="63499"/>
                  <a:pt x="1763947" y="57181"/>
                  <a:pt x="1768695" y="51400"/>
                </a:cubicBezTo>
                <a:cubicBezTo>
                  <a:pt x="1773442" y="45619"/>
                  <a:pt x="1778190" y="40488"/>
                  <a:pt x="1782937" y="36009"/>
                </a:cubicBezTo>
                <a:cubicBezTo>
                  <a:pt x="1787685" y="31529"/>
                  <a:pt x="1792203" y="28026"/>
                  <a:pt x="1796491" y="25499"/>
                </a:cubicBezTo>
                <a:lnTo>
                  <a:pt x="1796376" y="25614"/>
                </a:lnTo>
                <a:cubicBezTo>
                  <a:pt x="1799056" y="23929"/>
                  <a:pt x="1801889" y="22168"/>
                  <a:pt x="1804876" y="20330"/>
                </a:cubicBezTo>
                <a:cubicBezTo>
                  <a:pt x="1807862" y="18493"/>
                  <a:pt x="1810925" y="16808"/>
                  <a:pt x="1814065" y="15276"/>
                </a:cubicBezTo>
                <a:cubicBezTo>
                  <a:pt x="1817204" y="13745"/>
                  <a:pt x="1820382" y="12482"/>
                  <a:pt x="1823598" y="11486"/>
                </a:cubicBezTo>
                <a:cubicBezTo>
                  <a:pt x="1826814" y="10491"/>
                  <a:pt x="1829992" y="9993"/>
                  <a:pt x="1833131" y="9993"/>
                </a:cubicBezTo>
                <a:cubicBezTo>
                  <a:pt x="1836348" y="9993"/>
                  <a:pt x="1839410" y="10644"/>
                  <a:pt x="1842320" y="11945"/>
                </a:cubicBezTo>
                <a:cubicBezTo>
                  <a:pt x="1845230" y="13247"/>
                  <a:pt x="1847776" y="15028"/>
                  <a:pt x="1849959" y="17287"/>
                </a:cubicBezTo>
                <a:cubicBezTo>
                  <a:pt x="1852141" y="19545"/>
                  <a:pt x="1853864" y="22168"/>
                  <a:pt x="1855127" y="25154"/>
                </a:cubicBezTo>
                <a:cubicBezTo>
                  <a:pt x="1856391" y="28141"/>
                  <a:pt x="1857022" y="31319"/>
                  <a:pt x="1857022" y="34688"/>
                </a:cubicBezTo>
                <a:cubicBezTo>
                  <a:pt x="1857022" y="37062"/>
                  <a:pt x="1856888" y="38919"/>
                  <a:pt x="1856620" y="40259"/>
                </a:cubicBezTo>
                <a:cubicBezTo>
                  <a:pt x="1856352" y="41599"/>
                  <a:pt x="1855931" y="42613"/>
                  <a:pt x="1855357" y="43302"/>
                </a:cubicBezTo>
                <a:cubicBezTo>
                  <a:pt x="1854783" y="43992"/>
                  <a:pt x="1854055" y="44413"/>
                  <a:pt x="1853175" y="44566"/>
                </a:cubicBezTo>
                <a:cubicBezTo>
                  <a:pt x="1852294" y="44719"/>
                  <a:pt x="1851279" y="44796"/>
                  <a:pt x="1850131" y="44796"/>
                </a:cubicBezTo>
                <a:cubicBezTo>
                  <a:pt x="1848446" y="44796"/>
                  <a:pt x="1847125" y="44432"/>
                  <a:pt x="1846168" y="43704"/>
                </a:cubicBezTo>
                <a:cubicBezTo>
                  <a:pt x="1845211" y="42977"/>
                  <a:pt x="1844445" y="42096"/>
                  <a:pt x="1843871" y="41063"/>
                </a:cubicBezTo>
                <a:cubicBezTo>
                  <a:pt x="1843297" y="40029"/>
                  <a:pt x="1842856" y="38880"/>
                  <a:pt x="1842550" y="37617"/>
                </a:cubicBezTo>
                <a:cubicBezTo>
                  <a:pt x="1842244" y="36353"/>
                  <a:pt x="1841880" y="35205"/>
                  <a:pt x="1841459" y="34171"/>
                </a:cubicBezTo>
                <a:cubicBezTo>
                  <a:pt x="1841038" y="33137"/>
                  <a:pt x="1840502" y="32257"/>
                  <a:pt x="1839851" y="31529"/>
                </a:cubicBezTo>
                <a:cubicBezTo>
                  <a:pt x="1839200" y="30802"/>
                  <a:pt x="1838300" y="30438"/>
                  <a:pt x="1837152" y="30438"/>
                </a:cubicBezTo>
                <a:cubicBezTo>
                  <a:pt x="1834089" y="30438"/>
                  <a:pt x="1830777" y="31127"/>
                  <a:pt x="1827216" y="32506"/>
                </a:cubicBezTo>
                <a:cubicBezTo>
                  <a:pt x="1823655" y="33884"/>
                  <a:pt x="1820018" y="35722"/>
                  <a:pt x="1816304" y="38019"/>
                </a:cubicBezTo>
                <a:cubicBezTo>
                  <a:pt x="1812591" y="40316"/>
                  <a:pt x="1808877" y="42939"/>
                  <a:pt x="1805163" y="45887"/>
                </a:cubicBezTo>
                <a:cubicBezTo>
                  <a:pt x="1801449" y="48835"/>
                  <a:pt x="1797908" y="51840"/>
                  <a:pt x="1794538" y="54903"/>
                </a:cubicBezTo>
                <a:cubicBezTo>
                  <a:pt x="1791169" y="57966"/>
                  <a:pt x="1788049" y="60991"/>
                  <a:pt x="1785177" y="63977"/>
                </a:cubicBezTo>
                <a:cubicBezTo>
                  <a:pt x="1782306" y="66964"/>
                  <a:pt x="1779836" y="69644"/>
                  <a:pt x="1777769" y="72018"/>
                </a:cubicBezTo>
                <a:cubicBezTo>
                  <a:pt x="1774706" y="75923"/>
                  <a:pt x="1771911" y="79886"/>
                  <a:pt x="1769384" y="83906"/>
                </a:cubicBezTo>
                <a:cubicBezTo>
                  <a:pt x="1766857" y="87926"/>
                  <a:pt x="1764675" y="92022"/>
                  <a:pt x="1762837" y="96196"/>
                </a:cubicBezTo>
                <a:cubicBezTo>
                  <a:pt x="1760999" y="100369"/>
                  <a:pt x="1759582" y="104657"/>
                  <a:pt x="1758587" y="109060"/>
                </a:cubicBezTo>
                <a:cubicBezTo>
                  <a:pt x="1757591" y="113463"/>
                  <a:pt x="1757094" y="118038"/>
                  <a:pt x="1757094" y="122786"/>
                </a:cubicBezTo>
                <a:cubicBezTo>
                  <a:pt x="1757094" y="126462"/>
                  <a:pt x="1757611" y="129678"/>
                  <a:pt x="1758644" y="132434"/>
                </a:cubicBezTo>
                <a:cubicBezTo>
                  <a:pt x="1759678" y="135191"/>
                  <a:pt x="1760808" y="137565"/>
                  <a:pt x="1762033" y="139556"/>
                </a:cubicBezTo>
                <a:cubicBezTo>
                  <a:pt x="1763488" y="141853"/>
                  <a:pt x="1765287" y="143442"/>
                  <a:pt x="1767431" y="144322"/>
                </a:cubicBezTo>
                <a:cubicBezTo>
                  <a:pt x="1769575" y="145203"/>
                  <a:pt x="1772140" y="145643"/>
                  <a:pt x="1775127" y="145643"/>
                </a:cubicBezTo>
                <a:cubicBezTo>
                  <a:pt x="1781636" y="145643"/>
                  <a:pt x="1787647" y="145031"/>
                  <a:pt x="1793160" y="143805"/>
                </a:cubicBezTo>
                <a:cubicBezTo>
                  <a:pt x="1798673" y="142580"/>
                  <a:pt x="1803957" y="140934"/>
                  <a:pt x="1809011" y="138866"/>
                </a:cubicBezTo>
                <a:cubicBezTo>
                  <a:pt x="1814065" y="136799"/>
                  <a:pt x="1819004" y="134349"/>
                  <a:pt x="1823828" y="131515"/>
                </a:cubicBezTo>
                <a:cubicBezTo>
                  <a:pt x="1828652" y="128682"/>
                  <a:pt x="1833629" y="125658"/>
                  <a:pt x="1838760" y="122441"/>
                </a:cubicBezTo>
                <a:lnTo>
                  <a:pt x="1841746" y="122441"/>
                </a:lnTo>
                <a:cubicBezTo>
                  <a:pt x="1842741" y="122441"/>
                  <a:pt x="1843756" y="122709"/>
                  <a:pt x="1844790" y="123245"/>
                </a:cubicBezTo>
                <a:cubicBezTo>
                  <a:pt x="1845824" y="123781"/>
                  <a:pt x="1846742" y="124471"/>
                  <a:pt x="1847546" y="125313"/>
                </a:cubicBezTo>
                <a:cubicBezTo>
                  <a:pt x="1848350" y="126155"/>
                  <a:pt x="1849001" y="127112"/>
                  <a:pt x="1849499" y="128184"/>
                </a:cubicBezTo>
                <a:cubicBezTo>
                  <a:pt x="1849997" y="129256"/>
                  <a:pt x="1850246" y="130367"/>
                  <a:pt x="1850246" y="131515"/>
                </a:cubicBezTo>
                <a:cubicBezTo>
                  <a:pt x="1850246" y="134042"/>
                  <a:pt x="1849250" y="136550"/>
                  <a:pt x="1847259" y="139039"/>
                </a:cubicBezTo>
                <a:cubicBezTo>
                  <a:pt x="1845268" y="141527"/>
                  <a:pt x="1842722" y="143901"/>
                  <a:pt x="1839621" y="146160"/>
                </a:cubicBezTo>
                <a:cubicBezTo>
                  <a:pt x="1836520" y="148419"/>
                  <a:pt x="1833017" y="150544"/>
                  <a:pt x="1829111" y="152535"/>
                </a:cubicBezTo>
                <a:cubicBezTo>
                  <a:pt x="1825206" y="154526"/>
                  <a:pt x="1821358" y="156287"/>
                  <a:pt x="1817568" y="157818"/>
                </a:cubicBezTo>
                <a:cubicBezTo>
                  <a:pt x="1813777" y="159350"/>
                  <a:pt x="1810236" y="160652"/>
                  <a:pt x="1806943" y="161724"/>
                </a:cubicBezTo>
                <a:cubicBezTo>
                  <a:pt x="1803651" y="162796"/>
                  <a:pt x="1801009" y="163523"/>
                  <a:pt x="1799018" y="163906"/>
                </a:cubicBezTo>
                <a:cubicBezTo>
                  <a:pt x="1797333" y="164289"/>
                  <a:pt x="1795706" y="164653"/>
                  <a:pt x="1794136" y="164997"/>
                </a:cubicBezTo>
                <a:cubicBezTo>
                  <a:pt x="1792566" y="165342"/>
                  <a:pt x="1790710" y="165686"/>
                  <a:pt x="1788566" y="166031"/>
                </a:cubicBezTo>
                <a:cubicBezTo>
                  <a:pt x="1786421" y="166376"/>
                  <a:pt x="1783856" y="166644"/>
                  <a:pt x="1780870" y="166835"/>
                </a:cubicBezTo>
                <a:cubicBezTo>
                  <a:pt x="1777883" y="167026"/>
                  <a:pt x="1774131" y="167122"/>
                  <a:pt x="1769614" y="167122"/>
                </a:cubicBezTo>
                <a:cubicBezTo>
                  <a:pt x="1766857" y="167122"/>
                  <a:pt x="1764330" y="166682"/>
                  <a:pt x="1762033" y="165801"/>
                </a:cubicBezTo>
                <a:cubicBezTo>
                  <a:pt x="1759736" y="164921"/>
                  <a:pt x="1757687" y="163887"/>
                  <a:pt x="1755888" y="162700"/>
                </a:cubicBezTo>
                <a:cubicBezTo>
                  <a:pt x="1754088" y="161513"/>
                  <a:pt x="1752557" y="160269"/>
                  <a:pt x="1751293" y="158967"/>
                </a:cubicBezTo>
                <a:cubicBezTo>
                  <a:pt x="1750030" y="157665"/>
                  <a:pt x="1749015" y="156555"/>
                  <a:pt x="1748249" y="155636"/>
                </a:cubicBezTo>
                <a:cubicBezTo>
                  <a:pt x="1743732" y="150353"/>
                  <a:pt x="1740439" y="145146"/>
                  <a:pt x="1738371" y="140015"/>
                </a:cubicBezTo>
                <a:cubicBezTo>
                  <a:pt x="1736304" y="134885"/>
                  <a:pt x="1735270" y="129256"/>
                  <a:pt x="1735270" y="123131"/>
                </a:cubicBezTo>
                <a:close/>
                <a:moveTo>
                  <a:pt x="1926462" y="167122"/>
                </a:moveTo>
                <a:cubicBezTo>
                  <a:pt x="1926462" y="164902"/>
                  <a:pt x="1926730" y="162241"/>
                  <a:pt x="1927266" y="159139"/>
                </a:cubicBezTo>
                <a:cubicBezTo>
                  <a:pt x="1927802" y="156038"/>
                  <a:pt x="1928070" y="152190"/>
                  <a:pt x="1928070" y="147596"/>
                </a:cubicBezTo>
                <a:cubicBezTo>
                  <a:pt x="1925544" y="149434"/>
                  <a:pt x="1922749" y="151616"/>
                  <a:pt x="1919686" y="154143"/>
                </a:cubicBezTo>
                <a:cubicBezTo>
                  <a:pt x="1916623" y="156670"/>
                  <a:pt x="1913445" y="159082"/>
                  <a:pt x="1910152" y="161379"/>
                </a:cubicBezTo>
                <a:cubicBezTo>
                  <a:pt x="1906860" y="163676"/>
                  <a:pt x="1903586" y="165610"/>
                  <a:pt x="1900332" y="167180"/>
                </a:cubicBezTo>
                <a:cubicBezTo>
                  <a:pt x="1897077" y="168749"/>
                  <a:pt x="1894033" y="169534"/>
                  <a:pt x="1891200" y="169534"/>
                </a:cubicBezTo>
                <a:cubicBezTo>
                  <a:pt x="1888903" y="169534"/>
                  <a:pt x="1886721" y="169190"/>
                  <a:pt x="1884653" y="168501"/>
                </a:cubicBezTo>
                <a:cubicBezTo>
                  <a:pt x="1882586" y="167811"/>
                  <a:pt x="1880824" y="166892"/>
                  <a:pt x="1879370" y="165744"/>
                </a:cubicBezTo>
                <a:cubicBezTo>
                  <a:pt x="1875311" y="162528"/>
                  <a:pt x="1872382" y="159312"/>
                  <a:pt x="1870583" y="156096"/>
                </a:cubicBezTo>
                <a:cubicBezTo>
                  <a:pt x="1868783" y="152879"/>
                  <a:pt x="1867884" y="149127"/>
                  <a:pt x="1867884" y="144839"/>
                </a:cubicBezTo>
                <a:cubicBezTo>
                  <a:pt x="1867884" y="142925"/>
                  <a:pt x="1868056" y="140934"/>
                  <a:pt x="1868400" y="138866"/>
                </a:cubicBezTo>
                <a:cubicBezTo>
                  <a:pt x="1868745" y="136799"/>
                  <a:pt x="1869262" y="134425"/>
                  <a:pt x="1869951" y="131745"/>
                </a:cubicBezTo>
                <a:cubicBezTo>
                  <a:pt x="1872861" y="119646"/>
                  <a:pt x="1877857" y="108448"/>
                  <a:pt x="1884940" y="98148"/>
                </a:cubicBezTo>
                <a:cubicBezTo>
                  <a:pt x="1892023" y="87849"/>
                  <a:pt x="1900810" y="79062"/>
                  <a:pt x="1911301" y="71788"/>
                </a:cubicBezTo>
                <a:cubicBezTo>
                  <a:pt x="1915359" y="68955"/>
                  <a:pt x="1919418" y="67136"/>
                  <a:pt x="1923476" y="66332"/>
                </a:cubicBezTo>
                <a:cubicBezTo>
                  <a:pt x="1927534" y="65528"/>
                  <a:pt x="1931555" y="65126"/>
                  <a:pt x="1935536" y="65126"/>
                </a:cubicBezTo>
                <a:cubicBezTo>
                  <a:pt x="1937298" y="65126"/>
                  <a:pt x="1939269" y="65241"/>
                  <a:pt x="1941452" y="65471"/>
                </a:cubicBezTo>
                <a:cubicBezTo>
                  <a:pt x="1943634" y="65700"/>
                  <a:pt x="1945606" y="65930"/>
                  <a:pt x="1947367" y="66160"/>
                </a:cubicBezTo>
                <a:cubicBezTo>
                  <a:pt x="1949128" y="65777"/>
                  <a:pt x="1950564" y="65509"/>
                  <a:pt x="1951674" y="65356"/>
                </a:cubicBezTo>
                <a:cubicBezTo>
                  <a:pt x="1952785" y="65203"/>
                  <a:pt x="1953952" y="65126"/>
                  <a:pt x="1955178" y="65126"/>
                </a:cubicBezTo>
                <a:cubicBezTo>
                  <a:pt x="1957475" y="65126"/>
                  <a:pt x="1959389" y="65432"/>
                  <a:pt x="1960921" y="66045"/>
                </a:cubicBezTo>
                <a:cubicBezTo>
                  <a:pt x="1962452" y="66657"/>
                  <a:pt x="1963677" y="67481"/>
                  <a:pt x="1964596" y="68514"/>
                </a:cubicBezTo>
                <a:cubicBezTo>
                  <a:pt x="1965515" y="69548"/>
                  <a:pt x="1966185" y="70735"/>
                  <a:pt x="1966606" y="72075"/>
                </a:cubicBezTo>
                <a:cubicBezTo>
                  <a:pt x="1967027" y="73415"/>
                  <a:pt x="1967238" y="74813"/>
                  <a:pt x="1967238" y="76267"/>
                </a:cubicBezTo>
                <a:cubicBezTo>
                  <a:pt x="1967238" y="78258"/>
                  <a:pt x="1966932" y="80154"/>
                  <a:pt x="1966319" y="81953"/>
                </a:cubicBezTo>
                <a:cubicBezTo>
                  <a:pt x="1965706" y="83753"/>
                  <a:pt x="1965094" y="85571"/>
                  <a:pt x="1964481" y="87409"/>
                </a:cubicBezTo>
                <a:lnTo>
                  <a:pt x="1949320" y="147940"/>
                </a:lnTo>
                <a:cubicBezTo>
                  <a:pt x="1949013" y="151233"/>
                  <a:pt x="1948745" y="154258"/>
                  <a:pt x="1948516" y="157014"/>
                </a:cubicBezTo>
                <a:cubicBezTo>
                  <a:pt x="1948286" y="159771"/>
                  <a:pt x="1947826" y="162336"/>
                  <a:pt x="1947137" y="164710"/>
                </a:cubicBezTo>
                <a:cubicBezTo>
                  <a:pt x="1946908" y="165399"/>
                  <a:pt x="1946620" y="166261"/>
                  <a:pt x="1946276" y="167294"/>
                </a:cubicBezTo>
                <a:cubicBezTo>
                  <a:pt x="1945931" y="168328"/>
                  <a:pt x="1945376" y="169324"/>
                  <a:pt x="1944610" y="170281"/>
                </a:cubicBezTo>
                <a:cubicBezTo>
                  <a:pt x="1943845" y="171238"/>
                  <a:pt x="1942887" y="172061"/>
                  <a:pt x="1941739" y="172750"/>
                </a:cubicBezTo>
                <a:cubicBezTo>
                  <a:pt x="1940590" y="173440"/>
                  <a:pt x="1939097" y="173784"/>
                  <a:pt x="1937259" y="173784"/>
                </a:cubicBezTo>
                <a:cubicBezTo>
                  <a:pt x="1934886" y="173784"/>
                  <a:pt x="1932990" y="173631"/>
                  <a:pt x="1931574" y="173325"/>
                </a:cubicBezTo>
                <a:cubicBezTo>
                  <a:pt x="1930157" y="173018"/>
                  <a:pt x="1929066" y="172578"/>
                  <a:pt x="1928300" y="172004"/>
                </a:cubicBezTo>
                <a:cubicBezTo>
                  <a:pt x="1927534" y="171429"/>
                  <a:pt x="1927037" y="170740"/>
                  <a:pt x="1926807" y="169936"/>
                </a:cubicBezTo>
                <a:cubicBezTo>
                  <a:pt x="1926577" y="169132"/>
                  <a:pt x="1926462" y="168194"/>
                  <a:pt x="1926462" y="167122"/>
                </a:cubicBezTo>
                <a:moveTo>
                  <a:pt x="1888329" y="132434"/>
                </a:moveTo>
                <a:cubicBezTo>
                  <a:pt x="1888022" y="133506"/>
                  <a:pt x="1887697" y="135038"/>
                  <a:pt x="1887352" y="137029"/>
                </a:cubicBezTo>
                <a:cubicBezTo>
                  <a:pt x="1887008" y="139020"/>
                  <a:pt x="1886836" y="141011"/>
                  <a:pt x="1886836" y="143001"/>
                </a:cubicBezTo>
                <a:cubicBezTo>
                  <a:pt x="1886836" y="145069"/>
                  <a:pt x="1887142" y="146926"/>
                  <a:pt x="1887754" y="148572"/>
                </a:cubicBezTo>
                <a:cubicBezTo>
                  <a:pt x="1888367" y="150219"/>
                  <a:pt x="1889707" y="151042"/>
                  <a:pt x="1891775" y="151042"/>
                </a:cubicBezTo>
                <a:cubicBezTo>
                  <a:pt x="1894991" y="151042"/>
                  <a:pt x="1897996" y="150333"/>
                  <a:pt x="1900791" y="148917"/>
                </a:cubicBezTo>
                <a:cubicBezTo>
                  <a:pt x="1903586" y="147500"/>
                  <a:pt x="1906209" y="145796"/>
                  <a:pt x="1908659" y="143805"/>
                </a:cubicBezTo>
                <a:cubicBezTo>
                  <a:pt x="1911952" y="141125"/>
                  <a:pt x="1915302" y="138120"/>
                  <a:pt x="1918709" y="134789"/>
                </a:cubicBezTo>
                <a:cubicBezTo>
                  <a:pt x="1922117" y="131458"/>
                  <a:pt x="1925333" y="127955"/>
                  <a:pt x="1928358" y="124279"/>
                </a:cubicBezTo>
                <a:cubicBezTo>
                  <a:pt x="1931382" y="120604"/>
                  <a:pt x="1934062" y="116832"/>
                  <a:pt x="1936398" y="112965"/>
                </a:cubicBezTo>
                <a:cubicBezTo>
                  <a:pt x="1938733" y="109098"/>
                  <a:pt x="1940437" y="105251"/>
                  <a:pt x="1941509" y="101422"/>
                </a:cubicBezTo>
                <a:cubicBezTo>
                  <a:pt x="1942122" y="99201"/>
                  <a:pt x="1942639" y="96636"/>
                  <a:pt x="1943060" y="93726"/>
                </a:cubicBezTo>
                <a:cubicBezTo>
                  <a:pt x="1943481" y="90816"/>
                  <a:pt x="1943692" y="88213"/>
                  <a:pt x="1943692" y="85916"/>
                </a:cubicBezTo>
                <a:cubicBezTo>
                  <a:pt x="1943692" y="84920"/>
                  <a:pt x="1943462" y="83944"/>
                  <a:pt x="1943002" y="82987"/>
                </a:cubicBezTo>
                <a:cubicBezTo>
                  <a:pt x="1942543" y="82030"/>
                  <a:pt x="1941662" y="81551"/>
                  <a:pt x="1940361" y="81551"/>
                </a:cubicBezTo>
                <a:cubicBezTo>
                  <a:pt x="1936608" y="81551"/>
                  <a:pt x="1932837" y="82278"/>
                  <a:pt x="1929047" y="83733"/>
                </a:cubicBezTo>
                <a:cubicBezTo>
                  <a:pt x="1925256" y="85188"/>
                  <a:pt x="1921600" y="87141"/>
                  <a:pt x="1918078" y="89591"/>
                </a:cubicBezTo>
                <a:cubicBezTo>
                  <a:pt x="1914555" y="92042"/>
                  <a:pt x="1911205" y="94932"/>
                  <a:pt x="1908027" y="98263"/>
                </a:cubicBezTo>
                <a:cubicBezTo>
                  <a:pt x="1904849" y="101594"/>
                  <a:pt x="1901959" y="105155"/>
                  <a:pt x="1899355" y="108945"/>
                </a:cubicBezTo>
                <a:cubicBezTo>
                  <a:pt x="1896752" y="112736"/>
                  <a:pt x="1894512" y="116641"/>
                  <a:pt x="1892636" y="120661"/>
                </a:cubicBezTo>
                <a:cubicBezTo>
                  <a:pt x="1890760" y="124681"/>
                  <a:pt x="1889324" y="128606"/>
                  <a:pt x="1888329" y="132434"/>
                </a:cubicBezTo>
                <a:close/>
                <a:moveTo>
                  <a:pt x="2001154" y="136340"/>
                </a:moveTo>
                <a:cubicBezTo>
                  <a:pt x="2001154" y="129907"/>
                  <a:pt x="2001882" y="123226"/>
                  <a:pt x="2003337" y="116296"/>
                </a:cubicBezTo>
                <a:cubicBezTo>
                  <a:pt x="2004792" y="109366"/>
                  <a:pt x="2006323" y="102724"/>
                  <a:pt x="2007931" y="96368"/>
                </a:cubicBezTo>
                <a:cubicBezTo>
                  <a:pt x="2005940" y="96291"/>
                  <a:pt x="2003911" y="95985"/>
                  <a:pt x="2001844" y="95449"/>
                </a:cubicBezTo>
                <a:cubicBezTo>
                  <a:pt x="1999776" y="94913"/>
                  <a:pt x="1997900" y="94186"/>
                  <a:pt x="1996215" y="93267"/>
                </a:cubicBezTo>
                <a:cubicBezTo>
                  <a:pt x="1994531" y="92348"/>
                  <a:pt x="1993152" y="91218"/>
                  <a:pt x="1992080" y="89878"/>
                </a:cubicBezTo>
                <a:cubicBezTo>
                  <a:pt x="1991008" y="88538"/>
                  <a:pt x="1990472" y="86988"/>
                  <a:pt x="1990472" y="85227"/>
                </a:cubicBezTo>
                <a:cubicBezTo>
                  <a:pt x="1990472" y="84537"/>
                  <a:pt x="1990625" y="83657"/>
                  <a:pt x="1990932" y="82585"/>
                </a:cubicBezTo>
                <a:cubicBezTo>
                  <a:pt x="1991238" y="81513"/>
                  <a:pt x="1991678" y="80460"/>
                  <a:pt x="1992253" y="79426"/>
                </a:cubicBezTo>
                <a:cubicBezTo>
                  <a:pt x="1992827" y="78392"/>
                  <a:pt x="1993574" y="77512"/>
                  <a:pt x="1994492" y="76784"/>
                </a:cubicBezTo>
                <a:cubicBezTo>
                  <a:pt x="1995411" y="76057"/>
                  <a:pt x="1996445" y="75693"/>
                  <a:pt x="1997594" y="75693"/>
                </a:cubicBezTo>
                <a:lnTo>
                  <a:pt x="2012985" y="75693"/>
                </a:lnTo>
                <a:cubicBezTo>
                  <a:pt x="2014440" y="75693"/>
                  <a:pt x="2015435" y="75061"/>
                  <a:pt x="2015971" y="73798"/>
                </a:cubicBezTo>
                <a:cubicBezTo>
                  <a:pt x="2016507" y="72534"/>
                  <a:pt x="2016929" y="71290"/>
                  <a:pt x="2017235" y="70065"/>
                </a:cubicBezTo>
                <a:cubicBezTo>
                  <a:pt x="2018230" y="65624"/>
                  <a:pt x="2019168" y="61776"/>
                  <a:pt x="2020049" y="58521"/>
                </a:cubicBezTo>
                <a:cubicBezTo>
                  <a:pt x="2020930" y="55267"/>
                  <a:pt x="2021676" y="52510"/>
                  <a:pt x="2022289" y="50252"/>
                </a:cubicBezTo>
                <a:cubicBezTo>
                  <a:pt x="2022901" y="47993"/>
                  <a:pt x="2023380" y="46155"/>
                  <a:pt x="2023724" y="44738"/>
                </a:cubicBezTo>
                <a:cubicBezTo>
                  <a:pt x="2024069" y="43322"/>
                  <a:pt x="2024241" y="42192"/>
                  <a:pt x="2024241" y="41350"/>
                </a:cubicBezTo>
                <a:cubicBezTo>
                  <a:pt x="2024241" y="40354"/>
                  <a:pt x="2024203" y="39397"/>
                  <a:pt x="2024127" y="38478"/>
                </a:cubicBezTo>
                <a:cubicBezTo>
                  <a:pt x="2024050" y="37559"/>
                  <a:pt x="2024012" y="36296"/>
                  <a:pt x="2024012" y="34688"/>
                </a:cubicBezTo>
                <a:lnTo>
                  <a:pt x="2024012" y="33539"/>
                </a:lnTo>
                <a:cubicBezTo>
                  <a:pt x="2024012" y="32927"/>
                  <a:pt x="2024069" y="32123"/>
                  <a:pt x="2024184" y="31127"/>
                </a:cubicBezTo>
                <a:cubicBezTo>
                  <a:pt x="2024299" y="30132"/>
                  <a:pt x="2024663" y="28715"/>
                  <a:pt x="2025275" y="26877"/>
                </a:cubicBezTo>
                <a:cubicBezTo>
                  <a:pt x="2025735" y="25422"/>
                  <a:pt x="2026577" y="24044"/>
                  <a:pt x="2027802" y="22742"/>
                </a:cubicBezTo>
                <a:cubicBezTo>
                  <a:pt x="2029027" y="21441"/>
                  <a:pt x="2030827" y="20790"/>
                  <a:pt x="2033200" y="20790"/>
                </a:cubicBezTo>
                <a:cubicBezTo>
                  <a:pt x="2035268" y="20790"/>
                  <a:pt x="2037029" y="21211"/>
                  <a:pt x="2038484" y="22053"/>
                </a:cubicBezTo>
                <a:cubicBezTo>
                  <a:pt x="2039939" y="22896"/>
                  <a:pt x="2041126" y="24006"/>
                  <a:pt x="2042045" y="25384"/>
                </a:cubicBezTo>
                <a:cubicBezTo>
                  <a:pt x="2042964" y="26763"/>
                  <a:pt x="2043653" y="28332"/>
                  <a:pt x="2044112" y="30093"/>
                </a:cubicBezTo>
                <a:cubicBezTo>
                  <a:pt x="2044572" y="31855"/>
                  <a:pt x="2044801" y="33616"/>
                  <a:pt x="2044801" y="35377"/>
                </a:cubicBezTo>
                <a:cubicBezTo>
                  <a:pt x="2044801" y="37291"/>
                  <a:pt x="2044610" y="39014"/>
                  <a:pt x="2044227" y="40546"/>
                </a:cubicBezTo>
                <a:lnTo>
                  <a:pt x="2035842" y="72707"/>
                </a:lnTo>
                <a:cubicBezTo>
                  <a:pt x="2039977" y="72018"/>
                  <a:pt x="2043653" y="71367"/>
                  <a:pt x="2046869" y="70754"/>
                </a:cubicBezTo>
                <a:cubicBezTo>
                  <a:pt x="2050085" y="70142"/>
                  <a:pt x="2053301" y="69529"/>
                  <a:pt x="2056517" y="68916"/>
                </a:cubicBezTo>
                <a:cubicBezTo>
                  <a:pt x="2060040" y="68227"/>
                  <a:pt x="2063083" y="67576"/>
                  <a:pt x="2065649" y="66964"/>
                </a:cubicBezTo>
                <a:cubicBezTo>
                  <a:pt x="2068214" y="66351"/>
                  <a:pt x="2070415" y="65834"/>
                  <a:pt x="2072253" y="65413"/>
                </a:cubicBezTo>
                <a:cubicBezTo>
                  <a:pt x="2074091" y="64992"/>
                  <a:pt x="2075641" y="64647"/>
                  <a:pt x="2076905" y="64379"/>
                </a:cubicBezTo>
                <a:cubicBezTo>
                  <a:pt x="2078168" y="64111"/>
                  <a:pt x="2079221" y="63977"/>
                  <a:pt x="2080064" y="63977"/>
                </a:cubicBezTo>
                <a:cubicBezTo>
                  <a:pt x="2081289" y="63977"/>
                  <a:pt x="2082533" y="64073"/>
                  <a:pt x="2083797" y="64265"/>
                </a:cubicBezTo>
                <a:cubicBezTo>
                  <a:pt x="2085060" y="64456"/>
                  <a:pt x="2086170" y="64781"/>
                  <a:pt x="2087128" y="65241"/>
                </a:cubicBezTo>
                <a:cubicBezTo>
                  <a:pt x="2088085" y="65700"/>
                  <a:pt x="2088870" y="66351"/>
                  <a:pt x="2089482" y="67193"/>
                </a:cubicBezTo>
                <a:cubicBezTo>
                  <a:pt x="2090095" y="68036"/>
                  <a:pt x="2090401" y="69146"/>
                  <a:pt x="2090401" y="70524"/>
                </a:cubicBezTo>
                <a:cubicBezTo>
                  <a:pt x="2090401" y="72362"/>
                  <a:pt x="2090037" y="73989"/>
                  <a:pt x="2089310" y="75406"/>
                </a:cubicBezTo>
                <a:cubicBezTo>
                  <a:pt x="2088582" y="76823"/>
                  <a:pt x="2087644" y="78048"/>
                  <a:pt x="2086496" y="79082"/>
                </a:cubicBezTo>
                <a:cubicBezTo>
                  <a:pt x="2085347" y="80115"/>
                  <a:pt x="2084045" y="80958"/>
                  <a:pt x="2082591" y="81608"/>
                </a:cubicBezTo>
                <a:cubicBezTo>
                  <a:pt x="2081136" y="82259"/>
                  <a:pt x="2079681" y="82738"/>
                  <a:pt x="2078226" y="83044"/>
                </a:cubicBezTo>
                <a:cubicBezTo>
                  <a:pt x="2077001" y="83274"/>
                  <a:pt x="2075412" y="83619"/>
                  <a:pt x="2073459" y="84078"/>
                </a:cubicBezTo>
                <a:cubicBezTo>
                  <a:pt x="2071507" y="84537"/>
                  <a:pt x="2069362" y="85035"/>
                  <a:pt x="2067027" y="85571"/>
                </a:cubicBezTo>
                <a:cubicBezTo>
                  <a:pt x="2064691" y="86107"/>
                  <a:pt x="2062260" y="86681"/>
                  <a:pt x="2059733" y="87294"/>
                </a:cubicBezTo>
                <a:cubicBezTo>
                  <a:pt x="2057206" y="87907"/>
                  <a:pt x="2054756" y="88519"/>
                  <a:pt x="2052382" y="89132"/>
                </a:cubicBezTo>
                <a:cubicBezTo>
                  <a:pt x="2048860" y="90051"/>
                  <a:pt x="2045854" y="90816"/>
                  <a:pt x="2043366" y="91429"/>
                </a:cubicBezTo>
                <a:cubicBezTo>
                  <a:pt x="2040877" y="92042"/>
                  <a:pt x="2038752" y="92501"/>
                  <a:pt x="2036991" y="92807"/>
                </a:cubicBezTo>
                <a:cubicBezTo>
                  <a:pt x="2035230" y="93114"/>
                  <a:pt x="2033794" y="93343"/>
                  <a:pt x="2032684" y="93497"/>
                </a:cubicBezTo>
                <a:cubicBezTo>
                  <a:pt x="2031573" y="93650"/>
                  <a:pt x="2030674" y="93726"/>
                  <a:pt x="2029984" y="93726"/>
                </a:cubicBezTo>
                <a:cubicBezTo>
                  <a:pt x="2028529" y="98091"/>
                  <a:pt x="2027266" y="102379"/>
                  <a:pt x="2026194" y="106591"/>
                </a:cubicBezTo>
                <a:cubicBezTo>
                  <a:pt x="2025122" y="110802"/>
                  <a:pt x="2024222" y="114727"/>
                  <a:pt x="2023495" y="118364"/>
                </a:cubicBezTo>
                <a:cubicBezTo>
                  <a:pt x="2022767" y="122001"/>
                  <a:pt x="2022231" y="125255"/>
                  <a:pt x="2021887" y="128127"/>
                </a:cubicBezTo>
                <a:cubicBezTo>
                  <a:pt x="2021542" y="130999"/>
                  <a:pt x="2021370" y="133238"/>
                  <a:pt x="2021370" y="134846"/>
                </a:cubicBezTo>
                <a:cubicBezTo>
                  <a:pt x="2021370" y="136914"/>
                  <a:pt x="2021561" y="138886"/>
                  <a:pt x="2021944" y="140762"/>
                </a:cubicBezTo>
                <a:cubicBezTo>
                  <a:pt x="2022327" y="142638"/>
                  <a:pt x="2022978" y="144265"/>
                  <a:pt x="2023897" y="145643"/>
                </a:cubicBezTo>
                <a:cubicBezTo>
                  <a:pt x="2024816" y="147022"/>
                  <a:pt x="2026060" y="148113"/>
                  <a:pt x="2027630" y="148917"/>
                </a:cubicBezTo>
                <a:cubicBezTo>
                  <a:pt x="2029200" y="149721"/>
                  <a:pt x="2031171" y="150123"/>
                  <a:pt x="2033545" y="150123"/>
                </a:cubicBezTo>
                <a:cubicBezTo>
                  <a:pt x="2037603" y="150123"/>
                  <a:pt x="2041585" y="149013"/>
                  <a:pt x="2045491" y="146792"/>
                </a:cubicBezTo>
                <a:cubicBezTo>
                  <a:pt x="2049396" y="144571"/>
                  <a:pt x="2053129" y="141757"/>
                  <a:pt x="2056689" y="138350"/>
                </a:cubicBezTo>
                <a:cubicBezTo>
                  <a:pt x="2060250" y="134942"/>
                  <a:pt x="2063619" y="131209"/>
                  <a:pt x="2066797" y="127151"/>
                </a:cubicBezTo>
                <a:cubicBezTo>
                  <a:pt x="2069975" y="123092"/>
                  <a:pt x="2072904" y="119225"/>
                  <a:pt x="2075584" y="115550"/>
                </a:cubicBezTo>
                <a:cubicBezTo>
                  <a:pt x="2076503" y="114171"/>
                  <a:pt x="2077690" y="113482"/>
                  <a:pt x="2079145" y="113482"/>
                </a:cubicBezTo>
                <a:cubicBezTo>
                  <a:pt x="2079604" y="113482"/>
                  <a:pt x="2080159" y="113559"/>
                  <a:pt x="2080810" y="113712"/>
                </a:cubicBezTo>
                <a:cubicBezTo>
                  <a:pt x="2081461" y="113865"/>
                  <a:pt x="2082093" y="114133"/>
                  <a:pt x="2082705" y="114516"/>
                </a:cubicBezTo>
                <a:cubicBezTo>
                  <a:pt x="2083318" y="114899"/>
                  <a:pt x="2083835" y="115397"/>
                  <a:pt x="2084256" y="116009"/>
                </a:cubicBezTo>
                <a:cubicBezTo>
                  <a:pt x="2084677" y="116622"/>
                  <a:pt x="2084888" y="117349"/>
                  <a:pt x="2084888" y="118192"/>
                </a:cubicBezTo>
                <a:cubicBezTo>
                  <a:pt x="2084888" y="118804"/>
                  <a:pt x="2084849" y="119264"/>
                  <a:pt x="2084773" y="119570"/>
                </a:cubicBezTo>
                <a:cubicBezTo>
                  <a:pt x="2083548" y="124317"/>
                  <a:pt x="2081653" y="129084"/>
                  <a:pt x="2079087" y="133870"/>
                </a:cubicBezTo>
                <a:cubicBezTo>
                  <a:pt x="2076522" y="138656"/>
                  <a:pt x="2073899" y="143461"/>
                  <a:pt x="2071219" y="148285"/>
                </a:cubicBezTo>
                <a:cubicBezTo>
                  <a:pt x="2070300" y="149970"/>
                  <a:pt x="2069094" y="151616"/>
                  <a:pt x="2067601" y="153224"/>
                </a:cubicBezTo>
                <a:cubicBezTo>
                  <a:pt x="2066108" y="154832"/>
                  <a:pt x="2064481" y="156383"/>
                  <a:pt x="2062720" y="157876"/>
                </a:cubicBezTo>
                <a:cubicBezTo>
                  <a:pt x="2060958" y="159369"/>
                  <a:pt x="2059121" y="160786"/>
                  <a:pt x="2057206" y="162126"/>
                </a:cubicBezTo>
                <a:cubicBezTo>
                  <a:pt x="2055292" y="163466"/>
                  <a:pt x="2053493" y="164672"/>
                  <a:pt x="2051808" y="165744"/>
                </a:cubicBezTo>
                <a:cubicBezTo>
                  <a:pt x="2048898" y="167582"/>
                  <a:pt x="2045720" y="168845"/>
                  <a:pt x="2042274" y="169534"/>
                </a:cubicBezTo>
                <a:cubicBezTo>
                  <a:pt x="2038829" y="170223"/>
                  <a:pt x="2035498" y="170568"/>
                  <a:pt x="2032282" y="170568"/>
                </a:cubicBezTo>
                <a:cubicBezTo>
                  <a:pt x="2027304" y="170568"/>
                  <a:pt x="2022882" y="169668"/>
                  <a:pt x="2019015" y="167869"/>
                </a:cubicBezTo>
                <a:cubicBezTo>
                  <a:pt x="2015148" y="166069"/>
                  <a:pt x="2011894" y="163619"/>
                  <a:pt x="2009252" y="160518"/>
                </a:cubicBezTo>
                <a:cubicBezTo>
                  <a:pt x="2006610" y="157416"/>
                  <a:pt x="2004600" y="153798"/>
                  <a:pt x="2003222" y="149663"/>
                </a:cubicBezTo>
                <a:cubicBezTo>
                  <a:pt x="2001844" y="145528"/>
                  <a:pt x="2001154" y="141087"/>
                  <a:pt x="2001154" y="1363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CAF67-3F41-46FF-8E70-3E0687BD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510" y="347285"/>
            <a:ext cx="990124" cy="990124"/>
          </a:xfrm>
          <a:custGeom xmlns:a="http://schemas.openxmlformats.org/drawingml/2006/main">
            <a:pathLst>
              <a:path w="990124" h="990124" fill="none">
                <a:moveTo>
                  <a:pt x="0" y="495062"/>
                </a:moveTo>
                <a:cubicBezTo>
                  <a:pt x="0" y="221655"/>
                  <a:pt x="221655" y="0"/>
                  <a:pt x="495062" y="0"/>
                </a:cubicBezTo>
                <a:cubicBezTo>
                  <a:pt x="768468" y="0"/>
                  <a:pt x="990124" y="221655"/>
                  <a:pt x="990124" y="495062"/>
                </a:cubicBezTo>
                <a:cubicBezTo>
                  <a:pt x="990124" y="768468"/>
                  <a:pt x="768468" y="990124"/>
                  <a:pt x="495062" y="990124"/>
                </a:cubicBezTo>
                <a:cubicBezTo>
                  <a:pt x="221655" y="990124"/>
                  <a:pt x="0" y="768468"/>
                  <a:pt x="0" y="49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560" cap="flat">
            <a:solidFill>
              <a:srgbClr val="FFFFFF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C99E8-FBE3-4F5D-9328-0595C035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893" y="1066248"/>
            <a:ext cx="1454177" cy="2074341"/>
          </a:xfrm>
          <a:custGeom xmlns:a="http://schemas.openxmlformats.org/drawingml/2006/main">
            <a:pathLst>
              <a:path w="1454177" h="2074341" fill="none">
                <a:moveTo>
                  <a:pt x="0" y="0"/>
                </a:moveTo>
                <a:cubicBezTo>
                  <a:pt x="110917" y="158142"/>
                  <a:pt x="221869" y="316319"/>
                  <a:pt x="336813" y="443738"/>
                </a:cubicBezTo>
                <a:cubicBezTo>
                  <a:pt x="451757" y="571157"/>
                  <a:pt x="630856" y="670062"/>
                  <a:pt x="689665" y="764512"/>
                </a:cubicBezTo>
                <a:cubicBezTo>
                  <a:pt x="748474" y="858962"/>
                  <a:pt x="593433" y="875892"/>
                  <a:pt x="689665" y="1010439"/>
                </a:cubicBezTo>
                <a:cubicBezTo>
                  <a:pt x="785897" y="1144986"/>
                  <a:pt x="1139640" y="1394478"/>
                  <a:pt x="1267059" y="1571794"/>
                </a:cubicBezTo>
                <a:cubicBezTo>
                  <a:pt x="1394478" y="1749111"/>
                  <a:pt x="1424310" y="1911708"/>
                  <a:pt x="1454177" y="20743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656" cap="flat">
            <a:solidFill>
              <a:srgbClr val="5069C9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24381-08ED-4217-AB99-A6A2C067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87" y="1053844"/>
            <a:ext cx="1237868" cy="2094443"/>
          </a:xfrm>
          <a:custGeom xmlns:a="http://schemas.openxmlformats.org/drawingml/2006/main">
            <a:pathLst>
              <a:path w="1237868" h="2094443" fill="none">
                <a:moveTo>
                  <a:pt x="0" y="2094443"/>
                </a:moveTo>
                <a:cubicBezTo>
                  <a:pt x="207006" y="1864020"/>
                  <a:pt x="414013" y="1633597"/>
                  <a:pt x="521650" y="1415613"/>
                </a:cubicBezTo>
                <a:cubicBezTo>
                  <a:pt x="629288" y="1197629"/>
                  <a:pt x="540968" y="942364"/>
                  <a:pt x="645826" y="786467"/>
                </a:cubicBezTo>
                <a:cubicBezTo>
                  <a:pt x="750719" y="630536"/>
                  <a:pt x="1063973" y="611218"/>
                  <a:pt x="1150903" y="480164"/>
                </a:cubicBezTo>
                <a:cubicBezTo>
                  <a:pt x="1237868" y="349074"/>
                  <a:pt x="1202654" y="174537"/>
                  <a:pt x="116747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656" cap="flat">
            <a:solidFill>
              <a:srgbClr val="5069C9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D6789-F70D-48E3-BA5A-0388F0BF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052" y="2305292"/>
            <a:ext cx="154328" cy="176176"/>
          </a:xfrm>
          <a:custGeom xmlns:a="http://schemas.openxmlformats.org/drawingml/2006/main">
            <a:pathLst>
              <a:path w="154328" h="176176">
                <a:moveTo>
                  <a:pt x="94628" y="92597"/>
                </a:moveTo>
                <a:lnTo>
                  <a:pt x="154328" y="176176"/>
                </a:lnTo>
                <a:lnTo>
                  <a:pt x="120825" y="0"/>
                </a:lnTo>
                <a:lnTo>
                  <a:pt x="0" y="132480"/>
                </a:lnTo>
                <a:lnTo>
                  <a:pt x="94628" y="92597"/>
                </a:lnTo>
                <a:close/>
              </a:path>
            </a:pathLst>
          </a:custGeom>
          <a:solidFill xmlns:a="http://schemas.openxmlformats.org/drawingml/2006/main">
            <a:srgbClr val="4E67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9B189-E48C-4D5B-B871-5C5FABF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652" y="2067420"/>
            <a:ext cx="169725" cy="170474"/>
          </a:xfrm>
          <a:custGeom xmlns:a="http://schemas.openxmlformats.org/drawingml/2006/main">
            <a:pathLst>
              <a:path w="169725" h="170474">
                <a:moveTo>
                  <a:pt x="102113" y="102006"/>
                </a:moveTo>
                <a:lnTo>
                  <a:pt x="0" y="112663"/>
                </a:lnTo>
                <a:lnTo>
                  <a:pt x="169725" y="170474"/>
                </a:lnTo>
                <a:lnTo>
                  <a:pt x="114124" y="0"/>
                </a:lnTo>
                <a:lnTo>
                  <a:pt x="102113" y="102006"/>
                </a:lnTo>
                <a:close/>
              </a:path>
            </a:pathLst>
          </a:custGeom>
          <a:solidFill xmlns:a="http://schemas.openxmlformats.org/drawingml/2006/main">
            <a:srgbClr val="4E67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A8600-6548-42C8-9973-CC0AB71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665" y="3104020"/>
            <a:ext cx="101365" cy="100937"/>
          </a:xfrm>
          <a:custGeom xmlns:a="http://schemas.openxmlformats.org/drawingml/2006/main">
            <a:pathLst>
              <a:path w="101365" h="100937">
                <a:moveTo>
                  <a:pt x="0" y="50469"/>
                </a:moveTo>
                <a:cubicBezTo>
                  <a:pt x="0" y="22597"/>
                  <a:pt x="22704" y="0"/>
                  <a:pt x="50682" y="0"/>
                </a:cubicBezTo>
                <a:cubicBezTo>
                  <a:pt x="78661" y="0"/>
                  <a:pt x="101365" y="22597"/>
                  <a:pt x="101365" y="50469"/>
                </a:cubicBezTo>
                <a:cubicBezTo>
                  <a:pt x="101365" y="78340"/>
                  <a:pt x="78661" y="100937"/>
                  <a:pt x="50682" y="100937"/>
                </a:cubicBezTo>
                <a:cubicBezTo>
                  <a:pt x="22704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𝑍">
            <a:extLst xmlns:a="http://schemas.openxmlformats.org/drawingml/2006/main">
              <a:ext uri="{FF2B5EF4-FFF2-40B4-BE49-F238E27FC236}">
                <a16:creationId xmlns:a16="http://schemas.microsoft.com/office/drawing/2014/main" id="{C2F0B6C1-B363-474C-AB18-85582A1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247" y="148297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𝑡">
            <a:extLst xmlns:a="http://schemas.openxmlformats.org/drawingml/2006/main">
              <a:ext uri="{FF2B5EF4-FFF2-40B4-BE49-F238E27FC236}">
                <a16:creationId xmlns:a16="http://schemas.microsoft.com/office/drawing/2014/main" id="{5C995D06-822E-4B7D-BE94-FF9F801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606" y="1586232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src">
            <a:extLst xmlns:a="http://schemas.openxmlformats.org/drawingml/2006/main">
              <a:ext uri="{FF2B5EF4-FFF2-40B4-BE49-F238E27FC236}">
                <a16:creationId xmlns:a16="http://schemas.microsoft.com/office/drawing/2014/main" id="{30FFC7CA-A146-4CFC-9C8B-818934A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12" y="1464224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8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3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7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1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7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5" y="86947"/>
                  <a:pt x="204967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6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𝑍">
            <a:extLst xmlns:a="http://schemas.openxmlformats.org/drawingml/2006/main">
              <a:ext uri="{FF2B5EF4-FFF2-40B4-BE49-F238E27FC236}">
                <a16:creationId xmlns:a16="http://schemas.microsoft.com/office/drawing/2014/main" id="{30118C2F-BFB0-480B-A4E6-403F90F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93" y="147014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𝑡">
            <a:extLst xmlns:a="http://schemas.openxmlformats.org/drawingml/2006/main">
              <a:ext uri="{FF2B5EF4-FFF2-40B4-BE49-F238E27FC236}">
                <a16:creationId xmlns:a16="http://schemas.microsoft.com/office/drawing/2014/main" id="{63EAA1B8-1406-40FF-B233-79B6A08F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53" y="1573401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tar">
            <a:extLst xmlns:a="http://schemas.openxmlformats.org/drawingml/2006/main">
              <a:ext uri="{FF2B5EF4-FFF2-40B4-BE49-F238E27FC236}">
                <a16:creationId xmlns:a16="http://schemas.microsoft.com/office/drawing/2014/main" id="{65B7D6ED-3BE7-409C-AB45-6C57FCF3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853" y="1431833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7" y="92600"/>
                </a:cubicBezTo>
                <a:cubicBezTo>
                  <a:pt x="121516" y="95174"/>
                  <a:pt x="119011" y="97357"/>
                  <a:pt x="116633" y="99148"/>
                </a:cubicBezTo>
                <a:cubicBezTo>
                  <a:pt x="114254" y="100939"/>
                  <a:pt x="111875" y="102408"/>
                  <a:pt x="109497" y="103556"/>
                </a:cubicBezTo>
                <a:cubicBezTo>
                  <a:pt x="107118" y="104703"/>
                  <a:pt x="104712" y="105529"/>
                  <a:pt x="102277" y="106032"/>
                </a:cubicBezTo>
                <a:cubicBezTo>
                  <a:pt x="99842" y="106536"/>
                  <a:pt x="97310" y="106788"/>
                  <a:pt x="94679" y="106788"/>
                </a:cubicBezTo>
                <a:cubicBezTo>
                  <a:pt x="91041" y="106788"/>
                  <a:pt x="87753" y="106256"/>
                  <a:pt x="84815" y="105193"/>
                </a:cubicBezTo>
                <a:cubicBezTo>
                  <a:pt x="81876" y="104129"/>
                  <a:pt x="79386" y="102632"/>
                  <a:pt x="77343" y="100701"/>
                </a:cubicBezTo>
                <a:cubicBezTo>
                  <a:pt x="75300" y="98770"/>
                  <a:pt x="73733" y="96490"/>
                  <a:pt x="72642" y="93859"/>
                </a:cubicBezTo>
                <a:cubicBezTo>
                  <a:pt x="71550" y="91229"/>
                  <a:pt x="71005" y="88318"/>
                  <a:pt x="71005" y="85128"/>
                </a:cubicBezTo>
                <a:cubicBezTo>
                  <a:pt x="71005" y="76509"/>
                  <a:pt x="75412" y="69905"/>
                  <a:pt x="84227" y="65315"/>
                </a:cubicBezTo>
                <a:cubicBezTo>
                  <a:pt x="93042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89" y="43390"/>
                  <a:pt x="122845" y="40507"/>
                </a:cubicBezTo>
                <a:cubicBezTo>
                  <a:pt x="122202" y="37625"/>
                  <a:pt x="121194" y="35288"/>
                  <a:pt x="119823" y="33497"/>
                </a:cubicBezTo>
                <a:cubicBezTo>
                  <a:pt x="118452" y="31706"/>
                  <a:pt x="116647" y="30405"/>
                  <a:pt x="114408" y="29593"/>
                </a:cubicBezTo>
                <a:cubicBezTo>
                  <a:pt x="112169" y="28782"/>
                  <a:pt x="109455" y="28376"/>
                  <a:pt x="106265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7" y="34253"/>
                  <a:pt x="89838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8" y="24094"/>
                  <a:pt x="93602" y="22989"/>
                  <a:pt x="96652" y="22122"/>
                </a:cubicBezTo>
                <a:cubicBezTo>
                  <a:pt x="99702" y="21254"/>
                  <a:pt x="102669" y="20624"/>
                  <a:pt x="105551" y="20233"/>
                </a:cubicBezTo>
                <a:cubicBezTo>
                  <a:pt x="108433" y="19841"/>
                  <a:pt x="111386" y="19617"/>
                  <a:pt x="114408" y="19561"/>
                </a:cubicBezTo>
                <a:cubicBezTo>
                  <a:pt x="118718" y="19673"/>
                  <a:pt x="122482" y="20163"/>
                  <a:pt x="125700" y="21030"/>
                </a:cubicBezTo>
                <a:cubicBezTo>
                  <a:pt x="128918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20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10" y="90977"/>
                  <a:pt x="140461" y="92796"/>
                  <a:pt x="141021" y="94195"/>
                </a:cubicBezTo>
                <a:cubicBezTo>
                  <a:pt x="141581" y="95594"/>
                  <a:pt x="142588" y="96699"/>
                  <a:pt x="144043" y="97511"/>
                </a:cubicBezTo>
                <a:cubicBezTo>
                  <a:pt x="145499" y="98323"/>
                  <a:pt x="147709" y="99120"/>
                  <a:pt x="150676" y="99904"/>
                </a:cubicBezTo>
                <a:lnTo>
                  <a:pt x="150676" y="105277"/>
                </a:lnTo>
                <a:lnTo>
                  <a:pt x="124818" y="105277"/>
                </a:lnTo>
                <a:moveTo>
                  <a:pt x="123811" y="64979"/>
                </a:moveTo>
                <a:cubicBezTo>
                  <a:pt x="111386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9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6" y="84163"/>
                </a:cubicBezTo>
                <a:cubicBezTo>
                  <a:pt x="123279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5" y="32853"/>
                  <a:pt x="199032" y="30363"/>
                  <a:pt x="201299" y="28292"/>
                </a:cubicBezTo>
                <a:cubicBezTo>
                  <a:pt x="203565" y="26221"/>
                  <a:pt x="205860" y="24542"/>
                  <a:pt x="208183" y="23255"/>
                </a:cubicBezTo>
                <a:cubicBezTo>
                  <a:pt x="210505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1" y="39822"/>
                  <a:pt x="221657" y="38464"/>
                  <a:pt x="220985" y="37317"/>
                </a:cubicBezTo>
                <a:cubicBezTo>
                  <a:pt x="220314" y="36170"/>
                  <a:pt x="219544" y="35218"/>
                  <a:pt x="218677" y="34463"/>
                </a:cubicBezTo>
                <a:cubicBezTo>
                  <a:pt x="217809" y="33707"/>
                  <a:pt x="216802" y="33147"/>
                  <a:pt x="215654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8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8" y="91970"/>
                </a:cubicBezTo>
                <a:cubicBezTo>
                  <a:pt x="194806" y="93845"/>
                  <a:pt x="195380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7" y="98686"/>
                  <a:pt x="203020" y="99232"/>
                  <a:pt x="205370" y="99904"/>
                </a:cubicBezTo>
                <a:lnTo>
                  <a:pt x="205370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0" y="99120"/>
                  <a:pt x="171439" y="98504"/>
                  <a:pt x="172755" y="98057"/>
                </a:cubicBezTo>
                <a:cubicBezTo>
                  <a:pt x="174070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5" y="32532"/>
                </a:cubicBezTo>
                <a:cubicBezTo>
                  <a:pt x="175721" y="30993"/>
                  <a:pt x="174630" y="29817"/>
                  <a:pt x="173090" y="29006"/>
                </a:cubicBezTo>
                <a:cubicBezTo>
                  <a:pt x="171551" y="28194"/>
                  <a:pt x="169271" y="27536"/>
                  <a:pt x="166248" y="27033"/>
                </a:cubicBezTo>
                <a:lnTo>
                  <a:pt x="166248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516ED-BDCC-4BC0-8168-DD6E7B29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97" y="3139092"/>
            <a:ext cx="101365" cy="101365"/>
          </a:xfrm>
          <a:custGeom xmlns:a="http://schemas.openxmlformats.org/drawingml/2006/main">
            <a:pathLst>
              <a:path w="101365" h="101365">
                <a:moveTo>
                  <a:pt x="0" y="50682"/>
                </a:moveTo>
                <a:cubicBezTo>
                  <a:pt x="0" y="22704"/>
                  <a:pt x="22704" y="0"/>
                  <a:pt x="50682" y="0"/>
                </a:cubicBezTo>
                <a:cubicBezTo>
                  <a:pt x="78661" y="0"/>
                  <a:pt x="101365" y="22704"/>
                  <a:pt x="101365" y="50682"/>
                </a:cubicBezTo>
                <a:cubicBezTo>
                  <a:pt x="101365" y="78661"/>
                  <a:pt x="78661" y="101365"/>
                  <a:pt x="50682" y="101365"/>
                </a:cubicBezTo>
                <a:cubicBezTo>
                  <a:pt x="22704" y="101365"/>
                  <a:pt x="0" y="78661"/>
                  <a:pt x="0" y="50682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(a)">
            <a:extLst xmlns:a="http://schemas.openxmlformats.org/drawingml/2006/main">
              <a:ext uri="{FF2B5EF4-FFF2-40B4-BE49-F238E27FC236}">
                <a16:creationId xmlns:a16="http://schemas.microsoft.com/office/drawing/2014/main" id="{EF0E523C-BB0F-4C76-8F2D-18294142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" y="43679"/>
            <a:ext cx="257841" cy="219613"/>
          </a:xfrm>
          <a:custGeom xmlns:a="http://schemas.openxmlformats.org/drawingml/2006/main">
            <a:pathLst>
              <a:path w="257841" h="219613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84579" y="188371"/>
                </a:moveTo>
                <a:lnTo>
                  <a:pt x="188714" y="194854"/>
                </a:lnTo>
                <a:cubicBezTo>
                  <a:pt x="183124" y="200640"/>
                  <a:pt x="176922" y="203533"/>
                  <a:pt x="170107" y="203533"/>
                </a:cubicBezTo>
                <a:cubicBezTo>
                  <a:pt x="164900" y="203533"/>
                  <a:pt x="160516" y="202116"/>
                  <a:pt x="156955" y="199283"/>
                </a:cubicBezTo>
                <a:cubicBezTo>
                  <a:pt x="153395" y="196450"/>
                  <a:pt x="150274" y="191473"/>
                  <a:pt x="147594" y="184351"/>
                </a:cubicBezTo>
                <a:cubicBezTo>
                  <a:pt x="140320" y="192009"/>
                  <a:pt x="133926" y="197120"/>
                  <a:pt x="128412" y="199685"/>
                </a:cubicBezTo>
                <a:cubicBezTo>
                  <a:pt x="122899" y="202250"/>
                  <a:pt x="116275" y="203533"/>
                  <a:pt x="108541" y="203533"/>
                </a:cubicBezTo>
                <a:cubicBezTo>
                  <a:pt x="97515" y="203533"/>
                  <a:pt x="89130" y="201159"/>
                  <a:pt x="83387" y="196412"/>
                </a:cubicBezTo>
                <a:cubicBezTo>
                  <a:pt x="77644" y="191664"/>
                  <a:pt x="74772" y="185576"/>
                  <a:pt x="74772" y="178149"/>
                </a:cubicBezTo>
                <a:cubicBezTo>
                  <a:pt x="74772" y="166969"/>
                  <a:pt x="81339" y="157684"/>
                  <a:pt x="94471" y="150295"/>
                </a:cubicBezTo>
                <a:cubicBezTo>
                  <a:pt x="107603" y="142906"/>
                  <a:pt x="125081" y="137986"/>
                  <a:pt x="146905" y="135536"/>
                </a:cubicBezTo>
                <a:lnTo>
                  <a:pt x="146905" y="119225"/>
                </a:lnTo>
                <a:cubicBezTo>
                  <a:pt x="146905" y="113406"/>
                  <a:pt x="144569" y="108428"/>
                  <a:pt x="139898" y="104293"/>
                </a:cubicBezTo>
                <a:cubicBezTo>
                  <a:pt x="135227" y="100158"/>
                  <a:pt x="129293" y="98091"/>
                  <a:pt x="122095" y="98091"/>
                </a:cubicBezTo>
                <a:cubicBezTo>
                  <a:pt x="115433" y="98091"/>
                  <a:pt x="109690" y="99465"/>
                  <a:pt x="104866" y="102212"/>
                </a:cubicBezTo>
                <a:cubicBezTo>
                  <a:pt x="101420" y="104272"/>
                  <a:pt x="99697" y="106295"/>
                  <a:pt x="99697" y="108281"/>
                </a:cubicBezTo>
                <a:cubicBezTo>
                  <a:pt x="99697" y="109425"/>
                  <a:pt x="100616" y="111219"/>
                  <a:pt x="102454" y="113662"/>
                </a:cubicBezTo>
                <a:cubicBezTo>
                  <a:pt x="104674" y="116715"/>
                  <a:pt x="105785" y="119425"/>
                  <a:pt x="105785" y="121792"/>
                </a:cubicBezTo>
                <a:cubicBezTo>
                  <a:pt x="105785" y="125226"/>
                  <a:pt x="104674" y="128030"/>
                  <a:pt x="102454" y="130205"/>
                </a:cubicBezTo>
                <a:cubicBezTo>
                  <a:pt x="100233" y="132380"/>
                  <a:pt x="97323" y="133468"/>
                  <a:pt x="93724" y="133468"/>
                </a:cubicBezTo>
                <a:cubicBezTo>
                  <a:pt x="89896" y="133468"/>
                  <a:pt x="86699" y="132166"/>
                  <a:pt x="84134" y="129563"/>
                </a:cubicBezTo>
                <a:cubicBezTo>
                  <a:pt x="81568" y="126959"/>
                  <a:pt x="80286" y="123628"/>
                  <a:pt x="80286" y="119570"/>
                </a:cubicBezTo>
                <a:cubicBezTo>
                  <a:pt x="80286" y="111989"/>
                  <a:pt x="84555" y="105059"/>
                  <a:pt x="93093" y="98780"/>
                </a:cubicBezTo>
                <a:cubicBezTo>
                  <a:pt x="101631" y="92501"/>
                  <a:pt x="112830" y="89362"/>
                  <a:pt x="126689" y="89362"/>
                </a:cubicBezTo>
                <a:cubicBezTo>
                  <a:pt x="139477" y="89362"/>
                  <a:pt x="149240" y="92118"/>
                  <a:pt x="155979" y="97632"/>
                </a:cubicBezTo>
                <a:cubicBezTo>
                  <a:pt x="162717" y="103221"/>
                  <a:pt x="166087" y="109998"/>
                  <a:pt x="166087" y="117962"/>
                </a:cubicBezTo>
                <a:lnTo>
                  <a:pt x="166087" y="176770"/>
                </a:lnTo>
                <a:cubicBezTo>
                  <a:pt x="166087" y="181978"/>
                  <a:pt x="166929" y="185806"/>
                  <a:pt x="168614" y="188257"/>
                </a:cubicBezTo>
                <a:cubicBezTo>
                  <a:pt x="170298" y="190783"/>
                  <a:pt x="172481" y="192047"/>
                  <a:pt x="175161" y="192047"/>
                </a:cubicBezTo>
                <a:cubicBezTo>
                  <a:pt x="178147" y="192047"/>
                  <a:pt x="181287" y="190822"/>
                  <a:pt x="184579" y="188371"/>
                </a:cubicBezTo>
                <a:moveTo>
                  <a:pt x="146905" y="143116"/>
                </a:moveTo>
                <a:cubicBezTo>
                  <a:pt x="127455" y="145796"/>
                  <a:pt x="113672" y="150161"/>
                  <a:pt x="105555" y="156210"/>
                </a:cubicBezTo>
                <a:cubicBezTo>
                  <a:pt x="99506" y="160805"/>
                  <a:pt x="96481" y="167314"/>
                  <a:pt x="96481" y="175737"/>
                </a:cubicBezTo>
                <a:cubicBezTo>
                  <a:pt x="96481" y="181633"/>
                  <a:pt x="98051" y="186246"/>
                  <a:pt x="101190" y="189577"/>
                </a:cubicBezTo>
                <a:cubicBezTo>
                  <a:pt x="104330" y="192908"/>
                  <a:pt x="108427" y="194574"/>
                  <a:pt x="113480" y="194574"/>
                </a:cubicBezTo>
                <a:cubicBezTo>
                  <a:pt x="122516" y="194574"/>
                  <a:pt x="130346" y="191147"/>
                  <a:pt x="136969" y="184294"/>
                </a:cubicBezTo>
                <a:cubicBezTo>
                  <a:pt x="143593" y="177441"/>
                  <a:pt x="146905" y="168845"/>
                  <a:pt x="146905" y="158508"/>
                </a:cubicBezTo>
                <a:lnTo>
                  <a:pt x="146905" y="143116"/>
                </a:lnTo>
                <a:close/>
                <a:moveTo>
                  <a:pt x="198688" y="0"/>
                </a:moveTo>
                <a:cubicBezTo>
                  <a:pt x="212088" y="12187"/>
                  <a:pt x="221890" y="22076"/>
                  <a:pt x="228092" y="29666"/>
                </a:cubicBezTo>
                <a:cubicBezTo>
                  <a:pt x="237740" y="41547"/>
                  <a:pt x="245111" y="54195"/>
                  <a:pt x="250203" y="67610"/>
                </a:cubicBezTo>
                <a:cubicBezTo>
                  <a:pt x="255295" y="81025"/>
                  <a:pt x="257841" y="95129"/>
                  <a:pt x="257841" y="109922"/>
                </a:cubicBezTo>
                <a:cubicBezTo>
                  <a:pt x="257841" y="124485"/>
                  <a:pt x="255391" y="138244"/>
                  <a:pt x="250490" y="151200"/>
                </a:cubicBezTo>
                <a:cubicBezTo>
                  <a:pt x="245589" y="164155"/>
                  <a:pt x="238238" y="176841"/>
                  <a:pt x="228437" y="189258"/>
                </a:cubicBezTo>
                <a:cubicBezTo>
                  <a:pt x="221468" y="198074"/>
                  <a:pt x="211552" y="208192"/>
                  <a:pt x="198688" y="219613"/>
                </a:cubicBezTo>
                <a:lnTo>
                  <a:pt x="195701" y="213634"/>
                </a:lnTo>
                <a:cubicBezTo>
                  <a:pt x="205886" y="202904"/>
                  <a:pt x="213677" y="192672"/>
                  <a:pt x="219076" y="182937"/>
                </a:cubicBezTo>
                <a:cubicBezTo>
                  <a:pt x="224474" y="173200"/>
                  <a:pt x="228590" y="162468"/>
                  <a:pt x="231423" y="150740"/>
                </a:cubicBezTo>
                <a:cubicBezTo>
                  <a:pt x="234256" y="139012"/>
                  <a:pt x="235673" y="125674"/>
                  <a:pt x="235673" y="110726"/>
                </a:cubicBezTo>
                <a:cubicBezTo>
                  <a:pt x="235673" y="95088"/>
                  <a:pt x="234295" y="81348"/>
                  <a:pt x="231538" y="69505"/>
                </a:cubicBezTo>
                <a:cubicBezTo>
                  <a:pt x="228781" y="57662"/>
                  <a:pt x="224819" y="47046"/>
                  <a:pt x="219650" y="37656"/>
                </a:cubicBezTo>
                <a:cubicBezTo>
                  <a:pt x="214481" y="28266"/>
                  <a:pt x="206498" y="17823"/>
                  <a:pt x="195701" y="6325"/>
                </a:cubicBezTo>
                <a:lnTo>
                  <a:pt x="1986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a)">
            <a:extLst xmlns:a="http://schemas.openxmlformats.org/drawingml/2006/main">
              <a:ext uri="{FF2B5EF4-FFF2-40B4-BE49-F238E27FC236}">
                <a16:creationId xmlns:a16="http://schemas.microsoft.com/office/drawing/2014/main" id="{377786CB-D6D3-4367-AA7F-EA995F4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9" y="43679"/>
            <a:ext cx="257841" cy="219613"/>
          </a:xfrm>
          <a:custGeom xmlns:a="http://schemas.openxmlformats.org/drawingml/2006/main">
            <a:pathLst>
              <a:path w="257841" h="219613" fill="none">
                <a:moveTo>
                  <a:pt x="59153" y="0"/>
                </a:moveTo>
                <a:lnTo>
                  <a:pt x="62140" y="6325"/>
                </a:lnTo>
                <a:cubicBezTo>
                  <a:pt x="51266" y="17899"/>
                  <a:pt x="43245" y="28362"/>
                  <a:pt x="38076" y="37714"/>
                </a:cubicBezTo>
                <a:cubicBezTo>
                  <a:pt x="32908" y="47065"/>
                  <a:pt x="28964" y="57662"/>
                  <a:pt x="26246" y="69505"/>
                </a:cubicBezTo>
                <a:cubicBezTo>
                  <a:pt x="23527" y="81348"/>
                  <a:pt x="22168" y="95050"/>
                  <a:pt x="22168" y="110611"/>
                </a:cubicBezTo>
                <a:cubicBezTo>
                  <a:pt x="22168" y="125559"/>
                  <a:pt x="23585" y="138917"/>
                  <a:pt x="26418" y="150683"/>
                </a:cubicBezTo>
                <a:cubicBezTo>
                  <a:pt x="29251" y="162449"/>
                  <a:pt x="33348" y="173181"/>
                  <a:pt x="38708" y="182880"/>
                </a:cubicBezTo>
                <a:cubicBezTo>
                  <a:pt x="44068" y="192576"/>
                  <a:pt x="51879" y="202827"/>
                  <a:pt x="62140" y="213634"/>
                </a:cubicBezTo>
                <a:lnTo>
                  <a:pt x="59153" y="219613"/>
                </a:lnTo>
                <a:cubicBezTo>
                  <a:pt x="46825" y="208728"/>
                  <a:pt x="37521" y="199453"/>
                  <a:pt x="31242" y="191789"/>
                </a:cubicBezTo>
                <a:cubicBezTo>
                  <a:pt x="20981" y="179369"/>
                  <a:pt x="13209" y="166339"/>
                  <a:pt x="7925" y="152696"/>
                </a:cubicBezTo>
                <a:cubicBezTo>
                  <a:pt x="2642" y="139052"/>
                  <a:pt x="0" y="124794"/>
                  <a:pt x="0" y="109922"/>
                </a:cubicBezTo>
                <a:cubicBezTo>
                  <a:pt x="0" y="95282"/>
                  <a:pt x="2470" y="81369"/>
                  <a:pt x="7409" y="68184"/>
                </a:cubicBezTo>
                <a:cubicBezTo>
                  <a:pt x="12348" y="54999"/>
                  <a:pt x="19641" y="42428"/>
                  <a:pt x="29289" y="30470"/>
                </a:cubicBezTo>
                <a:cubicBezTo>
                  <a:pt x="35951" y="22191"/>
                  <a:pt x="45906" y="12034"/>
                  <a:pt x="59153" y="0"/>
                </a:cubicBezTo>
                <a:close/>
                <a:moveTo>
                  <a:pt x="184579" y="188371"/>
                </a:moveTo>
                <a:lnTo>
                  <a:pt x="188714" y="194854"/>
                </a:lnTo>
                <a:cubicBezTo>
                  <a:pt x="183124" y="200640"/>
                  <a:pt x="176922" y="203533"/>
                  <a:pt x="170107" y="203533"/>
                </a:cubicBezTo>
                <a:cubicBezTo>
                  <a:pt x="164900" y="203533"/>
                  <a:pt x="160516" y="202116"/>
                  <a:pt x="156955" y="199283"/>
                </a:cubicBezTo>
                <a:cubicBezTo>
                  <a:pt x="153395" y="196450"/>
                  <a:pt x="150274" y="191473"/>
                  <a:pt x="147594" y="184351"/>
                </a:cubicBezTo>
                <a:cubicBezTo>
                  <a:pt x="140320" y="192009"/>
                  <a:pt x="133926" y="197120"/>
                  <a:pt x="128412" y="199685"/>
                </a:cubicBezTo>
                <a:cubicBezTo>
                  <a:pt x="122899" y="202250"/>
                  <a:pt x="116275" y="203533"/>
                  <a:pt x="108541" y="203533"/>
                </a:cubicBezTo>
                <a:cubicBezTo>
                  <a:pt x="97515" y="203533"/>
                  <a:pt x="89130" y="201159"/>
                  <a:pt x="83387" y="196412"/>
                </a:cubicBezTo>
                <a:cubicBezTo>
                  <a:pt x="77644" y="191664"/>
                  <a:pt x="74772" y="185576"/>
                  <a:pt x="74772" y="178149"/>
                </a:cubicBezTo>
                <a:cubicBezTo>
                  <a:pt x="74772" y="166969"/>
                  <a:pt x="81339" y="157684"/>
                  <a:pt x="94471" y="150295"/>
                </a:cubicBezTo>
                <a:cubicBezTo>
                  <a:pt x="107603" y="142906"/>
                  <a:pt x="125081" y="137986"/>
                  <a:pt x="146905" y="135536"/>
                </a:cubicBezTo>
                <a:lnTo>
                  <a:pt x="146905" y="119225"/>
                </a:lnTo>
                <a:cubicBezTo>
                  <a:pt x="146905" y="113406"/>
                  <a:pt x="144569" y="108428"/>
                  <a:pt x="139898" y="104293"/>
                </a:cubicBezTo>
                <a:cubicBezTo>
                  <a:pt x="135227" y="100158"/>
                  <a:pt x="129293" y="98091"/>
                  <a:pt x="122095" y="98091"/>
                </a:cubicBezTo>
                <a:cubicBezTo>
                  <a:pt x="115433" y="98091"/>
                  <a:pt x="109690" y="99465"/>
                  <a:pt x="104866" y="102212"/>
                </a:cubicBezTo>
                <a:cubicBezTo>
                  <a:pt x="101420" y="104272"/>
                  <a:pt x="99697" y="106295"/>
                  <a:pt x="99697" y="108281"/>
                </a:cubicBezTo>
                <a:cubicBezTo>
                  <a:pt x="99697" y="109425"/>
                  <a:pt x="100616" y="111219"/>
                  <a:pt x="102454" y="113662"/>
                </a:cubicBezTo>
                <a:cubicBezTo>
                  <a:pt x="104674" y="116715"/>
                  <a:pt x="105785" y="119425"/>
                  <a:pt x="105785" y="121792"/>
                </a:cubicBezTo>
                <a:cubicBezTo>
                  <a:pt x="105785" y="125226"/>
                  <a:pt x="104674" y="128030"/>
                  <a:pt x="102454" y="130205"/>
                </a:cubicBezTo>
                <a:cubicBezTo>
                  <a:pt x="100233" y="132380"/>
                  <a:pt x="97323" y="133468"/>
                  <a:pt x="93724" y="133468"/>
                </a:cubicBezTo>
                <a:cubicBezTo>
                  <a:pt x="89896" y="133468"/>
                  <a:pt x="86699" y="132166"/>
                  <a:pt x="84134" y="129563"/>
                </a:cubicBezTo>
                <a:cubicBezTo>
                  <a:pt x="81568" y="126959"/>
                  <a:pt x="80286" y="123628"/>
                  <a:pt x="80286" y="119570"/>
                </a:cubicBezTo>
                <a:cubicBezTo>
                  <a:pt x="80286" y="111989"/>
                  <a:pt x="84555" y="105059"/>
                  <a:pt x="93093" y="98780"/>
                </a:cubicBezTo>
                <a:cubicBezTo>
                  <a:pt x="101631" y="92501"/>
                  <a:pt x="112830" y="89362"/>
                  <a:pt x="126689" y="89362"/>
                </a:cubicBezTo>
                <a:cubicBezTo>
                  <a:pt x="139477" y="89362"/>
                  <a:pt x="149240" y="92118"/>
                  <a:pt x="155979" y="97632"/>
                </a:cubicBezTo>
                <a:cubicBezTo>
                  <a:pt x="162717" y="103221"/>
                  <a:pt x="166087" y="109998"/>
                  <a:pt x="166087" y="117962"/>
                </a:cubicBezTo>
                <a:lnTo>
                  <a:pt x="166087" y="176770"/>
                </a:lnTo>
                <a:cubicBezTo>
                  <a:pt x="166087" y="181978"/>
                  <a:pt x="166929" y="185806"/>
                  <a:pt x="168614" y="188257"/>
                </a:cubicBezTo>
                <a:cubicBezTo>
                  <a:pt x="170298" y="190783"/>
                  <a:pt x="172481" y="192047"/>
                  <a:pt x="175161" y="192047"/>
                </a:cubicBezTo>
                <a:cubicBezTo>
                  <a:pt x="178147" y="192047"/>
                  <a:pt x="181287" y="190822"/>
                  <a:pt x="184579" y="188371"/>
                </a:cubicBezTo>
                <a:moveTo>
                  <a:pt x="146905" y="143116"/>
                </a:moveTo>
                <a:cubicBezTo>
                  <a:pt x="127455" y="145796"/>
                  <a:pt x="113672" y="150161"/>
                  <a:pt x="105555" y="156210"/>
                </a:cubicBezTo>
                <a:cubicBezTo>
                  <a:pt x="99506" y="160805"/>
                  <a:pt x="96481" y="167314"/>
                  <a:pt x="96481" y="175737"/>
                </a:cubicBezTo>
                <a:cubicBezTo>
                  <a:pt x="96481" y="181633"/>
                  <a:pt x="98051" y="186246"/>
                  <a:pt x="101190" y="189577"/>
                </a:cubicBezTo>
                <a:cubicBezTo>
                  <a:pt x="104330" y="192908"/>
                  <a:pt x="108427" y="194574"/>
                  <a:pt x="113480" y="194574"/>
                </a:cubicBezTo>
                <a:cubicBezTo>
                  <a:pt x="122516" y="194574"/>
                  <a:pt x="130346" y="191147"/>
                  <a:pt x="136969" y="184294"/>
                </a:cubicBezTo>
                <a:cubicBezTo>
                  <a:pt x="143593" y="177441"/>
                  <a:pt x="146905" y="168845"/>
                  <a:pt x="146905" y="158508"/>
                </a:cubicBezTo>
                <a:lnTo>
                  <a:pt x="146905" y="143116"/>
                </a:lnTo>
                <a:close/>
                <a:moveTo>
                  <a:pt x="198688" y="0"/>
                </a:moveTo>
                <a:cubicBezTo>
                  <a:pt x="212088" y="12187"/>
                  <a:pt x="221890" y="22076"/>
                  <a:pt x="228092" y="29666"/>
                </a:cubicBezTo>
                <a:cubicBezTo>
                  <a:pt x="237740" y="41547"/>
                  <a:pt x="245111" y="54195"/>
                  <a:pt x="250203" y="67610"/>
                </a:cubicBezTo>
                <a:cubicBezTo>
                  <a:pt x="255295" y="81025"/>
                  <a:pt x="257841" y="95129"/>
                  <a:pt x="257841" y="109922"/>
                </a:cubicBezTo>
                <a:cubicBezTo>
                  <a:pt x="257841" y="124485"/>
                  <a:pt x="255391" y="138244"/>
                  <a:pt x="250490" y="151200"/>
                </a:cubicBezTo>
                <a:cubicBezTo>
                  <a:pt x="245589" y="164155"/>
                  <a:pt x="238238" y="176841"/>
                  <a:pt x="228437" y="189258"/>
                </a:cubicBezTo>
                <a:cubicBezTo>
                  <a:pt x="221468" y="198074"/>
                  <a:pt x="211552" y="208192"/>
                  <a:pt x="198688" y="219613"/>
                </a:cubicBezTo>
                <a:lnTo>
                  <a:pt x="195701" y="213634"/>
                </a:lnTo>
                <a:cubicBezTo>
                  <a:pt x="205886" y="202904"/>
                  <a:pt x="213677" y="192672"/>
                  <a:pt x="219076" y="182937"/>
                </a:cubicBezTo>
                <a:cubicBezTo>
                  <a:pt x="224474" y="173200"/>
                  <a:pt x="228590" y="162468"/>
                  <a:pt x="231423" y="150740"/>
                </a:cubicBezTo>
                <a:cubicBezTo>
                  <a:pt x="234256" y="139012"/>
                  <a:pt x="235673" y="125674"/>
                  <a:pt x="235673" y="110726"/>
                </a:cubicBezTo>
                <a:cubicBezTo>
                  <a:pt x="235673" y="95088"/>
                  <a:pt x="234295" y="81348"/>
                  <a:pt x="231538" y="69505"/>
                </a:cubicBezTo>
                <a:cubicBezTo>
                  <a:pt x="228781" y="57662"/>
                  <a:pt x="224819" y="47046"/>
                  <a:pt x="219650" y="37656"/>
                </a:cubicBezTo>
                <a:cubicBezTo>
                  <a:pt x="214481" y="28266"/>
                  <a:pt x="206498" y="17823"/>
                  <a:pt x="195701" y="6325"/>
                </a:cubicBezTo>
                <a:lnTo>
                  <a:pt x="19868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58" name="Text EditingbyODEInversion">
            <a:extLst xmlns:a="http://schemas.openxmlformats.org/drawingml/2006/main">
              <a:ext uri="{FF2B5EF4-FFF2-40B4-BE49-F238E27FC236}">
                <a16:creationId xmlns:a16="http://schemas.microsoft.com/office/drawing/2014/main" id="{E4EC24FE-321A-4145-953F-A3700041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63" y="78313"/>
            <a:ext cx="2562280" cy="199520"/>
          </a:xfrm>
          <a:custGeom xmlns:a="http://schemas.openxmlformats.org/drawingml/2006/main">
            <a:pathLst>
              <a:path w="2562280" h="199520">
                <a:moveTo>
                  <a:pt x="0" y="3134"/>
                </a:moveTo>
                <a:lnTo>
                  <a:pt x="122428" y="3134"/>
                </a:lnTo>
                <a:lnTo>
                  <a:pt x="125353" y="55364"/>
                </a:lnTo>
                <a:lnTo>
                  <a:pt x="118354" y="55364"/>
                </a:lnTo>
                <a:cubicBezTo>
                  <a:pt x="115568" y="38929"/>
                  <a:pt x="111163" y="27438"/>
                  <a:pt x="105140" y="20892"/>
                </a:cubicBezTo>
                <a:cubicBezTo>
                  <a:pt x="99116" y="14346"/>
                  <a:pt x="91264" y="11073"/>
                  <a:pt x="81584" y="11073"/>
                </a:cubicBezTo>
                <a:lnTo>
                  <a:pt x="51290" y="11073"/>
                </a:lnTo>
                <a:cubicBezTo>
                  <a:pt x="48853" y="11073"/>
                  <a:pt x="47007" y="11732"/>
                  <a:pt x="45754" y="13051"/>
                </a:cubicBezTo>
                <a:cubicBezTo>
                  <a:pt x="44500" y="14370"/>
                  <a:pt x="43873" y="16383"/>
                  <a:pt x="43873" y="19090"/>
                </a:cubicBezTo>
                <a:lnTo>
                  <a:pt x="43873" y="73958"/>
                </a:lnTo>
                <a:lnTo>
                  <a:pt x="57140" y="73958"/>
                </a:lnTo>
                <a:cubicBezTo>
                  <a:pt x="64243" y="73958"/>
                  <a:pt x="70006" y="71407"/>
                  <a:pt x="74428" y="66306"/>
                </a:cubicBezTo>
                <a:cubicBezTo>
                  <a:pt x="78850" y="61205"/>
                  <a:pt x="81235" y="53379"/>
                  <a:pt x="81584" y="42829"/>
                </a:cubicBezTo>
                <a:lnTo>
                  <a:pt x="88791" y="42829"/>
                </a:lnTo>
                <a:lnTo>
                  <a:pt x="88791" y="114698"/>
                </a:lnTo>
                <a:lnTo>
                  <a:pt x="81584" y="114698"/>
                </a:lnTo>
                <a:cubicBezTo>
                  <a:pt x="81235" y="102822"/>
                  <a:pt x="78815" y="94317"/>
                  <a:pt x="74324" y="89183"/>
                </a:cubicBezTo>
                <a:cubicBezTo>
                  <a:pt x="69832" y="84047"/>
                  <a:pt x="63721" y="81479"/>
                  <a:pt x="55991" y="81479"/>
                </a:cubicBezTo>
                <a:lnTo>
                  <a:pt x="43873" y="81479"/>
                </a:lnTo>
                <a:lnTo>
                  <a:pt x="43873" y="142902"/>
                </a:lnTo>
                <a:cubicBezTo>
                  <a:pt x="43873" y="145130"/>
                  <a:pt x="44622" y="146837"/>
                  <a:pt x="46119" y="148021"/>
                </a:cubicBezTo>
                <a:cubicBezTo>
                  <a:pt x="47617" y="149204"/>
                  <a:pt x="50106" y="149796"/>
                  <a:pt x="53588" y="149796"/>
                </a:cubicBezTo>
                <a:lnTo>
                  <a:pt x="77510" y="149796"/>
                </a:lnTo>
                <a:cubicBezTo>
                  <a:pt x="103486" y="149796"/>
                  <a:pt x="118458" y="133222"/>
                  <a:pt x="122428" y="100073"/>
                </a:cubicBezTo>
                <a:lnTo>
                  <a:pt x="129949" y="100073"/>
                </a:lnTo>
                <a:lnTo>
                  <a:pt x="127337" y="157735"/>
                </a:lnTo>
                <a:lnTo>
                  <a:pt x="0" y="157735"/>
                </a:lnTo>
                <a:lnTo>
                  <a:pt x="0" y="149796"/>
                </a:lnTo>
                <a:lnTo>
                  <a:pt x="10551" y="149796"/>
                </a:lnTo>
                <a:cubicBezTo>
                  <a:pt x="14659" y="149796"/>
                  <a:pt x="17549" y="149084"/>
                  <a:pt x="19221" y="147658"/>
                </a:cubicBezTo>
                <a:cubicBezTo>
                  <a:pt x="20892" y="146231"/>
                  <a:pt x="21728" y="144160"/>
                  <a:pt x="21728" y="141446"/>
                </a:cubicBezTo>
                <a:lnTo>
                  <a:pt x="21728" y="19110"/>
                </a:lnTo>
                <a:cubicBezTo>
                  <a:pt x="21728" y="16396"/>
                  <a:pt x="20997" y="14379"/>
                  <a:pt x="19534" y="13058"/>
                </a:cubicBezTo>
                <a:cubicBezTo>
                  <a:pt x="18072" y="11734"/>
                  <a:pt x="15774" y="11073"/>
                  <a:pt x="12640" y="11073"/>
                </a:cubicBezTo>
                <a:lnTo>
                  <a:pt x="0" y="11073"/>
                </a:lnTo>
                <a:lnTo>
                  <a:pt x="0" y="3134"/>
                </a:lnTo>
                <a:close/>
                <a:moveTo>
                  <a:pt x="202931" y="3343"/>
                </a:moveTo>
                <a:lnTo>
                  <a:pt x="241163" y="1462"/>
                </a:lnTo>
                <a:lnTo>
                  <a:pt x="241163" y="135286"/>
                </a:lnTo>
                <a:cubicBezTo>
                  <a:pt x="241163" y="140505"/>
                  <a:pt x="242156" y="144228"/>
                  <a:pt x="244140" y="146457"/>
                </a:cubicBezTo>
                <a:cubicBezTo>
                  <a:pt x="246125" y="148683"/>
                  <a:pt x="249102" y="149796"/>
                  <a:pt x="253072" y="149796"/>
                </a:cubicBezTo>
                <a:lnTo>
                  <a:pt x="259862" y="149796"/>
                </a:lnTo>
                <a:lnTo>
                  <a:pt x="259862" y="157735"/>
                </a:lnTo>
                <a:lnTo>
                  <a:pt x="226434" y="157735"/>
                </a:lnTo>
                <a:lnTo>
                  <a:pt x="223927" y="137872"/>
                </a:lnTo>
                <a:cubicBezTo>
                  <a:pt x="219958" y="144947"/>
                  <a:pt x="215309" y="150270"/>
                  <a:pt x="209982" y="153841"/>
                </a:cubicBezTo>
                <a:cubicBezTo>
                  <a:pt x="204654" y="157412"/>
                  <a:pt x="198683" y="159198"/>
                  <a:pt x="192067" y="159198"/>
                </a:cubicBezTo>
                <a:cubicBezTo>
                  <a:pt x="180924" y="159198"/>
                  <a:pt x="171436" y="154528"/>
                  <a:pt x="163601" y="145187"/>
                </a:cubicBezTo>
                <a:cubicBezTo>
                  <a:pt x="155767" y="135844"/>
                  <a:pt x="151850" y="123505"/>
                  <a:pt x="151850" y="108169"/>
                </a:cubicBezTo>
                <a:cubicBezTo>
                  <a:pt x="151850" y="91577"/>
                  <a:pt x="156864" y="78332"/>
                  <a:pt x="166892" y="68435"/>
                </a:cubicBezTo>
                <a:cubicBezTo>
                  <a:pt x="174761" y="60696"/>
                  <a:pt x="183815" y="56827"/>
                  <a:pt x="194052" y="56827"/>
                </a:cubicBezTo>
                <a:cubicBezTo>
                  <a:pt x="200319" y="56827"/>
                  <a:pt x="205943" y="58403"/>
                  <a:pt x="210922" y="61557"/>
                </a:cubicBezTo>
                <a:cubicBezTo>
                  <a:pt x="215901" y="64710"/>
                  <a:pt x="220236" y="69475"/>
                  <a:pt x="223927" y="75851"/>
                </a:cubicBezTo>
                <a:lnTo>
                  <a:pt x="223927" y="20758"/>
                </a:lnTo>
                <a:cubicBezTo>
                  <a:pt x="223927" y="17842"/>
                  <a:pt x="222796" y="15534"/>
                  <a:pt x="220532" y="13834"/>
                </a:cubicBezTo>
                <a:cubicBezTo>
                  <a:pt x="218269" y="12133"/>
                  <a:pt x="214735" y="11282"/>
                  <a:pt x="209930" y="11282"/>
                </a:cubicBezTo>
                <a:lnTo>
                  <a:pt x="202931" y="11282"/>
                </a:lnTo>
                <a:lnTo>
                  <a:pt x="202931" y="3343"/>
                </a:lnTo>
                <a:moveTo>
                  <a:pt x="196872" y="65601"/>
                </a:moveTo>
                <a:cubicBezTo>
                  <a:pt x="189351" y="65601"/>
                  <a:pt x="183379" y="68705"/>
                  <a:pt x="178957" y="74911"/>
                </a:cubicBezTo>
                <a:cubicBezTo>
                  <a:pt x="174535" y="81116"/>
                  <a:pt x="172324" y="91574"/>
                  <a:pt x="172324" y="106285"/>
                </a:cubicBezTo>
                <a:cubicBezTo>
                  <a:pt x="172324" y="122255"/>
                  <a:pt x="174587" y="133499"/>
                  <a:pt x="179114" y="140020"/>
                </a:cubicBezTo>
                <a:cubicBezTo>
                  <a:pt x="183640" y="146537"/>
                  <a:pt x="189455" y="149796"/>
                  <a:pt x="196559" y="149796"/>
                </a:cubicBezTo>
                <a:cubicBezTo>
                  <a:pt x="204150" y="149796"/>
                  <a:pt x="210643" y="146153"/>
                  <a:pt x="216041" y="138867"/>
                </a:cubicBezTo>
                <a:cubicBezTo>
                  <a:pt x="221438" y="131581"/>
                  <a:pt x="224136" y="120930"/>
                  <a:pt x="224136" y="106915"/>
                </a:cubicBezTo>
                <a:cubicBezTo>
                  <a:pt x="224136" y="93666"/>
                  <a:pt x="221246" y="83242"/>
                  <a:pt x="215466" y="75642"/>
                </a:cubicBezTo>
                <a:cubicBezTo>
                  <a:pt x="210452" y="68948"/>
                  <a:pt x="204254" y="65601"/>
                  <a:pt x="196872" y="65601"/>
                </a:cubicBezTo>
                <a:close/>
                <a:moveTo>
                  <a:pt x="295864" y="1254"/>
                </a:moveTo>
                <a:cubicBezTo>
                  <a:pt x="298998" y="1254"/>
                  <a:pt x="301749" y="2443"/>
                  <a:pt x="304116" y="4822"/>
                </a:cubicBezTo>
                <a:cubicBezTo>
                  <a:pt x="306484" y="7200"/>
                  <a:pt x="307668" y="9998"/>
                  <a:pt x="307668" y="13214"/>
                </a:cubicBezTo>
                <a:cubicBezTo>
                  <a:pt x="307668" y="16363"/>
                  <a:pt x="306519" y="19092"/>
                  <a:pt x="304221" y="21401"/>
                </a:cubicBezTo>
                <a:cubicBezTo>
                  <a:pt x="301923" y="23708"/>
                  <a:pt x="299172" y="24862"/>
                  <a:pt x="295968" y="24862"/>
                </a:cubicBezTo>
                <a:cubicBezTo>
                  <a:pt x="292765" y="24862"/>
                  <a:pt x="289997" y="23690"/>
                  <a:pt x="287664" y="21346"/>
                </a:cubicBezTo>
                <a:cubicBezTo>
                  <a:pt x="285331" y="19002"/>
                  <a:pt x="284164" y="16257"/>
                  <a:pt x="284164" y="13110"/>
                </a:cubicBezTo>
                <a:cubicBezTo>
                  <a:pt x="284164" y="9963"/>
                  <a:pt x="285348" y="7200"/>
                  <a:pt x="287716" y="4822"/>
                </a:cubicBezTo>
                <a:cubicBezTo>
                  <a:pt x="290084" y="2443"/>
                  <a:pt x="292800" y="1254"/>
                  <a:pt x="295864" y="1254"/>
                </a:cubicBezTo>
                <a:moveTo>
                  <a:pt x="268809" y="59960"/>
                </a:moveTo>
                <a:lnTo>
                  <a:pt x="307668" y="58707"/>
                </a:lnTo>
                <a:lnTo>
                  <a:pt x="307668" y="142804"/>
                </a:lnTo>
                <a:cubicBezTo>
                  <a:pt x="307668" y="145100"/>
                  <a:pt x="308225" y="146735"/>
                  <a:pt x="309339" y="147710"/>
                </a:cubicBezTo>
                <a:cubicBezTo>
                  <a:pt x="310941" y="149101"/>
                  <a:pt x="312961" y="149796"/>
                  <a:pt x="315398" y="149796"/>
                </a:cubicBezTo>
                <a:lnTo>
                  <a:pt x="326471" y="149796"/>
                </a:lnTo>
                <a:lnTo>
                  <a:pt x="326471" y="157735"/>
                </a:lnTo>
                <a:lnTo>
                  <a:pt x="270898" y="157735"/>
                </a:lnTo>
                <a:lnTo>
                  <a:pt x="270898" y="149796"/>
                </a:lnTo>
                <a:lnTo>
                  <a:pt x="281239" y="149796"/>
                </a:lnTo>
                <a:cubicBezTo>
                  <a:pt x="284304" y="149796"/>
                  <a:pt x="286550" y="149051"/>
                  <a:pt x="287977" y="147560"/>
                </a:cubicBezTo>
                <a:cubicBezTo>
                  <a:pt x="289405" y="146067"/>
                  <a:pt x="290119" y="143899"/>
                  <a:pt x="290119" y="141054"/>
                </a:cubicBezTo>
                <a:lnTo>
                  <a:pt x="290119" y="79658"/>
                </a:lnTo>
                <a:cubicBezTo>
                  <a:pt x="290119" y="75773"/>
                  <a:pt x="289004" y="72843"/>
                  <a:pt x="286776" y="70867"/>
                </a:cubicBezTo>
                <a:cubicBezTo>
                  <a:pt x="284547" y="68888"/>
                  <a:pt x="281239" y="67899"/>
                  <a:pt x="276852" y="67899"/>
                </a:cubicBezTo>
                <a:lnTo>
                  <a:pt x="268809" y="67899"/>
                </a:lnTo>
                <a:lnTo>
                  <a:pt x="268809" y="59960"/>
                </a:lnTo>
                <a:close/>
                <a:moveTo>
                  <a:pt x="363776" y="19847"/>
                </a:moveTo>
                <a:lnTo>
                  <a:pt x="370879" y="19847"/>
                </a:lnTo>
                <a:lnTo>
                  <a:pt x="370879" y="59751"/>
                </a:lnTo>
                <a:lnTo>
                  <a:pt x="402531" y="59751"/>
                </a:lnTo>
                <a:lnTo>
                  <a:pt x="402531" y="69362"/>
                </a:lnTo>
                <a:lnTo>
                  <a:pt x="370879" y="69362"/>
                </a:lnTo>
                <a:lnTo>
                  <a:pt x="370879" y="132143"/>
                </a:lnTo>
                <a:cubicBezTo>
                  <a:pt x="370879" y="137574"/>
                  <a:pt x="372167" y="141735"/>
                  <a:pt x="374744" y="144626"/>
                </a:cubicBezTo>
                <a:cubicBezTo>
                  <a:pt x="377321" y="147516"/>
                  <a:pt x="380594" y="148961"/>
                  <a:pt x="384563" y="148961"/>
                </a:cubicBezTo>
                <a:cubicBezTo>
                  <a:pt x="389299" y="148961"/>
                  <a:pt x="393338" y="146776"/>
                  <a:pt x="396681" y="142406"/>
                </a:cubicBezTo>
                <a:cubicBezTo>
                  <a:pt x="400024" y="138034"/>
                  <a:pt x="401974" y="130817"/>
                  <a:pt x="402531" y="120756"/>
                </a:cubicBezTo>
                <a:lnTo>
                  <a:pt x="409530" y="120756"/>
                </a:lnTo>
                <a:cubicBezTo>
                  <a:pt x="409112" y="133779"/>
                  <a:pt x="406152" y="143442"/>
                  <a:pt x="400650" y="149744"/>
                </a:cubicBezTo>
                <a:cubicBezTo>
                  <a:pt x="395149" y="156047"/>
                  <a:pt x="388011" y="159198"/>
                  <a:pt x="379236" y="159198"/>
                </a:cubicBezTo>
                <a:cubicBezTo>
                  <a:pt x="371158" y="159198"/>
                  <a:pt x="364838" y="156985"/>
                  <a:pt x="360276" y="152558"/>
                </a:cubicBezTo>
                <a:cubicBezTo>
                  <a:pt x="355715" y="148129"/>
                  <a:pt x="353434" y="142324"/>
                  <a:pt x="353434" y="135143"/>
                </a:cubicBezTo>
                <a:lnTo>
                  <a:pt x="353434" y="69362"/>
                </a:lnTo>
                <a:lnTo>
                  <a:pt x="336407" y="69362"/>
                </a:lnTo>
                <a:lnTo>
                  <a:pt x="336407" y="62050"/>
                </a:lnTo>
                <a:cubicBezTo>
                  <a:pt x="344137" y="60726"/>
                  <a:pt x="350022" y="57488"/>
                  <a:pt x="354061" y="52335"/>
                </a:cubicBezTo>
                <a:cubicBezTo>
                  <a:pt x="360050" y="44605"/>
                  <a:pt x="363288" y="33776"/>
                  <a:pt x="363776" y="19847"/>
                </a:cubicBezTo>
                <a:close/>
                <a:moveTo>
                  <a:pt x="447116" y="1254"/>
                </a:moveTo>
                <a:cubicBezTo>
                  <a:pt x="450250" y="1254"/>
                  <a:pt x="453001" y="2443"/>
                  <a:pt x="455368" y="4822"/>
                </a:cubicBezTo>
                <a:cubicBezTo>
                  <a:pt x="457736" y="7200"/>
                  <a:pt x="458920" y="9998"/>
                  <a:pt x="458920" y="13214"/>
                </a:cubicBezTo>
                <a:cubicBezTo>
                  <a:pt x="458920" y="16363"/>
                  <a:pt x="457771" y="19092"/>
                  <a:pt x="455473" y="21401"/>
                </a:cubicBezTo>
                <a:cubicBezTo>
                  <a:pt x="453175" y="23708"/>
                  <a:pt x="450424" y="24862"/>
                  <a:pt x="447221" y="24862"/>
                </a:cubicBezTo>
                <a:cubicBezTo>
                  <a:pt x="444017" y="24862"/>
                  <a:pt x="441249" y="23690"/>
                  <a:pt x="438916" y="21346"/>
                </a:cubicBezTo>
                <a:cubicBezTo>
                  <a:pt x="436583" y="19002"/>
                  <a:pt x="435416" y="16257"/>
                  <a:pt x="435416" y="13110"/>
                </a:cubicBezTo>
                <a:cubicBezTo>
                  <a:pt x="435416" y="9963"/>
                  <a:pt x="436600" y="7200"/>
                  <a:pt x="438968" y="4822"/>
                </a:cubicBezTo>
                <a:cubicBezTo>
                  <a:pt x="441336" y="2443"/>
                  <a:pt x="444052" y="1254"/>
                  <a:pt x="447116" y="1254"/>
                </a:cubicBezTo>
                <a:moveTo>
                  <a:pt x="420061" y="59960"/>
                </a:moveTo>
                <a:lnTo>
                  <a:pt x="458920" y="58707"/>
                </a:lnTo>
                <a:lnTo>
                  <a:pt x="458920" y="142804"/>
                </a:lnTo>
                <a:cubicBezTo>
                  <a:pt x="458920" y="145100"/>
                  <a:pt x="459477" y="146735"/>
                  <a:pt x="460591" y="147710"/>
                </a:cubicBezTo>
                <a:cubicBezTo>
                  <a:pt x="462193" y="149101"/>
                  <a:pt x="464213" y="149796"/>
                  <a:pt x="466650" y="149796"/>
                </a:cubicBezTo>
                <a:lnTo>
                  <a:pt x="477723" y="149796"/>
                </a:lnTo>
                <a:lnTo>
                  <a:pt x="477723" y="157735"/>
                </a:lnTo>
                <a:lnTo>
                  <a:pt x="422150" y="157735"/>
                </a:lnTo>
                <a:lnTo>
                  <a:pt x="422150" y="149796"/>
                </a:lnTo>
                <a:lnTo>
                  <a:pt x="432492" y="149796"/>
                </a:lnTo>
                <a:cubicBezTo>
                  <a:pt x="435556" y="149796"/>
                  <a:pt x="437802" y="149051"/>
                  <a:pt x="439229" y="147560"/>
                </a:cubicBezTo>
                <a:cubicBezTo>
                  <a:pt x="440657" y="146067"/>
                  <a:pt x="441371" y="143899"/>
                  <a:pt x="441371" y="141054"/>
                </a:cubicBezTo>
                <a:lnTo>
                  <a:pt x="441371" y="79658"/>
                </a:lnTo>
                <a:cubicBezTo>
                  <a:pt x="441371" y="75773"/>
                  <a:pt x="440256" y="72843"/>
                  <a:pt x="438028" y="70867"/>
                </a:cubicBezTo>
                <a:cubicBezTo>
                  <a:pt x="435800" y="68888"/>
                  <a:pt x="432492" y="67899"/>
                  <a:pt x="428104" y="67899"/>
                </a:cubicBezTo>
                <a:lnTo>
                  <a:pt x="420061" y="67899"/>
                </a:lnTo>
                <a:lnTo>
                  <a:pt x="420061" y="59960"/>
                </a:lnTo>
                <a:close/>
                <a:moveTo>
                  <a:pt x="489331" y="59751"/>
                </a:moveTo>
                <a:lnTo>
                  <a:pt x="521818" y="57871"/>
                </a:lnTo>
                <a:cubicBezTo>
                  <a:pt x="523141" y="63995"/>
                  <a:pt x="524116" y="71164"/>
                  <a:pt x="524743" y="79377"/>
                </a:cubicBezTo>
                <a:cubicBezTo>
                  <a:pt x="529130" y="72278"/>
                  <a:pt x="534301" y="66954"/>
                  <a:pt x="540255" y="63404"/>
                </a:cubicBezTo>
                <a:cubicBezTo>
                  <a:pt x="546209" y="59855"/>
                  <a:pt x="552947" y="58080"/>
                  <a:pt x="560468" y="58080"/>
                </a:cubicBezTo>
                <a:cubicBezTo>
                  <a:pt x="566945" y="58080"/>
                  <a:pt x="572377" y="59350"/>
                  <a:pt x="576764" y="61890"/>
                </a:cubicBezTo>
                <a:cubicBezTo>
                  <a:pt x="581151" y="64427"/>
                  <a:pt x="584668" y="68444"/>
                  <a:pt x="587315" y="73942"/>
                </a:cubicBezTo>
                <a:cubicBezTo>
                  <a:pt x="589961" y="79437"/>
                  <a:pt x="591284" y="85592"/>
                  <a:pt x="591284" y="92408"/>
                </a:cubicBezTo>
                <a:lnTo>
                  <a:pt x="591284" y="139987"/>
                </a:lnTo>
                <a:cubicBezTo>
                  <a:pt x="591284" y="143536"/>
                  <a:pt x="592085" y="146059"/>
                  <a:pt x="593687" y="147554"/>
                </a:cubicBezTo>
                <a:cubicBezTo>
                  <a:pt x="595288" y="149049"/>
                  <a:pt x="597970" y="149796"/>
                  <a:pt x="601730" y="149796"/>
                </a:cubicBezTo>
                <a:lnTo>
                  <a:pt x="608625" y="149796"/>
                </a:lnTo>
                <a:lnTo>
                  <a:pt x="608625" y="157735"/>
                </a:lnTo>
                <a:lnTo>
                  <a:pt x="557021" y="157735"/>
                </a:lnTo>
                <a:lnTo>
                  <a:pt x="557021" y="149796"/>
                </a:lnTo>
                <a:lnTo>
                  <a:pt x="561931" y="149796"/>
                </a:lnTo>
                <a:cubicBezTo>
                  <a:pt x="566527" y="149796"/>
                  <a:pt x="569730" y="149066"/>
                  <a:pt x="571541" y="147606"/>
                </a:cubicBezTo>
                <a:cubicBezTo>
                  <a:pt x="573352" y="146146"/>
                  <a:pt x="574257" y="143954"/>
                  <a:pt x="574257" y="141031"/>
                </a:cubicBezTo>
                <a:lnTo>
                  <a:pt x="574257" y="99198"/>
                </a:lnTo>
                <a:cubicBezTo>
                  <a:pt x="574257" y="90088"/>
                  <a:pt x="572864" y="83342"/>
                  <a:pt x="570079" y="78959"/>
                </a:cubicBezTo>
                <a:cubicBezTo>
                  <a:pt x="566179" y="72700"/>
                  <a:pt x="560259" y="69571"/>
                  <a:pt x="552320" y="69571"/>
                </a:cubicBezTo>
                <a:cubicBezTo>
                  <a:pt x="544451" y="69571"/>
                  <a:pt x="537887" y="72735"/>
                  <a:pt x="532630" y="79064"/>
                </a:cubicBezTo>
                <a:cubicBezTo>
                  <a:pt x="527372" y="85392"/>
                  <a:pt x="524743" y="93634"/>
                  <a:pt x="524743" y="103788"/>
                </a:cubicBezTo>
                <a:lnTo>
                  <a:pt x="524743" y="139990"/>
                </a:lnTo>
                <a:cubicBezTo>
                  <a:pt x="524743" y="143537"/>
                  <a:pt x="525561" y="146059"/>
                  <a:pt x="527198" y="147554"/>
                </a:cubicBezTo>
                <a:cubicBezTo>
                  <a:pt x="528834" y="149049"/>
                  <a:pt x="531533" y="149796"/>
                  <a:pt x="535293" y="149796"/>
                </a:cubicBezTo>
                <a:lnTo>
                  <a:pt x="542083" y="149796"/>
                </a:lnTo>
                <a:lnTo>
                  <a:pt x="542083" y="157735"/>
                </a:lnTo>
                <a:lnTo>
                  <a:pt x="490271" y="157735"/>
                </a:lnTo>
                <a:lnTo>
                  <a:pt x="490271" y="149796"/>
                </a:lnTo>
                <a:lnTo>
                  <a:pt x="497061" y="149796"/>
                </a:lnTo>
                <a:cubicBezTo>
                  <a:pt x="500473" y="149796"/>
                  <a:pt x="503067" y="149101"/>
                  <a:pt x="504843" y="147710"/>
                </a:cubicBezTo>
                <a:cubicBezTo>
                  <a:pt x="506619" y="146320"/>
                  <a:pt x="507507" y="144581"/>
                  <a:pt x="507507" y="142494"/>
                </a:cubicBezTo>
                <a:lnTo>
                  <a:pt x="507507" y="79374"/>
                </a:lnTo>
                <a:cubicBezTo>
                  <a:pt x="507507" y="75202"/>
                  <a:pt x="506375" y="72037"/>
                  <a:pt x="504112" y="69881"/>
                </a:cubicBezTo>
                <a:cubicBezTo>
                  <a:pt x="501849" y="67724"/>
                  <a:pt x="498593" y="66646"/>
                  <a:pt x="494345" y="66646"/>
                </a:cubicBezTo>
                <a:lnTo>
                  <a:pt x="489331" y="66646"/>
                </a:lnTo>
                <a:lnTo>
                  <a:pt x="489331" y="59751"/>
                </a:lnTo>
                <a:close/>
                <a:moveTo>
                  <a:pt x="695048" y="65288"/>
                </a:moveTo>
                <a:cubicBezTo>
                  <a:pt x="702012" y="58254"/>
                  <a:pt x="708418" y="54737"/>
                  <a:pt x="714268" y="54737"/>
                </a:cubicBezTo>
                <a:cubicBezTo>
                  <a:pt x="717750" y="54737"/>
                  <a:pt x="720640" y="55852"/>
                  <a:pt x="722939" y="58080"/>
                </a:cubicBezTo>
                <a:cubicBezTo>
                  <a:pt x="725237" y="60309"/>
                  <a:pt x="726386" y="63025"/>
                  <a:pt x="726386" y="66228"/>
                </a:cubicBezTo>
                <a:cubicBezTo>
                  <a:pt x="726386" y="68805"/>
                  <a:pt x="725602" y="70946"/>
                  <a:pt x="724035" y="72652"/>
                </a:cubicBezTo>
                <a:cubicBezTo>
                  <a:pt x="722468" y="74358"/>
                  <a:pt x="720640" y="75212"/>
                  <a:pt x="718551" y="75212"/>
                </a:cubicBezTo>
                <a:cubicBezTo>
                  <a:pt x="714582" y="75212"/>
                  <a:pt x="711901" y="72774"/>
                  <a:pt x="710508" y="67899"/>
                </a:cubicBezTo>
                <a:cubicBezTo>
                  <a:pt x="709951" y="65810"/>
                  <a:pt x="709010" y="64766"/>
                  <a:pt x="707687" y="64766"/>
                </a:cubicBezTo>
                <a:cubicBezTo>
                  <a:pt x="705320" y="64766"/>
                  <a:pt x="702743" y="66332"/>
                  <a:pt x="699957" y="69466"/>
                </a:cubicBezTo>
                <a:cubicBezTo>
                  <a:pt x="702952" y="73584"/>
                  <a:pt x="705006" y="77160"/>
                  <a:pt x="706120" y="80196"/>
                </a:cubicBezTo>
                <a:cubicBezTo>
                  <a:pt x="707235" y="83230"/>
                  <a:pt x="707792" y="86491"/>
                  <a:pt x="707792" y="89980"/>
                </a:cubicBezTo>
                <a:cubicBezTo>
                  <a:pt x="707792" y="96049"/>
                  <a:pt x="706329" y="101405"/>
                  <a:pt x="703404" y="106047"/>
                </a:cubicBezTo>
                <a:cubicBezTo>
                  <a:pt x="700479" y="110687"/>
                  <a:pt x="695622" y="114786"/>
                  <a:pt x="688832" y="118344"/>
                </a:cubicBezTo>
                <a:cubicBezTo>
                  <a:pt x="682042" y="121902"/>
                  <a:pt x="675548" y="123681"/>
                  <a:pt x="669350" y="123681"/>
                </a:cubicBezTo>
                <a:lnTo>
                  <a:pt x="657964" y="123681"/>
                </a:lnTo>
                <a:cubicBezTo>
                  <a:pt x="649886" y="123681"/>
                  <a:pt x="644523" y="124535"/>
                  <a:pt x="641877" y="126244"/>
                </a:cubicBezTo>
                <a:cubicBezTo>
                  <a:pt x="639231" y="128024"/>
                  <a:pt x="637908" y="130624"/>
                  <a:pt x="637908" y="134042"/>
                </a:cubicBezTo>
                <a:cubicBezTo>
                  <a:pt x="637908" y="136819"/>
                  <a:pt x="638987" y="138955"/>
                  <a:pt x="641146" y="140450"/>
                </a:cubicBezTo>
                <a:cubicBezTo>
                  <a:pt x="643305" y="141946"/>
                  <a:pt x="647379" y="142693"/>
                  <a:pt x="653368" y="142693"/>
                </a:cubicBezTo>
                <a:lnTo>
                  <a:pt x="679170" y="141857"/>
                </a:lnTo>
                <a:cubicBezTo>
                  <a:pt x="692192" y="141857"/>
                  <a:pt x="701576" y="144034"/>
                  <a:pt x="707322" y="148386"/>
                </a:cubicBezTo>
                <a:cubicBezTo>
                  <a:pt x="713067" y="152739"/>
                  <a:pt x="715940" y="158710"/>
                  <a:pt x="715940" y="166301"/>
                </a:cubicBezTo>
                <a:cubicBezTo>
                  <a:pt x="715940" y="174658"/>
                  <a:pt x="712667" y="181692"/>
                  <a:pt x="706120" y="187402"/>
                </a:cubicBezTo>
                <a:cubicBezTo>
                  <a:pt x="696997" y="195480"/>
                  <a:pt x="683383" y="199520"/>
                  <a:pt x="665276" y="199520"/>
                </a:cubicBezTo>
                <a:cubicBezTo>
                  <a:pt x="650304" y="199520"/>
                  <a:pt x="639196" y="196789"/>
                  <a:pt x="631953" y="191329"/>
                </a:cubicBezTo>
                <a:cubicBezTo>
                  <a:pt x="626243" y="187044"/>
                  <a:pt x="623388" y="182240"/>
                  <a:pt x="623388" y="176917"/>
                </a:cubicBezTo>
                <a:cubicBezTo>
                  <a:pt x="623388" y="172841"/>
                  <a:pt x="625216" y="169109"/>
                  <a:pt x="628872" y="165720"/>
                </a:cubicBezTo>
                <a:cubicBezTo>
                  <a:pt x="632528" y="162334"/>
                  <a:pt x="638674" y="159812"/>
                  <a:pt x="647309" y="158153"/>
                </a:cubicBezTo>
                <a:cubicBezTo>
                  <a:pt x="640415" y="156460"/>
                  <a:pt x="635227" y="153974"/>
                  <a:pt x="631744" y="150694"/>
                </a:cubicBezTo>
                <a:cubicBezTo>
                  <a:pt x="628262" y="147414"/>
                  <a:pt x="626521" y="143340"/>
                  <a:pt x="626521" y="138472"/>
                </a:cubicBezTo>
                <a:cubicBezTo>
                  <a:pt x="626521" y="133959"/>
                  <a:pt x="627932" y="130027"/>
                  <a:pt x="630752" y="126678"/>
                </a:cubicBezTo>
                <a:cubicBezTo>
                  <a:pt x="633573" y="123327"/>
                  <a:pt x="638465" y="120452"/>
                  <a:pt x="645429" y="118053"/>
                </a:cubicBezTo>
                <a:cubicBezTo>
                  <a:pt x="639509" y="114780"/>
                  <a:pt x="635052" y="110828"/>
                  <a:pt x="632058" y="106197"/>
                </a:cubicBezTo>
                <a:cubicBezTo>
                  <a:pt x="629063" y="101564"/>
                  <a:pt x="627566" y="96252"/>
                  <a:pt x="627566" y="90260"/>
                </a:cubicBezTo>
                <a:cubicBezTo>
                  <a:pt x="627566" y="80787"/>
                  <a:pt x="631292" y="72847"/>
                  <a:pt x="638743" y="66440"/>
                </a:cubicBezTo>
                <a:cubicBezTo>
                  <a:pt x="646195" y="60031"/>
                  <a:pt x="655875" y="56827"/>
                  <a:pt x="667783" y="56827"/>
                </a:cubicBezTo>
                <a:cubicBezTo>
                  <a:pt x="672658" y="56827"/>
                  <a:pt x="677359" y="57523"/>
                  <a:pt x="681886" y="58916"/>
                </a:cubicBezTo>
                <a:cubicBezTo>
                  <a:pt x="686412" y="60309"/>
                  <a:pt x="690799" y="62433"/>
                  <a:pt x="695048" y="65288"/>
                </a:cubicBezTo>
                <a:moveTo>
                  <a:pt x="667574" y="63512"/>
                </a:moveTo>
                <a:cubicBezTo>
                  <a:pt x="661376" y="63512"/>
                  <a:pt x="656258" y="65793"/>
                  <a:pt x="652219" y="70354"/>
                </a:cubicBezTo>
                <a:cubicBezTo>
                  <a:pt x="648180" y="74916"/>
                  <a:pt x="646160" y="81305"/>
                  <a:pt x="646160" y="89523"/>
                </a:cubicBezTo>
                <a:cubicBezTo>
                  <a:pt x="646160" y="98297"/>
                  <a:pt x="648180" y="105105"/>
                  <a:pt x="652219" y="109945"/>
                </a:cubicBezTo>
                <a:cubicBezTo>
                  <a:pt x="656258" y="114785"/>
                  <a:pt x="661411" y="117205"/>
                  <a:pt x="667679" y="117205"/>
                </a:cubicBezTo>
                <a:cubicBezTo>
                  <a:pt x="673947" y="117205"/>
                  <a:pt x="679083" y="114854"/>
                  <a:pt x="683087" y="110154"/>
                </a:cubicBezTo>
                <a:cubicBezTo>
                  <a:pt x="687091" y="105453"/>
                  <a:pt x="689093" y="98715"/>
                  <a:pt x="689093" y="89940"/>
                </a:cubicBezTo>
                <a:cubicBezTo>
                  <a:pt x="689093" y="81793"/>
                  <a:pt x="687056" y="75351"/>
                  <a:pt x="682982" y="70615"/>
                </a:cubicBezTo>
                <a:cubicBezTo>
                  <a:pt x="678908" y="65880"/>
                  <a:pt x="673772" y="63512"/>
                  <a:pt x="667574" y="63512"/>
                </a:cubicBezTo>
                <a:moveTo>
                  <a:pt x="673738" y="157944"/>
                </a:moveTo>
                <a:cubicBezTo>
                  <a:pt x="660924" y="157944"/>
                  <a:pt x="651783" y="159715"/>
                  <a:pt x="646317" y="163255"/>
                </a:cubicBezTo>
                <a:cubicBezTo>
                  <a:pt x="640850" y="166796"/>
                  <a:pt x="638117" y="171066"/>
                  <a:pt x="638117" y="176065"/>
                </a:cubicBezTo>
                <a:cubicBezTo>
                  <a:pt x="638117" y="180787"/>
                  <a:pt x="640171" y="184502"/>
                  <a:pt x="644280" y="187210"/>
                </a:cubicBezTo>
                <a:cubicBezTo>
                  <a:pt x="649712" y="190820"/>
                  <a:pt x="657442" y="192625"/>
                  <a:pt x="667470" y="192625"/>
                </a:cubicBezTo>
                <a:cubicBezTo>
                  <a:pt x="679448" y="192625"/>
                  <a:pt x="688467" y="190646"/>
                  <a:pt x="694525" y="186687"/>
                </a:cubicBezTo>
                <a:cubicBezTo>
                  <a:pt x="700584" y="182731"/>
                  <a:pt x="703613" y="178323"/>
                  <a:pt x="703613" y="173463"/>
                </a:cubicBezTo>
                <a:cubicBezTo>
                  <a:pt x="703613" y="170617"/>
                  <a:pt x="702673" y="167961"/>
                  <a:pt x="700793" y="165495"/>
                </a:cubicBezTo>
                <a:cubicBezTo>
                  <a:pt x="698913" y="163029"/>
                  <a:pt x="695918" y="161154"/>
                  <a:pt x="691809" y="159870"/>
                </a:cubicBezTo>
                <a:cubicBezTo>
                  <a:pt x="687701" y="158586"/>
                  <a:pt x="681677" y="157944"/>
                  <a:pt x="673738" y="157944"/>
                </a:cubicBezTo>
                <a:close/>
                <a:moveTo>
                  <a:pt x="823412" y="1462"/>
                </a:moveTo>
                <a:lnTo>
                  <a:pt x="823412" y="74252"/>
                </a:lnTo>
                <a:cubicBezTo>
                  <a:pt x="827521" y="68409"/>
                  <a:pt x="832082" y="64044"/>
                  <a:pt x="837096" y="61158"/>
                </a:cubicBezTo>
                <a:cubicBezTo>
                  <a:pt x="842110" y="58270"/>
                  <a:pt x="847577" y="56827"/>
                  <a:pt x="853496" y="56827"/>
                </a:cubicBezTo>
                <a:cubicBezTo>
                  <a:pt x="864987" y="56827"/>
                  <a:pt x="874702" y="61323"/>
                  <a:pt x="882641" y="70315"/>
                </a:cubicBezTo>
                <a:cubicBezTo>
                  <a:pt x="890580" y="79307"/>
                  <a:pt x="894549" y="91158"/>
                  <a:pt x="894549" y="105867"/>
                </a:cubicBezTo>
                <a:cubicBezTo>
                  <a:pt x="894549" y="121833"/>
                  <a:pt x="890284" y="134713"/>
                  <a:pt x="881753" y="144508"/>
                </a:cubicBezTo>
                <a:cubicBezTo>
                  <a:pt x="873222" y="154301"/>
                  <a:pt x="862654" y="159198"/>
                  <a:pt x="850049" y="159198"/>
                </a:cubicBezTo>
                <a:cubicBezTo>
                  <a:pt x="844060" y="159198"/>
                  <a:pt x="838628" y="158008"/>
                  <a:pt x="833753" y="155630"/>
                </a:cubicBezTo>
                <a:cubicBezTo>
                  <a:pt x="828879" y="153249"/>
                  <a:pt x="823865" y="149223"/>
                  <a:pt x="818711" y="143552"/>
                </a:cubicBezTo>
                <a:cubicBezTo>
                  <a:pt x="814742" y="149922"/>
                  <a:pt x="810911" y="155137"/>
                  <a:pt x="807220" y="159198"/>
                </a:cubicBezTo>
                <a:lnTo>
                  <a:pt x="803042" y="157735"/>
                </a:lnTo>
                <a:cubicBezTo>
                  <a:pt x="804992" y="149738"/>
                  <a:pt x="805967" y="141393"/>
                  <a:pt x="805967" y="132701"/>
                </a:cubicBezTo>
                <a:lnTo>
                  <a:pt x="805967" y="22234"/>
                </a:lnTo>
                <a:cubicBezTo>
                  <a:pt x="805967" y="18826"/>
                  <a:pt x="804766" y="16149"/>
                  <a:pt x="802363" y="14203"/>
                </a:cubicBezTo>
                <a:cubicBezTo>
                  <a:pt x="799960" y="12256"/>
                  <a:pt x="796566" y="11282"/>
                  <a:pt x="792178" y="11282"/>
                </a:cubicBezTo>
                <a:lnTo>
                  <a:pt x="787791" y="11282"/>
                </a:lnTo>
                <a:lnTo>
                  <a:pt x="787791" y="3343"/>
                </a:lnTo>
                <a:lnTo>
                  <a:pt x="823412" y="1462"/>
                </a:lnTo>
                <a:moveTo>
                  <a:pt x="849736" y="66228"/>
                </a:moveTo>
                <a:cubicBezTo>
                  <a:pt x="841867" y="66228"/>
                  <a:pt x="835460" y="69650"/>
                  <a:pt x="830515" y="76494"/>
                </a:cubicBezTo>
                <a:cubicBezTo>
                  <a:pt x="825571" y="83337"/>
                  <a:pt x="823098" y="94642"/>
                  <a:pt x="823098" y="110411"/>
                </a:cubicBezTo>
                <a:cubicBezTo>
                  <a:pt x="823098" y="125417"/>
                  <a:pt x="825536" y="136150"/>
                  <a:pt x="830411" y="142611"/>
                </a:cubicBezTo>
                <a:cubicBezTo>
                  <a:pt x="835286" y="149073"/>
                  <a:pt x="841658" y="152303"/>
                  <a:pt x="849527" y="152303"/>
                </a:cubicBezTo>
                <a:cubicBezTo>
                  <a:pt x="856630" y="152303"/>
                  <a:pt x="862341" y="149108"/>
                  <a:pt x="866659" y="142716"/>
                </a:cubicBezTo>
                <a:cubicBezTo>
                  <a:pt x="872090" y="134657"/>
                  <a:pt x="874806" y="123160"/>
                  <a:pt x="874806" y="108224"/>
                </a:cubicBezTo>
                <a:cubicBezTo>
                  <a:pt x="874806" y="93495"/>
                  <a:pt x="872421" y="82814"/>
                  <a:pt x="867651" y="76181"/>
                </a:cubicBezTo>
                <a:cubicBezTo>
                  <a:pt x="862881" y="69546"/>
                  <a:pt x="856909" y="66228"/>
                  <a:pt x="849736" y="66228"/>
                </a:cubicBezTo>
                <a:close/>
                <a:moveTo>
                  <a:pt x="909873" y="59751"/>
                </a:moveTo>
                <a:lnTo>
                  <a:pt x="956776" y="59751"/>
                </a:lnTo>
                <a:lnTo>
                  <a:pt x="956776" y="66855"/>
                </a:lnTo>
                <a:lnTo>
                  <a:pt x="952388" y="66855"/>
                </a:lnTo>
                <a:cubicBezTo>
                  <a:pt x="948279" y="66855"/>
                  <a:pt x="945476" y="67398"/>
                  <a:pt x="943979" y="68484"/>
                </a:cubicBezTo>
                <a:cubicBezTo>
                  <a:pt x="942482" y="69567"/>
                  <a:pt x="941733" y="71125"/>
                  <a:pt x="941733" y="73155"/>
                </a:cubicBezTo>
                <a:cubicBezTo>
                  <a:pt x="941733" y="74065"/>
                  <a:pt x="941942" y="74974"/>
                  <a:pt x="942360" y="75884"/>
                </a:cubicBezTo>
                <a:lnTo>
                  <a:pt x="969624" y="134761"/>
                </a:lnTo>
                <a:lnTo>
                  <a:pt x="989889" y="85938"/>
                </a:lnTo>
                <a:cubicBezTo>
                  <a:pt x="991352" y="82443"/>
                  <a:pt x="992083" y="79018"/>
                  <a:pt x="992083" y="75662"/>
                </a:cubicBezTo>
                <a:cubicBezTo>
                  <a:pt x="992083" y="73077"/>
                  <a:pt x="991073" y="71068"/>
                  <a:pt x="989054" y="69636"/>
                </a:cubicBezTo>
                <a:cubicBezTo>
                  <a:pt x="987034" y="68202"/>
                  <a:pt x="982995" y="67275"/>
                  <a:pt x="976936" y="66855"/>
                </a:cubicBezTo>
                <a:lnTo>
                  <a:pt x="976936" y="59751"/>
                </a:lnTo>
                <a:lnTo>
                  <a:pt x="1017676" y="59751"/>
                </a:lnTo>
                <a:lnTo>
                  <a:pt x="1017676" y="66855"/>
                </a:lnTo>
                <a:cubicBezTo>
                  <a:pt x="1009807" y="67625"/>
                  <a:pt x="1004514" y="71158"/>
                  <a:pt x="1001798" y="77454"/>
                </a:cubicBezTo>
                <a:lnTo>
                  <a:pt x="965655" y="161773"/>
                </a:lnTo>
                <a:cubicBezTo>
                  <a:pt x="959457" y="176074"/>
                  <a:pt x="953259" y="185922"/>
                  <a:pt x="947061" y="191319"/>
                </a:cubicBezTo>
                <a:cubicBezTo>
                  <a:pt x="940793" y="196786"/>
                  <a:pt x="934073" y="199520"/>
                  <a:pt x="926900" y="199520"/>
                </a:cubicBezTo>
                <a:cubicBezTo>
                  <a:pt x="921677" y="199520"/>
                  <a:pt x="917481" y="198085"/>
                  <a:pt x="914312" y="195217"/>
                </a:cubicBezTo>
                <a:cubicBezTo>
                  <a:pt x="911144" y="192351"/>
                  <a:pt x="909559" y="188820"/>
                  <a:pt x="909559" y="184624"/>
                </a:cubicBezTo>
                <a:cubicBezTo>
                  <a:pt x="909559" y="181479"/>
                  <a:pt x="910534" y="178893"/>
                  <a:pt x="912484" y="176865"/>
                </a:cubicBezTo>
                <a:cubicBezTo>
                  <a:pt x="914434" y="174836"/>
                  <a:pt x="916872" y="173822"/>
                  <a:pt x="919796" y="173822"/>
                </a:cubicBezTo>
                <a:cubicBezTo>
                  <a:pt x="922443" y="173822"/>
                  <a:pt x="924671" y="174698"/>
                  <a:pt x="926482" y="176450"/>
                </a:cubicBezTo>
                <a:cubicBezTo>
                  <a:pt x="928293" y="178202"/>
                  <a:pt x="929198" y="180304"/>
                  <a:pt x="929198" y="182757"/>
                </a:cubicBezTo>
                <a:cubicBezTo>
                  <a:pt x="929198" y="183527"/>
                  <a:pt x="929059" y="184578"/>
                  <a:pt x="928780" y="185910"/>
                </a:cubicBezTo>
                <a:cubicBezTo>
                  <a:pt x="928502" y="186961"/>
                  <a:pt x="928362" y="187732"/>
                  <a:pt x="928362" y="188222"/>
                </a:cubicBezTo>
                <a:cubicBezTo>
                  <a:pt x="928362" y="189904"/>
                  <a:pt x="929442" y="190745"/>
                  <a:pt x="931601" y="190745"/>
                </a:cubicBezTo>
                <a:cubicBezTo>
                  <a:pt x="933899" y="190745"/>
                  <a:pt x="936493" y="189909"/>
                  <a:pt x="939383" y="188238"/>
                </a:cubicBezTo>
                <a:cubicBezTo>
                  <a:pt x="942273" y="186566"/>
                  <a:pt x="944971" y="183885"/>
                  <a:pt x="947479" y="180194"/>
                </a:cubicBezTo>
                <a:cubicBezTo>
                  <a:pt x="949986" y="176503"/>
                  <a:pt x="954373" y="168328"/>
                  <a:pt x="960641" y="155669"/>
                </a:cubicBezTo>
                <a:lnTo>
                  <a:pt x="923557" y="75884"/>
                </a:lnTo>
                <a:cubicBezTo>
                  <a:pt x="922234" y="73083"/>
                  <a:pt x="920580" y="71000"/>
                  <a:pt x="918595" y="69636"/>
                </a:cubicBezTo>
                <a:cubicBezTo>
                  <a:pt x="916610" y="68271"/>
                  <a:pt x="913703" y="67344"/>
                  <a:pt x="909873" y="66855"/>
                </a:cubicBezTo>
                <a:lnTo>
                  <a:pt x="909873" y="59751"/>
                </a:lnTo>
                <a:close/>
                <a:moveTo>
                  <a:pt x="1161322" y="0"/>
                </a:moveTo>
                <a:cubicBezTo>
                  <a:pt x="1174344" y="0"/>
                  <a:pt x="1186549" y="3432"/>
                  <a:pt x="1197935" y="10296"/>
                </a:cubicBezTo>
                <a:cubicBezTo>
                  <a:pt x="1209321" y="17160"/>
                  <a:pt x="1218235" y="26742"/>
                  <a:pt x="1224677" y="39042"/>
                </a:cubicBezTo>
                <a:cubicBezTo>
                  <a:pt x="1231119" y="51340"/>
                  <a:pt x="1234340" y="65190"/>
                  <a:pt x="1234340" y="80591"/>
                </a:cubicBezTo>
                <a:cubicBezTo>
                  <a:pt x="1234340" y="95993"/>
                  <a:pt x="1231101" y="109896"/>
                  <a:pt x="1224625" y="122300"/>
                </a:cubicBezTo>
                <a:cubicBezTo>
                  <a:pt x="1218148" y="134703"/>
                  <a:pt x="1209252" y="144371"/>
                  <a:pt x="1197935" y="151305"/>
                </a:cubicBezTo>
                <a:cubicBezTo>
                  <a:pt x="1186619" y="158238"/>
                  <a:pt x="1174623" y="161705"/>
                  <a:pt x="1161949" y="161705"/>
                </a:cubicBezTo>
                <a:cubicBezTo>
                  <a:pt x="1149553" y="161705"/>
                  <a:pt x="1137923" y="158308"/>
                  <a:pt x="1127059" y="151513"/>
                </a:cubicBezTo>
                <a:cubicBezTo>
                  <a:pt x="1116195" y="144719"/>
                  <a:pt x="1107472" y="134998"/>
                  <a:pt x="1100891" y="122349"/>
                </a:cubicBezTo>
                <a:cubicBezTo>
                  <a:pt x="1094310" y="109701"/>
                  <a:pt x="1091020" y="95677"/>
                  <a:pt x="1091020" y="80278"/>
                </a:cubicBezTo>
                <a:cubicBezTo>
                  <a:pt x="1091020" y="65085"/>
                  <a:pt x="1094206" y="51375"/>
                  <a:pt x="1100578" y="39147"/>
                </a:cubicBezTo>
                <a:cubicBezTo>
                  <a:pt x="1106950" y="26916"/>
                  <a:pt x="1115672" y="17334"/>
                  <a:pt x="1126745" y="10400"/>
                </a:cubicBezTo>
                <a:cubicBezTo>
                  <a:pt x="1137818" y="3467"/>
                  <a:pt x="1149344" y="0"/>
                  <a:pt x="1161322" y="0"/>
                </a:cubicBezTo>
                <a:moveTo>
                  <a:pt x="1162993" y="8148"/>
                </a:moveTo>
                <a:cubicBezTo>
                  <a:pt x="1149413" y="8148"/>
                  <a:pt x="1138410" y="13793"/>
                  <a:pt x="1129984" y="25084"/>
                </a:cubicBezTo>
                <a:cubicBezTo>
                  <a:pt x="1121557" y="36372"/>
                  <a:pt x="1117344" y="54770"/>
                  <a:pt x="1117344" y="80278"/>
                </a:cubicBezTo>
                <a:cubicBezTo>
                  <a:pt x="1117344" y="107945"/>
                  <a:pt x="1121662" y="127075"/>
                  <a:pt x="1130297" y="137669"/>
                </a:cubicBezTo>
                <a:cubicBezTo>
                  <a:pt x="1138932" y="148261"/>
                  <a:pt x="1149622" y="153557"/>
                  <a:pt x="1162366" y="153557"/>
                </a:cubicBezTo>
                <a:cubicBezTo>
                  <a:pt x="1171280" y="153557"/>
                  <a:pt x="1179115" y="151153"/>
                  <a:pt x="1185870" y="146346"/>
                </a:cubicBezTo>
                <a:cubicBezTo>
                  <a:pt x="1192625" y="141536"/>
                  <a:pt x="1198005" y="133905"/>
                  <a:pt x="1202009" y="123453"/>
                </a:cubicBezTo>
                <a:cubicBezTo>
                  <a:pt x="1206013" y="112998"/>
                  <a:pt x="1208016" y="99268"/>
                  <a:pt x="1208016" y="82263"/>
                </a:cubicBezTo>
                <a:cubicBezTo>
                  <a:pt x="1208016" y="63725"/>
                  <a:pt x="1206135" y="49248"/>
                  <a:pt x="1202375" y="38830"/>
                </a:cubicBezTo>
                <a:cubicBezTo>
                  <a:pt x="1198614" y="28410"/>
                  <a:pt x="1193252" y="20692"/>
                  <a:pt x="1186288" y="15676"/>
                </a:cubicBezTo>
                <a:cubicBezTo>
                  <a:pt x="1179324" y="10657"/>
                  <a:pt x="1171559" y="8148"/>
                  <a:pt x="1162993" y="8148"/>
                </a:cubicBezTo>
                <a:close/>
                <a:moveTo>
                  <a:pt x="1253178" y="3134"/>
                </a:moveTo>
                <a:lnTo>
                  <a:pt x="1332986" y="3134"/>
                </a:lnTo>
                <a:cubicBezTo>
                  <a:pt x="1344825" y="3134"/>
                  <a:pt x="1354888" y="5224"/>
                  <a:pt x="1363175" y="9405"/>
                </a:cubicBezTo>
                <a:cubicBezTo>
                  <a:pt x="1373482" y="14702"/>
                  <a:pt x="1382239" y="23518"/>
                  <a:pt x="1389447" y="35853"/>
                </a:cubicBezTo>
                <a:cubicBezTo>
                  <a:pt x="1396655" y="48188"/>
                  <a:pt x="1400259" y="62787"/>
                  <a:pt x="1400259" y="79651"/>
                </a:cubicBezTo>
                <a:cubicBezTo>
                  <a:pt x="1400259" y="93588"/>
                  <a:pt x="1398100" y="106132"/>
                  <a:pt x="1393782" y="117283"/>
                </a:cubicBezTo>
                <a:cubicBezTo>
                  <a:pt x="1390509" y="125853"/>
                  <a:pt x="1385478" y="133344"/>
                  <a:pt x="1378688" y="139755"/>
                </a:cubicBezTo>
                <a:cubicBezTo>
                  <a:pt x="1371898" y="146166"/>
                  <a:pt x="1363628" y="150975"/>
                  <a:pt x="1353878" y="154180"/>
                </a:cubicBezTo>
                <a:cubicBezTo>
                  <a:pt x="1346566" y="156550"/>
                  <a:pt x="1336816" y="157735"/>
                  <a:pt x="1324629" y="157735"/>
                </a:cubicBezTo>
                <a:lnTo>
                  <a:pt x="1253178" y="157735"/>
                </a:lnTo>
                <a:lnTo>
                  <a:pt x="1253178" y="149796"/>
                </a:lnTo>
                <a:lnTo>
                  <a:pt x="1267803" y="149796"/>
                </a:lnTo>
                <a:cubicBezTo>
                  <a:pt x="1271494" y="149796"/>
                  <a:pt x="1274053" y="149206"/>
                  <a:pt x="1275481" y="148024"/>
                </a:cubicBezTo>
                <a:cubicBezTo>
                  <a:pt x="1276908" y="146840"/>
                  <a:pt x="1277622" y="144996"/>
                  <a:pt x="1277622" y="142491"/>
                </a:cubicBezTo>
                <a:lnTo>
                  <a:pt x="1277622" y="18170"/>
                </a:lnTo>
                <a:cubicBezTo>
                  <a:pt x="1277622" y="16013"/>
                  <a:pt x="1276856" y="14292"/>
                  <a:pt x="1275324" y="13005"/>
                </a:cubicBezTo>
                <a:cubicBezTo>
                  <a:pt x="1273792" y="11717"/>
                  <a:pt x="1271668" y="11073"/>
                  <a:pt x="1268952" y="11073"/>
                </a:cubicBezTo>
                <a:lnTo>
                  <a:pt x="1253178" y="11073"/>
                </a:lnTo>
                <a:lnTo>
                  <a:pt x="1253178" y="3134"/>
                </a:lnTo>
                <a:moveTo>
                  <a:pt x="1309169" y="11073"/>
                </a:moveTo>
                <a:cubicBezTo>
                  <a:pt x="1306035" y="11073"/>
                  <a:pt x="1303720" y="11734"/>
                  <a:pt x="1302223" y="13058"/>
                </a:cubicBezTo>
                <a:cubicBezTo>
                  <a:pt x="1300725" y="14379"/>
                  <a:pt x="1299977" y="16361"/>
                  <a:pt x="1299977" y="19005"/>
                </a:cubicBezTo>
                <a:lnTo>
                  <a:pt x="1299977" y="142177"/>
                </a:lnTo>
                <a:cubicBezTo>
                  <a:pt x="1299977" y="144682"/>
                  <a:pt x="1300847" y="146579"/>
                  <a:pt x="1302588" y="147867"/>
                </a:cubicBezTo>
                <a:cubicBezTo>
                  <a:pt x="1304329" y="149153"/>
                  <a:pt x="1307289" y="149796"/>
                  <a:pt x="1311467" y="149796"/>
                </a:cubicBezTo>
                <a:lnTo>
                  <a:pt x="1324629" y="149796"/>
                </a:lnTo>
                <a:cubicBezTo>
                  <a:pt x="1336399" y="149796"/>
                  <a:pt x="1346705" y="146769"/>
                  <a:pt x="1355550" y="140715"/>
                </a:cubicBezTo>
                <a:cubicBezTo>
                  <a:pt x="1361330" y="136678"/>
                  <a:pt x="1365717" y="131007"/>
                  <a:pt x="1368712" y="123701"/>
                </a:cubicBezTo>
                <a:cubicBezTo>
                  <a:pt x="1372820" y="113818"/>
                  <a:pt x="1374875" y="100179"/>
                  <a:pt x="1374875" y="82782"/>
                </a:cubicBezTo>
                <a:cubicBezTo>
                  <a:pt x="1374875" y="57034"/>
                  <a:pt x="1370383" y="38177"/>
                  <a:pt x="1361399" y="26210"/>
                </a:cubicBezTo>
                <a:cubicBezTo>
                  <a:pt x="1353739" y="16118"/>
                  <a:pt x="1342179" y="11073"/>
                  <a:pt x="1326719" y="11073"/>
                </a:cubicBezTo>
                <a:lnTo>
                  <a:pt x="1309169" y="11073"/>
                </a:lnTo>
                <a:close/>
                <a:moveTo>
                  <a:pt x="1426733" y="3134"/>
                </a:moveTo>
                <a:lnTo>
                  <a:pt x="1549161" y="3134"/>
                </a:lnTo>
                <a:lnTo>
                  <a:pt x="1552086" y="55364"/>
                </a:lnTo>
                <a:lnTo>
                  <a:pt x="1545087" y="55364"/>
                </a:lnTo>
                <a:cubicBezTo>
                  <a:pt x="1542301" y="38929"/>
                  <a:pt x="1537897" y="27438"/>
                  <a:pt x="1531873" y="20892"/>
                </a:cubicBezTo>
                <a:cubicBezTo>
                  <a:pt x="1525849" y="14346"/>
                  <a:pt x="1517997" y="11073"/>
                  <a:pt x="1508317" y="11073"/>
                </a:cubicBezTo>
                <a:lnTo>
                  <a:pt x="1478023" y="11073"/>
                </a:lnTo>
                <a:cubicBezTo>
                  <a:pt x="1475586" y="11073"/>
                  <a:pt x="1473740" y="11732"/>
                  <a:pt x="1472487" y="13051"/>
                </a:cubicBezTo>
                <a:cubicBezTo>
                  <a:pt x="1471233" y="14370"/>
                  <a:pt x="1470607" y="16383"/>
                  <a:pt x="1470607" y="19090"/>
                </a:cubicBezTo>
                <a:lnTo>
                  <a:pt x="1470607" y="73958"/>
                </a:lnTo>
                <a:lnTo>
                  <a:pt x="1483873" y="73958"/>
                </a:lnTo>
                <a:cubicBezTo>
                  <a:pt x="1490976" y="73958"/>
                  <a:pt x="1496739" y="71407"/>
                  <a:pt x="1501161" y="66306"/>
                </a:cubicBezTo>
                <a:cubicBezTo>
                  <a:pt x="1505584" y="61205"/>
                  <a:pt x="1507969" y="53379"/>
                  <a:pt x="1508317" y="42829"/>
                </a:cubicBezTo>
                <a:lnTo>
                  <a:pt x="1515525" y="42829"/>
                </a:lnTo>
                <a:lnTo>
                  <a:pt x="1515525" y="114698"/>
                </a:lnTo>
                <a:lnTo>
                  <a:pt x="1508317" y="114698"/>
                </a:lnTo>
                <a:cubicBezTo>
                  <a:pt x="1507969" y="102822"/>
                  <a:pt x="1505549" y="94317"/>
                  <a:pt x="1501057" y="89183"/>
                </a:cubicBezTo>
                <a:cubicBezTo>
                  <a:pt x="1496565" y="84047"/>
                  <a:pt x="1490454" y="81479"/>
                  <a:pt x="1482724" y="81479"/>
                </a:cubicBezTo>
                <a:lnTo>
                  <a:pt x="1470607" y="81479"/>
                </a:lnTo>
                <a:lnTo>
                  <a:pt x="1470607" y="142902"/>
                </a:lnTo>
                <a:cubicBezTo>
                  <a:pt x="1470607" y="145130"/>
                  <a:pt x="1471355" y="146837"/>
                  <a:pt x="1472853" y="148021"/>
                </a:cubicBezTo>
                <a:cubicBezTo>
                  <a:pt x="1474350" y="149204"/>
                  <a:pt x="1476839" y="149796"/>
                  <a:pt x="1480321" y="149796"/>
                </a:cubicBezTo>
                <a:lnTo>
                  <a:pt x="1504243" y="149796"/>
                </a:lnTo>
                <a:cubicBezTo>
                  <a:pt x="1530219" y="149796"/>
                  <a:pt x="1545191" y="133222"/>
                  <a:pt x="1549161" y="100073"/>
                </a:cubicBezTo>
                <a:lnTo>
                  <a:pt x="1556682" y="100073"/>
                </a:lnTo>
                <a:lnTo>
                  <a:pt x="1554071" y="157735"/>
                </a:lnTo>
                <a:lnTo>
                  <a:pt x="1426733" y="157735"/>
                </a:lnTo>
                <a:lnTo>
                  <a:pt x="1426733" y="149796"/>
                </a:lnTo>
                <a:lnTo>
                  <a:pt x="1437284" y="149796"/>
                </a:lnTo>
                <a:cubicBezTo>
                  <a:pt x="1441393" y="149796"/>
                  <a:pt x="1444283" y="149084"/>
                  <a:pt x="1445954" y="147658"/>
                </a:cubicBezTo>
                <a:cubicBezTo>
                  <a:pt x="1447625" y="146231"/>
                  <a:pt x="1448461" y="144160"/>
                  <a:pt x="1448461" y="141446"/>
                </a:cubicBezTo>
                <a:lnTo>
                  <a:pt x="1448461" y="19110"/>
                </a:lnTo>
                <a:cubicBezTo>
                  <a:pt x="1448461" y="16396"/>
                  <a:pt x="1447730" y="14379"/>
                  <a:pt x="1446267" y="13058"/>
                </a:cubicBezTo>
                <a:cubicBezTo>
                  <a:pt x="1444805" y="11734"/>
                  <a:pt x="1442507" y="11073"/>
                  <a:pt x="1439373" y="11073"/>
                </a:cubicBezTo>
                <a:lnTo>
                  <a:pt x="1426733" y="11073"/>
                </a:lnTo>
                <a:lnTo>
                  <a:pt x="1426733" y="3134"/>
                </a:lnTo>
                <a:close/>
                <a:moveTo>
                  <a:pt x="1634610" y="3134"/>
                </a:moveTo>
                <a:lnTo>
                  <a:pt x="1705852" y="3134"/>
                </a:lnTo>
                <a:lnTo>
                  <a:pt x="1705852" y="11073"/>
                </a:lnTo>
                <a:lnTo>
                  <a:pt x="1693630" y="11073"/>
                </a:lnTo>
                <a:cubicBezTo>
                  <a:pt x="1688198" y="11073"/>
                  <a:pt x="1684768" y="11752"/>
                  <a:pt x="1683340" y="13110"/>
                </a:cubicBezTo>
                <a:cubicBezTo>
                  <a:pt x="1681913" y="14466"/>
                  <a:pt x="1681199" y="17336"/>
                  <a:pt x="1681199" y="21721"/>
                </a:cubicBezTo>
                <a:lnTo>
                  <a:pt x="1681199" y="138629"/>
                </a:lnTo>
                <a:cubicBezTo>
                  <a:pt x="1681199" y="143290"/>
                  <a:pt x="1681826" y="146213"/>
                  <a:pt x="1683079" y="147397"/>
                </a:cubicBezTo>
                <a:cubicBezTo>
                  <a:pt x="1684751" y="148997"/>
                  <a:pt x="1687780" y="149796"/>
                  <a:pt x="1692167" y="149796"/>
                </a:cubicBezTo>
                <a:lnTo>
                  <a:pt x="1705852" y="149796"/>
                </a:lnTo>
                <a:lnTo>
                  <a:pt x="1705852" y="157735"/>
                </a:lnTo>
                <a:lnTo>
                  <a:pt x="1634610" y="157735"/>
                </a:lnTo>
                <a:lnTo>
                  <a:pt x="1634610" y="149796"/>
                </a:lnTo>
                <a:lnTo>
                  <a:pt x="1648085" y="149796"/>
                </a:lnTo>
                <a:cubicBezTo>
                  <a:pt x="1652821" y="149796"/>
                  <a:pt x="1655885" y="149101"/>
                  <a:pt x="1657278" y="147710"/>
                </a:cubicBezTo>
                <a:cubicBezTo>
                  <a:pt x="1658670" y="146318"/>
                  <a:pt x="1659367" y="143290"/>
                  <a:pt x="1659367" y="138629"/>
                </a:cubicBezTo>
                <a:lnTo>
                  <a:pt x="1659367" y="21721"/>
                </a:lnTo>
                <a:cubicBezTo>
                  <a:pt x="1659367" y="17266"/>
                  <a:pt x="1658740" y="14517"/>
                  <a:pt x="1657486" y="13472"/>
                </a:cubicBezTo>
                <a:cubicBezTo>
                  <a:pt x="1655537" y="11873"/>
                  <a:pt x="1651950" y="11073"/>
                  <a:pt x="1646727" y="11073"/>
                </a:cubicBezTo>
                <a:lnTo>
                  <a:pt x="1634610" y="11073"/>
                </a:lnTo>
                <a:lnTo>
                  <a:pt x="1634610" y="3134"/>
                </a:lnTo>
                <a:close/>
                <a:moveTo>
                  <a:pt x="1721383" y="59751"/>
                </a:moveTo>
                <a:lnTo>
                  <a:pt x="1753870" y="57871"/>
                </a:lnTo>
                <a:cubicBezTo>
                  <a:pt x="1755193" y="63995"/>
                  <a:pt x="1756168" y="71164"/>
                  <a:pt x="1756795" y="79377"/>
                </a:cubicBezTo>
                <a:cubicBezTo>
                  <a:pt x="1761182" y="72278"/>
                  <a:pt x="1766353" y="66954"/>
                  <a:pt x="1772307" y="63404"/>
                </a:cubicBezTo>
                <a:cubicBezTo>
                  <a:pt x="1778262" y="59855"/>
                  <a:pt x="1784999" y="58080"/>
                  <a:pt x="1792520" y="58080"/>
                </a:cubicBezTo>
                <a:cubicBezTo>
                  <a:pt x="1798997" y="58080"/>
                  <a:pt x="1804429" y="59350"/>
                  <a:pt x="1808816" y="61890"/>
                </a:cubicBezTo>
                <a:cubicBezTo>
                  <a:pt x="1813204" y="64427"/>
                  <a:pt x="1816720" y="68444"/>
                  <a:pt x="1819367" y="73942"/>
                </a:cubicBezTo>
                <a:cubicBezTo>
                  <a:pt x="1822013" y="79437"/>
                  <a:pt x="1823336" y="85592"/>
                  <a:pt x="1823336" y="92408"/>
                </a:cubicBezTo>
                <a:lnTo>
                  <a:pt x="1823336" y="139987"/>
                </a:lnTo>
                <a:cubicBezTo>
                  <a:pt x="1823336" y="143536"/>
                  <a:pt x="1824137" y="146059"/>
                  <a:pt x="1825739" y="147554"/>
                </a:cubicBezTo>
                <a:cubicBezTo>
                  <a:pt x="1827341" y="149049"/>
                  <a:pt x="1830022" y="149796"/>
                  <a:pt x="1833782" y="149796"/>
                </a:cubicBezTo>
                <a:lnTo>
                  <a:pt x="1840677" y="149796"/>
                </a:lnTo>
                <a:lnTo>
                  <a:pt x="1840677" y="157735"/>
                </a:lnTo>
                <a:lnTo>
                  <a:pt x="1789073" y="157735"/>
                </a:lnTo>
                <a:lnTo>
                  <a:pt x="1789073" y="149796"/>
                </a:lnTo>
                <a:lnTo>
                  <a:pt x="1793983" y="149796"/>
                </a:lnTo>
                <a:cubicBezTo>
                  <a:pt x="1798579" y="149796"/>
                  <a:pt x="1801783" y="149066"/>
                  <a:pt x="1803593" y="147606"/>
                </a:cubicBezTo>
                <a:cubicBezTo>
                  <a:pt x="1805404" y="146146"/>
                  <a:pt x="1806309" y="143954"/>
                  <a:pt x="1806309" y="141031"/>
                </a:cubicBezTo>
                <a:lnTo>
                  <a:pt x="1806309" y="99198"/>
                </a:lnTo>
                <a:cubicBezTo>
                  <a:pt x="1806309" y="90088"/>
                  <a:pt x="1804916" y="83342"/>
                  <a:pt x="1802131" y="78959"/>
                </a:cubicBezTo>
                <a:cubicBezTo>
                  <a:pt x="1798231" y="72700"/>
                  <a:pt x="1792311" y="69571"/>
                  <a:pt x="1784372" y="69571"/>
                </a:cubicBezTo>
                <a:cubicBezTo>
                  <a:pt x="1776503" y="69571"/>
                  <a:pt x="1769939" y="72735"/>
                  <a:pt x="1764682" y="79064"/>
                </a:cubicBezTo>
                <a:cubicBezTo>
                  <a:pt x="1759424" y="85392"/>
                  <a:pt x="1756795" y="93634"/>
                  <a:pt x="1756795" y="103788"/>
                </a:cubicBezTo>
                <a:lnTo>
                  <a:pt x="1756795" y="139990"/>
                </a:lnTo>
                <a:cubicBezTo>
                  <a:pt x="1756795" y="143537"/>
                  <a:pt x="1757613" y="146059"/>
                  <a:pt x="1759250" y="147554"/>
                </a:cubicBezTo>
                <a:cubicBezTo>
                  <a:pt x="1760886" y="149049"/>
                  <a:pt x="1763585" y="149796"/>
                  <a:pt x="1767345" y="149796"/>
                </a:cubicBezTo>
                <a:lnTo>
                  <a:pt x="1774135" y="149796"/>
                </a:lnTo>
                <a:lnTo>
                  <a:pt x="1774135" y="157735"/>
                </a:lnTo>
                <a:lnTo>
                  <a:pt x="1722323" y="157735"/>
                </a:lnTo>
                <a:lnTo>
                  <a:pt x="1722323" y="149796"/>
                </a:lnTo>
                <a:lnTo>
                  <a:pt x="1729113" y="149796"/>
                </a:lnTo>
                <a:cubicBezTo>
                  <a:pt x="1732525" y="149796"/>
                  <a:pt x="1735119" y="149101"/>
                  <a:pt x="1736895" y="147710"/>
                </a:cubicBezTo>
                <a:cubicBezTo>
                  <a:pt x="1738671" y="146320"/>
                  <a:pt x="1739559" y="144581"/>
                  <a:pt x="1739559" y="142494"/>
                </a:cubicBezTo>
                <a:lnTo>
                  <a:pt x="1739559" y="79374"/>
                </a:lnTo>
                <a:cubicBezTo>
                  <a:pt x="1739559" y="75202"/>
                  <a:pt x="1738427" y="72037"/>
                  <a:pt x="1736164" y="69881"/>
                </a:cubicBezTo>
                <a:cubicBezTo>
                  <a:pt x="1733901" y="67724"/>
                  <a:pt x="1730645" y="66646"/>
                  <a:pt x="1726397" y="66646"/>
                </a:cubicBezTo>
                <a:lnTo>
                  <a:pt x="1721383" y="66646"/>
                </a:lnTo>
                <a:lnTo>
                  <a:pt x="1721383" y="59751"/>
                </a:lnTo>
                <a:close/>
                <a:moveTo>
                  <a:pt x="1847814" y="59751"/>
                </a:moveTo>
                <a:lnTo>
                  <a:pt x="1895971" y="59751"/>
                </a:lnTo>
                <a:lnTo>
                  <a:pt x="1895971" y="66855"/>
                </a:lnTo>
                <a:cubicBezTo>
                  <a:pt x="1889564" y="66994"/>
                  <a:pt x="1885472" y="67573"/>
                  <a:pt x="1883696" y="68591"/>
                </a:cubicBezTo>
                <a:cubicBezTo>
                  <a:pt x="1881921" y="69608"/>
                  <a:pt x="1881033" y="71063"/>
                  <a:pt x="1881033" y="72956"/>
                </a:cubicBezTo>
                <a:cubicBezTo>
                  <a:pt x="1881033" y="74497"/>
                  <a:pt x="1881381" y="76039"/>
                  <a:pt x="1882077" y="77582"/>
                </a:cubicBezTo>
                <a:lnTo>
                  <a:pt x="1907983" y="135381"/>
                </a:lnTo>
                <a:lnTo>
                  <a:pt x="1931696" y="79403"/>
                </a:lnTo>
                <a:cubicBezTo>
                  <a:pt x="1932044" y="78419"/>
                  <a:pt x="1932218" y="77436"/>
                  <a:pt x="1932218" y="76452"/>
                </a:cubicBezTo>
                <a:cubicBezTo>
                  <a:pt x="1932218" y="71318"/>
                  <a:pt x="1927204" y="68119"/>
                  <a:pt x="1917176" y="66855"/>
                </a:cubicBezTo>
                <a:lnTo>
                  <a:pt x="1917176" y="59751"/>
                </a:lnTo>
                <a:lnTo>
                  <a:pt x="1957707" y="59751"/>
                </a:lnTo>
                <a:lnTo>
                  <a:pt x="1957707" y="66855"/>
                </a:lnTo>
                <a:cubicBezTo>
                  <a:pt x="1953598" y="67273"/>
                  <a:pt x="1950325" y="68390"/>
                  <a:pt x="1947887" y="70207"/>
                </a:cubicBezTo>
                <a:cubicBezTo>
                  <a:pt x="1945450" y="72022"/>
                  <a:pt x="1943570" y="74465"/>
                  <a:pt x="1942247" y="77536"/>
                </a:cubicBezTo>
                <a:lnTo>
                  <a:pt x="1906312" y="160660"/>
                </a:lnTo>
                <a:lnTo>
                  <a:pt x="1900671" y="160660"/>
                </a:lnTo>
                <a:lnTo>
                  <a:pt x="1862230" y="75234"/>
                </a:lnTo>
                <a:cubicBezTo>
                  <a:pt x="1860837" y="72162"/>
                  <a:pt x="1859148" y="70015"/>
                  <a:pt x="1857163" y="68794"/>
                </a:cubicBezTo>
                <a:cubicBezTo>
                  <a:pt x="1855179" y="67571"/>
                  <a:pt x="1852062" y="66924"/>
                  <a:pt x="1847814" y="66855"/>
                </a:cubicBezTo>
                <a:lnTo>
                  <a:pt x="1847814" y="59751"/>
                </a:lnTo>
                <a:close/>
                <a:moveTo>
                  <a:pt x="2059443" y="109266"/>
                </a:moveTo>
                <a:lnTo>
                  <a:pt x="1989350" y="109266"/>
                </a:lnTo>
                <a:cubicBezTo>
                  <a:pt x="1989698" y="124206"/>
                  <a:pt x="1992484" y="134748"/>
                  <a:pt x="1997707" y="140891"/>
                </a:cubicBezTo>
                <a:cubicBezTo>
                  <a:pt x="2003696" y="147803"/>
                  <a:pt x="2011321" y="151259"/>
                  <a:pt x="2020584" y="151259"/>
                </a:cubicBezTo>
                <a:cubicBezTo>
                  <a:pt x="2034233" y="151259"/>
                  <a:pt x="2045201" y="143529"/>
                  <a:pt x="2053489" y="128069"/>
                </a:cubicBezTo>
                <a:lnTo>
                  <a:pt x="2060279" y="130980"/>
                </a:lnTo>
                <a:cubicBezTo>
                  <a:pt x="2050111" y="150767"/>
                  <a:pt x="2035417" y="160660"/>
                  <a:pt x="2016196" y="160660"/>
                </a:cubicBezTo>
                <a:cubicBezTo>
                  <a:pt x="2003104" y="160660"/>
                  <a:pt x="1992083" y="155920"/>
                  <a:pt x="1983135" y="146441"/>
                </a:cubicBezTo>
                <a:cubicBezTo>
                  <a:pt x="1974186" y="136959"/>
                  <a:pt x="1969711" y="124828"/>
                  <a:pt x="1969711" y="110049"/>
                </a:cubicBezTo>
                <a:cubicBezTo>
                  <a:pt x="1969711" y="94156"/>
                  <a:pt x="1974116" y="81313"/>
                  <a:pt x="1982926" y="71520"/>
                </a:cubicBezTo>
                <a:cubicBezTo>
                  <a:pt x="1991735" y="61724"/>
                  <a:pt x="2002582" y="56827"/>
                  <a:pt x="2015465" y="56827"/>
                </a:cubicBezTo>
                <a:cubicBezTo>
                  <a:pt x="2024936" y="56827"/>
                  <a:pt x="2033119" y="59260"/>
                  <a:pt x="2040013" y="64126"/>
                </a:cubicBezTo>
                <a:cubicBezTo>
                  <a:pt x="2046908" y="68990"/>
                  <a:pt x="2052096" y="75974"/>
                  <a:pt x="2055578" y="85080"/>
                </a:cubicBezTo>
                <a:cubicBezTo>
                  <a:pt x="2058015" y="91474"/>
                  <a:pt x="2059304" y="99536"/>
                  <a:pt x="2059443" y="109266"/>
                </a:cubicBezTo>
                <a:moveTo>
                  <a:pt x="1989350" y="101745"/>
                </a:moveTo>
                <a:lnTo>
                  <a:pt x="2031761" y="101745"/>
                </a:lnTo>
                <a:cubicBezTo>
                  <a:pt x="2034268" y="101745"/>
                  <a:pt x="2036218" y="100896"/>
                  <a:pt x="2037611" y="99198"/>
                </a:cubicBezTo>
                <a:cubicBezTo>
                  <a:pt x="2039004" y="97501"/>
                  <a:pt x="2039700" y="94610"/>
                  <a:pt x="2039700" y="90525"/>
                </a:cubicBezTo>
                <a:cubicBezTo>
                  <a:pt x="2039700" y="82906"/>
                  <a:pt x="2037315" y="76429"/>
                  <a:pt x="2032544" y="71095"/>
                </a:cubicBezTo>
                <a:cubicBezTo>
                  <a:pt x="2027774" y="65761"/>
                  <a:pt x="2022151" y="63094"/>
                  <a:pt x="2015674" y="63094"/>
                </a:cubicBezTo>
                <a:cubicBezTo>
                  <a:pt x="2008431" y="63094"/>
                  <a:pt x="2002286" y="66315"/>
                  <a:pt x="1997237" y="72757"/>
                </a:cubicBezTo>
                <a:cubicBezTo>
                  <a:pt x="1992188" y="79198"/>
                  <a:pt x="1989559" y="88861"/>
                  <a:pt x="1989350" y="101745"/>
                </a:cubicBezTo>
                <a:close/>
                <a:moveTo>
                  <a:pt x="2073023" y="59960"/>
                </a:moveTo>
                <a:lnTo>
                  <a:pt x="2108226" y="58080"/>
                </a:lnTo>
                <a:lnTo>
                  <a:pt x="2108226" y="97658"/>
                </a:lnTo>
                <a:cubicBezTo>
                  <a:pt x="2111987" y="84639"/>
                  <a:pt x="2116513" y="74788"/>
                  <a:pt x="2121806" y="68105"/>
                </a:cubicBezTo>
                <a:cubicBezTo>
                  <a:pt x="2127099" y="61422"/>
                  <a:pt x="2133645" y="58080"/>
                  <a:pt x="2141445" y="58080"/>
                </a:cubicBezTo>
                <a:cubicBezTo>
                  <a:pt x="2146737" y="58080"/>
                  <a:pt x="2150968" y="59699"/>
                  <a:pt x="2154137" y="62937"/>
                </a:cubicBezTo>
                <a:cubicBezTo>
                  <a:pt x="2157305" y="66176"/>
                  <a:pt x="2158889" y="70511"/>
                  <a:pt x="2158889" y="75943"/>
                </a:cubicBezTo>
                <a:cubicBezTo>
                  <a:pt x="2158889" y="80330"/>
                  <a:pt x="2157827" y="83743"/>
                  <a:pt x="2155703" y="86180"/>
                </a:cubicBezTo>
                <a:cubicBezTo>
                  <a:pt x="2153579" y="88617"/>
                  <a:pt x="2150916" y="89836"/>
                  <a:pt x="2147712" y="89836"/>
                </a:cubicBezTo>
                <a:cubicBezTo>
                  <a:pt x="2144578" y="89836"/>
                  <a:pt x="2142054" y="88797"/>
                  <a:pt x="2140139" y="86719"/>
                </a:cubicBezTo>
                <a:cubicBezTo>
                  <a:pt x="2138224" y="84640"/>
                  <a:pt x="2137266" y="81834"/>
                  <a:pt x="2137266" y="78300"/>
                </a:cubicBezTo>
                <a:cubicBezTo>
                  <a:pt x="2137266" y="76012"/>
                  <a:pt x="2137823" y="73864"/>
                  <a:pt x="2138938" y="71856"/>
                </a:cubicBezTo>
                <a:cubicBezTo>
                  <a:pt x="2139982" y="70054"/>
                  <a:pt x="2140504" y="68979"/>
                  <a:pt x="2140504" y="68631"/>
                </a:cubicBezTo>
                <a:cubicBezTo>
                  <a:pt x="2140504" y="67586"/>
                  <a:pt x="2139843" y="67064"/>
                  <a:pt x="2138520" y="67064"/>
                </a:cubicBezTo>
                <a:cubicBezTo>
                  <a:pt x="2135664" y="67064"/>
                  <a:pt x="2132426" y="68733"/>
                  <a:pt x="2128805" y="72071"/>
                </a:cubicBezTo>
                <a:cubicBezTo>
                  <a:pt x="2123791" y="76724"/>
                  <a:pt x="2119926" y="83114"/>
                  <a:pt x="2117210" y="91240"/>
                </a:cubicBezTo>
                <a:cubicBezTo>
                  <a:pt x="2113031" y="103882"/>
                  <a:pt x="2110942" y="113988"/>
                  <a:pt x="2110942" y="121559"/>
                </a:cubicBezTo>
                <a:lnTo>
                  <a:pt x="2110942" y="142504"/>
                </a:lnTo>
                <a:cubicBezTo>
                  <a:pt x="2110942" y="144865"/>
                  <a:pt x="2111778" y="146671"/>
                  <a:pt x="2113449" y="147923"/>
                </a:cubicBezTo>
                <a:cubicBezTo>
                  <a:pt x="2115121" y="149172"/>
                  <a:pt x="2117976" y="149796"/>
                  <a:pt x="2122015" y="149796"/>
                </a:cubicBezTo>
                <a:lnTo>
                  <a:pt x="2134446" y="149796"/>
                </a:lnTo>
                <a:lnTo>
                  <a:pt x="2134446" y="157735"/>
                </a:lnTo>
                <a:lnTo>
                  <a:pt x="2073650" y="157735"/>
                </a:lnTo>
                <a:lnTo>
                  <a:pt x="2073650" y="149796"/>
                </a:lnTo>
                <a:lnTo>
                  <a:pt x="2083365" y="149796"/>
                </a:lnTo>
                <a:cubicBezTo>
                  <a:pt x="2086638" y="149796"/>
                  <a:pt x="2089110" y="149154"/>
                  <a:pt x="2090781" y="147870"/>
                </a:cubicBezTo>
                <a:cubicBezTo>
                  <a:pt x="2092453" y="146586"/>
                  <a:pt x="2093288" y="145043"/>
                  <a:pt x="2093288" y="143241"/>
                </a:cubicBezTo>
                <a:lnTo>
                  <a:pt x="2093288" y="81114"/>
                </a:lnTo>
                <a:cubicBezTo>
                  <a:pt x="2093288" y="76395"/>
                  <a:pt x="2092278" y="72944"/>
                  <a:pt x="2090259" y="70759"/>
                </a:cubicBezTo>
                <a:cubicBezTo>
                  <a:pt x="2088239" y="68574"/>
                  <a:pt x="2085349" y="67481"/>
                  <a:pt x="2081589" y="67481"/>
                </a:cubicBezTo>
                <a:lnTo>
                  <a:pt x="2073023" y="67481"/>
                </a:lnTo>
                <a:lnTo>
                  <a:pt x="2073023" y="59960"/>
                </a:lnTo>
                <a:close/>
                <a:moveTo>
                  <a:pt x="2181277" y="120756"/>
                </a:moveTo>
                <a:cubicBezTo>
                  <a:pt x="2185594" y="132804"/>
                  <a:pt x="2190556" y="141144"/>
                  <a:pt x="2196162" y="145775"/>
                </a:cubicBezTo>
                <a:cubicBezTo>
                  <a:pt x="2201768" y="150406"/>
                  <a:pt x="2208680" y="152721"/>
                  <a:pt x="2216898" y="152721"/>
                </a:cubicBezTo>
                <a:cubicBezTo>
                  <a:pt x="2224488" y="152721"/>
                  <a:pt x="2230321" y="151067"/>
                  <a:pt x="2234395" y="147759"/>
                </a:cubicBezTo>
                <a:cubicBezTo>
                  <a:pt x="2238469" y="144451"/>
                  <a:pt x="2240506" y="140256"/>
                  <a:pt x="2240506" y="135172"/>
                </a:cubicBezTo>
                <a:cubicBezTo>
                  <a:pt x="2240506" y="132247"/>
                  <a:pt x="2239757" y="129688"/>
                  <a:pt x="2238260" y="127494"/>
                </a:cubicBezTo>
                <a:cubicBezTo>
                  <a:pt x="2236763" y="125300"/>
                  <a:pt x="2234691" y="123664"/>
                  <a:pt x="2232044" y="122584"/>
                </a:cubicBezTo>
                <a:cubicBezTo>
                  <a:pt x="2229398" y="121505"/>
                  <a:pt x="2222538" y="119921"/>
                  <a:pt x="2211466" y="117831"/>
                </a:cubicBezTo>
                <a:cubicBezTo>
                  <a:pt x="2200880" y="115742"/>
                  <a:pt x="2193498" y="113549"/>
                  <a:pt x="2189320" y="111250"/>
                </a:cubicBezTo>
                <a:cubicBezTo>
                  <a:pt x="2185142" y="108952"/>
                  <a:pt x="2181886" y="105784"/>
                  <a:pt x="2179553" y="101745"/>
                </a:cubicBezTo>
                <a:cubicBezTo>
                  <a:pt x="2177220" y="97705"/>
                  <a:pt x="2176054" y="93318"/>
                  <a:pt x="2176054" y="88583"/>
                </a:cubicBezTo>
                <a:cubicBezTo>
                  <a:pt x="2176054" y="81410"/>
                  <a:pt x="2178456" y="74898"/>
                  <a:pt x="2183261" y="69048"/>
                </a:cubicBezTo>
                <a:cubicBezTo>
                  <a:pt x="2189459" y="61597"/>
                  <a:pt x="2198130" y="57871"/>
                  <a:pt x="2209272" y="57871"/>
                </a:cubicBezTo>
                <a:cubicBezTo>
                  <a:pt x="2217768" y="57871"/>
                  <a:pt x="2225637" y="60587"/>
                  <a:pt x="2232880" y="66019"/>
                </a:cubicBezTo>
                <a:lnTo>
                  <a:pt x="2239774" y="58707"/>
                </a:lnTo>
                <a:lnTo>
                  <a:pt x="2244057" y="58707"/>
                </a:lnTo>
                <a:lnTo>
                  <a:pt x="2246773" y="93597"/>
                </a:lnTo>
                <a:lnTo>
                  <a:pt x="2239774" y="93597"/>
                </a:lnTo>
                <a:cubicBezTo>
                  <a:pt x="2236710" y="83671"/>
                  <a:pt x="2232567" y="76524"/>
                  <a:pt x="2227344" y="72156"/>
                </a:cubicBezTo>
                <a:cubicBezTo>
                  <a:pt x="2222121" y="67786"/>
                  <a:pt x="2215679" y="65601"/>
                  <a:pt x="2208018" y="65601"/>
                </a:cubicBezTo>
                <a:cubicBezTo>
                  <a:pt x="2201403" y="65601"/>
                  <a:pt x="2196214" y="67220"/>
                  <a:pt x="2192454" y="70459"/>
                </a:cubicBezTo>
                <a:cubicBezTo>
                  <a:pt x="2188693" y="73697"/>
                  <a:pt x="2186813" y="77649"/>
                  <a:pt x="2186813" y="82315"/>
                </a:cubicBezTo>
                <a:cubicBezTo>
                  <a:pt x="2186813" y="86424"/>
                  <a:pt x="2188554" y="89836"/>
                  <a:pt x="2192036" y="92552"/>
                </a:cubicBezTo>
                <a:cubicBezTo>
                  <a:pt x="2195448" y="95338"/>
                  <a:pt x="2202134" y="97523"/>
                  <a:pt x="2212092" y="99107"/>
                </a:cubicBezTo>
                <a:cubicBezTo>
                  <a:pt x="2223653" y="101037"/>
                  <a:pt x="2231174" y="102656"/>
                  <a:pt x="2234656" y="103964"/>
                </a:cubicBezTo>
                <a:cubicBezTo>
                  <a:pt x="2240366" y="106060"/>
                  <a:pt x="2244789" y="109292"/>
                  <a:pt x="2247922" y="113660"/>
                </a:cubicBezTo>
                <a:cubicBezTo>
                  <a:pt x="2251056" y="118025"/>
                  <a:pt x="2252623" y="123352"/>
                  <a:pt x="2252623" y="129639"/>
                </a:cubicBezTo>
                <a:cubicBezTo>
                  <a:pt x="2252623" y="138302"/>
                  <a:pt x="2249228" y="145639"/>
                  <a:pt x="2242438" y="151647"/>
                </a:cubicBezTo>
                <a:cubicBezTo>
                  <a:pt x="2235648" y="157656"/>
                  <a:pt x="2227030" y="160660"/>
                  <a:pt x="2216584" y="160660"/>
                </a:cubicBezTo>
                <a:cubicBezTo>
                  <a:pt x="2206904" y="160660"/>
                  <a:pt x="2197921" y="157449"/>
                  <a:pt x="2189633" y="151027"/>
                </a:cubicBezTo>
                <a:lnTo>
                  <a:pt x="2182008" y="159825"/>
                </a:lnTo>
                <a:lnTo>
                  <a:pt x="2176471" y="159825"/>
                </a:lnTo>
                <a:lnTo>
                  <a:pt x="2174382" y="120756"/>
                </a:lnTo>
                <a:lnTo>
                  <a:pt x="2181277" y="120756"/>
                </a:lnTo>
                <a:close/>
                <a:moveTo>
                  <a:pt x="2293804" y="1254"/>
                </a:moveTo>
                <a:cubicBezTo>
                  <a:pt x="2296938" y="1254"/>
                  <a:pt x="2299688" y="2443"/>
                  <a:pt x="2302056" y="4822"/>
                </a:cubicBezTo>
                <a:cubicBezTo>
                  <a:pt x="2304424" y="7200"/>
                  <a:pt x="2305608" y="9998"/>
                  <a:pt x="2305608" y="13214"/>
                </a:cubicBezTo>
                <a:cubicBezTo>
                  <a:pt x="2305608" y="16363"/>
                  <a:pt x="2304459" y="19092"/>
                  <a:pt x="2302161" y="21401"/>
                </a:cubicBezTo>
                <a:cubicBezTo>
                  <a:pt x="2299863" y="23708"/>
                  <a:pt x="2297112" y="24862"/>
                  <a:pt x="2293908" y="24862"/>
                </a:cubicBezTo>
                <a:cubicBezTo>
                  <a:pt x="2290705" y="24862"/>
                  <a:pt x="2287937" y="23690"/>
                  <a:pt x="2285604" y="21346"/>
                </a:cubicBezTo>
                <a:cubicBezTo>
                  <a:pt x="2283271" y="19002"/>
                  <a:pt x="2282104" y="16257"/>
                  <a:pt x="2282104" y="13110"/>
                </a:cubicBezTo>
                <a:cubicBezTo>
                  <a:pt x="2282104" y="9963"/>
                  <a:pt x="2283288" y="7200"/>
                  <a:pt x="2285656" y="4822"/>
                </a:cubicBezTo>
                <a:cubicBezTo>
                  <a:pt x="2288024" y="2443"/>
                  <a:pt x="2290740" y="1254"/>
                  <a:pt x="2293804" y="1254"/>
                </a:cubicBezTo>
                <a:moveTo>
                  <a:pt x="2266749" y="59960"/>
                </a:moveTo>
                <a:lnTo>
                  <a:pt x="2305608" y="58707"/>
                </a:lnTo>
                <a:lnTo>
                  <a:pt x="2305608" y="142804"/>
                </a:lnTo>
                <a:cubicBezTo>
                  <a:pt x="2305608" y="145100"/>
                  <a:pt x="2306165" y="146735"/>
                  <a:pt x="2307279" y="147710"/>
                </a:cubicBezTo>
                <a:cubicBezTo>
                  <a:pt x="2308881" y="149101"/>
                  <a:pt x="2310900" y="149796"/>
                  <a:pt x="2313338" y="149796"/>
                </a:cubicBezTo>
                <a:lnTo>
                  <a:pt x="2324411" y="149796"/>
                </a:lnTo>
                <a:lnTo>
                  <a:pt x="2324411" y="157735"/>
                </a:lnTo>
                <a:lnTo>
                  <a:pt x="2268838" y="157735"/>
                </a:lnTo>
                <a:lnTo>
                  <a:pt x="2268838" y="149796"/>
                </a:lnTo>
                <a:lnTo>
                  <a:pt x="2279179" y="149796"/>
                </a:lnTo>
                <a:cubicBezTo>
                  <a:pt x="2282243" y="149796"/>
                  <a:pt x="2284489" y="149051"/>
                  <a:pt x="2285917" y="147560"/>
                </a:cubicBezTo>
                <a:cubicBezTo>
                  <a:pt x="2287345" y="146067"/>
                  <a:pt x="2288058" y="143899"/>
                  <a:pt x="2288058" y="141054"/>
                </a:cubicBezTo>
                <a:lnTo>
                  <a:pt x="2288058" y="79658"/>
                </a:lnTo>
                <a:cubicBezTo>
                  <a:pt x="2288058" y="75773"/>
                  <a:pt x="2286944" y="72843"/>
                  <a:pt x="2284716" y="70867"/>
                </a:cubicBezTo>
                <a:cubicBezTo>
                  <a:pt x="2282487" y="68888"/>
                  <a:pt x="2279179" y="67899"/>
                  <a:pt x="2274792" y="67899"/>
                </a:cubicBezTo>
                <a:lnTo>
                  <a:pt x="2266749" y="67899"/>
                </a:lnTo>
                <a:lnTo>
                  <a:pt x="2266749" y="59960"/>
                </a:lnTo>
                <a:close/>
                <a:moveTo>
                  <a:pt x="2382190" y="56827"/>
                </a:moveTo>
                <a:cubicBezTo>
                  <a:pt x="2395352" y="56827"/>
                  <a:pt x="2406407" y="61585"/>
                  <a:pt x="2415356" y="71102"/>
                </a:cubicBezTo>
                <a:cubicBezTo>
                  <a:pt x="2424305" y="80616"/>
                  <a:pt x="2428779" y="93146"/>
                  <a:pt x="2428779" y="108691"/>
                </a:cubicBezTo>
                <a:cubicBezTo>
                  <a:pt x="2428779" y="119427"/>
                  <a:pt x="2426777" y="128577"/>
                  <a:pt x="2422773" y="136141"/>
                </a:cubicBezTo>
                <a:cubicBezTo>
                  <a:pt x="2418768" y="143704"/>
                  <a:pt x="2413058" y="149681"/>
                  <a:pt x="2405641" y="154073"/>
                </a:cubicBezTo>
                <a:cubicBezTo>
                  <a:pt x="2398225" y="158464"/>
                  <a:pt x="2390233" y="160660"/>
                  <a:pt x="2381668" y="160660"/>
                </a:cubicBezTo>
                <a:cubicBezTo>
                  <a:pt x="2368993" y="160660"/>
                  <a:pt x="2358251" y="155851"/>
                  <a:pt x="2349441" y="146232"/>
                </a:cubicBezTo>
                <a:cubicBezTo>
                  <a:pt x="2340632" y="136610"/>
                  <a:pt x="2336227" y="124132"/>
                  <a:pt x="2336227" y="108796"/>
                </a:cubicBezTo>
                <a:cubicBezTo>
                  <a:pt x="2336227" y="93390"/>
                  <a:pt x="2340649" y="80877"/>
                  <a:pt x="2349494" y="71258"/>
                </a:cubicBezTo>
                <a:cubicBezTo>
                  <a:pt x="2358338" y="61637"/>
                  <a:pt x="2369237" y="56827"/>
                  <a:pt x="2382190" y="56827"/>
                </a:cubicBezTo>
                <a:moveTo>
                  <a:pt x="2382190" y="64348"/>
                </a:moveTo>
                <a:cubicBezTo>
                  <a:pt x="2374390" y="64348"/>
                  <a:pt x="2367983" y="67878"/>
                  <a:pt x="2362969" y="74937"/>
                </a:cubicBezTo>
                <a:cubicBezTo>
                  <a:pt x="2357955" y="81997"/>
                  <a:pt x="2355448" y="93144"/>
                  <a:pt x="2355448" y="108378"/>
                </a:cubicBezTo>
                <a:cubicBezTo>
                  <a:pt x="2355448" y="123890"/>
                  <a:pt x="2357938" y="135228"/>
                  <a:pt x="2362917" y="142393"/>
                </a:cubicBezTo>
                <a:cubicBezTo>
                  <a:pt x="2367896" y="149557"/>
                  <a:pt x="2374320" y="153139"/>
                  <a:pt x="2382190" y="153139"/>
                </a:cubicBezTo>
                <a:cubicBezTo>
                  <a:pt x="2390338" y="153139"/>
                  <a:pt x="2396936" y="149557"/>
                  <a:pt x="2401985" y="142393"/>
                </a:cubicBezTo>
                <a:cubicBezTo>
                  <a:pt x="2407034" y="135228"/>
                  <a:pt x="2409559" y="123508"/>
                  <a:pt x="2409559" y="107232"/>
                </a:cubicBezTo>
                <a:cubicBezTo>
                  <a:pt x="2409559" y="92137"/>
                  <a:pt x="2407069" y="81217"/>
                  <a:pt x="2402090" y="74471"/>
                </a:cubicBezTo>
                <a:cubicBezTo>
                  <a:pt x="2397110" y="67722"/>
                  <a:pt x="2390477" y="64348"/>
                  <a:pt x="2382190" y="64348"/>
                </a:cubicBezTo>
                <a:close/>
                <a:moveTo>
                  <a:pt x="2442986" y="59751"/>
                </a:moveTo>
                <a:lnTo>
                  <a:pt x="2475473" y="57871"/>
                </a:lnTo>
                <a:cubicBezTo>
                  <a:pt x="2476796" y="63995"/>
                  <a:pt x="2477771" y="71164"/>
                  <a:pt x="2478398" y="79377"/>
                </a:cubicBezTo>
                <a:cubicBezTo>
                  <a:pt x="2482785" y="72278"/>
                  <a:pt x="2487956" y="66954"/>
                  <a:pt x="2493910" y="63404"/>
                </a:cubicBezTo>
                <a:cubicBezTo>
                  <a:pt x="2499865" y="59855"/>
                  <a:pt x="2506602" y="58080"/>
                  <a:pt x="2514124" y="58080"/>
                </a:cubicBezTo>
                <a:cubicBezTo>
                  <a:pt x="2520600" y="58080"/>
                  <a:pt x="2526032" y="59350"/>
                  <a:pt x="2530419" y="61890"/>
                </a:cubicBezTo>
                <a:cubicBezTo>
                  <a:pt x="2534807" y="64427"/>
                  <a:pt x="2538324" y="68444"/>
                  <a:pt x="2540970" y="73942"/>
                </a:cubicBezTo>
                <a:cubicBezTo>
                  <a:pt x="2543616" y="79437"/>
                  <a:pt x="2544939" y="85592"/>
                  <a:pt x="2544939" y="92408"/>
                </a:cubicBezTo>
                <a:lnTo>
                  <a:pt x="2544939" y="139987"/>
                </a:lnTo>
                <a:cubicBezTo>
                  <a:pt x="2544939" y="143536"/>
                  <a:pt x="2545740" y="146059"/>
                  <a:pt x="2547342" y="147554"/>
                </a:cubicBezTo>
                <a:cubicBezTo>
                  <a:pt x="2548944" y="149049"/>
                  <a:pt x="2551625" y="149796"/>
                  <a:pt x="2555385" y="149796"/>
                </a:cubicBezTo>
                <a:lnTo>
                  <a:pt x="2562280" y="149796"/>
                </a:lnTo>
                <a:lnTo>
                  <a:pt x="2562280" y="157735"/>
                </a:lnTo>
                <a:lnTo>
                  <a:pt x="2510676" y="157735"/>
                </a:lnTo>
                <a:lnTo>
                  <a:pt x="2510676" y="149796"/>
                </a:lnTo>
                <a:lnTo>
                  <a:pt x="2515586" y="149796"/>
                </a:lnTo>
                <a:cubicBezTo>
                  <a:pt x="2520182" y="149796"/>
                  <a:pt x="2523386" y="149066"/>
                  <a:pt x="2525196" y="147606"/>
                </a:cubicBezTo>
                <a:cubicBezTo>
                  <a:pt x="2527007" y="146146"/>
                  <a:pt x="2527912" y="143954"/>
                  <a:pt x="2527912" y="141031"/>
                </a:cubicBezTo>
                <a:lnTo>
                  <a:pt x="2527912" y="99198"/>
                </a:lnTo>
                <a:cubicBezTo>
                  <a:pt x="2527912" y="90088"/>
                  <a:pt x="2526520" y="83342"/>
                  <a:pt x="2523734" y="78959"/>
                </a:cubicBezTo>
                <a:cubicBezTo>
                  <a:pt x="2519834" y="72700"/>
                  <a:pt x="2513915" y="69571"/>
                  <a:pt x="2505976" y="69571"/>
                </a:cubicBezTo>
                <a:cubicBezTo>
                  <a:pt x="2498106" y="69571"/>
                  <a:pt x="2491543" y="72735"/>
                  <a:pt x="2486285" y="79064"/>
                </a:cubicBezTo>
                <a:cubicBezTo>
                  <a:pt x="2481027" y="85392"/>
                  <a:pt x="2478398" y="93634"/>
                  <a:pt x="2478398" y="103788"/>
                </a:cubicBezTo>
                <a:lnTo>
                  <a:pt x="2478398" y="139990"/>
                </a:lnTo>
                <a:cubicBezTo>
                  <a:pt x="2478398" y="143537"/>
                  <a:pt x="2479216" y="146059"/>
                  <a:pt x="2480853" y="147554"/>
                </a:cubicBezTo>
                <a:cubicBezTo>
                  <a:pt x="2482489" y="149049"/>
                  <a:pt x="2485188" y="149796"/>
                  <a:pt x="2488949" y="149796"/>
                </a:cubicBezTo>
                <a:lnTo>
                  <a:pt x="2495739" y="149796"/>
                </a:lnTo>
                <a:lnTo>
                  <a:pt x="2495739" y="157735"/>
                </a:lnTo>
                <a:lnTo>
                  <a:pt x="2443926" y="157735"/>
                </a:lnTo>
                <a:lnTo>
                  <a:pt x="2443926" y="149796"/>
                </a:lnTo>
                <a:lnTo>
                  <a:pt x="2450716" y="149796"/>
                </a:lnTo>
                <a:cubicBezTo>
                  <a:pt x="2454128" y="149796"/>
                  <a:pt x="2456723" y="149101"/>
                  <a:pt x="2458498" y="147710"/>
                </a:cubicBezTo>
                <a:cubicBezTo>
                  <a:pt x="2460274" y="146320"/>
                  <a:pt x="2461162" y="144581"/>
                  <a:pt x="2461162" y="142494"/>
                </a:cubicBezTo>
                <a:lnTo>
                  <a:pt x="2461162" y="79374"/>
                </a:lnTo>
                <a:cubicBezTo>
                  <a:pt x="2461162" y="75202"/>
                  <a:pt x="2460030" y="72037"/>
                  <a:pt x="2457767" y="69881"/>
                </a:cubicBezTo>
                <a:cubicBezTo>
                  <a:pt x="2455504" y="67724"/>
                  <a:pt x="2452248" y="66646"/>
                  <a:pt x="2448000" y="66646"/>
                </a:cubicBezTo>
                <a:lnTo>
                  <a:pt x="2442986" y="66646"/>
                </a:lnTo>
                <a:lnTo>
                  <a:pt x="2442986" y="59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ditingbyODEInversion">
            <a:extLst xmlns:a="http://schemas.openxmlformats.org/drawingml/2006/main">
              <a:ext uri="{FF2B5EF4-FFF2-40B4-BE49-F238E27FC236}">
                <a16:creationId xmlns:a16="http://schemas.microsoft.com/office/drawing/2014/main" id="{3099E3B6-8AE3-40C2-AE9F-8EA40EB7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063" y="78313"/>
            <a:ext cx="2562280" cy="199520"/>
          </a:xfrm>
          <a:custGeom xmlns:a="http://schemas.openxmlformats.org/drawingml/2006/main">
            <a:pathLst>
              <a:path w="2562280" h="199520" fill="none">
                <a:moveTo>
                  <a:pt x="0" y="3134"/>
                </a:moveTo>
                <a:lnTo>
                  <a:pt x="122428" y="3134"/>
                </a:lnTo>
                <a:lnTo>
                  <a:pt x="125353" y="55364"/>
                </a:lnTo>
                <a:lnTo>
                  <a:pt x="118354" y="55364"/>
                </a:lnTo>
                <a:cubicBezTo>
                  <a:pt x="115568" y="38929"/>
                  <a:pt x="111163" y="27438"/>
                  <a:pt x="105140" y="20892"/>
                </a:cubicBezTo>
                <a:cubicBezTo>
                  <a:pt x="99116" y="14346"/>
                  <a:pt x="91264" y="11073"/>
                  <a:pt x="81584" y="11073"/>
                </a:cubicBezTo>
                <a:lnTo>
                  <a:pt x="51290" y="11073"/>
                </a:lnTo>
                <a:cubicBezTo>
                  <a:pt x="48853" y="11073"/>
                  <a:pt x="47007" y="11732"/>
                  <a:pt x="45754" y="13051"/>
                </a:cubicBezTo>
                <a:cubicBezTo>
                  <a:pt x="44500" y="14370"/>
                  <a:pt x="43873" y="16383"/>
                  <a:pt x="43873" y="19090"/>
                </a:cubicBezTo>
                <a:lnTo>
                  <a:pt x="43873" y="73958"/>
                </a:lnTo>
                <a:lnTo>
                  <a:pt x="57140" y="73958"/>
                </a:lnTo>
                <a:cubicBezTo>
                  <a:pt x="64243" y="73958"/>
                  <a:pt x="70006" y="71407"/>
                  <a:pt x="74428" y="66306"/>
                </a:cubicBezTo>
                <a:cubicBezTo>
                  <a:pt x="78850" y="61205"/>
                  <a:pt x="81235" y="53379"/>
                  <a:pt x="81584" y="42829"/>
                </a:cubicBezTo>
                <a:lnTo>
                  <a:pt x="88791" y="42829"/>
                </a:lnTo>
                <a:lnTo>
                  <a:pt x="88791" y="114698"/>
                </a:lnTo>
                <a:lnTo>
                  <a:pt x="81584" y="114698"/>
                </a:lnTo>
                <a:cubicBezTo>
                  <a:pt x="81235" y="102822"/>
                  <a:pt x="78815" y="94317"/>
                  <a:pt x="74324" y="89183"/>
                </a:cubicBezTo>
                <a:cubicBezTo>
                  <a:pt x="69832" y="84047"/>
                  <a:pt x="63721" y="81479"/>
                  <a:pt x="55991" y="81479"/>
                </a:cubicBezTo>
                <a:lnTo>
                  <a:pt x="43873" y="81479"/>
                </a:lnTo>
                <a:lnTo>
                  <a:pt x="43873" y="142902"/>
                </a:lnTo>
                <a:cubicBezTo>
                  <a:pt x="43873" y="145130"/>
                  <a:pt x="44622" y="146837"/>
                  <a:pt x="46119" y="148021"/>
                </a:cubicBezTo>
                <a:cubicBezTo>
                  <a:pt x="47617" y="149204"/>
                  <a:pt x="50106" y="149796"/>
                  <a:pt x="53588" y="149796"/>
                </a:cubicBezTo>
                <a:lnTo>
                  <a:pt x="77510" y="149796"/>
                </a:lnTo>
                <a:cubicBezTo>
                  <a:pt x="103486" y="149796"/>
                  <a:pt x="118458" y="133222"/>
                  <a:pt x="122428" y="100073"/>
                </a:cubicBezTo>
                <a:lnTo>
                  <a:pt x="129949" y="100073"/>
                </a:lnTo>
                <a:lnTo>
                  <a:pt x="127337" y="157735"/>
                </a:lnTo>
                <a:lnTo>
                  <a:pt x="0" y="157735"/>
                </a:lnTo>
                <a:lnTo>
                  <a:pt x="0" y="149796"/>
                </a:lnTo>
                <a:lnTo>
                  <a:pt x="10551" y="149796"/>
                </a:lnTo>
                <a:cubicBezTo>
                  <a:pt x="14659" y="149796"/>
                  <a:pt x="17549" y="149084"/>
                  <a:pt x="19221" y="147658"/>
                </a:cubicBezTo>
                <a:cubicBezTo>
                  <a:pt x="20892" y="146231"/>
                  <a:pt x="21728" y="144160"/>
                  <a:pt x="21728" y="141446"/>
                </a:cubicBezTo>
                <a:lnTo>
                  <a:pt x="21728" y="19110"/>
                </a:lnTo>
                <a:cubicBezTo>
                  <a:pt x="21728" y="16396"/>
                  <a:pt x="20997" y="14379"/>
                  <a:pt x="19534" y="13058"/>
                </a:cubicBezTo>
                <a:cubicBezTo>
                  <a:pt x="18072" y="11734"/>
                  <a:pt x="15774" y="11073"/>
                  <a:pt x="12640" y="11073"/>
                </a:cubicBezTo>
                <a:lnTo>
                  <a:pt x="0" y="11073"/>
                </a:lnTo>
                <a:lnTo>
                  <a:pt x="0" y="3134"/>
                </a:lnTo>
                <a:close/>
                <a:moveTo>
                  <a:pt x="202931" y="3343"/>
                </a:moveTo>
                <a:lnTo>
                  <a:pt x="241163" y="1462"/>
                </a:lnTo>
                <a:lnTo>
                  <a:pt x="241163" y="135286"/>
                </a:lnTo>
                <a:cubicBezTo>
                  <a:pt x="241163" y="140505"/>
                  <a:pt x="242156" y="144228"/>
                  <a:pt x="244140" y="146457"/>
                </a:cubicBezTo>
                <a:cubicBezTo>
                  <a:pt x="246125" y="148683"/>
                  <a:pt x="249102" y="149796"/>
                  <a:pt x="253072" y="149796"/>
                </a:cubicBezTo>
                <a:lnTo>
                  <a:pt x="259862" y="149796"/>
                </a:lnTo>
                <a:lnTo>
                  <a:pt x="259862" y="157735"/>
                </a:lnTo>
                <a:lnTo>
                  <a:pt x="226434" y="157735"/>
                </a:lnTo>
                <a:lnTo>
                  <a:pt x="223927" y="137872"/>
                </a:lnTo>
                <a:cubicBezTo>
                  <a:pt x="219958" y="144947"/>
                  <a:pt x="215309" y="150270"/>
                  <a:pt x="209982" y="153841"/>
                </a:cubicBezTo>
                <a:cubicBezTo>
                  <a:pt x="204654" y="157412"/>
                  <a:pt x="198683" y="159198"/>
                  <a:pt x="192067" y="159198"/>
                </a:cubicBezTo>
                <a:cubicBezTo>
                  <a:pt x="180924" y="159198"/>
                  <a:pt x="171436" y="154528"/>
                  <a:pt x="163601" y="145187"/>
                </a:cubicBezTo>
                <a:cubicBezTo>
                  <a:pt x="155767" y="135844"/>
                  <a:pt x="151850" y="123505"/>
                  <a:pt x="151850" y="108169"/>
                </a:cubicBezTo>
                <a:cubicBezTo>
                  <a:pt x="151850" y="91577"/>
                  <a:pt x="156864" y="78332"/>
                  <a:pt x="166892" y="68435"/>
                </a:cubicBezTo>
                <a:cubicBezTo>
                  <a:pt x="174761" y="60696"/>
                  <a:pt x="183815" y="56827"/>
                  <a:pt x="194052" y="56827"/>
                </a:cubicBezTo>
                <a:cubicBezTo>
                  <a:pt x="200319" y="56827"/>
                  <a:pt x="205943" y="58403"/>
                  <a:pt x="210922" y="61557"/>
                </a:cubicBezTo>
                <a:cubicBezTo>
                  <a:pt x="215901" y="64710"/>
                  <a:pt x="220236" y="69475"/>
                  <a:pt x="223927" y="75851"/>
                </a:cubicBezTo>
                <a:lnTo>
                  <a:pt x="223927" y="20758"/>
                </a:lnTo>
                <a:cubicBezTo>
                  <a:pt x="223927" y="17842"/>
                  <a:pt x="222796" y="15534"/>
                  <a:pt x="220532" y="13834"/>
                </a:cubicBezTo>
                <a:cubicBezTo>
                  <a:pt x="218269" y="12133"/>
                  <a:pt x="214735" y="11282"/>
                  <a:pt x="209930" y="11282"/>
                </a:cubicBezTo>
                <a:lnTo>
                  <a:pt x="202931" y="11282"/>
                </a:lnTo>
                <a:lnTo>
                  <a:pt x="202931" y="3343"/>
                </a:lnTo>
                <a:moveTo>
                  <a:pt x="196872" y="65601"/>
                </a:moveTo>
                <a:cubicBezTo>
                  <a:pt x="189351" y="65601"/>
                  <a:pt x="183379" y="68705"/>
                  <a:pt x="178957" y="74911"/>
                </a:cubicBezTo>
                <a:cubicBezTo>
                  <a:pt x="174535" y="81116"/>
                  <a:pt x="172324" y="91574"/>
                  <a:pt x="172324" y="106285"/>
                </a:cubicBezTo>
                <a:cubicBezTo>
                  <a:pt x="172324" y="122255"/>
                  <a:pt x="174587" y="133499"/>
                  <a:pt x="179114" y="140020"/>
                </a:cubicBezTo>
                <a:cubicBezTo>
                  <a:pt x="183640" y="146537"/>
                  <a:pt x="189455" y="149796"/>
                  <a:pt x="196559" y="149796"/>
                </a:cubicBezTo>
                <a:cubicBezTo>
                  <a:pt x="204150" y="149796"/>
                  <a:pt x="210643" y="146153"/>
                  <a:pt x="216041" y="138867"/>
                </a:cubicBezTo>
                <a:cubicBezTo>
                  <a:pt x="221438" y="131581"/>
                  <a:pt x="224136" y="120930"/>
                  <a:pt x="224136" y="106915"/>
                </a:cubicBezTo>
                <a:cubicBezTo>
                  <a:pt x="224136" y="93666"/>
                  <a:pt x="221246" y="83242"/>
                  <a:pt x="215466" y="75642"/>
                </a:cubicBezTo>
                <a:cubicBezTo>
                  <a:pt x="210452" y="68948"/>
                  <a:pt x="204254" y="65601"/>
                  <a:pt x="196872" y="65601"/>
                </a:cubicBezTo>
                <a:close/>
                <a:moveTo>
                  <a:pt x="295864" y="1254"/>
                </a:moveTo>
                <a:cubicBezTo>
                  <a:pt x="298998" y="1254"/>
                  <a:pt x="301749" y="2443"/>
                  <a:pt x="304116" y="4822"/>
                </a:cubicBezTo>
                <a:cubicBezTo>
                  <a:pt x="306484" y="7200"/>
                  <a:pt x="307668" y="9998"/>
                  <a:pt x="307668" y="13214"/>
                </a:cubicBezTo>
                <a:cubicBezTo>
                  <a:pt x="307668" y="16363"/>
                  <a:pt x="306519" y="19092"/>
                  <a:pt x="304221" y="21401"/>
                </a:cubicBezTo>
                <a:cubicBezTo>
                  <a:pt x="301923" y="23708"/>
                  <a:pt x="299172" y="24862"/>
                  <a:pt x="295968" y="24862"/>
                </a:cubicBezTo>
                <a:cubicBezTo>
                  <a:pt x="292765" y="24862"/>
                  <a:pt x="289997" y="23690"/>
                  <a:pt x="287664" y="21346"/>
                </a:cubicBezTo>
                <a:cubicBezTo>
                  <a:pt x="285331" y="19002"/>
                  <a:pt x="284164" y="16257"/>
                  <a:pt x="284164" y="13110"/>
                </a:cubicBezTo>
                <a:cubicBezTo>
                  <a:pt x="284164" y="9963"/>
                  <a:pt x="285348" y="7200"/>
                  <a:pt x="287716" y="4822"/>
                </a:cubicBezTo>
                <a:cubicBezTo>
                  <a:pt x="290084" y="2443"/>
                  <a:pt x="292800" y="1254"/>
                  <a:pt x="295864" y="1254"/>
                </a:cubicBezTo>
                <a:moveTo>
                  <a:pt x="268809" y="59960"/>
                </a:moveTo>
                <a:lnTo>
                  <a:pt x="307668" y="58707"/>
                </a:lnTo>
                <a:lnTo>
                  <a:pt x="307668" y="142804"/>
                </a:lnTo>
                <a:cubicBezTo>
                  <a:pt x="307668" y="145100"/>
                  <a:pt x="308225" y="146735"/>
                  <a:pt x="309339" y="147710"/>
                </a:cubicBezTo>
                <a:cubicBezTo>
                  <a:pt x="310941" y="149101"/>
                  <a:pt x="312961" y="149796"/>
                  <a:pt x="315398" y="149796"/>
                </a:cubicBezTo>
                <a:lnTo>
                  <a:pt x="326471" y="149796"/>
                </a:lnTo>
                <a:lnTo>
                  <a:pt x="326471" y="157735"/>
                </a:lnTo>
                <a:lnTo>
                  <a:pt x="270898" y="157735"/>
                </a:lnTo>
                <a:lnTo>
                  <a:pt x="270898" y="149796"/>
                </a:lnTo>
                <a:lnTo>
                  <a:pt x="281239" y="149796"/>
                </a:lnTo>
                <a:cubicBezTo>
                  <a:pt x="284304" y="149796"/>
                  <a:pt x="286550" y="149051"/>
                  <a:pt x="287977" y="147560"/>
                </a:cubicBezTo>
                <a:cubicBezTo>
                  <a:pt x="289405" y="146067"/>
                  <a:pt x="290119" y="143899"/>
                  <a:pt x="290119" y="141054"/>
                </a:cubicBezTo>
                <a:lnTo>
                  <a:pt x="290119" y="79658"/>
                </a:lnTo>
                <a:cubicBezTo>
                  <a:pt x="290119" y="75773"/>
                  <a:pt x="289004" y="72843"/>
                  <a:pt x="286776" y="70867"/>
                </a:cubicBezTo>
                <a:cubicBezTo>
                  <a:pt x="284547" y="68888"/>
                  <a:pt x="281239" y="67899"/>
                  <a:pt x="276852" y="67899"/>
                </a:cubicBezTo>
                <a:lnTo>
                  <a:pt x="268809" y="67899"/>
                </a:lnTo>
                <a:lnTo>
                  <a:pt x="268809" y="59960"/>
                </a:lnTo>
                <a:close/>
                <a:moveTo>
                  <a:pt x="363776" y="19847"/>
                </a:moveTo>
                <a:lnTo>
                  <a:pt x="370879" y="19847"/>
                </a:lnTo>
                <a:lnTo>
                  <a:pt x="370879" y="59751"/>
                </a:lnTo>
                <a:lnTo>
                  <a:pt x="402531" y="59751"/>
                </a:lnTo>
                <a:lnTo>
                  <a:pt x="402531" y="69362"/>
                </a:lnTo>
                <a:lnTo>
                  <a:pt x="370879" y="69362"/>
                </a:lnTo>
                <a:lnTo>
                  <a:pt x="370879" y="132143"/>
                </a:lnTo>
                <a:cubicBezTo>
                  <a:pt x="370879" y="137574"/>
                  <a:pt x="372167" y="141735"/>
                  <a:pt x="374744" y="144626"/>
                </a:cubicBezTo>
                <a:cubicBezTo>
                  <a:pt x="377321" y="147516"/>
                  <a:pt x="380594" y="148961"/>
                  <a:pt x="384563" y="148961"/>
                </a:cubicBezTo>
                <a:cubicBezTo>
                  <a:pt x="389299" y="148961"/>
                  <a:pt x="393338" y="146776"/>
                  <a:pt x="396681" y="142406"/>
                </a:cubicBezTo>
                <a:cubicBezTo>
                  <a:pt x="400024" y="138034"/>
                  <a:pt x="401974" y="130817"/>
                  <a:pt x="402531" y="120756"/>
                </a:cubicBezTo>
                <a:lnTo>
                  <a:pt x="409530" y="120756"/>
                </a:lnTo>
                <a:cubicBezTo>
                  <a:pt x="409112" y="133779"/>
                  <a:pt x="406152" y="143442"/>
                  <a:pt x="400650" y="149744"/>
                </a:cubicBezTo>
                <a:cubicBezTo>
                  <a:pt x="395149" y="156047"/>
                  <a:pt x="388011" y="159198"/>
                  <a:pt x="379236" y="159198"/>
                </a:cubicBezTo>
                <a:cubicBezTo>
                  <a:pt x="371158" y="159198"/>
                  <a:pt x="364838" y="156985"/>
                  <a:pt x="360276" y="152558"/>
                </a:cubicBezTo>
                <a:cubicBezTo>
                  <a:pt x="355715" y="148129"/>
                  <a:pt x="353434" y="142324"/>
                  <a:pt x="353434" y="135143"/>
                </a:cubicBezTo>
                <a:lnTo>
                  <a:pt x="353434" y="69362"/>
                </a:lnTo>
                <a:lnTo>
                  <a:pt x="336407" y="69362"/>
                </a:lnTo>
                <a:lnTo>
                  <a:pt x="336407" y="62050"/>
                </a:lnTo>
                <a:cubicBezTo>
                  <a:pt x="344137" y="60726"/>
                  <a:pt x="350022" y="57488"/>
                  <a:pt x="354061" y="52335"/>
                </a:cubicBezTo>
                <a:cubicBezTo>
                  <a:pt x="360050" y="44605"/>
                  <a:pt x="363288" y="33776"/>
                  <a:pt x="363776" y="19847"/>
                </a:cubicBezTo>
                <a:close/>
                <a:moveTo>
                  <a:pt x="447116" y="1254"/>
                </a:moveTo>
                <a:cubicBezTo>
                  <a:pt x="450250" y="1254"/>
                  <a:pt x="453001" y="2443"/>
                  <a:pt x="455368" y="4822"/>
                </a:cubicBezTo>
                <a:cubicBezTo>
                  <a:pt x="457736" y="7200"/>
                  <a:pt x="458920" y="9998"/>
                  <a:pt x="458920" y="13214"/>
                </a:cubicBezTo>
                <a:cubicBezTo>
                  <a:pt x="458920" y="16363"/>
                  <a:pt x="457771" y="19092"/>
                  <a:pt x="455473" y="21401"/>
                </a:cubicBezTo>
                <a:cubicBezTo>
                  <a:pt x="453175" y="23708"/>
                  <a:pt x="450424" y="24862"/>
                  <a:pt x="447221" y="24862"/>
                </a:cubicBezTo>
                <a:cubicBezTo>
                  <a:pt x="444017" y="24862"/>
                  <a:pt x="441249" y="23690"/>
                  <a:pt x="438916" y="21346"/>
                </a:cubicBezTo>
                <a:cubicBezTo>
                  <a:pt x="436583" y="19002"/>
                  <a:pt x="435416" y="16257"/>
                  <a:pt x="435416" y="13110"/>
                </a:cubicBezTo>
                <a:cubicBezTo>
                  <a:pt x="435416" y="9963"/>
                  <a:pt x="436600" y="7200"/>
                  <a:pt x="438968" y="4822"/>
                </a:cubicBezTo>
                <a:cubicBezTo>
                  <a:pt x="441336" y="2443"/>
                  <a:pt x="444052" y="1254"/>
                  <a:pt x="447116" y="1254"/>
                </a:cubicBezTo>
                <a:moveTo>
                  <a:pt x="420061" y="59960"/>
                </a:moveTo>
                <a:lnTo>
                  <a:pt x="458920" y="58707"/>
                </a:lnTo>
                <a:lnTo>
                  <a:pt x="458920" y="142804"/>
                </a:lnTo>
                <a:cubicBezTo>
                  <a:pt x="458920" y="145100"/>
                  <a:pt x="459477" y="146735"/>
                  <a:pt x="460591" y="147710"/>
                </a:cubicBezTo>
                <a:cubicBezTo>
                  <a:pt x="462193" y="149101"/>
                  <a:pt x="464213" y="149796"/>
                  <a:pt x="466650" y="149796"/>
                </a:cubicBezTo>
                <a:lnTo>
                  <a:pt x="477723" y="149796"/>
                </a:lnTo>
                <a:lnTo>
                  <a:pt x="477723" y="157735"/>
                </a:lnTo>
                <a:lnTo>
                  <a:pt x="422150" y="157735"/>
                </a:lnTo>
                <a:lnTo>
                  <a:pt x="422150" y="149796"/>
                </a:lnTo>
                <a:lnTo>
                  <a:pt x="432492" y="149796"/>
                </a:lnTo>
                <a:cubicBezTo>
                  <a:pt x="435556" y="149796"/>
                  <a:pt x="437802" y="149051"/>
                  <a:pt x="439229" y="147560"/>
                </a:cubicBezTo>
                <a:cubicBezTo>
                  <a:pt x="440657" y="146067"/>
                  <a:pt x="441371" y="143899"/>
                  <a:pt x="441371" y="141054"/>
                </a:cubicBezTo>
                <a:lnTo>
                  <a:pt x="441371" y="79658"/>
                </a:lnTo>
                <a:cubicBezTo>
                  <a:pt x="441371" y="75773"/>
                  <a:pt x="440256" y="72843"/>
                  <a:pt x="438028" y="70867"/>
                </a:cubicBezTo>
                <a:cubicBezTo>
                  <a:pt x="435800" y="68888"/>
                  <a:pt x="432492" y="67899"/>
                  <a:pt x="428104" y="67899"/>
                </a:cubicBezTo>
                <a:lnTo>
                  <a:pt x="420061" y="67899"/>
                </a:lnTo>
                <a:lnTo>
                  <a:pt x="420061" y="59960"/>
                </a:lnTo>
                <a:close/>
                <a:moveTo>
                  <a:pt x="489331" y="59751"/>
                </a:moveTo>
                <a:lnTo>
                  <a:pt x="521818" y="57871"/>
                </a:lnTo>
                <a:cubicBezTo>
                  <a:pt x="523141" y="63995"/>
                  <a:pt x="524116" y="71164"/>
                  <a:pt x="524743" y="79377"/>
                </a:cubicBezTo>
                <a:cubicBezTo>
                  <a:pt x="529130" y="72278"/>
                  <a:pt x="534301" y="66954"/>
                  <a:pt x="540255" y="63404"/>
                </a:cubicBezTo>
                <a:cubicBezTo>
                  <a:pt x="546209" y="59855"/>
                  <a:pt x="552947" y="58080"/>
                  <a:pt x="560468" y="58080"/>
                </a:cubicBezTo>
                <a:cubicBezTo>
                  <a:pt x="566945" y="58080"/>
                  <a:pt x="572377" y="59350"/>
                  <a:pt x="576764" y="61890"/>
                </a:cubicBezTo>
                <a:cubicBezTo>
                  <a:pt x="581151" y="64427"/>
                  <a:pt x="584668" y="68444"/>
                  <a:pt x="587315" y="73942"/>
                </a:cubicBezTo>
                <a:cubicBezTo>
                  <a:pt x="589961" y="79437"/>
                  <a:pt x="591284" y="85592"/>
                  <a:pt x="591284" y="92408"/>
                </a:cubicBezTo>
                <a:lnTo>
                  <a:pt x="591284" y="139987"/>
                </a:lnTo>
                <a:cubicBezTo>
                  <a:pt x="591284" y="143536"/>
                  <a:pt x="592085" y="146059"/>
                  <a:pt x="593687" y="147554"/>
                </a:cubicBezTo>
                <a:cubicBezTo>
                  <a:pt x="595288" y="149049"/>
                  <a:pt x="597970" y="149796"/>
                  <a:pt x="601730" y="149796"/>
                </a:cubicBezTo>
                <a:lnTo>
                  <a:pt x="608625" y="149796"/>
                </a:lnTo>
                <a:lnTo>
                  <a:pt x="608625" y="157735"/>
                </a:lnTo>
                <a:lnTo>
                  <a:pt x="557021" y="157735"/>
                </a:lnTo>
                <a:lnTo>
                  <a:pt x="557021" y="149796"/>
                </a:lnTo>
                <a:lnTo>
                  <a:pt x="561931" y="149796"/>
                </a:lnTo>
                <a:cubicBezTo>
                  <a:pt x="566527" y="149796"/>
                  <a:pt x="569730" y="149066"/>
                  <a:pt x="571541" y="147606"/>
                </a:cubicBezTo>
                <a:cubicBezTo>
                  <a:pt x="573352" y="146146"/>
                  <a:pt x="574257" y="143954"/>
                  <a:pt x="574257" y="141031"/>
                </a:cubicBezTo>
                <a:lnTo>
                  <a:pt x="574257" y="99198"/>
                </a:lnTo>
                <a:cubicBezTo>
                  <a:pt x="574257" y="90088"/>
                  <a:pt x="572864" y="83342"/>
                  <a:pt x="570079" y="78959"/>
                </a:cubicBezTo>
                <a:cubicBezTo>
                  <a:pt x="566179" y="72700"/>
                  <a:pt x="560259" y="69571"/>
                  <a:pt x="552320" y="69571"/>
                </a:cubicBezTo>
                <a:cubicBezTo>
                  <a:pt x="544451" y="69571"/>
                  <a:pt x="537887" y="72735"/>
                  <a:pt x="532630" y="79064"/>
                </a:cubicBezTo>
                <a:cubicBezTo>
                  <a:pt x="527372" y="85392"/>
                  <a:pt x="524743" y="93634"/>
                  <a:pt x="524743" y="103788"/>
                </a:cubicBezTo>
                <a:lnTo>
                  <a:pt x="524743" y="139990"/>
                </a:lnTo>
                <a:cubicBezTo>
                  <a:pt x="524743" y="143537"/>
                  <a:pt x="525561" y="146059"/>
                  <a:pt x="527198" y="147554"/>
                </a:cubicBezTo>
                <a:cubicBezTo>
                  <a:pt x="528834" y="149049"/>
                  <a:pt x="531533" y="149796"/>
                  <a:pt x="535293" y="149796"/>
                </a:cubicBezTo>
                <a:lnTo>
                  <a:pt x="542083" y="149796"/>
                </a:lnTo>
                <a:lnTo>
                  <a:pt x="542083" y="157735"/>
                </a:lnTo>
                <a:lnTo>
                  <a:pt x="490271" y="157735"/>
                </a:lnTo>
                <a:lnTo>
                  <a:pt x="490271" y="149796"/>
                </a:lnTo>
                <a:lnTo>
                  <a:pt x="497061" y="149796"/>
                </a:lnTo>
                <a:cubicBezTo>
                  <a:pt x="500473" y="149796"/>
                  <a:pt x="503067" y="149101"/>
                  <a:pt x="504843" y="147710"/>
                </a:cubicBezTo>
                <a:cubicBezTo>
                  <a:pt x="506619" y="146320"/>
                  <a:pt x="507507" y="144581"/>
                  <a:pt x="507507" y="142494"/>
                </a:cubicBezTo>
                <a:lnTo>
                  <a:pt x="507507" y="79374"/>
                </a:lnTo>
                <a:cubicBezTo>
                  <a:pt x="507507" y="75202"/>
                  <a:pt x="506375" y="72037"/>
                  <a:pt x="504112" y="69881"/>
                </a:cubicBezTo>
                <a:cubicBezTo>
                  <a:pt x="501849" y="67724"/>
                  <a:pt x="498593" y="66646"/>
                  <a:pt x="494345" y="66646"/>
                </a:cubicBezTo>
                <a:lnTo>
                  <a:pt x="489331" y="66646"/>
                </a:lnTo>
                <a:lnTo>
                  <a:pt x="489331" y="59751"/>
                </a:lnTo>
                <a:close/>
                <a:moveTo>
                  <a:pt x="695048" y="65288"/>
                </a:moveTo>
                <a:cubicBezTo>
                  <a:pt x="702012" y="58254"/>
                  <a:pt x="708418" y="54737"/>
                  <a:pt x="714268" y="54737"/>
                </a:cubicBezTo>
                <a:cubicBezTo>
                  <a:pt x="717750" y="54737"/>
                  <a:pt x="720640" y="55852"/>
                  <a:pt x="722939" y="58080"/>
                </a:cubicBezTo>
                <a:cubicBezTo>
                  <a:pt x="725237" y="60309"/>
                  <a:pt x="726386" y="63025"/>
                  <a:pt x="726386" y="66228"/>
                </a:cubicBezTo>
                <a:cubicBezTo>
                  <a:pt x="726386" y="68805"/>
                  <a:pt x="725602" y="70946"/>
                  <a:pt x="724035" y="72652"/>
                </a:cubicBezTo>
                <a:cubicBezTo>
                  <a:pt x="722468" y="74358"/>
                  <a:pt x="720640" y="75212"/>
                  <a:pt x="718551" y="75212"/>
                </a:cubicBezTo>
                <a:cubicBezTo>
                  <a:pt x="714582" y="75212"/>
                  <a:pt x="711901" y="72774"/>
                  <a:pt x="710508" y="67899"/>
                </a:cubicBezTo>
                <a:cubicBezTo>
                  <a:pt x="709951" y="65810"/>
                  <a:pt x="709010" y="64766"/>
                  <a:pt x="707687" y="64766"/>
                </a:cubicBezTo>
                <a:cubicBezTo>
                  <a:pt x="705320" y="64766"/>
                  <a:pt x="702743" y="66332"/>
                  <a:pt x="699957" y="69466"/>
                </a:cubicBezTo>
                <a:cubicBezTo>
                  <a:pt x="702952" y="73584"/>
                  <a:pt x="705006" y="77160"/>
                  <a:pt x="706120" y="80196"/>
                </a:cubicBezTo>
                <a:cubicBezTo>
                  <a:pt x="707235" y="83230"/>
                  <a:pt x="707792" y="86491"/>
                  <a:pt x="707792" y="89980"/>
                </a:cubicBezTo>
                <a:cubicBezTo>
                  <a:pt x="707792" y="96049"/>
                  <a:pt x="706329" y="101405"/>
                  <a:pt x="703404" y="106047"/>
                </a:cubicBezTo>
                <a:cubicBezTo>
                  <a:pt x="700479" y="110687"/>
                  <a:pt x="695622" y="114786"/>
                  <a:pt x="688832" y="118344"/>
                </a:cubicBezTo>
                <a:cubicBezTo>
                  <a:pt x="682042" y="121902"/>
                  <a:pt x="675548" y="123681"/>
                  <a:pt x="669350" y="123681"/>
                </a:cubicBezTo>
                <a:lnTo>
                  <a:pt x="657964" y="123681"/>
                </a:lnTo>
                <a:cubicBezTo>
                  <a:pt x="649886" y="123681"/>
                  <a:pt x="644523" y="124535"/>
                  <a:pt x="641877" y="126244"/>
                </a:cubicBezTo>
                <a:cubicBezTo>
                  <a:pt x="639231" y="128024"/>
                  <a:pt x="637908" y="130624"/>
                  <a:pt x="637908" y="134042"/>
                </a:cubicBezTo>
                <a:cubicBezTo>
                  <a:pt x="637908" y="136819"/>
                  <a:pt x="638987" y="138955"/>
                  <a:pt x="641146" y="140450"/>
                </a:cubicBezTo>
                <a:cubicBezTo>
                  <a:pt x="643305" y="141946"/>
                  <a:pt x="647379" y="142693"/>
                  <a:pt x="653368" y="142693"/>
                </a:cubicBezTo>
                <a:lnTo>
                  <a:pt x="679170" y="141857"/>
                </a:lnTo>
                <a:cubicBezTo>
                  <a:pt x="692192" y="141857"/>
                  <a:pt x="701576" y="144034"/>
                  <a:pt x="707322" y="148386"/>
                </a:cubicBezTo>
                <a:cubicBezTo>
                  <a:pt x="713067" y="152739"/>
                  <a:pt x="715940" y="158710"/>
                  <a:pt x="715940" y="166301"/>
                </a:cubicBezTo>
                <a:cubicBezTo>
                  <a:pt x="715940" y="174658"/>
                  <a:pt x="712667" y="181692"/>
                  <a:pt x="706120" y="187402"/>
                </a:cubicBezTo>
                <a:cubicBezTo>
                  <a:pt x="696997" y="195480"/>
                  <a:pt x="683383" y="199520"/>
                  <a:pt x="665276" y="199520"/>
                </a:cubicBezTo>
                <a:cubicBezTo>
                  <a:pt x="650304" y="199520"/>
                  <a:pt x="639196" y="196789"/>
                  <a:pt x="631953" y="191329"/>
                </a:cubicBezTo>
                <a:cubicBezTo>
                  <a:pt x="626243" y="187044"/>
                  <a:pt x="623388" y="182240"/>
                  <a:pt x="623388" y="176917"/>
                </a:cubicBezTo>
                <a:cubicBezTo>
                  <a:pt x="623388" y="172841"/>
                  <a:pt x="625216" y="169109"/>
                  <a:pt x="628872" y="165720"/>
                </a:cubicBezTo>
                <a:cubicBezTo>
                  <a:pt x="632528" y="162334"/>
                  <a:pt x="638674" y="159812"/>
                  <a:pt x="647309" y="158153"/>
                </a:cubicBezTo>
                <a:cubicBezTo>
                  <a:pt x="640415" y="156460"/>
                  <a:pt x="635227" y="153974"/>
                  <a:pt x="631744" y="150694"/>
                </a:cubicBezTo>
                <a:cubicBezTo>
                  <a:pt x="628262" y="147414"/>
                  <a:pt x="626521" y="143340"/>
                  <a:pt x="626521" y="138472"/>
                </a:cubicBezTo>
                <a:cubicBezTo>
                  <a:pt x="626521" y="133959"/>
                  <a:pt x="627932" y="130027"/>
                  <a:pt x="630752" y="126678"/>
                </a:cubicBezTo>
                <a:cubicBezTo>
                  <a:pt x="633573" y="123327"/>
                  <a:pt x="638465" y="120452"/>
                  <a:pt x="645429" y="118053"/>
                </a:cubicBezTo>
                <a:cubicBezTo>
                  <a:pt x="639509" y="114780"/>
                  <a:pt x="635052" y="110828"/>
                  <a:pt x="632058" y="106197"/>
                </a:cubicBezTo>
                <a:cubicBezTo>
                  <a:pt x="629063" y="101564"/>
                  <a:pt x="627566" y="96252"/>
                  <a:pt x="627566" y="90260"/>
                </a:cubicBezTo>
                <a:cubicBezTo>
                  <a:pt x="627566" y="80787"/>
                  <a:pt x="631292" y="72847"/>
                  <a:pt x="638743" y="66440"/>
                </a:cubicBezTo>
                <a:cubicBezTo>
                  <a:pt x="646195" y="60031"/>
                  <a:pt x="655875" y="56827"/>
                  <a:pt x="667783" y="56827"/>
                </a:cubicBezTo>
                <a:cubicBezTo>
                  <a:pt x="672658" y="56827"/>
                  <a:pt x="677359" y="57523"/>
                  <a:pt x="681886" y="58916"/>
                </a:cubicBezTo>
                <a:cubicBezTo>
                  <a:pt x="686412" y="60309"/>
                  <a:pt x="690799" y="62433"/>
                  <a:pt x="695048" y="65288"/>
                </a:cubicBezTo>
                <a:moveTo>
                  <a:pt x="667574" y="63512"/>
                </a:moveTo>
                <a:cubicBezTo>
                  <a:pt x="661376" y="63512"/>
                  <a:pt x="656258" y="65793"/>
                  <a:pt x="652219" y="70354"/>
                </a:cubicBezTo>
                <a:cubicBezTo>
                  <a:pt x="648180" y="74916"/>
                  <a:pt x="646160" y="81305"/>
                  <a:pt x="646160" y="89523"/>
                </a:cubicBezTo>
                <a:cubicBezTo>
                  <a:pt x="646160" y="98297"/>
                  <a:pt x="648180" y="105105"/>
                  <a:pt x="652219" y="109945"/>
                </a:cubicBezTo>
                <a:cubicBezTo>
                  <a:pt x="656258" y="114785"/>
                  <a:pt x="661411" y="117205"/>
                  <a:pt x="667679" y="117205"/>
                </a:cubicBezTo>
                <a:cubicBezTo>
                  <a:pt x="673947" y="117205"/>
                  <a:pt x="679083" y="114854"/>
                  <a:pt x="683087" y="110154"/>
                </a:cubicBezTo>
                <a:cubicBezTo>
                  <a:pt x="687091" y="105453"/>
                  <a:pt x="689093" y="98715"/>
                  <a:pt x="689093" y="89940"/>
                </a:cubicBezTo>
                <a:cubicBezTo>
                  <a:pt x="689093" y="81793"/>
                  <a:pt x="687056" y="75351"/>
                  <a:pt x="682982" y="70615"/>
                </a:cubicBezTo>
                <a:cubicBezTo>
                  <a:pt x="678908" y="65880"/>
                  <a:pt x="673772" y="63512"/>
                  <a:pt x="667574" y="63512"/>
                </a:cubicBezTo>
                <a:moveTo>
                  <a:pt x="673738" y="157944"/>
                </a:moveTo>
                <a:cubicBezTo>
                  <a:pt x="660924" y="157944"/>
                  <a:pt x="651783" y="159715"/>
                  <a:pt x="646317" y="163255"/>
                </a:cubicBezTo>
                <a:cubicBezTo>
                  <a:pt x="640850" y="166796"/>
                  <a:pt x="638117" y="171066"/>
                  <a:pt x="638117" y="176065"/>
                </a:cubicBezTo>
                <a:cubicBezTo>
                  <a:pt x="638117" y="180787"/>
                  <a:pt x="640171" y="184502"/>
                  <a:pt x="644280" y="187210"/>
                </a:cubicBezTo>
                <a:cubicBezTo>
                  <a:pt x="649712" y="190820"/>
                  <a:pt x="657442" y="192625"/>
                  <a:pt x="667470" y="192625"/>
                </a:cubicBezTo>
                <a:cubicBezTo>
                  <a:pt x="679448" y="192625"/>
                  <a:pt x="688467" y="190646"/>
                  <a:pt x="694525" y="186687"/>
                </a:cubicBezTo>
                <a:cubicBezTo>
                  <a:pt x="700584" y="182731"/>
                  <a:pt x="703613" y="178323"/>
                  <a:pt x="703613" y="173463"/>
                </a:cubicBezTo>
                <a:cubicBezTo>
                  <a:pt x="703613" y="170617"/>
                  <a:pt x="702673" y="167961"/>
                  <a:pt x="700793" y="165495"/>
                </a:cubicBezTo>
                <a:cubicBezTo>
                  <a:pt x="698913" y="163029"/>
                  <a:pt x="695918" y="161154"/>
                  <a:pt x="691809" y="159870"/>
                </a:cubicBezTo>
                <a:cubicBezTo>
                  <a:pt x="687701" y="158586"/>
                  <a:pt x="681677" y="157944"/>
                  <a:pt x="673738" y="157944"/>
                </a:cubicBezTo>
                <a:close/>
                <a:moveTo>
                  <a:pt x="823412" y="1462"/>
                </a:moveTo>
                <a:lnTo>
                  <a:pt x="823412" y="74252"/>
                </a:lnTo>
                <a:cubicBezTo>
                  <a:pt x="827521" y="68409"/>
                  <a:pt x="832082" y="64044"/>
                  <a:pt x="837096" y="61158"/>
                </a:cubicBezTo>
                <a:cubicBezTo>
                  <a:pt x="842110" y="58270"/>
                  <a:pt x="847577" y="56827"/>
                  <a:pt x="853496" y="56827"/>
                </a:cubicBezTo>
                <a:cubicBezTo>
                  <a:pt x="864987" y="56827"/>
                  <a:pt x="874702" y="61323"/>
                  <a:pt x="882641" y="70315"/>
                </a:cubicBezTo>
                <a:cubicBezTo>
                  <a:pt x="890580" y="79307"/>
                  <a:pt x="894549" y="91158"/>
                  <a:pt x="894549" y="105867"/>
                </a:cubicBezTo>
                <a:cubicBezTo>
                  <a:pt x="894549" y="121833"/>
                  <a:pt x="890284" y="134713"/>
                  <a:pt x="881753" y="144508"/>
                </a:cubicBezTo>
                <a:cubicBezTo>
                  <a:pt x="873222" y="154301"/>
                  <a:pt x="862654" y="159198"/>
                  <a:pt x="850049" y="159198"/>
                </a:cubicBezTo>
                <a:cubicBezTo>
                  <a:pt x="844060" y="159198"/>
                  <a:pt x="838628" y="158008"/>
                  <a:pt x="833753" y="155630"/>
                </a:cubicBezTo>
                <a:cubicBezTo>
                  <a:pt x="828879" y="153249"/>
                  <a:pt x="823865" y="149223"/>
                  <a:pt x="818711" y="143552"/>
                </a:cubicBezTo>
                <a:cubicBezTo>
                  <a:pt x="814742" y="149922"/>
                  <a:pt x="810911" y="155137"/>
                  <a:pt x="807220" y="159198"/>
                </a:cubicBezTo>
                <a:lnTo>
                  <a:pt x="803042" y="157735"/>
                </a:lnTo>
                <a:cubicBezTo>
                  <a:pt x="804992" y="149738"/>
                  <a:pt x="805967" y="141393"/>
                  <a:pt x="805967" y="132701"/>
                </a:cubicBezTo>
                <a:lnTo>
                  <a:pt x="805967" y="22234"/>
                </a:lnTo>
                <a:cubicBezTo>
                  <a:pt x="805967" y="18826"/>
                  <a:pt x="804766" y="16149"/>
                  <a:pt x="802363" y="14203"/>
                </a:cubicBezTo>
                <a:cubicBezTo>
                  <a:pt x="799960" y="12256"/>
                  <a:pt x="796566" y="11282"/>
                  <a:pt x="792178" y="11282"/>
                </a:cubicBezTo>
                <a:lnTo>
                  <a:pt x="787791" y="11282"/>
                </a:lnTo>
                <a:lnTo>
                  <a:pt x="787791" y="3343"/>
                </a:lnTo>
                <a:lnTo>
                  <a:pt x="823412" y="1462"/>
                </a:lnTo>
                <a:moveTo>
                  <a:pt x="849736" y="66228"/>
                </a:moveTo>
                <a:cubicBezTo>
                  <a:pt x="841867" y="66228"/>
                  <a:pt x="835460" y="69650"/>
                  <a:pt x="830515" y="76494"/>
                </a:cubicBezTo>
                <a:cubicBezTo>
                  <a:pt x="825571" y="83337"/>
                  <a:pt x="823098" y="94642"/>
                  <a:pt x="823098" y="110411"/>
                </a:cubicBezTo>
                <a:cubicBezTo>
                  <a:pt x="823098" y="125417"/>
                  <a:pt x="825536" y="136150"/>
                  <a:pt x="830411" y="142611"/>
                </a:cubicBezTo>
                <a:cubicBezTo>
                  <a:pt x="835286" y="149073"/>
                  <a:pt x="841658" y="152303"/>
                  <a:pt x="849527" y="152303"/>
                </a:cubicBezTo>
                <a:cubicBezTo>
                  <a:pt x="856630" y="152303"/>
                  <a:pt x="862341" y="149108"/>
                  <a:pt x="866659" y="142716"/>
                </a:cubicBezTo>
                <a:cubicBezTo>
                  <a:pt x="872090" y="134657"/>
                  <a:pt x="874806" y="123160"/>
                  <a:pt x="874806" y="108224"/>
                </a:cubicBezTo>
                <a:cubicBezTo>
                  <a:pt x="874806" y="93495"/>
                  <a:pt x="872421" y="82814"/>
                  <a:pt x="867651" y="76181"/>
                </a:cubicBezTo>
                <a:cubicBezTo>
                  <a:pt x="862881" y="69546"/>
                  <a:pt x="856909" y="66228"/>
                  <a:pt x="849736" y="66228"/>
                </a:cubicBezTo>
                <a:close/>
                <a:moveTo>
                  <a:pt x="909873" y="59751"/>
                </a:moveTo>
                <a:lnTo>
                  <a:pt x="956776" y="59751"/>
                </a:lnTo>
                <a:lnTo>
                  <a:pt x="956776" y="66855"/>
                </a:lnTo>
                <a:lnTo>
                  <a:pt x="952388" y="66855"/>
                </a:lnTo>
                <a:cubicBezTo>
                  <a:pt x="948279" y="66855"/>
                  <a:pt x="945476" y="67398"/>
                  <a:pt x="943979" y="68484"/>
                </a:cubicBezTo>
                <a:cubicBezTo>
                  <a:pt x="942482" y="69567"/>
                  <a:pt x="941733" y="71125"/>
                  <a:pt x="941733" y="73155"/>
                </a:cubicBezTo>
                <a:cubicBezTo>
                  <a:pt x="941733" y="74065"/>
                  <a:pt x="941942" y="74974"/>
                  <a:pt x="942360" y="75884"/>
                </a:cubicBezTo>
                <a:lnTo>
                  <a:pt x="969624" y="134761"/>
                </a:lnTo>
                <a:lnTo>
                  <a:pt x="989889" y="85938"/>
                </a:lnTo>
                <a:cubicBezTo>
                  <a:pt x="991352" y="82443"/>
                  <a:pt x="992083" y="79018"/>
                  <a:pt x="992083" y="75662"/>
                </a:cubicBezTo>
                <a:cubicBezTo>
                  <a:pt x="992083" y="73077"/>
                  <a:pt x="991073" y="71068"/>
                  <a:pt x="989054" y="69636"/>
                </a:cubicBezTo>
                <a:cubicBezTo>
                  <a:pt x="987034" y="68202"/>
                  <a:pt x="982995" y="67275"/>
                  <a:pt x="976936" y="66855"/>
                </a:cubicBezTo>
                <a:lnTo>
                  <a:pt x="976936" y="59751"/>
                </a:lnTo>
                <a:lnTo>
                  <a:pt x="1017676" y="59751"/>
                </a:lnTo>
                <a:lnTo>
                  <a:pt x="1017676" y="66855"/>
                </a:lnTo>
                <a:cubicBezTo>
                  <a:pt x="1009807" y="67625"/>
                  <a:pt x="1004514" y="71158"/>
                  <a:pt x="1001798" y="77454"/>
                </a:cubicBezTo>
                <a:lnTo>
                  <a:pt x="965655" y="161773"/>
                </a:lnTo>
                <a:cubicBezTo>
                  <a:pt x="959457" y="176074"/>
                  <a:pt x="953259" y="185922"/>
                  <a:pt x="947061" y="191319"/>
                </a:cubicBezTo>
                <a:cubicBezTo>
                  <a:pt x="940793" y="196786"/>
                  <a:pt x="934073" y="199520"/>
                  <a:pt x="926900" y="199520"/>
                </a:cubicBezTo>
                <a:cubicBezTo>
                  <a:pt x="921677" y="199520"/>
                  <a:pt x="917481" y="198085"/>
                  <a:pt x="914312" y="195217"/>
                </a:cubicBezTo>
                <a:cubicBezTo>
                  <a:pt x="911144" y="192351"/>
                  <a:pt x="909559" y="188820"/>
                  <a:pt x="909559" y="184624"/>
                </a:cubicBezTo>
                <a:cubicBezTo>
                  <a:pt x="909559" y="181479"/>
                  <a:pt x="910534" y="178893"/>
                  <a:pt x="912484" y="176865"/>
                </a:cubicBezTo>
                <a:cubicBezTo>
                  <a:pt x="914434" y="174836"/>
                  <a:pt x="916872" y="173822"/>
                  <a:pt x="919796" y="173822"/>
                </a:cubicBezTo>
                <a:cubicBezTo>
                  <a:pt x="922443" y="173822"/>
                  <a:pt x="924671" y="174698"/>
                  <a:pt x="926482" y="176450"/>
                </a:cubicBezTo>
                <a:cubicBezTo>
                  <a:pt x="928293" y="178202"/>
                  <a:pt x="929198" y="180304"/>
                  <a:pt x="929198" y="182757"/>
                </a:cubicBezTo>
                <a:cubicBezTo>
                  <a:pt x="929198" y="183527"/>
                  <a:pt x="929059" y="184578"/>
                  <a:pt x="928780" y="185910"/>
                </a:cubicBezTo>
                <a:cubicBezTo>
                  <a:pt x="928502" y="186961"/>
                  <a:pt x="928362" y="187732"/>
                  <a:pt x="928362" y="188222"/>
                </a:cubicBezTo>
                <a:cubicBezTo>
                  <a:pt x="928362" y="189904"/>
                  <a:pt x="929442" y="190745"/>
                  <a:pt x="931601" y="190745"/>
                </a:cubicBezTo>
                <a:cubicBezTo>
                  <a:pt x="933899" y="190745"/>
                  <a:pt x="936493" y="189909"/>
                  <a:pt x="939383" y="188238"/>
                </a:cubicBezTo>
                <a:cubicBezTo>
                  <a:pt x="942273" y="186566"/>
                  <a:pt x="944971" y="183885"/>
                  <a:pt x="947479" y="180194"/>
                </a:cubicBezTo>
                <a:cubicBezTo>
                  <a:pt x="949986" y="176503"/>
                  <a:pt x="954373" y="168328"/>
                  <a:pt x="960641" y="155669"/>
                </a:cubicBezTo>
                <a:lnTo>
                  <a:pt x="923557" y="75884"/>
                </a:lnTo>
                <a:cubicBezTo>
                  <a:pt x="922234" y="73083"/>
                  <a:pt x="920580" y="71000"/>
                  <a:pt x="918595" y="69636"/>
                </a:cubicBezTo>
                <a:cubicBezTo>
                  <a:pt x="916610" y="68271"/>
                  <a:pt x="913703" y="67344"/>
                  <a:pt x="909873" y="66855"/>
                </a:cubicBezTo>
                <a:lnTo>
                  <a:pt x="909873" y="59751"/>
                </a:lnTo>
                <a:close/>
                <a:moveTo>
                  <a:pt x="1161322" y="0"/>
                </a:moveTo>
                <a:cubicBezTo>
                  <a:pt x="1174344" y="0"/>
                  <a:pt x="1186549" y="3432"/>
                  <a:pt x="1197935" y="10296"/>
                </a:cubicBezTo>
                <a:cubicBezTo>
                  <a:pt x="1209321" y="17160"/>
                  <a:pt x="1218235" y="26742"/>
                  <a:pt x="1224677" y="39042"/>
                </a:cubicBezTo>
                <a:cubicBezTo>
                  <a:pt x="1231119" y="51340"/>
                  <a:pt x="1234340" y="65190"/>
                  <a:pt x="1234340" y="80591"/>
                </a:cubicBezTo>
                <a:cubicBezTo>
                  <a:pt x="1234340" y="95993"/>
                  <a:pt x="1231101" y="109896"/>
                  <a:pt x="1224625" y="122300"/>
                </a:cubicBezTo>
                <a:cubicBezTo>
                  <a:pt x="1218148" y="134703"/>
                  <a:pt x="1209252" y="144371"/>
                  <a:pt x="1197935" y="151305"/>
                </a:cubicBezTo>
                <a:cubicBezTo>
                  <a:pt x="1186619" y="158238"/>
                  <a:pt x="1174623" y="161705"/>
                  <a:pt x="1161949" y="161705"/>
                </a:cubicBezTo>
                <a:cubicBezTo>
                  <a:pt x="1149553" y="161705"/>
                  <a:pt x="1137923" y="158308"/>
                  <a:pt x="1127059" y="151513"/>
                </a:cubicBezTo>
                <a:cubicBezTo>
                  <a:pt x="1116195" y="144719"/>
                  <a:pt x="1107472" y="134998"/>
                  <a:pt x="1100891" y="122349"/>
                </a:cubicBezTo>
                <a:cubicBezTo>
                  <a:pt x="1094310" y="109701"/>
                  <a:pt x="1091020" y="95677"/>
                  <a:pt x="1091020" y="80278"/>
                </a:cubicBezTo>
                <a:cubicBezTo>
                  <a:pt x="1091020" y="65085"/>
                  <a:pt x="1094206" y="51375"/>
                  <a:pt x="1100578" y="39147"/>
                </a:cubicBezTo>
                <a:cubicBezTo>
                  <a:pt x="1106950" y="26916"/>
                  <a:pt x="1115672" y="17334"/>
                  <a:pt x="1126745" y="10400"/>
                </a:cubicBezTo>
                <a:cubicBezTo>
                  <a:pt x="1137818" y="3467"/>
                  <a:pt x="1149344" y="0"/>
                  <a:pt x="1161322" y="0"/>
                </a:cubicBezTo>
                <a:moveTo>
                  <a:pt x="1162993" y="8148"/>
                </a:moveTo>
                <a:cubicBezTo>
                  <a:pt x="1149413" y="8148"/>
                  <a:pt x="1138410" y="13793"/>
                  <a:pt x="1129984" y="25084"/>
                </a:cubicBezTo>
                <a:cubicBezTo>
                  <a:pt x="1121557" y="36372"/>
                  <a:pt x="1117344" y="54770"/>
                  <a:pt x="1117344" y="80278"/>
                </a:cubicBezTo>
                <a:cubicBezTo>
                  <a:pt x="1117344" y="107945"/>
                  <a:pt x="1121662" y="127075"/>
                  <a:pt x="1130297" y="137669"/>
                </a:cubicBezTo>
                <a:cubicBezTo>
                  <a:pt x="1138932" y="148261"/>
                  <a:pt x="1149622" y="153557"/>
                  <a:pt x="1162366" y="153557"/>
                </a:cubicBezTo>
                <a:cubicBezTo>
                  <a:pt x="1171280" y="153557"/>
                  <a:pt x="1179115" y="151153"/>
                  <a:pt x="1185870" y="146346"/>
                </a:cubicBezTo>
                <a:cubicBezTo>
                  <a:pt x="1192625" y="141536"/>
                  <a:pt x="1198005" y="133905"/>
                  <a:pt x="1202009" y="123453"/>
                </a:cubicBezTo>
                <a:cubicBezTo>
                  <a:pt x="1206013" y="112998"/>
                  <a:pt x="1208016" y="99268"/>
                  <a:pt x="1208016" y="82263"/>
                </a:cubicBezTo>
                <a:cubicBezTo>
                  <a:pt x="1208016" y="63725"/>
                  <a:pt x="1206135" y="49248"/>
                  <a:pt x="1202375" y="38830"/>
                </a:cubicBezTo>
                <a:cubicBezTo>
                  <a:pt x="1198614" y="28410"/>
                  <a:pt x="1193252" y="20692"/>
                  <a:pt x="1186288" y="15676"/>
                </a:cubicBezTo>
                <a:cubicBezTo>
                  <a:pt x="1179324" y="10657"/>
                  <a:pt x="1171559" y="8148"/>
                  <a:pt x="1162993" y="8148"/>
                </a:cubicBezTo>
                <a:close/>
                <a:moveTo>
                  <a:pt x="1253178" y="3134"/>
                </a:moveTo>
                <a:lnTo>
                  <a:pt x="1332986" y="3134"/>
                </a:lnTo>
                <a:cubicBezTo>
                  <a:pt x="1344825" y="3134"/>
                  <a:pt x="1354888" y="5224"/>
                  <a:pt x="1363175" y="9405"/>
                </a:cubicBezTo>
                <a:cubicBezTo>
                  <a:pt x="1373482" y="14702"/>
                  <a:pt x="1382239" y="23518"/>
                  <a:pt x="1389447" y="35853"/>
                </a:cubicBezTo>
                <a:cubicBezTo>
                  <a:pt x="1396655" y="48188"/>
                  <a:pt x="1400259" y="62787"/>
                  <a:pt x="1400259" y="79651"/>
                </a:cubicBezTo>
                <a:cubicBezTo>
                  <a:pt x="1400259" y="93588"/>
                  <a:pt x="1398100" y="106132"/>
                  <a:pt x="1393782" y="117283"/>
                </a:cubicBezTo>
                <a:cubicBezTo>
                  <a:pt x="1390509" y="125853"/>
                  <a:pt x="1385478" y="133344"/>
                  <a:pt x="1378688" y="139755"/>
                </a:cubicBezTo>
                <a:cubicBezTo>
                  <a:pt x="1371898" y="146166"/>
                  <a:pt x="1363628" y="150975"/>
                  <a:pt x="1353878" y="154180"/>
                </a:cubicBezTo>
                <a:cubicBezTo>
                  <a:pt x="1346566" y="156550"/>
                  <a:pt x="1336816" y="157735"/>
                  <a:pt x="1324629" y="157735"/>
                </a:cubicBezTo>
                <a:lnTo>
                  <a:pt x="1253178" y="157735"/>
                </a:lnTo>
                <a:lnTo>
                  <a:pt x="1253178" y="149796"/>
                </a:lnTo>
                <a:lnTo>
                  <a:pt x="1267803" y="149796"/>
                </a:lnTo>
                <a:cubicBezTo>
                  <a:pt x="1271494" y="149796"/>
                  <a:pt x="1274053" y="149206"/>
                  <a:pt x="1275481" y="148024"/>
                </a:cubicBezTo>
                <a:cubicBezTo>
                  <a:pt x="1276908" y="146840"/>
                  <a:pt x="1277622" y="144996"/>
                  <a:pt x="1277622" y="142491"/>
                </a:cubicBezTo>
                <a:lnTo>
                  <a:pt x="1277622" y="18170"/>
                </a:lnTo>
                <a:cubicBezTo>
                  <a:pt x="1277622" y="16013"/>
                  <a:pt x="1276856" y="14292"/>
                  <a:pt x="1275324" y="13005"/>
                </a:cubicBezTo>
                <a:cubicBezTo>
                  <a:pt x="1273792" y="11717"/>
                  <a:pt x="1271668" y="11073"/>
                  <a:pt x="1268952" y="11073"/>
                </a:cubicBezTo>
                <a:lnTo>
                  <a:pt x="1253178" y="11073"/>
                </a:lnTo>
                <a:lnTo>
                  <a:pt x="1253178" y="3134"/>
                </a:lnTo>
                <a:moveTo>
                  <a:pt x="1309169" y="11073"/>
                </a:moveTo>
                <a:cubicBezTo>
                  <a:pt x="1306035" y="11073"/>
                  <a:pt x="1303720" y="11734"/>
                  <a:pt x="1302223" y="13058"/>
                </a:cubicBezTo>
                <a:cubicBezTo>
                  <a:pt x="1300725" y="14379"/>
                  <a:pt x="1299977" y="16361"/>
                  <a:pt x="1299977" y="19005"/>
                </a:cubicBezTo>
                <a:lnTo>
                  <a:pt x="1299977" y="142177"/>
                </a:lnTo>
                <a:cubicBezTo>
                  <a:pt x="1299977" y="144682"/>
                  <a:pt x="1300847" y="146579"/>
                  <a:pt x="1302588" y="147867"/>
                </a:cubicBezTo>
                <a:cubicBezTo>
                  <a:pt x="1304329" y="149153"/>
                  <a:pt x="1307289" y="149796"/>
                  <a:pt x="1311467" y="149796"/>
                </a:cubicBezTo>
                <a:lnTo>
                  <a:pt x="1324629" y="149796"/>
                </a:lnTo>
                <a:cubicBezTo>
                  <a:pt x="1336399" y="149796"/>
                  <a:pt x="1346705" y="146769"/>
                  <a:pt x="1355550" y="140715"/>
                </a:cubicBezTo>
                <a:cubicBezTo>
                  <a:pt x="1361330" y="136678"/>
                  <a:pt x="1365717" y="131007"/>
                  <a:pt x="1368712" y="123701"/>
                </a:cubicBezTo>
                <a:cubicBezTo>
                  <a:pt x="1372820" y="113818"/>
                  <a:pt x="1374875" y="100179"/>
                  <a:pt x="1374875" y="82782"/>
                </a:cubicBezTo>
                <a:cubicBezTo>
                  <a:pt x="1374875" y="57034"/>
                  <a:pt x="1370383" y="38177"/>
                  <a:pt x="1361399" y="26210"/>
                </a:cubicBezTo>
                <a:cubicBezTo>
                  <a:pt x="1353739" y="16118"/>
                  <a:pt x="1342179" y="11073"/>
                  <a:pt x="1326719" y="11073"/>
                </a:cubicBezTo>
                <a:lnTo>
                  <a:pt x="1309169" y="11073"/>
                </a:lnTo>
                <a:close/>
                <a:moveTo>
                  <a:pt x="1426733" y="3134"/>
                </a:moveTo>
                <a:lnTo>
                  <a:pt x="1549161" y="3134"/>
                </a:lnTo>
                <a:lnTo>
                  <a:pt x="1552086" y="55364"/>
                </a:lnTo>
                <a:lnTo>
                  <a:pt x="1545087" y="55364"/>
                </a:lnTo>
                <a:cubicBezTo>
                  <a:pt x="1542301" y="38929"/>
                  <a:pt x="1537897" y="27438"/>
                  <a:pt x="1531873" y="20892"/>
                </a:cubicBezTo>
                <a:cubicBezTo>
                  <a:pt x="1525849" y="14346"/>
                  <a:pt x="1517997" y="11073"/>
                  <a:pt x="1508317" y="11073"/>
                </a:cubicBezTo>
                <a:lnTo>
                  <a:pt x="1478023" y="11073"/>
                </a:lnTo>
                <a:cubicBezTo>
                  <a:pt x="1475586" y="11073"/>
                  <a:pt x="1473740" y="11732"/>
                  <a:pt x="1472487" y="13051"/>
                </a:cubicBezTo>
                <a:cubicBezTo>
                  <a:pt x="1471233" y="14370"/>
                  <a:pt x="1470607" y="16383"/>
                  <a:pt x="1470607" y="19090"/>
                </a:cubicBezTo>
                <a:lnTo>
                  <a:pt x="1470607" y="73958"/>
                </a:lnTo>
                <a:lnTo>
                  <a:pt x="1483873" y="73958"/>
                </a:lnTo>
                <a:cubicBezTo>
                  <a:pt x="1490976" y="73958"/>
                  <a:pt x="1496739" y="71407"/>
                  <a:pt x="1501161" y="66306"/>
                </a:cubicBezTo>
                <a:cubicBezTo>
                  <a:pt x="1505584" y="61205"/>
                  <a:pt x="1507969" y="53379"/>
                  <a:pt x="1508317" y="42829"/>
                </a:cubicBezTo>
                <a:lnTo>
                  <a:pt x="1515525" y="42829"/>
                </a:lnTo>
                <a:lnTo>
                  <a:pt x="1515525" y="114698"/>
                </a:lnTo>
                <a:lnTo>
                  <a:pt x="1508317" y="114698"/>
                </a:lnTo>
                <a:cubicBezTo>
                  <a:pt x="1507969" y="102822"/>
                  <a:pt x="1505549" y="94317"/>
                  <a:pt x="1501057" y="89183"/>
                </a:cubicBezTo>
                <a:cubicBezTo>
                  <a:pt x="1496565" y="84047"/>
                  <a:pt x="1490454" y="81479"/>
                  <a:pt x="1482724" y="81479"/>
                </a:cubicBezTo>
                <a:lnTo>
                  <a:pt x="1470607" y="81479"/>
                </a:lnTo>
                <a:lnTo>
                  <a:pt x="1470607" y="142902"/>
                </a:lnTo>
                <a:cubicBezTo>
                  <a:pt x="1470607" y="145130"/>
                  <a:pt x="1471355" y="146837"/>
                  <a:pt x="1472853" y="148021"/>
                </a:cubicBezTo>
                <a:cubicBezTo>
                  <a:pt x="1474350" y="149204"/>
                  <a:pt x="1476839" y="149796"/>
                  <a:pt x="1480321" y="149796"/>
                </a:cubicBezTo>
                <a:lnTo>
                  <a:pt x="1504243" y="149796"/>
                </a:lnTo>
                <a:cubicBezTo>
                  <a:pt x="1530219" y="149796"/>
                  <a:pt x="1545191" y="133222"/>
                  <a:pt x="1549161" y="100073"/>
                </a:cubicBezTo>
                <a:lnTo>
                  <a:pt x="1556682" y="100073"/>
                </a:lnTo>
                <a:lnTo>
                  <a:pt x="1554071" y="157735"/>
                </a:lnTo>
                <a:lnTo>
                  <a:pt x="1426733" y="157735"/>
                </a:lnTo>
                <a:lnTo>
                  <a:pt x="1426733" y="149796"/>
                </a:lnTo>
                <a:lnTo>
                  <a:pt x="1437284" y="149796"/>
                </a:lnTo>
                <a:cubicBezTo>
                  <a:pt x="1441393" y="149796"/>
                  <a:pt x="1444283" y="149084"/>
                  <a:pt x="1445954" y="147658"/>
                </a:cubicBezTo>
                <a:cubicBezTo>
                  <a:pt x="1447625" y="146231"/>
                  <a:pt x="1448461" y="144160"/>
                  <a:pt x="1448461" y="141446"/>
                </a:cubicBezTo>
                <a:lnTo>
                  <a:pt x="1448461" y="19110"/>
                </a:lnTo>
                <a:cubicBezTo>
                  <a:pt x="1448461" y="16396"/>
                  <a:pt x="1447730" y="14379"/>
                  <a:pt x="1446267" y="13058"/>
                </a:cubicBezTo>
                <a:cubicBezTo>
                  <a:pt x="1444805" y="11734"/>
                  <a:pt x="1442507" y="11073"/>
                  <a:pt x="1439373" y="11073"/>
                </a:cubicBezTo>
                <a:lnTo>
                  <a:pt x="1426733" y="11073"/>
                </a:lnTo>
                <a:lnTo>
                  <a:pt x="1426733" y="3134"/>
                </a:lnTo>
                <a:close/>
                <a:moveTo>
                  <a:pt x="1634610" y="3134"/>
                </a:moveTo>
                <a:lnTo>
                  <a:pt x="1705852" y="3134"/>
                </a:lnTo>
                <a:lnTo>
                  <a:pt x="1705852" y="11073"/>
                </a:lnTo>
                <a:lnTo>
                  <a:pt x="1693630" y="11073"/>
                </a:lnTo>
                <a:cubicBezTo>
                  <a:pt x="1688198" y="11073"/>
                  <a:pt x="1684768" y="11752"/>
                  <a:pt x="1683340" y="13110"/>
                </a:cubicBezTo>
                <a:cubicBezTo>
                  <a:pt x="1681913" y="14466"/>
                  <a:pt x="1681199" y="17336"/>
                  <a:pt x="1681199" y="21721"/>
                </a:cubicBezTo>
                <a:lnTo>
                  <a:pt x="1681199" y="138629"/>
                </a:lnTo>
                <a:cubicBezTo>
                  <a:pt x="1681199" y="143290"/>
                  <a:pt x="1681826" y="146213"/>
                  <a:pt x="1683079" y="147397"/>
                </a:cubicBezTo>
                <a:cubicBezTo>
                  <a:pt x="1684751" y="148997"/>
                  <a:pt x="1687780" y="149796"/>
                  <a:pt x="1692167" y="149796"/>
                </a:cubicBezTo>
                <a:lnTo>
                  <a:pt x="1705852" y="149796"/>
                </a:lnTo>
                <a:lnTo>
                  <a:pt x="1705852" y="157735"/>
                </a:lnTo>
                <a:lnTo>
                  <a:pt x="1634610" y="157735"/>
                </a:lnTo>
                <a:lnTo>
                  <a:pt x="1634610" y="149796"/>
                </a:lnTo>
                <a:lnTo>
                  <a:pt x="1648085" y="149796"/>
                </a:lnTo>
                <a:cubicBezTo>
                  <a:pt x="1652821" y="149796"/>
                  <a:pt x="1655885" y="149101"/>
                  <a:pt x="1657278" y="147710"/>
                </a:cubicBezTo>
                <a:cubicBezTo>
                  <a:pt x="1658670" y="146318"/>
                  <a:pt x="1659367" y="143290"/>
                  <a:pt x="1659367" y="138629"/>
                </a:cubicBezTo>
                <a:lnTo>
                  <a:pt x="1659367" y="21721"/>
                </a:lnTo>
                <a:cubicBezTo>
                  <a:pt x="1659367" y="17266"/>
                  <a:pt x="1658740" y="14517"/>
                  <a:pt x="1657486" y="13472"/>
                </a:cubicBezTo>
                <a:cubicBezTo>
                  <a:pt x="1655537" y="11873"/>
                  <a:pt x="1651950" y="11073"/>
                  <a:pt x="1646727" y="11073"/>
                </a:cubicBezTo>
                <a:lnTo>
                  <a:pt x="1634610" y="11073"/>
                </a:lnTo>
                <a:lnTo>
                  <a:pt x="1634610" y="3134"/>
                </a:lnTo>
                <a:close/>
                <a:moveTo>
                  <a:pt x="1721383" y="59751"/>
                </a:moveTo>
                <a:lnTo>
                  <a:pt x="1753870" y="57871"/>
                </a:lnTo>
                <a:cubicBezTo>
                  <a:pt x="1755193" y="63995"/>
                  <a:pt x="1756168" y="71164"/>
                  <a:pt x="1756795" y="79377"/>
                </a:cubicBezTo>
                <a:cubicBezTo>
                  <a:pt x="1761182" y="72278"/>
                  <a:pt x="1766353" y="66954"/>
                  <a:pt x="1772307" y="63404"/>
                </a:cubicBezTo>
                <a:cubicBezTo>
                  <a:pt x="1778262" y="59855"/>
                  <a:pt x="1784999" y="58080"/>
                  <a:pt x="1792520" y="58080"/>
                </a:cubicBezTo>
                <a:cubicBezTo>
                  <a:pt x="1798997" y="58080"/>
                  <a:pt x="1804429" y="59350"/>
                  <a:pt x="1808816" y="61890"/>
                </a:cubicBezTo>
                <a:cubicBezTo>
                  <a:pt x="1813204" y="64427"/>
                  <a:pt x="1816720" y="68444"/>
                  <a:pt x="1819367" y="73942"/>
                </a:cubicBezTo>
                <a:cubicBezTo>
                  <a:pt x="1822013" y="79437"/>
                  <a:pt x="1823336" y="85592"/>
                  <a:pt x="1823336" y="92408"/>
                </a:cubicBezTo>
                <a:lnTo>
                  <a:pt x="1823336" y="139987"/>
                </a:lnTo>
                <a:cubicBezTo>
                  <a:pt x="1823336" y="143536"/>
                  <a:pt x="1824137" y="146059"/>
                  <a:pt x="1825739" y="147554"/>
                </a:cubicBezTo>
                <a:cubicBezTo>
                  <a:pt x="1827341" y="149049"/>
                  <a:pt x="1830022" y="149796"/>
                  <a:pt x="1833782" y="149796"/>
                </a:cubicBezTo>
                <a:lnTo>
                  <a:pt x="1840677" y="149796"/>
                </a:lnTo>
                <a:lnTo>
                  <a:pt x="1840677" y="157735"/>
                </a:lnTo>
                <a:lnTo>
                  <a:pt x="1789073" y="157735"/>
                </a:lnTo>
                <a:lnTo>
                  <a:pt x="1789073" y="149796"/>
                </a:lnTo>
                <a:lnTo>
                  <a:pt x="1793983" y="149796"/>
                </a:lnTo>
                <a:cubicBezTo>
                  <a:pt x="1798579" y="149796"/>
                  <a:pt x="1801783" y="149066"/>
                  <a:pt x="1803593" y="147606"/>
                </a:cubicBezTo>
                <a:cubicBezTo>
                  <a:pt x="1805404" y="146146"/>
                  <a:pt x="1806309" y="143954"/>
                  <a:pt x="1806309" y="141031"/>
                </a:cubicBezTo>
                <a:lnTo>
                  <a:pt x="1806309" y="99198"/>
                </a:lnTo>
                <a:cubicBezTo>
                  <a:pt x="1806309" y="90088"/>
                  <a:pt x="1804916" y="83342"/>
                  <a:pt x="1802131" y="78959"/>
                </a:cubicBezTo>
                <a:cubicBezTo>
                  <a:pt x="1798231" y="72700"/>
                  <a:pt x="1792311" y="69571"/>
                  <a:pt x="1784372" y="69571"/>
                </a:cubicBezTo>
                <a:cubicBezTo>
                  <a:pt x="1776503" y="69571"/>
                  <a:pt x="1769939" y="72735"/>
                  <a:pt x="1764682" y="79064"/>
                </a:cubicBezTo>
                <a:cubicBezTo>
                  <a:pt x="1759424" y="85392"/>
                  <a:pt x="1756795" y="93634"/>
                  <a:pt x="1756795" y="103788"/>
                </a:cubicBezTo>
                <a:lnTo>
                  <a:pt x="1756795" y="139990"/>
                </a:lnTo>
                <a:cubicBezTo>
                  <a:pt x="1756795" y="143537"/>
                  <a:pt x="1757613" y="146059"/>
                  <a:pt x="1759250" y="147554"/>
                </a:cubicBezTo>
                <a:cubicBezTo>
                  <a:pt x="1760886" y="149049"/>
                  <a:pt x="1763585" y="149796"/>
                  <a:pt x="1767345" y="149796"/>
                </a:cubicBezTo>
                <a:lnTo>
                  <a:pt x="1774135" y="149796"/>
                </a:lnTo>
                <a:lnTo>
                  <a:pt x="1774135" y="157735"/>
                </a:lnTo>
                <a:lnTo>
                  <a:pt x="1722323" y="157735"/>
                </a:lnTo>
                <a:lnTo>
                  <a:pt x="1722323" y="149796"/>
                </a:lnTo>
                <a:lnTo>
                  <a:pt x="1729113" y="149796"/>
                </a:lnTo>
                <a:cubicBezTo>
                  <a:pt x="1732525" y="149796"/>
                  <a:pt x="1735119" y="149101"/>
                  <a:pt x="1736895" y="147710"/>
                </a:cubicBezTo>
                <a:cubicBezTo>
                  <a:pt x="1738671" y="146320"/>
                  <a:pt x="1739559" y="144581"/>
                  <a:pt x="1739559" y="142494"/>
                </a:cubicBezTo>
                <a:lnTo>
                  <a:pt x="1739559" y="79374"/>
                </a:lnTo>
                <a:cubicBezTo>
                  <a:pt x="1739559" y="75202"/>
                  <a:pt x="1738427" y="72037"/>
                  <a:pt x="1736164" y="69881"/>
                </a:cubicBezTo>
                <a:cubicBezTo>
                  <a:pt x="1733901" y="67724"/>
                  <a:pt x="1730645" y="66646"/>
                  <a:pt x="1726397" y="66646"/>
                </a:cubicBezTo>
                <a:lnTo>
                  <a:pt x="1721383" y="66646"/>
                </a:lnTo>
                <a:lnTo>
                  <a:pt x="1721383" y="59751"/>
                </a:lnTo>
                <a:close/>
                <a:moveTo>
                  <a:pt x="1847814" y="59751"/>
                </a:moveTo>
                <a:lnTo>
                  <a:pt x="1895971" y="59751"/>
                </a:lnTo>
                <a:lnTo>
                  <a:pt x="1895971" y="66855"/>
                </a:lnTo>
                <a:cubicBezTo>
                  <a:pt x="1889564" y="66994"/>
                  <a:pt x="1885472" y="67573"/>
                  <a:pt x="1883696" y="68591"/>
                </a:cubicBezTo>
                <a:cubicBezTo>
                  <a:pt x="1881921" y="69608"/>
                  <a:pt x="1881033" y="71063"/>
                  <a:pt x="1881033" y="72956"/>
                </a:cubicBezTo>
                <a:cubicBezTo>
                  <a:pt x="1881033" y="74497"/>
                  <a:pt x="1881381" y="76039"/>
                  <a:pt x="1882077" y="77582"/>
                </a:cubicBezTo>
                <a:lnTo>
                  <a:pt x="1907983" y="135381"/>
                </a:lnTo>
                <a:lnTo>
                  <a:pt x="1931696" y="79403"/>
                </a:lnTo>
                <a:cubicBezTo>
                  <a:pt x="1932044" y="78419"/>
                  <a:pt x="1932218" y="77436"/>
                  <a:pt x="1932218" y="76452"/>
                </a:cubicBezTo>
                <a:cubicBezTo>
                  <a:pt x="1932218" y="71318"/>
                  <a:pt x="1927204" y="68119"/>
                  <a:pt x="1917176" y="66855"/>
                </a:cubicBezTo>
                <a:lnTo>
                  <a:pt x="1917176" y="59751"/>
                </a:lnTo>
                <a:lnTo>
                  <a:pt x="1957707" y="59751"/>
                </a:lnTo>
                <a:lnTo>
                  <a:pt x="1957707" y="66855"/>
                </a:lnTo>
                <a:cubicBezTo>
                  <a:pt x="1953598" y="67273"/>
                  <a:pt x="1950325" y="68390"/>
                  <a:pt x="1947887" y="70207"/>
                </a:cubicBezTo>
                <a:cubicBezTo>
                  <a:pt x="1945450" y="72022"/>
                  <a:pt x="1943570" y="74465"/>
                  <a:pt x="1942247" y="77536"/>
                </a:cubicBezTo>
                <a:lnTo>
                  <a:pt x="1906312" y="160660"/>
                </a:lnTo>
                <a:lnTo>
                  <a:pt x="1900671" y="160660"/>
                </a:lnTo>
                <a:lnTo>
                  <a:pt x="1862230" y="75234"/>
                </a:lnTo>
                <a:cubicBezTo>
                  <a:pt x="1860837" y="72162"/>
                  <a:pt x="1859148" y="70015"/>
                  <a:pt x="1857163" y="68794"/>
                </a:cubicBezTo>
                <a:cubicBezTo>
                  <a:pt x="1855179" y="67571"/>
                  <a:pt x="1852062" y="66924"/>
                  <a:pt x="1847814" y="66855"/>
                </a:cubicBezTo>
                <a:lnTo>
                  <a:pt x="1847814" y="59751"/>
                </a:lnTo>
                <a:close/>
                <a:moveTo>
                  <a:pt x="2059443" y="109266"/>
                </a:moveTo>
                <a:lnTo>
                  <a:pt x="1989350" y="109266"/>
                </a:lnTo>
                <a:cubicBezTo>
                  <a:pt x="1989698" y="124206"/>
                  <a:pt x="1992484" y="134748"/>
                  <a:pt x="1997707" y="140891"/>
                </a:cubicBezTo>
                <a:cubicBezTo>
                  <a:pt x="2003696" y="147803"/>
                  <a:pt x="2011321" y="151259"/>
                  <a:pt x="2020584" y="151259"/>
                </a:cubicBezTo>
                <a:cubicBezTo>
                  <a:pt x="2034233" y="151259"/>
                  <a:pt x="2045201" y="143529"/>
                  <a:pt x="2053489" y="128069"/>
                </a:cubicBezTo>
                <a:lnTo>
                  <a:pt x="2060279" y="130980"/>
                </a:lnTo>
                <a:cubicBezTo>
                  <a:pt x="2050111" y="150767"/>
                  <a:pt x="2035417" y="160660"/>
                  <a:pt x="2016196" y="160660"/>
                </a:cubicBezTo>
                <a:cubicBezTo>
                  <a:pt x="2003104" y="160660"/>
                  <a:pt x="1992083" y="155920"/>
                  <a:pt x="1983135" y="146441"/>
                </a:cubicBezTo>
                <a:cubicBezTo>
                  <a:pt x="1974186" y="136959"/>
                  <a:pt x="1969711" y="124828"/>
                  <a:pt x="1969711" y="110049"/>
                </a:cubicBezTo>
                <a:cubicBezTo>
                  <a:pt x="1969711" y="94156"/>
                  <a:pt x="1974116" y="81313"/>
                  <a:pt x="1982926" y="71520"/>
                </a:cubicBezTo>
                <a:cubicBezTo>
                  <a:pt x="1991735" y="61724"/>
                  <a:pt x="2002582" y="56827"/>
                  <a:pt x="2015465" y="56827"/>
                </a:cubicBezTo>
                <a:cubicBezTo>
                  <a:pt x="2024936" y="56827"/>
                  <a:pt x="2033119" y="59260"/>
                  <a:pt x="2040013" y="64126"/>
                </a:cubicBezTo>
                <a:cubicBezTo>
                  <a:pt x="2046908" y="68990"/>
                  <a:pt x="2052096" y="75974"/>
                  <a:pt x="2055578" y="85080"/>
                </a:cubicBezTo>
                <a:cubicBezTo>
                  <a:pt x="2058015" y="91474"/>
                  <a:pt x="2059304" y="99536"/>
                  <a:pt x="2059443" y="109266"/>
                </a:cubicBezTo>
                <a:moveTo>
                  <a:pt x="1989350" y="101745"/>
                </a:moveTo>
                <a:lnTo>
                  <a:pt x="2031761" y="101745"/>
                </a:lnTo>
                <a:cubicBezTo>
                  <a:pt x="2034268" y="101745"/>
                  <a:pt x="2036218" y="100896"/>
                  <a:pt x="2037611" y="99198"/>
                </a:cubicBezTo>
                <a:cubicBezTo>
                  <a:pt x="2039004" y="97501"/>
                  <a:pt x="2039700" y="94610"/>
                  <a:pt x="2039700" y="90525"/>
                </a:cubicBezTo>
                <a:cubicBezTo>
                  <a:pt x="2039700" y="82906"/>
                  <a:pt x="2037315" y="76429"/>
                  <a:pt x="2032544" y="71095"/>
                </a:cubicBezTo>
                <a:cubicBezTo>
                  <a:pt x="2027774" y="65761"/>
                  <a:pt x="2022151" y="63094"/>
                  <a:pt x="2015674" y="63094"/>
                </a:cubicBezTo>
                <a:cubicBezTo>
                  <a:pt x="2008431" y="63094"/>
                  <a:pt x="2002286" y="66315"/>
                  <a:pt x="1997237" y="72757"/>
                </a:cubicBezTo>
                <a:cubicBezTo>
                  <a:pt x="1992188" y="79198"/>
                  <a:pt x="1989559" y="88861"/>
                  <a:pt x="1989350" y="101745"/>
                </a:cubicBezTo>
                <a:close/>
                <a:moveTo>
                  <a:pt x="2073023" y="59960"/>
                </a:moveTo>
                <a:lnTo>
                  <a:pt x="2108226" y="58080"/>
                </a:lnTo>
                <a:lnTo>
                  <a:pt x="2108226" y="97658"/>
                </a:lnTo>
                <a:cubicBezTo>
                  <a:pt x="2111987" y="84639"/>
                  <a:pt x="2116513" y="74788"/>
                  <a:pt x="2121806" y="68105"/>
                </a:cubicBezTo>
                <a:cubicBezTo>
                  <a:pt x="2127099" y="61422"/>
                  <a:pt x="2133645" y="58080"/>
                  <a:pt x="2141445" y="58080"/>
                </a:cubicBezTo>
                <a:cubicBezTo>
                  <a:pt x="2146737" y="58080"/>
                  <a:pt x="2150968" y="59699"/>
                  <a:pt x="2154137" y="62937"/>
                </a:cubicBezTo>
                <a:cubicBezTo>
                  <a:pt x="2157305" y="66176"/>
                  <a:pt x="2158889" y="70511"/>
                  <a:pt x="2158889" y="75943"/>
                </a:cubicBezTo>
                <a:cubicBezTo>
                  <a:pt x="2158889" y="80330"/>
                  <a:pt x="2157827" y="83743"/>
                  <a:pt x="2155703" y="86180"/>
                </a:cubicBezTo>
                <a:cubicBezTo>
                  <a:pt x="2153579" y="88617"/>
                  <a:pt x="2150916" y="89836"/>
                  <a:pt x="2147712" y="89836"/>
                </a:cubicBezTo>
                <a:cubicBezTo>
                  <a:pt x="2144578" y="89836"/>
                  <a:pt x="2142054" y="88797"/>
                  <a:pt x="2140139" y="86719"/>
                </a:cubicBezTo>
                <a:cubicBezTo>
                  <a:pt x="2138224" y="84640"/>
                  <a:pt x="2137266" y="81834"/>
                  <a:pt x="2137266" y="78300"/>
                </a:cubicBezTo>
                <a:cubicBezTo>
                  <a:pt x="2137266" y="76012"/>
                  <a:pt x="2137823" y="73864"/>
                  <a:pt x="2138938" y="71856"/>
                </a:cubicBezTo>
                <a:cubicBezTo>
                  <a:pt x="2139982" y="70054"/>
                  <a:pt x="2140504" y="68979"/>
                  <a:pt x="2140504" y="68631"/>
                </a:cubicBezTo>
                <a:cubicBezTo>
                  <a:pt x="2140504" y="67586"/>
                  <a:pt x="2139843" y="67064"/>
                  <a:pt x="2138520" y="67064"/>
                </a:cubicBezTo>
                <a:cubicBezTo>
                  <a:pt x="2135664" y="67064"/>
                  <a:pt x="2132426" y="68733"/>
                  <a:pt x="2128805" y="72071"/>
                </a:cubicBezTo>
                <a:cubicBezTo>
                  <a:pt x="2123791" y="76724"/>
                  <a:pt x="2119926" y="83114"/>
                  <a:pt x="2117210" y="91240"/>
                </a:cubicBezTo>
                <a:cubicBezTo>
                  <a:pt x="2113031" y="103882"/>
                  <a:pt x="2110942" y="113988"/>
                  <a:pt x="2110942" y="121559"/>
                </a:cubicBezTo>
                <a:lnTo>
                  <a:pt x="2110942" y="142504"/>
                </a:lnTo>
                <a:cubicBezTo>
                  <a:pt x="2110942" y="144865"/>
                  <a:pt x="2111778" y="146671"/>
                  <a:pt x="2113449" y="147923"/>
                </a:cubicBezTo>
                <a:cubicBezTo>
                  <a:pt x="2115121" y="149172"/>
                  <a:pt x="2117976" y="149796"/>
                  <a:pt x="2122015" y="149796"/>
                </a:cubicBezTo>
                <a:lnTo>
                  <a:pt x="2134446" y="149796"/>
                </a:lnTo>
                <a:lnTo>
                  <a:pt x="2134446" y="157735"/>
                </a:lnTo>
                <a:lnTo>
                  <a:pt x="2073650" y="157735"/>
                </a:lnTo>
                <a:lnTo>
                  <a:pt x="2073650" y="149796"/>
                </a:lnTo>
                <a:lnTo>
                  <a:pt x="2083365" y="149796"/>
                </a:lnTo>
                <a:cubicBezTo>
                  <a:pt x="2086638" y="149796"/>
                  <a:pt x="2089110" y="149154"/>
                  <a:pt x="2090781" y="147870"/>
                </a:cubicBezTo>
                <a:cubicBezTo>
                  <a:pt x="2092453" y="146586"/>
                  <a:pt x="2093288" y="145043"/>
                  <a:pt x="2093288" y="143241"/>
                </a:cubicBezTo>
                <a:lnTo>
                  <a:pt x="2093288" y="81114"/>
                </a:lnTo>
                <a:cubicBezTo>
                  <a:pt x="2093288" y="76395"/>
                  <a:pt x="2092278" y="72944"/>
                  <a:pt x="2090259" y="70759"/>
                </a:cubicBezTo>
                <a:cubicBezTo>
                  <a:pt x="2088239" y="68574"/>
                  <a:pt x="2085349" y="67481"/>
                  <a:pt x="2081589" y="67481"/>
                </a:cubicBezTo>
                <a:lnTo>
                  <a:pt x="2073023" y="67481"/>
                </a:lnTo>
                <a:lnTo>
                  <a:pt x="2073023" y="59960"/>
                </a:lnTo>
                <a:close/>
                <a:moveTo>
                  <a:pt x="2181277" y="120756"/>
                </a:moveTo>
                <a:cubicBezTo>
                  <a:pt x="2185594" y="132804"/>
                  <a:pt x="2190556" y="141144"/>
                  <a:pt x="2196162" y="145775"/>
                </a:cubicBezTo>
                <a:cubicBezTo>
                  <a:pt x="2201768" y="150406"/>
                  <a:pt x="2208680" y="152721"/>
                  <a:pt x="2216898" y="152721"/>
                </a:cubicBezTo>
                <a:cubicBezTo>
                  <a:pt x="2224488" y="152721"/>
                  <a:pt x="2230321" y="151067"/>
                  <a:pt x="2234395" y="147759"/>
                </a:cubicBezTo>
                <a:cubicBezTo>
                  <a:pt x="2238469" y="144451"/>
                  <a:pt x="2240506" y="140256"/>
                  <a:pt x="2240506" y="135172"/>
                </a:cubicBezTo>
                <a:cubicBezTo>
                  <a:pt x="2240506" y="132247"/>
                  <a:pt x="2239757" y="129688"/>
                  <a:pt x="2238260" y="127494"/>
                </a:cubicBezTo>
                <a:cubicBezTo>
                  <a:pt x="2236763" y="125300"/>
                  <a:pt x="2234691" y="123664"/>
                  <a:pt x="2232044" y="122584"/>
                </a:cubicBezTo>
                <a:cubicBezTo>
                  <a:pt x="2229398" y="121505"/>
                  <a:pt x="2222538" y="119921"/>
                  <a:pt x="2211466" y="117831"/>
                </a:cubicBezTo>
                <a:cubicBezTo>
                  <a:pt x="2200880" y="115742"/>
                  <a:pt x="2193498" y="113549"/>
                  <a:pt x="2189320" y="111250"/>
                </a:cubicBezTo>
                <a:cubicBezTo>
                  <a:pt x="2185142" y="108952"/>
                  <a:pt x="2181886" y="105784"/>
                  <a:pt x="2179553" y="101745"/>
                </a:cubicBezTo>
                <a:cubicBezTo>
                  <a:pt x="2177220" y="97705"/>
                  <a:pt x="2176054" y="93318"/>
                  <a:pt x="2176054" y="88583"/>
                </a:cubicBezTo>
                <a:cubicBezTo>
                  <a:pt x="2176054" y="81410"/>
                  <a:pt x="2178456" y="74898"/>
                  <a:pt x="2183261" y="69048"/>
                </a:cubicBezTo>
                <a:cubicBezTo>
                  <a:pt x="2189459" y="61597"/>
                  <a:pt x="2198130" y="57871"/>
                  <a:pt x="2209272" y="57871"/>
                </a:cubicBezTo>
                <a:cubicBezTo>
                  <a:pt x="2217768" y="57871"/>
                  <a:pt x="2225637" y="60587"/>
                  <a:pt x="2232880" y="66019"/>
                </a:cubicBezTo>
                <a:lnTo>
                  <a:pt x="2239774" y="58707"/>
                </a:lnTo>
                <a:lnTo>
                  <a:pt x="2244057" y="58707"/>
                </a:lnTo>
                <a:lnTo>
                  <a:pt x="2246773" y="93597"/>
                </a:lnTo>
                <a:lnTo>
                  <a:pt x="2239774" y="93597"/>
                </a:lnTo>
                <a:cubicBezTo>
                  <a:pt x="2236710" y="83671"/>
                  <a:pt x="2232567" y="76524"/>
                  <a:pt x="2227344" y="72156"/>
                </a:cubicBezTo>
                <a:cubicBezTo>
                  <a:pt x="2222121" y="67786"/>
                  <a:pt x="2215679" y="65601"/>
                  <a:pt x="2208018" y="65601"/>
                </a:cubicBezTo>
                <a:cubicBezTo>
                  <a:pt x="2201403" y="65601"/>
                  <a:pt x="2196214" y="67220"/>
                  <a:pt x="2192454" y="70459"/>
                </a:cubicBezTo>
                <a:cubicBezTo>
                  <a:pt x="2188693" y="73697"/>
                  <a:pt x="2186813" y="77649"/>
                  <a:pt x="2186813" y="82315"/>
                </a:cubicBezTo>
                <a:cubicBezTo>
                  <a:pt x="2186813" y="86424"/>
                  <a:pt x="2188554" y="89836"/>
                  <a:pt x="2192036" y="92552"/>
                </a:cubicBezTo>
                <a:cubicBezTo>
                  <a:pt x="2195448" y="95338"/>
                  <a:pt x="2202134" y="97523"/>
                  <a:pt x="2212092" y="99107"/>
                </a:cubicBezTo>
                <a:cubicBezTo>
                  <a:pt x="2223653" y="101037"/>
                  <a:pt x="2231174" y="102656"/>
                  <a:pt x="2234656" y="103964"/>
                </a:cubicBezTo>
                <a:cubicBezTo>
                  <a:pt x="2240366" y="106060"/>
                  <a:pt x="2244789" y="109292"/>
                  <a:pt x="2247922" y="113660"/>
                </a:cubicBezTo>
                <a:cubicBezTo>
                  <a:pt x="2251056" y="118025"/>
                  <a:pt x="2252623" y="123352"/>
                  <a:pt x="2252623" y="129639"/>
                </a:cubicBezTo>
                <a:cubicBezTo>
                  <a:pt x="2252623" y="138302"/>
                  <a:pt x="2249228" y="145639"/>
                  <a:pt x="2242438" y="151647"/>
                </a:cubicBezTo>
                <a:cubicBezTo>
                  <a:pt x="2235648" y="157656"/>
                  <a:pt x="2227030" y="160660"/>
                  <a:pt x="2216584" y="160660"/>
                </a:cubicBezTo>
                <a:cubicBezTo>
                  <a:pt x="2206904" y="160660"/>
                  <a:pt x="2197921" y="157449"/>
                  <a:pt x="2189633" y="151027"/>
                </a:cubicBezTo>
                <a:lnTo>
                  <a:pt x="2182008" y="159825"/>
                </a:lnTo>
                <a:lnTo>
                  <a:pt x="2176471" y="159825"/>
                </a:lnTo>
                <a:lnTo>
                  <a:pt x="2174382" y="120756"/>
                </a:lnTo>
                <a:lnTo>
                  <a:pt x="2181277" y="120756"/>
                </a:lnTo>
                <a:close/>
                <a:moveTo>
                  <a:pt x="2293804" y="1254"/>
                </a:moveTo>
                <a:cubicBezTo>
                  <a:pt x="2296938" y="1254"/>
                  <a:pt x="2299688" y="2443"/>
                  <a:pt x="2302056" y="4822"/>
                </a:cubicBezTo>
                <a:cubicBezTo>
                  <a:pt x="2304424" y="7200"/>
                  <a:pt x="2305608" y="9998"/>
                  <a:pt x="2305608" y="13214"/>
                </a:cubicBezTo>
                <a:cubicBezTo>
                  <a:pt x="2305608" y="16363"/>
                  <a:pt x="2304459" y="19092"/>
                  <a:pt x="2302161" y="21401"/>
                </a:cubicBezTo>
                <a:cubicBezTo>
                  <a:pt x="2299863" y="23708"/>
                  <a:pt x="2297112" y="24862"/>
                  <a:pt x="2293908" y="24862"/>
                </a:cubicBezTo>
                <a:cubicBezTo>
                  <a:pt x="2290705" y="24862"/>
                  <a:pt x="2287937" y="23690"/>
                  <a:pt x="2285604" y="21346"/>
                </a:cubicBezTo>
                <a:cubicBezTo>
                  <a:pt x="2283271" y="19002"/>
                  <a:pt x="2282104" y="16257"/>
                  <a:pt x="2282104" y="13110"/>
                </a:cubicBezTo>
                <a:cubicBezTo>
                  <a:pt x="2282104" y="9963"/>
                  <a:pt x="2283288" y="7200"/>
                  <a:pt x="2285656" y="4822"/>
                </a:cubicBezTo>
                <a:cubicBezTo>
                  <a:pt x="2288024" y="2443"/>
                  <a:pt x="2290740" y="1254"/>
                  <a:pt x="2293804" y="1254"/>
                </a:cubicBezTo>
                <a:moveTo>
                  <a:pt x="2266749" y="59960"/>
                </a:moveTo>
                <a:lnTo>
                  <a:pt x="2305608" y="58707"/>
                </a:lnTo>
                <a:lnTo>
                  <a:pt x="2305608" y="142804"/>
                </a:lnTo>
                <a:cubicBezTo>
                  <a:pt x="2305608" y="145100"/>
                  <a:pt x="2306165" y="146735"/>
                  <a:pt x="2307279" y="147710"/>
                </a:cubicBezTo>
                <a:cubicBezTo>
                  <a:pt x="2308881" y="149101"/>
                  <a:pt x="2310900" y="149796"/>
                  <a:pt x="2313338" y="149796"/>
                </a:cubicBezTo>
                <a:lnTo>
                  <a:pt x="2324411" y="149796"/>
                </a:lnTo>
                <a:lnTo>
                  <a:pt x="2324411" y="157735"/>
                </a:lnTo>
                <a:lnTo>
                  <a:pt x="2268838" y="157735"/>
                </a:lnTo>
                <a:lnTo>
                  <a:pt x="2268838" y="149796"/>
                </a:lnTo>
                <a:lnTo>
                  <a:pt x="2279179" y="149796"/>
                </a:lnTo>
                <a:cubicBezTo>
                  <a:pt x="2282243" y="149796"/>
                  <a:pt x="2284489" y="149051"/>
                  <a:pt x="2285917" y="147560"/>
                </a:cubicBezTo>
                <a:cubicBezTo>
                  <a:pt x="2287345" y="146067"/>
                  <a:pt x="2288058" y="143899"/>
                  <a:pt x="2288058" y="141054"/>
                </a:cubicBezTo>
                <a:lnTo>
                  <a:pt x="2288058" y="79658"/>
                </a:lnTo>
                <a:cubicBezTo>
                  <a:pt x="2288058" y="75773"/>
                  <a:pt x="2286944" y="72843"/>
                  <a:pt x="2284716" y="70867"/>
                </a:cubicBezTo>
                <a:cubicBezTo>
                  <a:pt x="2282487" y="68888"/>
                  <a:pt x="2279179" y="67899"/>
                  <a:pt x="2274792" y="67899"/>
                </a:cubicBezTo>
                <a:lnTo>
                  <a:pt x="2266749" y="67899"/>
                </a:lnTo>
                <a:lnTo>
                  <a:pt x="2266749" y="59960"/>
                </a:lnTo>
                <a:close/>
                <a:moveTo>
                  <a:pt x="2382190" y="56827"/>
                </a:moveTo>
                <a:cubicBezTo>
                  <a:pt x="2395352" y="56827"/>
                  <a:pt x="2406407" y="61585"/>
                  <a:pt x="2415356" y="71102"/>
                </a:cubicBezTo>
                <a:cubicBezTo>
                  <a:pt x="2424305" y="80616"/>
                  <a:pt x="2428779" y="93146"/>
                  <a:pt x="2428779" y="108691"/>
                </a:cubicBezTo>
                <a:cubicBezTo>
                  <a:pt x="2428779" y="119427"/>
                  <a:pt x="2426777" y="128577"/>
                  <a:pt x="2422773" y="136141"/>
                </a:cubicBezTo>
                <a:cubicBezTo>
                  <a:pt x="2418768" y="143704"/>
                  <a:pt x="2413058" y="149681"/>
                  <a:pt x="2405641" y="154073"/>
                </a:cubicBezTo>
                <a:cubicBezTo>
                  <a:pt x="2398225" y="158464"/>
                  <a:pt x="2390233" y="160660"/>
                  <a:pt x="2381668" y="160660"/>
                </a:cubicBezTo>
                <a:cubicBezTo>
                  <a:pt x="2368993" y="160660"/>
                  <a:pt x="2358251" y="155851"/>
                  <a:pt x="2349441" y="146232"/>
                </a:cubicBezTo>
                <a:cubicBezTo>
                  <a:pt x="2340632" y="136610"/>
                  <a:pt x="2336227" y="124132"/>
                  <a:pt x="2336227" y="108796"/>
                </a:cubicBezTo>
                <a:cubicBezTo>
                  <a:pt x="2336227" y="93390"/>
                  <a:pt x="2340649" y="80877"/>
                  <a:pt x="2349494" y="71258"/>
                </a:cubicBezTo>
                <a:cubicBezTo>
                  <a:pt x="2358338" y="61637"/>
                  <a:pt x="2369237" y="56827"/>
                  <a:pt x="2382190" y="56827"/>
                </a:cubicBezTo>
                <a:moveTo>
                  <a:pt x="2382190" y="64348"/>
                </a:moveTo>
                <a:cubicBezTo>
                  <a:pt x="2374390" y="64348"/>
                  <a:pt x="2367983" y="67878"/>
                  <a:pt x="2362969" y="74937"/>
                </a:cubicBezTo>
                <a:cubicBezTo>
                  <a:pt x="2357955" y="81997"/>
                  <a:pt x="2355448" y="93144"/>
                  <a:pt x="2355448" y="108378"/>
                </a:cubicBezTo>
                <a:cubicBezTo>
                  <a:pt x="2355448" y="123890"/>
                  <a:pt x="2357938" y="135228"/>
                  <a:pt x="2362917" y="142393"/>
                </a:cubicBezTo>
                <a:cubicBezTo>
                  <a:pt x="2367896" y="149557"/>
                  <a:pt x="2374320" y="153139"/>
                  <a:pt x="2382190" y="153139"/>
                </a:cubicBezTo>
                <a:cubicBezTo>
                  <a:pt x="2390338" y="153139"/>
                  <a:pt x="2396936" y="149557"/>
                  <a:pt x="2401985" y="142393"/>
                </a:cubicBezTo>
                <a:cubicBezTo>
                  <a:pt x="2407034" y="135228"/>
                  <a:pt x="2409559" y="123508"/>
                  <a:pt x="2409559" y="107232"/>
                </a:cubicBezTo>
                <a:cubicBezTo>
                  <a:pt x="2409559" y="92137"/>
                  <a:pt x="2407069" y="81217"/>
                  <a:pt x="2402090" y="74471"/>
                </a:cubicBezTo>
                <a:cubicBezTo>
                  <a:pt x="2397110" y="67722"/>
                  <a:pt x="2390477" y="64348"/>
                  <a:pt x="2382190" y="64348"/>
                </a:cubicBezTo>
                <a:close/>
                <a:moveTo>
                  <a:pt x="2442986" y="59751"/>
                </a:moveTo>
                <a:lnTo>
                  <a:pt x="2475473" y="57871"/>
                </a:lnTo>
                <a:cubicBezTo>
                  <a:pt x="2476796" y="63995"/>
                  <a:pt x="2477771" y="71164"/>
                  <a:pt x="2478398" y="79377"/>
                </a:cubicBezTo>
                <a:cubicBezTo>
                  <a:pt x="2482785" y="72278"/>
                  <a:pt x="2487956" y="66954"/>
                  <a:pt x="2493910" y="63404"/>
                </a:cubicBezTo>
                <a:cubicBezTo>
                  <a:pt x="2499865" y="59855"/>
                  <a:pt x="2506602" y="58080"/>
                  <a:pt x="2514124" y="58080"/>
                </a:cubicBezTo>
                <a:cubicBezTo>
                  <a:pt x="2520600" y="58080"/>
                  <a:pt x="2526032" y="59350"/>
                  <a:pt x="2530419" y="61890"/>
                </a:cubicBezTo>
                <a:cubicBezTo>
                  <a:pt x="2534807" y="64427"/>
                  <a:pt x="2538324" y="68444"/>
                  <a:pt x="2540970" y="73942"/>
                </a:cubicBezTo>
                <a:cubicBezTo>
                  <a:pt x="2543616" y="79437"/>
                  <a:pt x="2544939" y="85592"/>
                  <a:pt x="2544939" y="92408"/>
                </a:cubicBezTo>
                <a:lnTo>
                  <a:pt x="2544939" y="139987"/>
                </a:lnTo>
                <a:cubicBezTo>
                  <a:pt x="2544939" y="143536"/>
                  <a:pt x="2545740" y="146059"/>
                  <a:pt x="2547342" y="147554"/>
                </a:cubicBezTo>
                <a:cubicBezTo>
                  <a:pt x="2548944" y="149049"/>
                  <a:pt x="2551625" y="149796"/>
                  <a:pt x="2555385" y="149796"/>
                </a:cubicBezTo>
                <a:lnTo>
                  <a:pt x="2562280" y="149796"/>
                </a:lnTo>
                <a:lnTo>
                  <a:pt x="2562280" y="157735"/>
                </a:lnTo>
                <a:lnTo>
                  <a:pt x="2510676" y="157735"/>
                </a:lnTo>
                <a:lnTo>
                  <a:pt x="2510676" y="149796"/>
                </a:lnTo>
                <a:lnTo>
                  <a:pt x="2515586" y="149796"/>
                </a:lnTo>
                <a:cubicBezTo>
                  <a:pt x="2520182" y="149796"/>
                  <a:pt x="2523386" y="149066"/>
                  <a:pt x="2525196" y="147606"/>
                </a:cubicBezTo>
                <a:cubicBezTo>
                  <a:pt x="2527007" y="146146"/>
                  <a:pt x="2527912" y="143954"/>
                  <a:pt x="2527912" y="141031"/>
                </a:cubicBezTo>
                <a:lnTo>
                  <a:pt x="2527912" y="99198"/>
                </a:lnTo>
                <a:cubicBezTo>
                  <a:pt x="2527912" y="90088"/>
                  <a:pt x="2526520" y="83342"/>
                  <a:pt x="2523734" y="78959"/>
                </a:cubicBezTo>
                <a:cubicBezTo>
                  <a:pt x="2519834" y="72700"/>
                  <a:pt x="2513915" y="69571"/>
                  <a:pt x="2505976" y="69571"/>
                </a:cubicBezTo>
                <a:cubicBezTo>
                  <a:pt x="2498106" y="69571"/>
                  <a:pt x="2491543" y="72735"/>
                  <a:pt x="2486285" y="79064"/>
                </a:cubicBezTo>
                <a:cubicBezTo>
                  <a:pt x="2481027" y="85392"/>
                  <a:pt x="2478398" y="93634"/>
                  <a:pt x="2478398" y="103788"/>
                </a:cubicBezTo>
                <a:lnTo>
                  <a:pt x="2478398" y="139990"/>
                </a:lnTo>
                <a:cubicBezTo>
                  <a:pt x="2478398" y="143537"/>
                  <a:pt x="2479216" y="146059"/>
                  <a:pt x="2480853" y="147554"/>
                </a:cubicBezTo>
                <a:cubicBezTo>
                  <a:pt x="2482489" y="149049"/>
                  <a:pt x="2485188" y="149796"/>
                  <a:pt x="2488949" y="149796"/>
                </a:cubicBezTo>
                <a:lnTo>
                  <a:pt x="2495739" y="149796"/>
                </a:lnTo>
                <a:lnTo>
                  <a:pt x="2495739" y="157735"/>
                </a:lnTo>
                <a:lnTo>
                  <a:pt x="2443926" y="157735"/>
                </a:lnTo>
                <a:lnTo>
                  <a:pt x="2443926" y="149796"/>
                </a:lnTo>
                <a:lnTo>
                  <a:pt x="2450716" y="149796"/>
                </a:lnTo>
                <a:cubicBezTo>
                  <a:pt x="2454128" y="149796"/>
                  <a:pt x="2456723" y="149101"/>
                  <a:pt x="2458498" y="147710"/>
                </a:cubicBezTo>
                <a:cubicBezTo>
                  <a:pt x="2460274" y="146320"/>
                  <a:pt x="2461162" y="144581"/>
                  <a:pt x="2461162" y="142494"/>
                </a:cubicBezTo>
                <a:lnTo>
                  <a:pt x="2461162" y="79374"/>
                </a:lnTo>
                <a:cubicBezTo>
                  <a:pt x="2461162" y="75202"/>
                  <a:pt x="2460030" y="72037"/>
                  <a:pt x="2457767" y="69881"/>
                </a:cubicBezTo>
                <a:cubicBezTo>
                  <a:pt x="2455504" y="67724"/>
                  <a:pt x="2452248" y="66646"/>
                  <a:pt x="2448000" y="66646"/>
                </a:cubicBezTo>
                <a:lnTo>
                  <a:pt x="2442986" y="66646"/>
                </a:lnTo>
                <a:lnTo>
                  <a:pt x="2442986" y="597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8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94DC7-5096-413F-88D7-0F5D365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335" y="3048027"/>
            <a:ext cx="1665888" cy="207612"/>
          </a:xfrm>
          <a:custGeom xmlns:a="http://schemas.openxmlformats.org/drawingml/2006/main">
            <a:pathLst>
              <a:path w="1665888" h="207612" fill="none">
                <a:moveTo>
                  <a:pt x="0" y="158712"/>
                </a:moveTo>
                <a:cubicBezTo>
                  <a:pt x="251772" y="146701"/>
                  <a:pt x="500159" y="22918"/>
                  <a:pt x="692124" y="11441"/>
                </a:cubicBezTo>
                <a:cubicBezTo>
                  <a:pt x="884090" y="0"/>
                  <a:pt x="1151687" y="89924"/>
                  <a:pt x="1151687" y="89924"/>
                </a:cubicBezTo>
                <a:lnTo>
                  <a:pt x="1665888" y="207612"/>
                </a:lnTo>
              </a:path>
            </a:pathLst>
          </a:custGeom>
          <a:noFill xmlns:a="http://schemas.openxmlformats.org/drawingml/2006/main"/>
          <a:ln xmlns:a="http://schemas.openxmlformats.org/drawingml/2006/main" w="28656" cap="flat">
            <a:solidFill>
              <a:srgbClr val="5069C9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F2EF2-4AA7-4DC4-8CB7-7B12AD0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558" y="347285"/>
            <a:ext cx="990551" cy="990124"/>
          </a:xfrm>
          <a:custGeom xmlns:a="http://schemas.openxmlformats.org/drawingml/2006/main">
            <a:pathLst>
              <a:path w="990551" h="990124" fill="none">
                <a:moveTo>
                  <a:pt x="0" y="495062"/>
                </a:moveTo>
                <a:cubicBezTo>
                  <a:pt x="0" y="221655"/>
                  <a:pt x="221726" y="0"/>
                  <a:pt x="495276" y="0"/>
                </a:cubicBezTo>
                <a:cubicBezTo>
                  <a:pt x="768825" y="0"/>
                  <a:pt x="990551" y="221655"/>
                  <a:pt x="990551" y="495062"/>
                </a:cubicBezTo>
                <a:cubicBezTo>
                  <a:pt x="990551" y="768468"/>
                  <a:pt x="768825" y="990124"/>
                  <a:pt x="495276" y="990124"/>
                </a:cubicBezTo>
                <a:cubicBezTo>
                  <a:pt x="221726" y="990124"/>
                  <a:pt x="0" y="768468"/>
                  <a:pt x="0" y="49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560" cap="flat">
            <a:solidFill>
              <a:srgbClr val="FFFFFF"/>
            </a:solidFill>
            <a:miter/>
          </a:ln>
        </p:spPr>
      </p:sp>
      <p:sp>
        <p:nvSpPr>
          <p:cNvPr id="62" name="Text 𝑍">
            <a:extLst xmlns:a="http://schemas.openxmlformats.org/drawingml/2006/main">
              <a:ext uri="{FF2B5EF4-FFF2-40B4-BE49-F238E27FC236}">
                <a16:creationId xmlns:a16="http://schemas.microsoft.com/office/drawing/2014/main" id="{7911D1B6-CCA4-4953-B338-4326506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242" y="3408224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0">
            <a:extLst xmlns:a="http://schemas.openxmlformats.org/drawingml/2006/main">
              <a:ext uri="{FF2B5EF4-FFF2-40B4-BE49-F238E27FC236}">
                <a16:creationId xmlns:a16="http://schemas.microsoft.com/office/drawing/2014/main" id="{C9FBCE79-D950-4A18-8068-DA2B025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769" y="3508897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FE">
            <a:extLst xmlns:a="http://schemas.openxmlformats.org/drawingml/2006/main">
              <a:ext uri="{FF2B5EF4-FFF2-40B4-BE49-F238E27FC236}">
                <a16:creationId xmlns:a16="http://schemas.microsoft.com/office/drawing/2014/main" id="{4FCF47E4-D0D1-4D18-A7C6-0B11F37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517" y="3359742"/>
            <a:ext cx="189187" cy="114595"/>
          </a:xfrm>
          <a:custGeom xmlns:a="http://schemas.openxmlformats.org/drawingml/2006/main">
            <a:pathLst>
              <a:path w="189187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180" y="0"/>
                </a:moveTo>
                <a:lnTo>
                  <a:pt x="188180" y="27201"/>
                </a:lnTo>
                <a:lnTo>
                  <a:pt x="178525" y="27201"/>
                </a:lnTo>
                <a:cubicBezTo>
                  <a:pt x="177182" y="23507"/>
                  <a:pt x="175979" y="20498"/>
                  <a:pt x="174916" y="18176"/>
                </a:cubicBezTo>
                <a:cubicBezTo>
                  <a:pt x="173852" y="15853"/>
                  <a:pt x="172649" y="14034"/>
                  <a:pt x="171306" y="12719"/>
                </a:cubicBezTo>
                <a:cubicBezTo>
                  <a:pt x="169962" y="11404"/>
                  <a:pt x="168353" y="10508"/>
                  <a:pt x="166478" y="10032"/>
                </a:cubicBezTo>
                <a:cubicBezTo>
                  <a:pt x="164603" y="9557"/>
                  <a:pt x="162155" y="9319"/>
                  <a:pt x="159132" y="9319"/>
                </a:cubicBezTo>
                <a:lnTo>
                  <a:pt x="130505" y="9319"/>
                </a:lnTo>
                <a:lnTo>
                  <a:pt x="130505" y="50372"/>
                </a:lnTo>
                <a:lnTo>
                  <a:pt x="149982" y="50372"/>
                </a:lnTo>
                <a:cubicBezTo>
                  <a:pt x="151884" y="50372"/>
                  <a:pt x="153494" y="50176"/>
                  <a:pt x="154809" y="49784"/>
                </a:cubicBezTo>
                <a:cubicBezTo>
                  <a:pt x="156124" y="49392"/>
                  <a:pt x="157229" y="48735"/>
                  <a:pt x="158125" y="47811"/>
                </a:cubicBezTo>
                <a:cubicBezTo>
                  <a:pt x="159020" y="46888"/>
                  <a:pt x="159790" y="45628"/>
                  <a:pt x="160434" y="44033"/>
                </a:cubicBezTo>
                <a:cubicBezTo>
                  <a:pt x="161077" y="42438"/>
                  <a:pt x="161679" y="40465"/>
                  <a:pt x="162239" y="38115"/>
                </a:cubicBezTo>
                <a:lnTo>
                  <a:pt x="171725" y="38115"/>
                </a:lnTo>
                <a:lnTo>
                  <a:pt x="171725" y="71947"/>
                </a:lnTo>
                <a:lnTo>
                  <a:pt x="162239" y="71947"/>
                </a:lnTo>
                <a:cubicBezTo>
                  <a:pt x="161679" y="69485"/>
                  <a:pt x="161077" y="67456"/>
                  <a:pt x="160434" y="65861"/>
                </a:cubicBezTo>
                <a:cubicBezTo>
                  <a:pt x="159790" y="64266"/>
                  <a:pt x="159006" y="63006"/>
                  <a:pt x="158083" y="62083"/>
                </a:cubicBezTo>
                <a:cubicBezTo>
                  <a:pt x="157160" y="61160"/>
                  <a:pt x="156040" y="60530"/>
                  <a:pt x="154725" y="60194"/>
                </a:cubicBezTo>
                <a:cubicBezTo>
                  <a:pt x="153410" y="59858"/>
                  <a:pt x="151829" y="59690"/>
                  <a:pt x="149982" y="59690"/>
                </a:cubicBezTo>
                <a:lnTo>
                  <a:pt x="130505" y="59690"/>
                </a:lnTo>
                <a:lnTo>
                  <a:pt x="130505" y="105529"/>
                </a:lnTo>
                <a:lnTo>
                  <a:pt x="158629" y="105529"/>
                </a:lnTo>
                <a:cubicBezTo>
                  <a:pt x="161931" y="105529"/>
                  <a:pt x="164645" y="105249"/>
                  <a:pt x="166772" y="104689"/>
                </a:cubicBezTo>
                <a:cubicBezTo>
                  <a:pt x="168899" y="104129"/>
                  <a:pt x="170690" y="103038"/>
                  <a:pt x="172145" y="101415"/>
                </a:cubicBezTo>
                <a:cubicBezTo>
                  <a:pt x="173600" y="99792"/>
                  <a:pt x="174860" y="97553"/>
                  <a:pt x="175923" y="94699"/>
                </a:cubicBezTo>
                <a:cubicBezTo>
                  <a:pt x="176986" y="91844"/>
                  <a:pt x="178134" y="88094"/>
                  <a:pt x="179365" y="83449"/>
                </a:cubicBezTo>
                <a:lnTo>
                  <a:pt x="189187" y="83449"/>
                </a:lnTo>
                <a:cubicBezTo>
                  <a:pt x="188852" y="88654"/>
                  <a:pt x="188516" y="93859"/>
                  <a:pt x="188180" y="99064"/>
                </a:cubicBezTo>
                <a:cubicBezTo>
                  <a:pt x="187844" y="104269"/>
                  <a:pt x="187536" y="109446"/>
                  <a:pt x="187257" y="114595"/>
                </a:cubicBezTo>
                <a:lnTo>
                  <a:pt x="101793" y="114595"/>
                </a:lnTo>
                <a:lnTo>
                  <a:pt x="101793" y="109222"/>
                </a:lnTo>
                <a:cubicBezTo>
                  <a:pt x="104479" y="108383"/>
                  <a:pt x="106550" y="107697"/>
                  <a:pt x="108005" y="107166"/>
                </a:cubicBezTo>
                <a:cubicBezTo>
                  <a:pt x="109460" y="106634"/>
                  <a:pt x="110524" y="105878"/>
                  <a:pt x="111195" y="104899"/>
                </a:cubicBezTo>
                <a:cubicBezTo>
                  <a:pt x="111867" y="103919"/>
                  <a:pt x="112245" y="102548"/>
                  <a:pt x="112329" y="100785"/>
                </a:cubicBezTo>
                <a:cubicBezTo>
                  <a:pt x="112413" y="99022"/>
                  <a:pt x="112455" y="96490"/>
                  <a:pt x="112455" y="93187"/>
                </a:cubicBezTo>
                <a:lnTo>
                  <a:pt x="112455" y="21576"/>
                </a:lnTo>
                <a:cubicBezTo>
                  <a:pt x="112399" y="18665"/>
                  <a:pt x="112315" y="16329"/>
                  <a:pt x="112203" y="14566"/>
                </a:cubicBezTo>
                <a:cubicBezTo>
                  <a:pt x="112091" y="12803"/>
                  <a:pt x="111713" y="11390"/>
                  <a:pt x="111069" y="10326"/>
                </a:cubicBezTo>
                <a:cubicBezTo>
                  <a:pt x="110426" y="9263"/>
                  <a:pt x="109390" y="8395"/>
                  <a:pt x="107963" y="7724"/>
                </a:cubicBezTo>
                <a:cubicBezTo>
                  <a:pt x="106536" y="7052"/>
                  <a:pt x="104479" y="6324"/>
                  <a:pt x="101793" y="5541"/>
                </a:cubicBezTo>
                <a:lnTo>
                  <a:pt x="101793" y="0"/>
                </a:lnTo>
                <a:lnTo>
                  <a:pt x="1881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𝑍">
            <a:extLst xmlns:a="http://schemas.openxmlformats.org/drawingml/2006/main">
              <a:ext uri="{FF2B5EF4-FFF2-40B4-BE49-F238E27FC236}">
                <a16:creationId xmlns:a16="http://schemas.microsoft.com/office/drawing/2014/main" id="{CA717FFD-8296-4270-A38C-93F96D4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939" y="3263377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𝑡">
            <a:extLst xmlns:a="http://schemas.openxmlformats.org/drawingml/2006/main">
              <a:ext uri="{FF2B5EF4-FFF2-40B4-BE49-F238E27FC236}">
                <a16:creationId xmlns:a16="http://schemas.microsoft.com/office/drawing/2014/main" id="{EDBE1E95-740A-434E-AE7B-6D693FD3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298" y="3365781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FE">
            <a:extLst xmlns:a="http://schemas.openxmlformats.org/drawingml/2006/main">
              <a:ext uri="{FF2B5EF4-FFF2-40B4-BE49-F238E27FC236}">
                <a16:creationId xmlns:a16="http://schemas.microsoft.com/office/drawing/2014/main" id="{8B58EBBC-5F26-49CB-8475-8FBB00C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6216" y="3216605"/>
            <a:ext cx="189272" cy="114595"/>
          </a:xfrm>
          <a:custGeom xmlns:a="http://schemas.openxmlformats.org/drawingml/2006/main">
            <a:pathLst>
              <a:path w="189272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265" y="0"/>
                </a:moveTo>
                <a:lnTo>
                  <a:pt x="188265" y="27201"/>
                </a:lnTo>
                <a:lnTo>
                  <a:pt x="178610" y="27201"/>
                </a:lnTo>
                <a:cubicBezTo>
                  <a:pt x="177267" y="23507"/>
                  <a:pt x="176064" y="20498"/>
                  <a:pt x="175001" y="18176"/>
                </a:cubicBezTo>
                <a:cubicBezTo>
                  <a:pt x="173937" y="15853"/>
                  <a:pt x="172734" y="14034"/>
                  <a:pt x="171391" y="12719"/>
                </a:cubicBezTo>
                <a:cubicBezTo>
                  <a:pt x="170047" y="11404"/>
                  <a:pt x="168438" y="10508"/>
                  <a:pt x="166563" y="10032"/>
                </a:cubicBezTo>
                <a:cubicBezTo>
                  <a:pt x="164688" y="9557"/>
                  <a:pt x="162240" y="9319"/>
                  <a:pt x="159217" y="9319"/>
                </a:cubicBezTo>
                <a:lnTo>
                  <a:pt x="130590" y="9319"/>
                </a:lnTo>
                <a:lnTo>
                  <a:pt x="130590" y="50372"/>
                </a:lnTo>
                <a:lnTo>
                  <a:pt x="150067" y="50372"/>
                </a:lnTo>
                <a:cubicBezTo>
                  <a:pt x="151970" y="50372"/>
                  <a:pt x="153579" y="50176"/>
                  <a:pt x="154894" y="49784"/>
                </a:cubicBezTo>
                <a:cubicBezTo>
                  <a:pt x="156209" y="49392"/>
                  <a:pt x="157314" y="48735"/>
                  <a:pt x="158210" y="47811"/>
                </a:cubicBezTo>
                <a:cubicBezTo>
                  <a:pt x="159105" y="46888"/>
                  <a:pt x="159875" y="45628"/>
                  <a:pt x="160519" y="44033"/>
                </a:cubicBezTo>
                <a:cubicBezTo>
                  <a:pt x="161162" y="42438"/>
                  <a:pt x="161764" y="40465"/>
                  <a:pt x="162324" y="38115"/>
                </a:cubicBezTo>
                <a:lnTo>
                  <a:pt x="171810" y="38115"/>
                </a:lnTo>
                <a:lnTo>
                  <a:pt x="171810" y="71947"/>
                </a:lnTo>
                <a:lnTo>
                  <a:pt x="162324" y="71947"/>
                </a:lnTo>
                <a:cubicBezTo>
                  <a:pt x="161764" y="69485"/>
                  <a:pt x="161162" y="67456"/>
                  <a:pt x="160519" y="65861"/>
                </a:cubicBezTo>
                <a:cubicBezTo>
                  <a:pt x="159875" y="64266"/>
                  <a:pt x="159091" y="63006"/>
                  <a:pt x="158168" y="62083"/>
                </a:cubicBezTo>
                <a:cubicBezTo>
                  <a:pt x="157245" y="61160"/>
                  <a:pt x="156125" y="60530"/>
                  <a:pt x="154810" y="60194"/>
                </a:cubicBezTo>
                <a:cubicBezTo>
                  <a:pt x="153495" y="59858"/>
                  <a:pt x="151914" y="59690"/>
                  <a:pt x="150067" y="59690"/>
                </a:cubicBezTo>
                <a:lnTo>
                  <a:pt x="130590" y="59690"/>
                </a:lnTo>
                <a:lnTo>
                  <a:pt x="130590" y="105529"/>
                </a:lnTo>
                <a:lnTo>
                  <a:pt x="158714" y="105529"/>
                </a:lnTo>
                <a:cubicBezTo>
                  <a:pt x="162016" y="105529"/>
                  <a:pt x="164730" y="105249"/>
                  <a:pt x="166857" y="104689"/>
                </a:cubicBezTo>
                <a:cubicBezTo>
                  <a:pt x="168984" y="104129"/>
                  <a:pt x="170775" y="103038"/>
                  <a:pt x="172230" y="101415"/>
                </a:cubicBezTo>
                <a:cubicBezTo>
                  <a:pt x="173685" y="99792"/>
                  <a:pt x="174945" y="97553"/>
                  <a:pt x="176008" y="94699"/>
                </a:cubicBezTo>
                <a:cubicBezTo>
                  <a:pt x="177071" y="91844"/>
                  <a:pt x="178219" y="88094"/>
                  <a:pt x="179450" y="83449"/>
                </a:cubicBezTo>
                <a:lnTo>
                  <a:pt x="189272" y="83449"/>
                </a:lnTo>
                <a:cubicBezTo>
                  <a:pt x="188937" y="88654"/>
                  <a:pt x="188601" y="93859"/>
                  <a:pt x="188265" y="99064"/>
                </a:cubicBezTo>
                <a:cubicBezTo>
                  <a:pt x="187929" y="104269"/>
                  <a:pt x="187621" y="109446"/>
                  <a:pt x="187342" y="114595"/>
                </a:cubicBezTo>
                <a:lnTo>
                  <a:pt x="101878" y="114595"/>
                </a:lnTo>
                <a:lnTo>
                  <a:pt x="101878" y="109222"/>
                </a:lnTo>
                <a:cubicBezTo>
                  <a:pt x="104564" y="108383"/>
                  <a:pt x="106635" y="107697"/>
                  <a:pt x="108090" y="107166"/>
                </a:cubicBezTo>
                <a:cubicBezTo>
                  <a:pt x="109545" y="106634"/>
                  <a:pt x="110609" y="105878"/>
                  <a:pt x="111280" y="104899"/>
                </a:cubicBezTo>
                <a:cubicBezTo>
                  <a:pt x="111952" y="103919"/>
                  <a:pt x="112330" y="102548"/>
                  <a:pt x="112414" y="100785"/>
                </a:cubicBezTo>
                <a:cubicBezTo>
                  <a:pt x="112498" y="99022"/>
                  <a:pt x="112540" y="96490"/>
                  <a:pt x="112540" y="93187"/>
                </a:cubicBezTo>
                <a:lnTo>
                  <a:pt x="112540" y="21576"/>
                </a:lnTo>
                <a:cubicBezTo>
                  <a:pt x="112484" y="18665"/>
                  <a:pt x="112400" y="16329"/>
                  <a:pt x="112288" y="14566"/>
                </a:cubicBezTo>
                <a:cubicBezTo>
                  <a:pt x="112176" y="12803"/>
                  <a:pt x="111798" y="11390"/>
                  <a:pt x="111155" y="10326"/>
                </a:cubicBezTo>
                <a:cubicBezTo>
                  <a:pt x="110511" y="9263"/>
                  <a:pt x="109475" y="8395"/>
                  <a:pt x="108048" y="7724"/>
                </a:cubicBezTo>
                <a:cubicBezTo>
                  <a:pt x="106621" y="7052"/>
                  <a:pt x="104564" y="6324"/>
                  <a:pt x="101878" y="5541"/>
                </a:cubicBezTo>
                <a:lnTo>
                  <a:pt x="101878" y="0"/>
                </a:lnTo>
                <a:lnTo>
                  <a:pt x="1882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𝑉">
            <a:extLst xmlns:a="http://schemas.openxmlformats.org/drawingml/2006/main">
              <a:ext uri="{FF2B5EF4-FFF2-40B4-BE49-F238E27FC236}">
                <a16:creationId xmlns:a16="http://schemas.microsoft.com/office/drawing/2014/main" id="{04B75D0C-7D35-46B7-9DA2-81574D49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006" y="3290001"/>
            <a:ext cx="134502" cy="158623"/>
          </a:xfrm>
          <a:custGeom xmlns:a="http://schemas.openxmlformats.org/drawingml/2006/main">
            <a:pathLst>
              <a:path w="134502" h="158623">
                <a:moveTo>
                  <a:pt x="48816" y="0"/>
                </a:moveTo>
                <a:lnTo>
                  <a:pt x="47552" y="5628"/>
                </a:lnTo>
                <a:cubicBezTo>
                  <a:pt x="44183" y="6011"/>
                  <a:pt x="41560" y="7006"/>
                  <a:pt x="39684" y="8615"/>
                </a:cubicBezTo>
                <a:cubicBezTo>
                  <a:pt x="37808" y="10223"/>
                  <a:pt x="36487" y="12462"/>
                  <a:pt x="35722" y="15334"/>
                </a:cubicBezTo>
                <a:cubicBezTo>
                  <a:pt x="34956" y="18205"/>
                  <a:pt x="34573" y="22053"/>
                  <a:pt x="34573" y="26877"/>
                </a:cubicBezTo>
                <a:cubicBezTo>
                  <a:pt x="34573" y="28026"/>
                  <a:pt x="34688" y="31472"/>
                  <a:pt x="34918" y="37215"/>
                </a:cubicBezTo>
                <a:lnTo>
                  <a:pt x="38134" y="121293"/>
                </a:lnTo>
                <a:lnTo>
                  <a:pt x="38134" y="130482"/>
                </a:lnTo>
                <a:lnTo>
                  <a:pt x="39282" y="130482"/>
                </a:lnTo>
                <a:lnTo>
                  <a:pt x="89017" y="40776"/>
                </a:lnTo>
                <a:cubicBezTo>
                  <a:pt x="91927" y="35492"/>
                  <a:pt x="94109" y="30955"/>
                  <a:pt x="95564" y="27165"/>
                </a:cubicBezTo>
                <a:cubicBezTo>
                  <a:pt x="97019" y="23374"/>
                  <a:pt x="97746" y="20024"/>
                  <a:pt x="97746" y="17114"/>
                </a:cubicBezTo>
                <a:cubicBezTo>
                  <a:pt x="97746" y="10682"/>
                  <a:pt x="93918" y="6853"/>
                  <a:pt x="86260" y="5628"/>
                </a:cubicBezTo>
                <a:lnTo>
                  <a:pt x="87524" y="0"/>
                </a:lnTo>
                <a:lnTo>
                  <a:pt x="134502" y="0"/>
                </a:lnTo>
                <a:lnTo>
                  <a:pt x="133238" y="5628"/>
                </a:lnTo>
                <a:cubicBezTo>
                  <a:pt x="131171" y="5934"/>
                  <a:pt x="129199" y="6719"/>
                  <a:pt x="127323" y="7983"/>
                </a:cubicBezTo>
                <a:cubicBezTo>
                  <a:pt x="125447" y="9246"/>
                  <a:pt x="123341" y="11352"/>
                  <a:pt x="121006" y="14300"/>
                </a:cubicBezTo>
                <a:cubicBezTo>
                  <a:pt x="118670" y="17248"/>
                  <a:pt x="115052" y="22934"/>
                  <a:pt x="110151" y="31357"/>
                </a:cubicBezTo>
                <a:lnTo>
                  <a:pt x="36641" y="158623"/>
                </a:lnTo>
                <a:lnTo>
                  <a:pt x="21364" y="158623"/>
                </a:lnTo>
                <a:lnTo>
                  <a:pt x="13668" y="30553"/>
                </a:lnTo>
                <a:cubicBezTo>
                  <a:pt x="13362" y="25576"/>
                  <a:pt x="12807" y="21307"/>
                  <a:pt x="12003" y="17746"/>
                </a:cubicBezTo>
                <a:cubicBezTo>
                  <a:pt x="11199" y="14185"/>
                  <a:pt x="9935" y="11409"/>
                  <a:pt x="8213" y="9419"/>
                </a:cubicBezTo>
                <a:cubicBezTo>
                  <a:pt x="6490" y="7428"/>
                  <a:pt x="3752" y="6164"/>
                  <a:pt x="0" y="5628"/>
                </a:cubicBezTo>
                <a:lnTo>
                  <a:pt x="1263" y="0"/>
                </a:lnTo>
                <a:lnTo>
                  <a:pt x="48816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𝑡">
            <a:extLst xmlns:a="http://schemas.openxmlformats.org/drawingml/2006/main">
              <a:ext uri="{FF2B5EF4-FFF2-40B4-BE49-F238E27FC236}">
                <a16:creationId xmlns:a16="http://schemas.microsoft.com/office/drawing/2014/main" id="{BB9FFFF7-A45E-4C9C-B4B4-D852A1B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921" y="3392405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Δ">
            <a:extLst xmlns:a="http://schemas.openxmlformats.org/drawingml/2006/main">
              <a:ext uri="{FF2B5EF4-FFF2-40B4-BE49-F238E27FC236}">
                <a16:creationId xmlns:a16="http://schemas.microsoft.com/office/drawing/2014/main" id="{7AF335BA-9974-4FDE-96A9-5347CF27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013" y="3240963"/>
            <a:ext cx="100911" cy="116862"/>
          </a:xfrm>
          <a:custGeom xmlns:a="http://schemas.openxmlformats.org/drawingml/2006/main">
            <a:pathLst>
              <a:path w="100911" h="116862">
                <a:moveTo>
                  <a:pt x="0" y="116862"/>
                </a:moveTo>
                <a:lnTo>
                  <a:pt x="0" y="110230"/>
                </a:lnTo>
                <a:lnTo>
                  <a:pt x="48021" y="0"/>
                </a:lnTo>
                <a:lnTo>
                  <a:pt x="62125" y="0"/>
                </a:lnTo>
                <a:lnTo>
                  <a:pt x="100911" y="110230"/>
                </a:lnTo>
                <a:lnTo>
                  <a:pt x="100911" y="116862"/>
                </a:lnTo>
                <a:lnTo>
                  <a:pt x="0" y="116862"/>
                </a:lnTo>
                <a:moveTo>
                  <a:pt x="17294" y="101751"/>
                </a:moveTo>
                <a:lnTo>
                  <a:pt x="79335" y="101751"/>
                </a:lnTo>
                <a:lnTo>
                  <a:pt x="51379" y="20736"/>
                </a:lnTo>
                <a:lnTo>
                  <a:pt x="17294" y="101751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𝑉">
            <a:extLst xmlns:a="http://schemas.openxmlformats.org/drawingml/2006/main">
              <a:ext uri="{FF2B5EF4-FFF2-40B4-BE49-F238E27FC236}">
                <a16:creationId xmlns:a16="http://schemas.microsoft.com/office/drawing/2014/main" id="{0E2185BF-FDE6-478B-BF36-91C7926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810" y="1887697"/>
            <a:ext cx="134551" cy="158680"/>
          </a:xfrm>
          <a:custGeom xmlns:a="http://schemas.openxmlformats.org/drawingml/2006/main">
            <a:pathLst>
              <a:path w="134551" h="158680">
                <a:moveTo>
                  <a:pt x="48834" y="0"/>
                </a:moveTo>
                <a:lnTo>
                  <a:pt x="47570" y="5630"/>
                </a:lnTo>
                <a:cubicBezTo>
                  <a:pt x="44199" y="6013"/>
                  <a:pt x="41576" y="7009"/>
                  <a:pt x="39699" y="8618"/>
                </a:cubicBezTo>
                <a:cubicBezTo>
                  <a:pt x="37822" y="10226"/>
                  <a:pt x="36501" y="12467"/>
                  <a:pt x="35735" y="15339"/>
                </a:cubicBezTo>
                <a:cubicBezTo>
                  <a:pt x="34969" y="18212"/>
                  <a:pt x="34586" y="22061"/>
                  <a:pt x="34586" y="26887"/>
                </a:cubicBezTo>
                <a:cubicBezTo>
                  <a:pt x="34586" y="28036"/>
                  <a:pt x="34701" y="31483"/>
                  <a:pt x="34930" y="37228"/>
                </a:cubicBezTo>
                <a:lnTo>
                  <a:pt x="38148" y="121337"/>
                </a:lnTo>
                <a:lnTo>
                  <a:pt x="38148" y="130529"/>
                </a:lnTo>
                <a:lnTo>
                  <a:pt x="39297" y="130529"/>
                </a:lnTo>
                <a:lnTo>
                  <a:pt x="89049" y="40790"/>
                </a:lnTo>
                <a:cubicBezTo>
                  <a:pt x="91960" y="35505"/>
                  <a:pt x="94143" y="30966"/>
                  <a:pt x="95599" y="27174"/>
                </a:cubicBezTo>
                <a:cubicBezTo>
                  <a:pt x="97054" y="23383"/>
                  <a:pt x="97782" y="20031"/>
                  <a:pt x="97782" y="17120"/>
                </a:cubicBezTo>
                <a:cubicBezTo>
                  <a:pt x="97782" y="10686"/>
                  <a:pt x="93952" y="6856"/>
                  <a:pt x="86292" y="5630"/>
                </a:cubicBezTo>
                <a:lnTo>
                  <a:pt x="87556" y="0"/>
                </a:lnTo>
                <a:lnTo>
                  <a:pt x="134551" y="0"/>
                </a:lnTo>
                <a:lnTo>
                  <a:pt x="133287" y="5630"/>
                </a:lnTo>
                <a:cubicBezTo>
                  <a:pt x="131219" y="5937"/>
                  <a:pt x="129246" y="6722"/>
                  <a:pt x="127369" y="7986"/>
                </a:cubicBezTo>
                <a:cubicBezTo>
                  <a:pt x="125493" y="9250"/>
                  <a:pt x="123386" y="11356"/>
                  <a:pt x="121050" y="14305"/>
                </a:cubicBezTo>
                <a:cubicBezTo>
                  <a:pt x="118713" y="17254"/>
                  <a:pt x="115094" y="22942"/>
                  <a:pt x="110191" y="31368"/>
                </a:cubicBezTo>
                <a:lnTo>
                  <a:pt x="36654" y="158680"/>
                </a:lnTo>
                <a:lnTo>
                  <a:pt x="21372" y="158680"/>
                </a:lnTo>
                <a:lnTo>
                  <a:pt x="13673" y="30564"/>
                </a:lnTo>
                <a:cubicBezTo>
                  <a:pt x="13367" y="25585"/>
                  <a:pt x="12812" y="21314"/>
                  <a:pt x="12007" y="17752"/>
                </a:cubicBezTo>
                <a:cubicBezTo>
                  <a:pt x="11203" y="14190"/>
                  <a:pt x="9939" y="11414"/>
                  <a:pt x="8216" y="9422"/>
                </a:cubicBezTo>
                <a:cubicBezTo>
                  <a:pt x="6492" y="7430"/>
                  <a:pt x="3753" y="6166"/>
                  <a:pt x="0" y="5630"/>
                </a:cubicBezTo>
                <a:lnTo>
                  <a:pt x="1264" y="0"/>
                </a:lnTo>
                <a:lnTo>
                  <a:pt x="48834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𝑡">
            <a:extLst xmlns:a="http://schemas.openxmlformats.org/drawingml/2006/main">
              <a:ext uri="{FF2B5EF4-FFF2-40B4-BE49-F238E27FC236}">
                <a16:creationId xmlns:a16="http://schemas.microsoft.com/office/drawing/2014/main" id="{A21CCDEF-DFA3-4287-A4E7-2CF136D9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727" y="1990961"/>
            <a:ext cx="61064" cy="106841"/>
          </a:xfrm>
          <a:custGeom xmlns:a="http://schemas.openxmlformats.org/drawingml/2006/main">
            <a:pathLst>
              <a:path w="61064" h="106841">
                <a:moveTo>
                  <a:pt x="52916" y="89118"/>
                </a:moveTo>
                <a:cubicBezTo>
                  <a:pt x="50061" y="92310"/>
                  <a:pt x="47345" y="95026"/>
                  <a:pt x="44769" y="97266"/>
                </a:cubicBezTo>
                <a:cubicBezTo>
                  <a:pt x="42193" y="99505"/>
                  <a:pt x="39673" y="101339"/>
                  <a:pt x="37210" y="102767"/>
                </a:cubicBezTo>
                <a:cubicBezTo>
                  <a:pt x="34746" y="104195"/>
                  <a:pt x="32310" y="105231"/>
                  <a:pt x="29902" y="105875"/>
                </a:cubicBezTo>
                <a:cubicBezTo>
                  <a:pt x="27494" y="106519"/>
                  <a:pt x="25030" y="106841"/>
                  <a:pt x="22511" y="106841"/>
                </a:cubicBezTo>
                <a:cubicBezTo>
                  <a:pt x="15847" y="106841"/>
                  <a:pt x="10877" y="105273"/>
                  <a:pt x="7601" y="102137"/>
                </a:cubicBezTo>
                <a:cubicBezTo>
                  <a:pt x="4326" y="99001"/>
                  <a:pt x="2688" y="94382"/>
                  <a:pt x="2688" y="88278"/>
                </a:cubicBezTo>
                <a:cubicBezTo>
                  <a:pt x="2688" y="86206"/>
                  <a:pt x="2842" y="83924"/>
                  <a:pt x="3150" y="81433"/>
                </a:cubicBezTo>
                <a:cubicBezTo>
                  <a:pt x="3458" y="78941"/>
                  <a:pt x="3892" y="76519"/>
                  <a:pt x="4452" y="74167"/>
                </a:cubicBezTo>
                <a:lnTo>
                  <a:pt x="14447" y="30658"/>
                </a:lnTo>
                <a:lnTo>
                  <a:pt x="0" y="30658"/>
                </a:lnTo>
                <a:lnTo>
                  <a:pt x="1680" y="24190"/>
                </a:lnTo>
                <a:cubicBezTo>
                  <a:pt x="5040" y="24190"/>
                  <a:pt x="7657" y="23868"/>
                  <a:pt x="9533" y="23224"/>
                </a:cubicBezTo>
                <a:cubicBezTo>
                  <a:pt x="11409" y="22581"/>
                  <a:pt x="12991" y="21699"/>
                  <a:pt x="14279" y="20579"/>
                </a:cubicBezTo>
                <a:cubicBezTo>
                  <a:pt x="15119" y="19795"/>
                  <a:pt x="15931" y="18829"/>
                  <a:pt x="16715" y="17681"/>
                </a:cubicBezTo>
                <a:cubicBezTo>
                  <a:pt x="17499" y="16533"/>
                  <a:pt x="18283" y="15147"/>
                  <a:pt x="19067" y="13523"/>
                </a:cubicBezTo>
                <a:cubicBezTo>
                  <a:pt x="19851" y="11899"/>
                  <a:pt x="20649" y="9981"/>
                  <a:pt x="21461" y="7769"/>
                </a:cubicBezTo>
                <a:cubicBezTo>
                  <a:pt x="22273" y="5558"/>
                  <a:pt x="23182" y="2968"/>
                  <a:pt x="24190" y="0"/>
                </a:cubicBezTo>
                <a:lnTo>
                  <a:pt x="37294" y="0"/>
                </a:lnTo>
                <a:lnTo>
                  <a:pt x="32506" y="21335"/>
                </a:lnTo>
                <a:lnTo>
                  <a:pt x="61064" y="21335"/>
                </a:lnTo>
                <a:lnTo>
                  <a:pt x="59132" y="30658"/>
                </a:lnTo>
                <a:lnTo>
                  <a:pt x="30658" y="30658"/>
                </a:lnTo>
                <a:lnTo>
                  <a:pt x="22091" y="65852"/>
                </a:lnTo>
                <a:cubicBezTo>
                  <a:pt x="21531" y="68203"/>
                  <a:pt x="21069" y="70317"/>
                  <a:pt x="20705" y="72193"/>
                </a:cubicBezTo>
                <a:cubicBezTo>
                  <a:pt x="20341" y="74069"/>
                  <a:pt x="20047" y="75763"/>
                  <a:pt x="19823" y="77275"/>
                </a:cubicBezTo>
                <a:cubicBezTo>
                  <a:pt x="19599" y="78787"/>
                  <a:pt x="19445" y="80159"/>
                  <a:pt x="19361" y="81391"/>
                </a:cubicBezTo>
                <a:cubicBezTo>
                  <a:pt x="19277" y="82623"/>
                  <a:pt x="19235" y="83770"/>
                  <a:pt x="19235" y="84834"/>
                </a:cubicBezTo>
                <a:cubicBezTo>
                  <a:pt x="19235" y="88194"/>
                  <a:pt x="19935" y="90826"/>
                  <a:pt x="21335" y="92730"/>
                </a:cubicBezTo>
                <a:cubicBezTo>
                  <a:pt x="22734" y="94634"/>
                  <a:pt x="25030" y="95586"/>
                  <a:pt x="28222" y="95586"/>
                </a:cubicBezTo>
                <a:cubicBezTo>
                  <a:pt x="30910" y="95586"/>
                  <a:pt x="33766" y="94592"/>
                  <a:pt x="36790" y="92604"/>
                </a:cubicBezTo>
                <a:cubicBezTo>
                  <a:pt x="39813" y="90616"/>
                  <a:pt x="43257" y="87494"/>
                  <a:pt x="47121" y="83238"/>
                </a:cubicBezTo>
                <a:lnTo>
                  <a:pt x="52916" y="89118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src">
            <a:extLst xmlns:a="http://schemas.openxmlformats.org/drawingml/2006/main">
              <a:ext uri="{FF2B5EF4-FFF2-40B4-BE49-F238E27FC236}">
                <a16:creationId xmlns:a16="http://schemas.microsoft.com/office/drawing/2014/main" id="{D96077CD-4794-4DAB-AB2F-7A7DFF4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929" y="1869006"/>
            <a:ext cx="235329" cy="87227"/>
          </a:xfrm>
          <a:custGeom xmlns:a="http://schemas.openxmlformats.org/drawingml/2006/main">
            <a:pathLst>
              <a:path w="235329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5" y="15783"/>
                </a:moveTo>
                <a:cubicBezTo>
                  <a:pt x="109933" y="15895"/>
                  <a:pt x="110073" y="15965"/>
                  <a:pt x="110185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1" y="13293"/>
                  <a:pt x="115768" y="10802"/>
                  <a:pt x="118035" y="8731"/>
                </a:cubicBezTo>
                <a:cubicBezTo>
                  <a:pt x="120301" y="6660"/>
                  <a:pt x="122596" y="4981"/>
                  <a:pt x="124919" y="3694"/>
                </a:cubicBezTo>
                <a:cubicBezTo>
                  <a:pt x="127242" y="2407"/>
                  <a:pt x="129648" y="1469"/>
                  <a:pt x="132139" y="882"/>
                </a:cubicBezTo>
                <a:cubicBezTo>
                  <a:pt x="134629" y="294"/>
                  <a:pt x="137414" y="0"/>
                  <a:pt x="140492" y="0"/>
                </a:cubicBezTo>
                <a:cubicBezTo>
                  <a:pt x="143962" y="0"/>
                  <a:pt x="147264" y="336"/>
                  <a:pt x="150398" y="1007"/>
                </a:cubicBezTo>
                <a:lnTo>
                  <a:pt x="150398" y="21828"/>
                </a:lnTo>
                <a:lnTo>
                  <a:pt x="139653" y="21828"/>
                </a:lnTo>
                <a:cubicBezTo>
                  <a:pt x="139037" y="20261"/>
                  <a:pt x="138393" y="18903"/>
                  <a:pt x="137722" y="17756"/>
                </a:cubicBezTo>
                <a:cubicBezTo>
                  <a:pt x="137050" y="16609"/>
                  <a:pt x="136280" y="15657"/>
                  <a:pt x="135413" y="14902"/>
                </a:cubicBezTo>
                <a:cubicBezTo>
                  <a:pt x="134545" y="14146"/>
                  <a:pt x="133538" y="13586"/>
                  <a:pt x="132391" y="13223"/>
                </a:cubicBezTo>
                <a:cubicBezTo>
                  <a:pt x="131243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7" y="15265"/>
                  <a:pt x="118860" y="16679"/>
                  <a:pt x="117069" y="18470"/>
                </a:cubicBezTo>
                <a:cubicBezTo>
                  <a:pt x="115278" y="20261"/>
                  <a:pt x="113781" y="22331"/>
                  <a:pt x="112578" y="24682"/>
                </a:cubicBezTo>
                <a:cubicBezTo>
                  <a:pt x="111374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2" y="74284"/>
                  <a:pt x="112116" y="75697"/>
                  <a:pt x="112956" y="76649"/>
                </a:cubicBezTo>
                <a:cubicBezTo>
                  <a:pt x="113795" y="77600"/>
                  <a:pt x="114942" y="78286"/>
                  <a:pt x="116398" y="78706"/>
                </a:cubicBezTo>
                <a:cubicBezTo>
                  <a:pt x="117853" y="79125"/>
                  <a:pt x="119756" y="79671"/>
                  <a:pt x="122106" y="80343"/>
                </a:cubicBezTo>
                <a:lnTo>
                  <a:pt x="122106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3" y="76439"/>
                </a:cubicBezTo>
                <a:cubicBezTo>
                  <a:pt x="93213" y="75515"/>
                  <a:pt x="93660" y="74158"/>
                  <a:pt x="93856" y="72367"/>
                </a:cubicBezTo>
                <a:cubicBezTo>
                  <a:pt x="94052" y="70576"/>
                  <a:pt x="94150" y="67974"/>
                  <a:pt x="94150" y="64560"/>
                </a:cubicBezTo>
                <a:lnTo>
                  <a:pt x="94150" y="28460"/>
                </a:lnTo>
                <a:cubicBezTo>
                  <a:pt x="94150" y="24598"/>
                  <a:pt x="94136" y="21436"/>
                  <a:pt x="94108" y="18973"/>
                </a:cubicBezTo>
                <a:cubicBezTo>
                  <a:pt x="94080" y="16511"/>
                  <a:pt x="93744" y="14510"/>
                  <a:pt x="93101" y="12971"/>
                </a:cubicBezTo>
                <a:cubicBezTo>
                  <a:pt x="92457" y="11432"/>
                  <a:pt x="91366" y="10256"/>
                  <a:pt x="89827" y="9445"/>
                </a:cubicBezTo>
                <a:cubicBezTo>
                  <a:pt x="88287" y="8633"/>
                  <a:pt x="86007" y="7976"/>
                  <a:pt x="82984" y="7472"/>
                </a:cubicBezTo>
                <a:lnTo>
                  <a:pt x="82984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5" y="15783"/>
                </a:lnTo>
                <a:close/>
                <a:moveTo>
                  <a:pt x="234322" y="22919"/>
                </a:moveTo>
                <a:lnTo>
                  <a:pt x="221981" y="22919"/>
                </a:lnTo>
                <a:cubicBezTo>
                  <a:pt x="220638" y="17714"/>
                  <a:pt x="218707" y="13978"/>
                  <a:pt x="216188" y="11711"/>
                </a:cubicBezTo>
                <a:cubicBezTo>
                  <a:pt x="213670" y="9445"/>
                  <a:pt x="210172" y="8311"/>
                  <a:pt x="205694" y="8311"/>
                </a:cubicBezTo>
                <a:cubicBezTo>
                  <a:pt x="202448" y="8311"/>
                  <a:pt x="199496" y="9067"/>
                  <a:pt x="196837" y="10578"/>
                </a:cubicBezTo>
                <a:cubicBezTo>
                  <a:pt x="194179" y="12089"/>
                  <a:pt x="191912" y="14300"/>
                  <a:pt x="190037" y="17210"/>
                </a:cubicBezTo>
                <a:cubicBezTo>
                  <a:pt x="188162" y="20121"/>
                  <a:pt x="186707" y="23717"/>
                  <a:pt x="185671" y="27998"/>
                </a:cubicBezTo>
                <a:cubicBezTo>
                  <a:pt x="184636" y="32280"/>
                  <a:pt x="184118" y="37191"/>
                  <a:pt x="184118" y="42732"/>
                </a:cubicBezTo>
                <a:cubicBezTo>
                  <a:pt x="184118" y="48049"/>
                  <a:pt x="184524" y="52764"/>
                  <a:pt x="185336" y="56878"/>
                </a:cubicBezTo>
                <a:cubicBezTo>
                  <a:pt x="186147" y="60992"/>
                  <a:pt x="187448" y="64448"/>
                  <a:pt x="189239" y="67246"/>
                </a:cubicBezTo>
                <a:cubicBezTo>
                  <a:pt x="191030" y="70045"/>
                  <a:pt x="193339" y="72171"/>
                  <a:pt x="196165" y="73626"/>
                </a:cubicBezTo>
                <a:cubicBezTo>
                  <a:pt x="198992" y="75082"/>
                  <a:pt x="202392" y="75809"/>
                  <a:pt x="206366" y="75809"/>
                </a:cubicBezTo>
                <a:cubicBezTo>
                  <a:pt x="210563" y="75809"/>
                  <a:pt x="214523" y="74928"/>
                  <a:pt x="218245" y="73165"/>
                </a:cubicBezTo>
                <a:cubicBezTo>
                  <a:pt x="221967" y="71402"/>
                  <a:pt x="225843" y="68533"/>
                  <a:pt x="229872" y="64560"/>
                </a:cubicBezTo>
                <a:cubicBezTo>
                  <a:pt x="230712" y="65679"/>
                  <a:pt x="231621" y="66756"/>
                  <a:pt x="232601" y="67792"/>
                </a:cubicBezTo>
                <a:cubicBezTo>
                  <a:pt x="233580" y="68827"/>
                  <a:pt x="234490" y="69877"/>
                  <a:pt x="235329" y="70940"/>
                </a:cubicBezTo>
                <a:cubicBezTo>
                  <a:pt x="232475" y="73962"/>
                  <a:pt x="229733" y="76509"/>
                  <a:pt x="227102" y="78580"/>
                </a:cubicBezTo>
                <a:cubicBezTo>
                  <a:pt x="224471" y="80651"/>
                  <a:pt x="221827" y="82330"/>
                  <a:pt x="219168" y="83617"/>
                </a:cubicBezTo>
                <a:cubicBezTo>
                  <a:pt x="216510" y="84904"/>
                  <a:pt x="213754" y="85828"/>
                  <a:pt x="210899" y="86387"/>
                </a:cubicBezTo>
                <a:cubicBezTo>
                  <a:pt x="208045" y="86947"/>
                  <a:pt x="204966" y="87227"/>
                  <a:pt x="201664" y="87227"/>
                </a:cubicBezTo>
                <a:cubicBezTo>
                  <a:pt x="190191" y="87227"/>
                  <a:pt x="181390" y="83533"/>
                  <a:pt x="175261" y="76145"/>
                </a:cubicBezTo>
                <a:cubicBezTo>
                  <a:pt x="169133" y="68757"/>
                  <a:pt x="166068" y="58039"/>
                  <a:pt x="166068" y="43991"/>
                </a:cubicBezTo>
                <a:cubicBezTo>
                  <a:pt x="166068" y="37443"/>
                  <a:pt x="167062" y="31468"/>
                  <a:pt x="169049" y="26067"/>
                </a:cubicBezTo>
                <a:cubicBezTo>
                  <a:pt x="171036" y="20666"/>
                  <a:pt x="173834" y="16035"/>
                  <a:pt x="177444" y="12173"/>
                </a:cubicBezTo>
                <a:cubicBezTo>
                  <a:pt x="181054" y="8311"/>
                  <a:pt x="185391" y="5317"/>
                  <a:pt x="190457" y="3190"/>
                </a:cubicBezTo>
                <a:cubicBezTo>
                  <a:pt x="195522" y="1063"/>
                  <a:pt x="201105" y="0"/>
                  <a:pt x="207205" y="0"/>
                </a:cubicBezTo>
                <a:cubicBezTo>
                  <a:pt x="209948" y="0"/>
                  <a:pt x="212522" y="84"/>
                  <a:pt x="214929" y="252"/>
                </a:cubicBezTo>
                <a:cubicBezTo>
                  <a:pt x="217335" y="420"/>
                  <a:pt x="219630" y="672"/>
                  <a:pt x="221813" y="1007"/>
                </a:cubicBezTo>
                <a:cubicBezTo>
                  <a:pt x="223996" y="1343"/>
                  <a:pt x="226123" y="1749"/>
                  <a:pt x="228193" y="2225"/>
                </a:cubicBezTo>
                <a:cubicBezTo>
                  <a:pt x="230264" y="2700"/>
                  <a:pt x="232307" y="3218"/>
                  <a:pt x="234322" y="3778"/>
                </a:cubicBezTo>
                <a:lnTo>
                  <a:pt x="234322" y="2291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159D7-D70B-4C9C-876D-92EEE53F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545" y="3160477"/>
            <a:ext cx="101365" cy="101365"/>
          </a:xfrm>
          <a:custGeom xmlns:a="http://schemas.openxmlformats.org/drawingml/2006/main">
            <a:pathLst>
              <a:path w="101365" h="101365">
                <a:moveTo>
                  <a:pt x="0" y="50682"/>
                </a:moveTo>
                <a:cubicBezTo>
                  <a:pt x="0" y="22704"/>
                  <a:pt x="22704" y="0"/>
                  <a:pt x="50682" y="0"/>
                </a:cubicBezTo>
                <a:cubicBezTo>
                  <a:pt x="78661" y="0"/>
                  <a:pt x="101365" y="22704"/>
                  <a:pt x="101365" y="50682"/>
                </a:cubicBezTo>
                <a:cubicBezTo>
                  <a:pt x="101365" y="78661"/>
                  <a:pt x="78661" y="101365"/>
                  <a:pt x="50682" y="101365"/>
                </a:cubicBezTo>
                <a:cubicBezTo>
                  <a:pt x="22704" y="101365"/>
                  <a:pt x="0" y="78661"/>
                  <a:pt x="0" y="50682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05241-A423-4E6C-BDF9-5E4E529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372" y="2387624"/>
            <a:ext cx="284170" cy="112734"/>
          </a:xfrm>
          <a:custGeom xmlns:a="http://schemas.openxmlformats.org/drawingml/2006/main">
            <a:pathLst>
              <a:path w="284170" h="112734">
                <a:moveTo>
                  <a:pt x="5881" y="0"/>
                </a:moveTo>
                <a:lnTo>
                  <a:pt x="0" y="20530"/>
                </a:lnTo>
                <a:lnTo>
                  <a:pt x="178421" y="71622"/>
                </a:lnTo>
                <a:lnTo>
                  <a:pt x="166660" y="112734"/>
                </a:lnTo>
                <a:lnTo>
                  <a:pt x="284170" y="90744"/>
                </a:lnTo>
                <a:lnTo>
                  <a:pt x="196064" y="9944"/>
                </a:lnTo>
                <a:lnTo>
                  <a:pt x="184303" y="51060"/>
                </a:lnTo>
                <a:lnTo>
                  <a:pt x="5881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44010-08F6-4242-A478-AB4B534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506" y="1690760"/>
            <a:ext cx="106461" cy="371991"/>
          </a:xfrm>
          <a:custGeom xmlns:a="http://schemas.openxmlformats.org/drawingml/2006/main">
            <a:pathLst>
              <a:path w="106461" h="371991">
                <a:moveTo>
                  <a:pt x="42587" y="264518"/>
                </a:moveTo>
                <a:lnTo>
                  <a:pt x="0" y="260540"/>
                </a:lnTo>
                <a:lnTo>
                  <a:pt x="43305" y="371991"/>
                </a:lnTo>
                <a:lnTo>
                  <a:pt x="106461" y="270484"/>
                </a:lnTo>
                <a:lnTo>
                  <a:pt x="63901" y="266509"/>
                </a:lnTo>
                <a:lnTo>
                  <a:pt x="88605" y="1996"/>
                </a:lnTo>
                <a:lnTo>
                  <a:pt x="67291" y="0"/>
                </a:lnTo>
                <a:lnTo>
                  <a:pt x="42587" y="264518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CBCAE-B1F1-4B7A-9736-80E3853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6315" y="2032064"/>
            <a:ext cx="106461" cy="371991"/>
          </a:xfrm>
          <a:custGeom xmlns:a="http://schemas.openxmlformats.org/drawingml/2006/main">
            <a:pathLst>
              <a:path w="106461" h="371991">
                <a:moveTo>
                  <a:pt x="42587" y="264518"/>
                </a:moveTo>
                <a:lnTo>
                  <a:pt x="0" y="260540"/>
                </a:lnTo>
                <a:lnTo>
                  <a:pt x="43305" y="371991"/>
                </a:lnTo>
                <a:lnTo>
                  <a:pt x="106461" y="270484"/>
                </a:lnTo>
                <a:lnTo>
                  <a:pt x="63901" y="266509"/>
                </a:lnTo>
                <a:lnTo>
                  <a:pt x="88605" y="1996"/>
                </a:lnTo>
                <a:lnTo>
                  <a:pt x="67291" y="0"/>
                </a:lnTo>
                <a:lnTo>
                  <a:pt x="42587" y="264518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56597-AC19-4AF7-ACF1-9E146D0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6137" y="2027145"/>
            <a:ext cx="249598" cy="451330"/>
          </a:xfrm>
          <a:custGeom xmlns:a="http://schemas.openxmlformats.org/drawingml/2006/main">
            <a:pathLst>
              <a:path w="249598" h="451330">
                <a:moveTo>
                  <a:pt x="18819" y="0"/>
                </a:moveTo>
                <a:lnTo>
                  <a:pt x="0" y="10122"/>
                </a:lnTo>
                <a:lnTo>
                  <a:pt x="189497" y="362248"/>
                </a:lnTo>
                <a:lnTo>
                  <a:pt x="151833" y="382506"/>
                </a:lnTo>
                <a:lnTo>
                  <a:pt x="249598" y="451330"/>
                </a:lnTo>
                <a:lnTo>
                  <a:pt x="245998" y="331859"/>
                </a:lnTo>
                <a:lnTo>
                  <a:pt x="208330" y="352119"/>
                </a:lnTo>
                <a:lnTo>
                  <a:pt x="1881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BBA63-9961-4632-84D5-130EAC4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191" y="3079214"/>
            <a:ext cx="284135" cy="112734"/>
          </a:xfrm>
          <a:custGeom xmlns:a="http://schemas.openxmlformats.org/drawingml/2006/main">
            <a:pathLst>
              <a:path w="284135" h="112734">
                <a:moveTo>
                  <a:pt x="5881" y="0"/>
                </a:moveTo>
                <a:lnTo>
                  <a:pt x="0" y="20530"/>
                </a:lnTo>
                <a:lnTo>
                  <a:pt x="178421" y="71622"/>
                </a:lnTo>
                <a:lnTo>
                  <a:pt x="166660" y="112734"/>
                </a:lnTo>
                <a:lnTo>
                  <a:pt x="284135" y="90744"/>
                </a:lnTo>
                <a:lnTo>
                  <a:pt x="196064" y="9944"/>
                </a:lnTo>
                <a:lnTo>
                  <a:pt x="184303" y="51060"/>
                </a:lnTo>
                <a:lnTo>
                  <a:pt x="5881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31806-9606-4F7C-A205-3F3C8DAE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516" y="2872207"/>
            <a:ext cx="2595706" cy="396192"/>
          </a:xfrm>
          <a:custGeom xmlns:a="http://schemas.openxmlformats.org/drawingml/2006/main">
            <a:pathLst>
              <a:path w="2595706" h="396192" fill="none">
                <a:moveTo>
                  <a:pt x="0" y="318992"/>
                </a:moveTo>
                <a:cubicBezTo>
                  <a:pt x="378229" y="238335"/>
                  <a:pt x="543499" y="167658"/>
                  <a:pt x="729512" y="175749"/>
                </a:cubicBezTo>
                <a:cubicBezTo>
                  <a:pt x="915490" y="183839"/>
                  <a:pt x="916132" y="396192"/>
                  <a:pt x="1115938" y="367501"/>
                </a:cubicBezTo>
                <a:cubicBezTo>
                  <a:pt x="1315781" y="338845"/>
                  <a:pt x="1714575" y="0"/>
                  <a:pt x="1928460" y="3671"/>
                </a:cubicBezTo>
                <a:cubicBezTo>
                  <a:pt x="2142310" y="7342"/>
                  <a:pt x="2369026" y="130163"/>
                  <a:pt x="2595706" y="2529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656" cap="flat">
            <a:solidFill>
              <a:srgbClr val="5069C9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E3A71D-2387-472D-B9BF-BEEBD63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570" y="347285"/>
            <a:ext cx="990124" cy="990124"/>
          </a:xfrm>
          <a:custGeom xmlns:a="http://schemas.openxmlformats.org/drawingml/2006/main">
            <a:pathLst>
              <a:path w="990124" h="990124" fill="none">
                <a:moveTo>
                  <a:pt x="0" y="495062"/>
                </a:moveTo>
                <a:cubicBezTo>
                  <a:pt x="0" y="221655"/>
                  <a:pt x="221655" y="0"/>
                  <a:pt x="495062" y="0"/>
                </a:cubicBezTo>
                <a:cubicBezTo>
                  <a:pt x="768468" y="0"/>
                  <a:pt x="990124" y="221655"/>
                  <a:pt x="990124" y="495062"/>
                </a:cubicBezTo>
                <a:cubicBezTo>
                  <a:pt x="990124" y="768468"/>
                  <a:pt x="768468" y="990124"/>
                  <a:pt x="495062" y="990124"/>
                </a:cubicBezTo>
                <a:cubicBezTo>
                  <a:pt x="221655" y="990124"/>
                  <a:pt x="0" y="768468"/>
                  <a:pt x="0" y="4950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560" cap="flat">
            <a:solidFill>
              <a:srgbClr val="FFFFFF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D6435-78FA-4C09-B05D-D17FA7E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739" y="1066034"/>
            <a:ext cx="1454177" cy="2074341"/>
          </a:xfrm>
          <a:custGeom xmlns:a="http://schemas.openxmlformats.org/drawingml/2006/main">
            <a:pathLst>
              <a:path w="1454177" h="2074341" fill="none">
                <a:moveTo>
                  <a:pt x="0" y="0"/>
                </a:moveTo>
                <a:cubicBezTo>
                  <a:pt x="110917" y="158142"/>
                  <a:pt x="221869" y="316319"/>
                  <a:pt x="336813" y="443738"/>
                </a:cubicBezTo>
                <a:cubicBezTo>
                  <a:pt x="451757" y="571157"/>
                  <a:pt x="630856" y="670062"/>
                  <a:pt x="689665" y="764512"/>
                </a:cubicBezTo>
                <a:cubicBezTo>
                  <a:pt x="748474" y="858962"/>
                  <a:pt x="593433" y="875892"/>
                  <a:pt x="689665" y="1010439"/>
                </a:cubicBezTo>
                <a:cubicBezTo>
                  <a:pt x="785897" y="1144986"/>
                  <a:pt x="1139640" y="1394478"/>
                  <a:pt x="1267059" y="1571794"/>
                </a:cubicBezTo>
                <a:cubicBezTo>
                  <a:pt x="1394478" y="1749111"/>
                  <a:pt x="1424310" y="1911708"/>
                  <a:pt x="1454177" y="20743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5069C9">
                <a:alpha val="30196"/>
              </a:srgbClr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A198B-5A35-433D-8A21-488A12D4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33" y="1053631"/>
            <a:ext cx="1237868" cy="2094443"/>
          </a:xfrm>
          <a:custGeom xmlns:a="http://schemas.openxmlformats.org/drawingml/2006/main">
            <a:pathLst>
              <a:path w="1237868" h="2094443" fill="none">
                <a:moveTo>
                  <a:pt x="0" y="2094443"/>
                </a:moveTo>
                <a:cubicBezTo>
                  <a:pt x="207006" y="1864020"/>
                  <a:pt x="414013" y="1633597"/>
                  <a:pt x="521650" y="1415613"/>
                </a:cubicBezTo>
                <a:cubicBezTo>
                  <a:pt x="629288" y="1197629"/>
                  <a:pt x="540968" y="942364"/>
                  <a:pt x="645826" y="786467"/>
                </a:cubicBezTo>
                <a:cubicBezTo>
                  <a:pt x="750719" y="630536"/>
                  <a:pt x="1063973" y="611218"/>
                  <a:pt x="1150903" y="480164"/>
                </a:cubicBezTo>
                <a:cubicBezTo>
                  <a:pt x="1237868" y="349074"/>
                  <a:pt x="1202654" y="174537"/>
                  <a:pt x="116747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5069C9">
                <a:alpha val="30196"/>
              </a:srgbClr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BA750-901F-49B1-8D0C-52BD3493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808" y="2886963"/>
            <a:ext cx="178671" cy="149089"/>
          </a:xfrm>
          <a:custGeom xmlns:a="http://schemas.openxmlformats.org/drawingml/2006/main">
            <a:pathLst>
              <a:path w="178671" h="149089">
                <a:moveTo>
                  <a:pt x="89211" y="50861"/>
                </a:moveTo>
                <a:lnTo>
                  <a:pt x="59165" y="149089"/>
                </a:lnTo>
                <a:lnTo>
                  <a:pt x="178671" y="15397"/>
                </a:lnTo>
                <a:lnTo>
                  <a:pt x="0" y="0"/>
                </a:lnTo>
                <a:lnTo>
                  <a:pt x="89211" y="50861"/>
                </a:lnTo>
                <a:close/>
              </a:path>
            </a:pathLst>
          </a:custGeom>
          <a:solidFill xmlns:a="http://schemas.openxmlformats.org/drawingml/2006/main">
            <a:srgbClr val="4E67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2C38C-1561-41E9-BB61-50BF7D2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25" y="3104020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𝑍">
            <a:extLst xmlns:a="http://schemas.openxmlformats.org/drawingml/2006/main">
              <a:ext uri="{FF2B5EF4-FFF2-40B4-BE49-F238E27FC236}">
                <a16:creationId xmlns:a16="http://schemas.microsoft.com/office/drawing/2014/main" id="{6B38A3E1-5199-402A-B994-CACD519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447" y="148297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𝑡">
            <a:extLst xmlns:a="http://schemas.openxmlformats.org/drawingml/2006/main">
              <a:ext uri="{FF2B5EF4-FFF2-40B4-BE49-F238E27FC236}">
                <a16:creationId xmlns:a16="http://schemas.microsoft.com/office/drawing/2014/main" id="{6B977C43-C83F-423B-8B3B-FF2736A0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806" y="1586232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rc">
            <a:extLst xmlns:a="http://schemas.openxmlformats.org/drawingml/2006/main">
              <a:ext uri="{FF2B5EF4-FFF2-40B4-BE49-F238E27FC236}">
                <a16:creationId xmlns:a16="http://schemas.microsoft.com/office/drawing/2014/main" id="{23A311BC-F2B1-4F4B-99DA-4225F248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212" y="1464224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8" y="16021"/>
                  <a:pt x="110438" y="16091"/>
                  <a:pt x="110606" y="16203"/>
                </a:cubicBezTo>
                <a:cubicBezTo>
                  <a:pt x="113292" y="13293"/>
                  <a:pt x="115769" y="10802"/>
                  <a:pt x="118035" y="8731"/>
                </a:cubicBezTo>
                <a:cubicBezTo>
                  <a:pt x="120302" y="6660"/>
                  <a:pt x="122597" y="4981"/>
                  <a:pt x="124920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5" y="0"/>
                  <a:pt x="140493" y="0"/>
                </a:cubicBezTo>
                <a:cubicBezTo>
                  <a:pt x="143963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8" y="20261"/>
                  <a:pt x="138394" y="18903"/>
                  <a:pt x="137722" y="17756"/>
                </a:cubicBezTo>
                <a:cubicBezTo>
                  <a:pt x="137051" y="16609"/>
                  <a:pt x="136281" y="15657"/>
                  <a:pt x="135414" y="14902"/>
                </a:cubicBezTo>
                <a:cubicBezTo>
                  <a:pt x="134546" y="14146"/>
                  <a:pt x="133539" y="13586"/>
                  <a:pt x="132391" y="13223"/>
                </a:cubicBezTo>
                <a:cubicBezTo>
                  <a:pt x="131244" y="12859"/>
                  <a:pt x="129887" y="12677"/>
                  <a:pt x="128320" y="12677"/>
                </a:cubicBezTo>
                <a:cubicBezTo>
                  <a:pt x="126697" y="12677"/>
                  <a:pt x="124864" y="13195"/>
                  <a:pt x="122821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9" y="24682"/>
                </a:cubicBezTo>
                <a:cubicBezTo>
                  <a:pt x="111375" y="27033"/>
                  <a:pt x="110774" y="29523"/>
                  <a:pt x="110774" y="32154"/>
                </a:cubicBezTo>
                <a:lnTo>
                  <a:pt x="110774" y="64308"/>
                </a:lnTo>
                <a:cubicBezTo>
                  <a:pt x="110774" y="67834"/>
                  <a:pt x="110927" y="70534"/>
                  <a:pt x="111235" y="72409"/>
                </a:cubicBezTo>
                <a:cubicBezTo>
                  <a:pt x="111543" y="74284"/>
                  <a:pt x="112117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4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2" y="78496"/>
                </a:cubicBezTo>
                <a:cubicBezTo>
                  <a:pt x="90807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1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9" y="17714"/>
                  <a:pt x="218708" y="13978"/>
                  <a:pt x="216189" y="11711"/>
                </a:cubicBezTo>
                <a:cubicBezTo>
                  <a:pt x="213671" y="9445"/>
                  <a:pt x="210173" y="8311"/>
                  <a:pt x="205695" y="8311"/>
                </a:cubicBezTo>
                <a:cubicBezTo>
                  <a:pt x="202449" y="8311"/>
                  <a:pt x="199497" y="9067"/>
                  <a:pt x="196838" y="10578"/>
                </a:cubicBezTo>
                <a:cubicBezTo>
                  <a:pt x="194180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7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7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4" y="68533"/>
                  <a:pt x="229873" y="64560"/>
                </a:cubicBezTo>
                <a:cubicBezTo>
                  <a:pt x="230713" y="65679"/>
                  <a:pt x="231623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4" y="76509"/>
                  <a:pt x="227103" y="78580"/>
                </a:cubicBezTo>
                <a:cubicBezTo>
                  <a:pt x="224473" y="80651"/>
                  <a:pt x="221828" y="82330"/>
                  <a:pt x="219170" y="83617"/>
                </a:cubicBezTo>
                <a:cubicBezTo>
                  <a:pt x="216511" y="84904"/>
                  <a:pt x="213755" y="85828"/>
                  <a:pt x="210900" y="86387"/>
                </a:cubicBezTo>
                <a:cubicBezTo>
                  <a:pt x="208046" y="86947"/>
                  <a:pt x="204968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4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50" y="26067"/>
                </a:cubicBezTo>
                <a:cubicBezTo>
                  <a:pt x="171037" y="20666"/>
                  <a:pt x="173835" y="16035"/>
                  <a:pt x="177445" y="12173"/>
                </a:cubicBezTo>
                <a:cubicBezTo>
                  <a:pt x="181055" y="8311"/>
                  <a:pt x="185393" y="5317"/>
                  <a:pt x="190458" y="3190"/>
                </a:cubicBezTo>
                <a:cubicBezTo>
                  <a:pt x="195523" y="1063"/>
                  <a:pt x="201106" y="0"/>
                  <a:pt x="207206" y="0"/>
                </a:cubicBezTo>
                <a:cubicBezTo>
                  <a:pt x="209949" y="0"/>
                  <a:pt x="212523" y="84"/>
                  <a:pt x="214930" y="252"/>
                </a:cubicBezTo>
                <a:cubicBezTo>
                  <a:pt x="217337" y="420"/>
                  <a:pt x="219631" y="672"/>
                  <a:pt x="221814" y="1007"/>
                </a:cubicBezTo>
                <a:cubicBezTo>
                  <a:pt x="223997" y="1343"/>
                  <a:pt x="226124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𝑍">
            <a:extLst xmlns:a="http://schemas.openxmlformats.org/drawingml/2006/main">
              <a:ext uri="{FF2B5EF4-FFF2-40B4-BE49-F238E27FC236}">
                <a16:creationId xmlns:a16="http://schemas.microsoft.com/office/drawing/2014/main" id="{DB168660-9C8B-476D-9756-7D635CF0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414" y="147014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𝑡">
            <a:extLst xmlns:a="http://schemas.openxmlformats.org/drawingml/2006/main">
              <a:ext uri="{FF2B5EF4-FFF2-40B4-BE49-F238E27FC236}">
                <a16:creationId xmlns:a16="http://schemas.microsoft.com/office/drawing/2014/main" id="{602816E9-12BB-46F0-9C5C-E8F33114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774" y="1573401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tar">
            <a:extLst xmlns:a="http://schemas.openxmlformats.org/drawingml/2006/main">
              <a:ext uri="{FF2B5EF4-FFF2-40B4-BE49-F238E27FC236}">
                <a16:creationId xmlns:a16="http://schemas.microsoft.com/office/drawing/2014/main" id="{9C21E1FD-C4E7-48D2-8CE6-743BCEB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975" y="1431833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6" y="92600"/>
                </a:cubicBezTo>
                <a:cubicBezTo>
                  <a:pt x="121516" y="95174"/>
                  <a:pt x="119011" y="97357"/>
                  <a:pt x="116632" y="99148"/>
                </a:cubicBezTo>
                <a:cubicBezTo>
                  <a:pt x="114254" y="100939"/>
                  <a:pt x="111875" y="102408"/>
                  <a:pt x="109496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09" y="106788"/>
                  <a:pt x="94679" y="106788"/>
                </a:cubicBezTo>
                <a:cubicBezTo>
                  <a:pt x="91041" y="106788"/>
                  <a:pt x="87753" y="106256"/>
                  <a:pt x="84814" y="105193"/>
                </a:cubicBezTo>
                <a:cubicBezTo>
                  <a:pt x="81876" y="104129"/>
                  <a:pt x="79385" y="102632"/>
                  <a:pt x="77343" y="100701"/>
                </a:cubicBezTo>
                <a:cubicBezTo>
                  <a:pt x="75300" y="98770"/>
                  <a:pt x="73733" y="96490"/>
                  <a:pt x="72641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6" y="57983"/>
                  <a:pt x="123810" y="57088"/>
                </a:cubicBezTo>
                <a:lnTo>
                  <a:pt x="123810" y="51043"/>
                </a:lnTo>
                <a:cubicBezTo>
                  <a:pt x="123810" y="46902"/>
                  <a:pt x="123489" y="43390"/>
                  <a:pt x="122845" y="40507"/>
                </a:cubicBezTo>
                <a:cubicBezTo>
                  <a:pt x="122201" y="37625"/>
                  <a:pt x="121194" y="35288"/>
                  <a:pt x="119823" y="33497"/>
                </a:cubicBezTo>
                <a:cubicBezTo>
                  <a:pt x="118451" y="31706"/>
                  <a:pt x="116646" y="30405"/>
                  <a:pt x="114408" y="29593"/>
                </a:cubicBezTo>
                <a:cubicBezTo>
                  <a:pt x="112169" y="28782"/>
                  <a:pt x="109454" y="28376"/>
                  <a:pt x="106264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6" y="34253"/>
                  <a:pt x="89838" y="37975"/>
                  <a:pt x="88382" y="43068"/>
                </a:cubicBezTo>
                <a:lnTo>
                  <a:pt x="75957" y="43068"/>
                </a:lnTo>
                <a:lnTo>
                  <a:pt x="75957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7" y="24094"/>
                  <a:pt x="93601" y="22989"/>
                  <a:pt x="96652" y="22122"/>
                </a:cubicBezTo>
                <a:cubicBezTo>
                  <a:pt x="99702" y="21254"/>
                  <a:pt x="102668" y="20624"/>
                  <a:pt x="105551" y="20233"/>
                </a:cubicBezTo>
                <a:cubicBezTo>
                  <a:pt x="108433" y="19841"/>
                  <a:pt x="111385" y="19617"/>
                  <a:pt x="114408" y="19561"/>
                </a:cubicBezTo>
                <a:cubicBezTo>
                  <a:pt x="118717" y="19673"/>
                  <a:pt x="122481" y="20163"/>
                  <a:pt x="125699" y="21030"/>
                </a:cubicBezTo>
                <a:cubicBezTo>
                  <a:pt x="128917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19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0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5" y="99904"/>
                </a:cubicBezTo>
                <a:lnTo>
                  <a:pt x="150675" y="105277"/>
                </a:lnTo>
                <a:lnTo>
                  <a:pt x="124818" y="105277"/>
                </a:lnTo>
                <a:moveTo>
                  <a:pt x="123810" y="64979"/>
                </a:moveTo>
                <a:cubicBezTo>
                  <a:pt x="111385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8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5" y="84163"/>
                </a:cubicBezTo>
                <a:cubicBezTo>
                  <a:pt x="123279" y="82008"/>
                  <a:pt x="123810" y="79895"/>
                  <a:pt x="123810" y="77824"/>
                </a:cubicBezTo>
                <a:lnTo>
                  <a:pt x="123810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0" y="35582"/>
                  <a:pt x="193700" y="35652"/>
                  <a:pt x="193868" y="35764"/>
                </a:cubicBezTo>
                <a:cubicBezTo>
                  <a:pt x="196555" y="32853"/>
                  <a:pt x="199031" y="30363"/>
                  <a:pt x="201298" y="28292"/>
                </a:cubicBezTo>
                <a:cubicBezTo>
                  <a:pt x="203565" y="26221"/>
                  <a:pt x="205860" y="24542"/>
                  <a:pt x="208182" y="23255"/>
                </a:cubicBezTo>
                <a:cubicBezTo>
                  <a:pt x="210505" y="21968"/>
                  <a:pt x="212912" y="21030"/>
                  <a:pt x="215402" y="20442"/>
                </a:cubicBezTo>
                <a:cubicBezTo>
                  <a:pt x="217893" y="19855"/>
                  <a:pt x="220677" y="19561"/>
                  <a:pt x="223755" y="19561"/>
                </a:cubicBezTo>
                <a:cubicBezTo>
                  <a:pt x="227225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0" y="39822"/>
                  <a:pt x="221657" y="38464"/>
                  <a:pt x="220985" y="37317"/>
                </a:cubicBezTo>
                <a:cubicBezTo>
                  <a:pt x="220313" y="36170"/>
                  <a:pt x="219544" y="35218"/>
                  <a:pt x="218676" y="34463"/>
                </a:cubicBezTo>
                <a:cubicBezTo>
                  <a:pt x="217809" y="33707"/>
                  <a:pt x="216801" y="33147"/>
                  <a:pt x="215654" y="32784"/>
                </a:cubicBezTo>
                <a:cubicBezTo>
                  <a:pt x="214507" y="32420"/>
                  <a:pt x="213149" y="32238"/>
                  <a:pt x="211582" y="32238"/>
                </a:cubicBezTo>
                <a:cubicBezTo>
                  <a:pt x="209959" y="32238"/>
                  <a:pt x="208126" y="32756"/>
                  <a:pt x="206083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1" y="44243"/>
                </a:cubicBezTo>
                <a:cubicBezTo>
                  <a:pt x="194638" y="46594"/>
                  <a:pt x="194036" y="49084"/>
                  <a:pt x="194036" y="51715"/>
                </a:cubicBezTo>
                <a:lnTo>
                  <a:pt x="194036" y="83869"/>
                </a:lnTo>
                <a:cubicBezTo>
                  <a:pt x="194036" y="87395"/>
                  <a:pt x="194190" y="90095"/>
                  <a:pt x="194498" y="91970"/>
                </a:cubicBezTo>
                <a:cubicBezTo>
                  <a:pt x="194806" y="93845"/>
                  <a:pt x="195379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6" y="98686"/>
                  <a:pt x="203019" y="99232"/>
                  <a:pt x="205370" y="99904"/>
                </a:cubicBezTo>
                <a:lnTo>
                  <a:pt x="205370" y="105277"/>
                </a:lnTo>
                <a:lnTo>
                  <a:pt x="167507" y="105277"/>
                </a:lnTo>
                <a:lnTo>
                  <a:pt x="167507" y="99904"/>
                </a:lnTo>
                <a:cubicBezTo>
                  <a:pt x="169690" y="99120"/>
                  <a:pt x="171439" y="98504"/>
                  <a:pt x="172754" y="98057"/>
                </a:cubicBezTo>
                <a:cubicBezTo>
                  <a:pt x="174069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4" y="32532"/>
                </a:cubicBezTo>
                <a:cubicBezTo>
                  <a:pt x="175721" y="30993"/>
                  <a:pt x="174629" y="29817"/>
                  <a:pt x="173090" y="29006"/>
                </a:cubicBezTo>
                <a:cubicBezTo>
                  <a:pt x="171551" y="28194"/>
                  <a:pt x="169270" y="27536"/>
                  <a:pt x="166248" y="27033"/>
                </a:cubicBezTo>
                <a:lnTo>
                  <a:pt x="166248" y="21324"/>
                </a:lnTo>
                <a:lnTo>
                  <a:pt x="188243" y="20401"/>
                </a:lnTo>
                <a:lnTo>
                  <a:pt x="194204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C3F6A-5926-4BEF-A715-CA02475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556" y="3139092"/>
            <a:ext cx="100937" cy="101365"/>
          </a:xfrm>
          <a:custGeom xmlns:a="http://schemas.openxmlformats.org/drawingml/2006/main">
            <a:pathLst>
              <a:path w="100937" h="101365">
                <a:moveTo>
                  <a:pt x="0" y="50682"/>
                </a:moveTo>
                <a:cubicBezTo>
                  <a:pt x="0" y="22704"/>
                  <a:pt x="22597" y="0"/>
                  <a:pt x="50469" y="0"/>
                </a:cubicBezTo>
                <a:cubicBezTo>
                  <a:pt x="78340" y="0"/>
                  <a:pt x="100937" y="22704"/>
                  <a:pt x="100937" y="50682"/>
                </a:cubicBezTo>
                <a:cubicBezTo>
                  <a:pt x="100937" y="78661"/>
                  <a:pt x="78340" y="101365"/>
                  <a:pt x="50469" y="101365"/>
                </a:cubicBezTo>
                <a:cubicBezTo>
                  <a:pt x="22597" y="101365"/>
                  <a:pt x="0" y="78661"/>
                  <a:pt x="0" y="50682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𝑉">
            <a:extLst xmlns:a="http://schemas.openxmlformats.org/drawingml/2006/main">
              <a:ext uri="{FF2B5EF4-FFF2-40B4-BE49-F238E27FC236}">
                <a16:creationId xmlns:a16="http://schemas.microsoft.com/office/drawing/2014/main" id="{C1948659-E8EA-4513-89CD-3499352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053" y="1820320"/>
            <a:ext cx="134502" cy="158623"/>
          </a:xfrm>
          <a:custGeom xmlns:a="http://schemas.openxmlformats.org/drawingml/2006/main">
            <a:pathLst>
              <a:path w="134502" h="158623">
                <a:moveTo>
                  <a:pt x="48816" y="0"/>
                </a:moveTo>
                <a:lnTo>
                  <a:pt x="47552" y="5628"/>
                </a:lnTo>
                <a:cubicBezTo>
                  <a:pt x="44183" y="6011"/>
                  <a:pt x="41560" y="7006"/>
                  <a:pt x="39684" y="8615"/>
                </a:cubicBezTo>
                <a:cubicBezTo>
                  <a:pt x="37808" y="10223"/>
                  <a:pt x="36487" y="12462"/>
                  <a:pt x="35722" y="15334"/>
                </a:cubicBezTo>
                <a:cubicBezTo>
                  <a:pt x="34956" y="18205"/>
                  <a:pt x="34573" y="22053"/>
                  <a:pt x="34573" y="26877"/>
                </a:cubicBezTo>
                <a:cubicBezTo>
                  <a:pt x="34573" y="28026"/>
                  <a:pt x="34688" y="31472"/>
                  <a:pt x="34918" y="37215"/>
                </a:cubicBezTo>
                <a:lnTo>
                  <a:pt x="38134" y="121293"/>
                </a:lnTo>
                <a:lnTo>
                  <a:pt x="38134" y="130482"/>
                </a:lnTo>
                <a:lnTo>
                  <a:pt x="39282" y="130482"/>
                </a:lnTo>
                <a:lnTo>
                  <a:pt x="89017" y="40776"/>
                </a:lnTo>
                <a:cubicBezTo>
                  <a:pt x="91927" y="35492"/>
                  <a:pt x="94109" y="30955"/>
                  <a:pt x="95564" y="27165"/>
                </a:cubicBezTo>
                <a:cubicBezTo>
                  <a:pt x="97019" y="23374"/>
                  <a:pt x="97746" y="20024"/>
                  <a:pt x="97746" y="17114"/>
                </a:cubicBezTo>
                <a:cubicBezTo>
                  <a:pt x="97746" y="10682"/>
                  <a:pt x="93918" y="6853"/>
                  <a:pt x="86260" y="5628"/>
                </a:cubicBezTo>
                <a:lnTo>
                  <a:pt x="87524" y="0"/>
                </a:lnTo>
                <a:lnTo>
                  <a:pt x="134502" y="0"/>
                </a:lnTo>
                <a:lnTo>
                  <a:pt x="133238" y="5628"/>
                </a:lnTo>
                <a:cubicBezTo>
                  <a:pt x="131171" y="5934"/>
                  <a:pt x="129199" y="6719"/>
                  <a:pt x="127323" y="7983"/>
                </a:cubicBezTo>
                <a:cubicBezTo>
                  <a:pt x="125447" y="9246"/>
                  <a:pt x="123341" y="11352"/>
                  <a:pt x="121006" y="14300"/>
                </a:cubicBezTo>
                <a:cubicBezTo>
                  <a:pt x="118670" y="17248"/>
                  <a:pt x="115052" y="22934"/>
                  <a:pt x="110151" y="31357"/>
                </a:cubicBezTo>
                <a:lnTo>
                  <a:pt x="36641" y="158623"/>
                </a:lnTo>
                <a:lnTo>
                  <a:pt x="21364" y="158623"/>
                </a:lnTo>
                <a:lnTo>
                  <a:pt x="13668" y="30553"/>
                </a:lnTo>
                <a:cubicBezTo>
                  <a:pt x="13362" y="25576"/>
                  <a:pt x="12807" y="21307"/>
                  <a:pt x="12003" y="17746"/>
                </a:cubicBezTo>
                <a:cubicBezTo>
                  <a:pt x="11199" y="14185"/>
                  <a:pt x="9935" y="11409"/>
                  <a:pt x="8213" y="9419"/>
                </a:cubicBezTo>
                <a:cubicBezTo>
                  <a:pt x="6490" y="7428"/>
                  <a:pt x="3752" y="6164"/>
                  <a:pt x="0" y="5628"/>
                </a:cubicBezTo>
                <a:lnTo>
                  <a:pt x="1263" y="0"/>
                </a:lnTo>
                <a:lnTo>
                  <a:pt x="48816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𝑡">
            <a:extLst xmlns:a="http://schemas.openxmlformats.org/drawingml/2006/main">
              <a:ext uri="{FF2B5EF4-FFF2-40B4-BE49-F238E27FC236}">
                <a16:creationId xmlns:a16="http://schemas.microsoft.com/office/drawing/2014/main" id="{C5AAF8D9-51E4-4F2A-97A5-6E005E6D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969" y="1923579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tar">
            <a:extLst xmlns:a="http://schemas.openxmlformats.org/drawingml/2006/main">
              <a:ext uri="{FF2B5EF4-FFF2-40B4-BE49-F238E27FC236}">
                <a16:creationId xmlns:a16="http://schemas.microsoft.com/office/drawing/2014/main" id="{2BC1481A-78F2-48C9-A3E7-41ADBDFF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971" y="1782011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7" y="92600"/>
                </a:cubicBezTo>
                <a:cubicBezTo>
                  <a:pt x="121516" y="95174"/>
                  <a:pt x="119011" y="97357"/>
                  <a:pt x="116633" y="99148"/>
                </a:cubicBezTo>
                <a:cubicBezTo>
                  <a:pt x="114254" y="100939"/>
                  <a:pt x="111875" y="102408"/>
                  <a:pt x="109497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10" y="106788"/>
                  <a:pt x="94679" y="106788"/>
                </a:cubicBezTo>
                <a:cubicBezTo>
                  <a:pt x="91041" y="106788"/>
                  <a:pt x="87753" y="106256"/>
                  <a:pt x="84815" y="105193"/>
                </a:cubicBezTo>
                <a:cubicBezTo>
                  <a:pt x="81876" y="104129"/>
                  <a:pt x="79386" y="102632"/>
                  <a:pt x="77343" y="100701"/>
                </a:cubicBezTo>
                <a:cubicBezTo>
                  <a:pt x="75300" y="98770"/>
                  <a:pt x="73733" y="96490"/>
                  <a:pt x="72642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89" y="43390"/>
                  <a:pt x="122845" y="40507"/>
                </a:cubicBezTo>
                <a:cubicBezTo>
                  <a:pt x="122202" y="37625"/>
                  <a:pt x="121194" y="35288"/>
                  <a:pt x="119823" y="33497"/>
                </a:cubicBezTo>
                <a:cubicBezTo>
                  <a:pt x="118452" y="31706"/>
                  <a:pt x="116647" y="30405"/>
                  <a:pt x="114408" y="29593"/>
                </a:cubicBezTo>
                <a:cubicBezTo>
                  <a:pt x="112169" y="28782"/>
                  <a:pt x="109455" y="28376"/>
                  <a:pt x="106265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7" y="34253"/>
                  <a:pt x="89838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8" y="24094"/>
                  <a:pt x="93602" y="22989"/>
                  <a:pt x="96652" y="22122"/>
                </a:cubicBezTo>
                <a:cubicBezTo>
                  <a:pt x="99702" y="21254"/>
                  <a:pt x="102669" y="20624"/>
                  <a:pt x="105551" y="20233"/>
                </a:cubicBezTo>
                <a:cubicBezTo>
                  <a:pt x="108433" y="19841"/>
                  <a:pt x="111386" y="19617"/>
                  <a:pt x="114408" y="19561"/>
                </a:cubicBezTo>
                <a:cubicBezTo>
                  <a:pt x="118718" y="19673"/>
                  <a:pt x="122481" y="20163"/>
                  <a:pt x="125700" y="21030"/>
                </a:cubicBezTo>
                <a:cubicBezTo>
                  <a:pt x="128918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20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1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6" y="99904"/>
                </a:cubicBezTo>
                <a:lnTo>
                  <a:pt x="150676" y="105277"/>
                </a:lnTo>
                <a:lnTo>
                  <a:pt x="124818" y="105277"/>
                </a:lnTo>
                <a:moveTo>
                  <a:pt x="123811" y="64979"/>
                </a:moveTo>
                <a:cubicBezTo>
                  <a:pt x="111386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9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6" y="84163"/>
                </a:cubicBezTo>
                <a:cubicBezTo>
                  <a:pt x="123279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0" y="35582"/>
                  <a:pt x="193700" y="35652"/>
                  <a:pt x="193868" y="35764"/>
                </a:cubicBezTo>
                <a:cubicBezTo>
                  <a:pt x="196555" y="32853"/>
                  <a:pt x="199031" y="30363"/>
                  <a:pt x="201298" y="28292"/>
                </a:cubicBezTo>
                <a:cubicBezTo>
                  <a:pt x="203565" y="26221"/>
                  <a:pt x="205860" y="24542"/>
                  <a:pt x="208182" y="23255"/>
                </a:cubicBezTo>
                <a:cubicBezTo>
                  <a:pt x="210505" y="21968"/>
                  <a:pt x="212912" y="21030"/>
                  <a:pt x="215402" y="20442"/>
                </a:cubicBezTo>
                <a:cubicBezTo>
                  <a:pt x="217893" y="19855"/>
                  <a:pt x="220677" y="19561"/>
                  <a:pt x="223755" y="19561"/>
                </a:cubicBezTo>
                <a:cubicBezTo>
                  <a:pt x="227225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0" y="39822"/>
                  <a:pt x="221657" y="38464"/>
                  <a:pt x="220985" y="37317"/>
                </a:cubicBezTo>
                <a:cubicBezTo>
                  <a:pt x="220313" y="36170"/>
                  <a:pt x="219544" y="35218"/>
                  <a:pt x="218676" y="34463"/>
                </a:cubicBezTo>
                <a:cubicBezTo>
                  <a:pt x="217809" y="33707"/>
                  <a:pt x="216801" y="33147"/>
                  <a:pt x="215654" y="32784"/>
                </a:cubicBezTo>
                <a:cubicBezTo>
                  <a:pt x="214507" y="32420"/>
                  <a:pt x="213149" y="32238"/>
                  <a:pt x="211582" y="32238"/>
                </a:cubicBezTo>
                <a:cubicBezTo>
                  <a:pt x="209959" y="32238"/>
                  <a:pt x="208126" y="32756"/>
                  <a:pt x="206083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1" y="44243"/>
                </a:cubicBezTo>
                <a:cubicBezTo>
                  <a:pt x="194638" y="46594"/>
                  <a:pt x="194036" y="49084"/>
                  <a:pt x="194036" y="51715"/>
                </a:cubicBezTo>
                <a:lnTo>
                  <a:pt x="194036" y="83869"/>
                </a:lnTo>
                <a:cubicBezTo>
                  <a:pt x="194036" y="87395"/>
                  <a:pt x="194190" y="90095"/>
                  <a:pt x="194498" y="91970"/>
                </a:cubicBezTo>
                <a:cubicBezTo>
                  <a:pt x="194806" y="93845"/>
                  <a:pt x="195379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6" y="98686"/>
                  <a:pt x="203019" y="99232"/>
                  <a:pt x="205370" y="99904"/>
                </a:cubicBezTo>
                <a:lnTo>
                  <a:pt x="205370" y="105277"/>
                </a:lnTo>
                <a:lnTo>
                  <a:pt x="167507" y="105277"/>
                </a:lnTo>
                <a:lnTo>
                  <a:pt x="167507" y="99904"/>
                </a:lnTo>
                <a:cubicBezTo>
                  <a:pt x="169690" y="99120"/>
                  <a:pt x="171439" y="98504"/>
                  <a:pt x="172754" y="98057"/>
                </a:cubicBezTo>
                <a:cubicBezTo>
                  <a:pt x="174069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4" y="32532"/>
                </a:cubicBezTo>
                <a:cubicBezTo>
                  <a:pt x="175721" y="30993"/>
                  <a:pt x="174629" y="29817"/>
                  <a:pt x="173090" y="29006"/>
                </a:cubicBezTo>
                <a:cubicBezTo>
                  <a:pt x="171551" y="28194"/>
                  <a:pt x="169270" y="27536"/>
                  <a:pt x="166248" y="27033"/>
                </a:cubicBezTo>
                <a:lnTo>
                  <a:pt x="166248" y="21324"/>
                </a:lnTo>
                <a:lnTo>
                  <a:pt x="188243" y="20401"/>
                </a:lnTo>
                <a:lnTo>
                  <a:pt x="194204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6096A-9621-4EC2-8FAC-E40F4BC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781" y="1753988"/>
            <a:ext cx="308870" cy="282246"/>
          </a:xfrm>
          <a:custGeom xmlns:a="http://schemas.openxmlformats.org/drawingml/2006/main">
            <a:pathLst>
              <a:path w="308870" h="282246">
                <a:moveTo>
                  <a:pt x="14399" y="0"/>
                </a:moveTo>
                <a:lnTo>
                  <a:pt x="0" y="15825"/>
                </a:lnTo>
                <a:lnTo>
                  <a:pt x="222578" y="218200"/>
                </a:lnTo>
                <a:lnTo>
                  <a:pt x="193783" y="249848"/>
                </a:lnTo>
                <a:lnTo>
                  <a:pt x="308870" y="282246"/>
                </a:lnTo>
                <a:lnTo>
                  <a:pt x="265744" y="170759"/>
                </a:lnTo>
                <a:lnTo>
                  <a:pt x="236945" y="202411"/>
                </a:lnTo>
                <a:lnTo>
                  <a:pt x="1439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CE67A-1916-46B4-A0E9-056C0FA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001" y="1724334"/>
            <a:ext cx="371849" cy="180097"/>
          </a:xfrm>
          <a:custGeom xmlns:a="http://schemas.openxmlformats.org/drawingml/2006/main">
            <a:pathLst>
              <a:path w="371849" h="180097">
                <a:moveTo>
                  <a:pt x="93103" y="121572"/>
                </a:moveTo>
                <a:lnTo>
                  <a:pt x="75560" y="82582"/>
                </a:lnTo>
                <a:lnTo>
                  <a:pt x="0" y="175250"/>
                </a:lnTo>
                <a:lnTo>
                  <a:pt x="119435" y="180097"/>
                </a:lnTo>
                <a:lnTo>
                  <a:pt x="101888" y="141097"/>
                </a:lnTo>
                <a:lnTo>
                  <a:pt x="371849" y="19532"/>
                </a:lnTo>
                <a:lnTo>
                  <a:pt x="363045" y="0"/>
                </a:lnTo>
                <a:lnTo>
                  <a:pt x="93103" y="12157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𝑉">
            <a:extLst xmlns:a="http://schemas.openxmlformats.org/drawingml/2006/main">
              <a:ext uri="{FF2B5EF4-FFF2-40B4-BE49-F238E27FC236}">
                <a16:creationId xmlns:a16="http://schemas.microsoft.com/office/drawing/2014/main" id="{2D653E47-C815-4493-B328-CE31587B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988" y="3479971"/>
            <a:ext cx="134502" cy="158623"/>
          </a:xfrm>
          <a:custGeom xmlns:a="http://schemas.openxmlformats.org/drawingml/2006/main">
            <a:pathLst>
              <a:path w="134502" h="158623">
                <a:moveTo>
                  <a:pt x="48816" y="0"/>
                </a:moveTo>
                <a:lnTo>
                  <a:pt x="47552" y="5628"/>
                </a:lnTo>
                <a:cubicBezTo>
                  <a:pt x="44183" y="6011"/>
                  <a:pt x="41560" y="7006"/>
                  <a:pt x="39684" y="8615"/>
                </a:cubicBezTo>
                <a:cubicBezTo>
                  <a:pt x="37808" y="10223"/>
                  <a:pt x="36487" y="12462"/>
                  <a:pt x="35722" y="15334"/>
                </a:cubicBezTo>
                <a:cubicBezTo>
                  <a:pt x="34956" y="18205"/>
                  <a:pt x="34573" y="22053"/>
                  <a:pt x="34573" y="26877"/>
                </a:cubicBezTo>
                <a:cubicBezTo>
                  <a:pt x="34573" y="28026"/>
                  <a:pt x="34688" y="31472"/>
                  <a:pt x="34918" y="37215"/>
                </a:cubicBezTo>
                <a:lnTo>
                  <a:pt x="38134" y="121293"/>
                </a:lnTo>
                <a:lnTo>
                  <a:pt x="38134" y="130482"/>
                </a:lnTo>
                <a:lnTo>
                  <a:pt x="39282" y="130482"/>
                </a:lnTo>
                <a:lnTo>
                  <a:pt x="89017" y="40776"/>
                </a:lnTo>
                <a:cubicBezTo>
                  <a:pt x="91927" y="35492"/>
                  <a:pt x="94109" y="30955"/>
                  <a:pt x="95564" y="27165"/>
                </a:cubicBezTo>
                <a:cubicBezTo>
                  <a:pt x="97019" y="23374"/>
                  <a:pt x="97746" y="20024"/>
                  <a:pt x="97746" y="17114"/>
                </a:cubicBezTo>
                <a:cubicBezTo>
                  <a:pt x="97746" y="10682"/>
                  <a:pt x="93918" y="6853"/>
                  <a:pt x="86260" y="5628"/>
                </a:cubicBezTo>
                <a:lnTo>
                  <a:pt x="87524" y="0"/>
                </a:lnTo>
                <a:lnTo>
                  <a:pt x="134502" y="0"/>
                </a:lnTo>
                <a:lnTo>
                  <a:pt x="133238" y="5628"/>
                </a:lnTo>
                <a:cubicBezTo>
                  <a:pt x="131171" y="5934"/>
                  <a:pt x="129199" y="6719"/>
                  <a:pt x="127323" y="7983"/>
                </a:cubicBezTo>
                <a:cubicBezTo>
                  <a:pt x="125447" y="9246"/>
                  <a:pt x="123341" y="11352"/>
                  <a:pt x="121006" y="14300"/>
                </a:cubicBezTo>
                <a:cubicBezTo>
                  <a:pt x="118670" y="17248"/>
                  <a:pt x="115052" y="22934"/>
                  <a:pt x="110151" y="31357"/>
                </a:cubicBezTo>
                <a:lnTo>
                  <a:pt x="36641" y="158623"/>
                </a:lnTo>
                <a:lnTo>
                  <a:pt x="21364" y="158623"/>
                </a:lnTo>
                <a:lnTo>
                  <a:pt x="13668" y="30553"/>
                </a:lnTo>
                <a:cubicBezTo>
                  <a:pt x="13362" y="25576"/>
                  <a:pt x="12807" y="21307"/>
                  <a:pt x="12003" y="17746"/>
                </a:cubicBezTo>
                <a:cubicBezTo>
                  <a:pt x="11199" y="14185"/>
                  <a:pt x="9935" y="11409"/>
                  <a:pt x="8213" y="9419"/>
                </a:cubicBezTo>
                <a:cubicBezTo>
                  <a:pt x="6490" y="7428"/>
                  <a:pt x="3752" y="6164"/>
                  <a:pt x="0" y="5628"/>
                </a:cubicBezTo>
                <a:lnTo>
                  <a:pt x="1263" y="0"/>
                </a:lnTo>
                <a:lnTo>
                  <a:pt x="48816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𝑡">
            <a:extLst xmlns:a="http://schemas.openxmlformats.org/drawingml/2006/main">
              <a:ext uri="{FF2B5EF4-FFF2-40B4-BE49-F238E27FC236}">
                <a16:creationId xmlns:a16="http://schemas.microsoft.com/office/drawing/2014/main" id="{81E8A636-21FA-47CC-96FC-9F56E52F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04" y="3582375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Δ">
            <a:extLst xmlns:a="http://schemas.openxmlformats.org/drawingml/2006/main">
              <a:ext uri="{FF2B5EF4-FFF2-40B4-BE49-F238E27FC236}">
                <a16:creationId xmlns:a16="http://schemas.microsoft.com/office/drawing/2014/main" id="{480D998A-08ED-498A-A659-A57AE51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997" y="3430932"/>
            <a:ext cx="100911" cy="116862"/>
          </a:xfrm>
          <a:custGeom xmlns:a="http://schemas.openxmlformats.org/drawingml/2006/main">
            <a:pathLst>
              <a:path w="100911" h="116862">
                <a:moveTo>
                  <a:pt x="0" y="116862"/>
                </a:moveTo>
                <a:lnTo>
                  <a:pt x="0" y="110230"/>
                </a:lnTo>
                <a:lnTo>
                  <a:pt x="48021" y="0"/>
                </a:lnTo>
                <a:lnTo>
                  <a:pt x="62125" y="0"/>
                </a:lnTo>
                <a:lnTo>
                  <a:pt x="100911" y="110230"/>
                </a:lnTo>
                <a:lnTo>
                  <a:pt x="100911" y="116862"/>
                </a:lnTo>
                <a:lnTo>
                  <a:pt x="0" y="116862"/>
                </a:lnTo>
                <a:moveTo>
                  <a:pt x="17294" y="101751"/>
                </a:moveTo>
                <a:lnTo>
                  <a:pt x="79335" y="101751"/>
                </a:lnTo>
                <a:lnTo>
                  <a:pt x="51379" y="20736"/>
                </a:lnTo>
                <a:lnTo>
                  <a:pt x="17294" y="101751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49AEB-F835-49AD-A9A1-ED93500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106" y="2307003"/>
            <a:ext cx="154328" cy="176176"/>
          </a:xfrm>
          <a:custGeom xmlns:a="http://schemas.openxmlformats.org/drawingml/2006/main">
            <a:pathLst>
              <a:path w="154328" h="176176">
                <a:moveTo>
                  <a:pt x="94628" y="92597"/>
                </a:moveTo>
                <a:lnTo>
                  <a:pt x="154328" y="176176"/>
                </a:lnTo>
                <a:lnTo>
                  <a:pt x="120825" y="0"/>
                </a:lnTo>
                <a:lnTo>
                  <a:pt x="0" y="132480"/>
                </a:lnTo>
                <a:lnTo>
                  <a:pt x="94628" y="92597"/>
                </a:lnTo>
                <a:close/>
              </a:path>
            </a:pathLst>
          </a:custGeom>
          <a:solidFill xmlns:a="http://schemas.openxmlformats.org/drawingml/2006/main">
            <a:srgbClr val="4E67C8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0C3D2-A6C1-4016-B862-366075B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123" y="2072873"/>
            <a:ext cx="169761" cy="170474"/>
          </a:xfrm>
          <a:custGeom xmlns:a="http://schemas.openxmlformats.org/drawingml/2006/main">
            <a:pathLst>
              <a:path w="169761" h="170474">
                <a:moveTo>
                  <a:pt x="102149" y="102006"/>
                </a:moveTo>
                <a:lnTo>
                  <a:pt x="0" y="112663"/>
                </a:lnTo>
                <a:lnTo>
                  <a:pt x="169761" y="170474"/>
                </a:lnTo>
                <a:lnTo>
                  <a:pt x="114160" y="0"/>
                </a:lnTo>
                <a:lnTo>
                  <a:pt x="102149" y="102006"/>
                </a:lnTo>
                <a:close/>
              </a:path>
            </a:pathLst>
          </a:custGeom>
          <a:solidFill xmlns:a="http://schemas.openxmlformats.org/drawingml/2006/main">
            <a:srgbClr val="4E67C8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4C808-054F-497C-960E-E56C2100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876" y="1883581"/>
            <a:ext cx="308870" cy="282246"/>
          </a:xfrm>
          <a:custGeom xmlns:a="http://schemas.openxmlformats.org/drawingml/2006/main">
            <a:pathLst>
              <a:path w="308870" h="282246">
                <a:moveTo>
                  <a:pt x="14399" y="0"/>
                </a:moveTo>
                <a:lnTo>
                  <a:pt x="0" y="15825"/>
                </a:lnTo>
                <a:lnTo>
                  <a:pt x="222578" y="218200"/>
                </a:lnTo>
                <a:lnTo>
                  <a:pt x="193783" y="249848"/>
                </a:lnTo>
                <a:lnTo>
                  <a:pt x="308870" y="282246"/>
                </a:lnTo>
                <a:lnTo>
                  <a:pt x="265744" y="170759"/>
                </a:lnTo>
                <a:lnTo>
                  <a:pt x="236945" y="202411"/>
                </a:lnTo>
                <a:lnTo>
                  <a:pt x="1439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663AF-E310-4374-A0EE-499A2BD1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17" y="1886004"/>
            <a:ext cx="371849" cy="180097"/>
          </a:xfrm>
          <a:custGeom xmlns:a="http://schemas.openxmlformats.org/drawingml/2006/main">
            <a:pathLst>
              <a:path w="371849" h="180097">
                <a:moveTo>
                  <a:pt x="93103" y="121572"/>
                </a:moveTo>
                <a:lnTo>
                  <a:pt x="75560" y="82582"/>
                </a:lnTo>
                <a:lnTo>
                  <a:pt x="0" y="175250"/>
                </a:lnTo>
                <a:lnTo>
                  <a:pt x="119435" y="180097"/>
                </a:lnTo>
                <a:lnTo>
                  <a:pt x="101888" y="141097"/>
                </a:lnTo>
                <a:lnTo>
                  <a:pt x="371849" y="19532"/>
                </a:lnTo>
                <a:lnTo>
                  <a:pt x="363045" y="0"/>
                </a:lnTo>
                <a:lnTo>
                  <a:pt x="93103" y="121572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𝑉">
            <a:extLst xmlns:a="http://schemas.openxmlformats.org/drawingml/2006/main">
              <a:ext uri="{FF2B5EF4-FFF2-40B4-BE49-F238E27FC236}">
                <a16:creationId xmlns:a16="http://schemas.microsoft.com/office/drawing/2014/main" id="{B68ABFCD-7446-4EE7-A200-7B8C8CC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419" y="1804367"/>
            <a:ext cx="134551" cy="158680"/>
          </a:xfrm>
          <a:custGeom xmlns:a="http://schemas.openxmlformats.org/drawingml/2006/main">
            <a:pathLst>
              <a:path w="134551" h="158680">
                <a:moveTo>
                  <a:pt x="48834" y="0"/>
                </a:moveTo>
                <a:lnTo>
                  <a:pt x="47570" y="5630"/>
                </a:lnTo>
                <a:cubicBezTo>
                  <a:pt x="44199" y="6013"/>
                  <a:pt x="41576" y="7009"/>
                  <a:pt x="39699" y="8618"/>
                </a:cubicBezTo>
                <a:cubicBezTo>
                  <a:pt x="37822" y="10226"/>
                  <a:pt x="36501" y="12467"/>
                  <a:pt x="35735" y="15339"/>
                </a:cubicBezTo>
                <a:cubicBezTo>
                  <a:pt x="34969" y="18212"/>
                  <a:pt x="34586" y="22061"/>
                  <a:pt x="34586" y="26887"/>
                </a:cubicBezTo>
                <a:cubicBezTo>
                  <a:pt x="34586" y="28036"/>
                  <a:pt x="34701" y="31483"/>
                  <a:pt x="34930" y="37228"/>
                </a:cubicBezTo>
                <a:lnTo>
                  <a:pt x="38148" y="121337"/>
                </a:lnTo>
                <a:lnTo>
                  <a:pt x="38148" y="130529"/>
                </a:lnTo>
                <a:lnTo>
                  <a:pt x="39297" y="130529"/>
                </a:lnTo>
                <a:lnTo>
                  <a:pt x="89049" y="40790"/>
                </a:lnTo>
                <a:cubicBezTo>
                  <a:pt x="91960" y="35505"/>
                  <a:pt x="94143" y="30966"/>
                  <a:pt x="95599" y="27174"/>
                </a:cubicBezTo>
                <a:cubicBezTo>
                  <a:pt x="97054" y="23383"/>
                  <a:pt x="97782" y="20031"/>
                  <a:pt x="97782" y="17120"/>
                </a:cubicBezTo>
                <a:cubicBezTo>
                  <a:pt x="97782" y="10686"/>
                  <a:pt x="93952" y="6856"/>
                  <a:pt x="86292" y="5630"/>
                </a:cubicBezTo>
                <a:lnTo>
                  <a:pt x="87556" y="0"/>
                </a:lnTo>
                <a:lnTo>
                  <a:pt x="134551" y="0"/>
                </a:lnTo>
                <a:lnTo>
                  <a:pt x="133287" y="5630"/>
                </a:lnTo>
                <a:cubicBezTo>
                  <a:pt x="131219" y="5937"/>
                  <a:pt x="129246" y="6722"/>
                  <a:pt x="127369" y="7986"/>
                </a:cubicBezTo>
                <a:cubicBezTo>
                  <a:pt x="125493" y="9250"/>
                  <a:pt x="123386" y="11356"/>
                  <a:pt x="121050" y="14305"/>
                </a:cubicBezTo>
                <a:cubicBezTo>
                  <a:pt x="118713" y="17254"/>
                  <a:pt x="115094" y="22942"/>
                  <a:pt x="110191" y="31368"/>
                </a:cubicBezTo>
                <a:lnTo>
                  <a:pt x="36654" y="158680"/>
                </a:lnTo>
                <a:lnTo>
                  <a:pt x="21372" y="158680"/>
                </a:lnTo>
                <a:lnTo>
                  <a:pt x="13673" y="30564"/>
                </a:lnTo>
                <a:cubicBezTo>
                  <a:pt x="13367" y="25585"/>
                  <a:pt x="12812" y="21314"/>
                  <a:pt x="12007" y="17752"/>
                </a:cubicBezTo>
                <a:cubicBezTo>
                  <a:pt x="11203" y="14190"/>
                  <a:pt x="9939" y="11414"/>
                  <a:pt x="8216" y="9422"/>
                </a:cubicBezTo>
                <a:cubicBezTo>
                  <a:pt x="6492" y="7430"/>
                  <a:pt x="3753" y="6166"/>
                  <a:pt x="0" y="5630"/>
                </a:cubicBezTo>
                <a:lnTo>
                  <a:pt x="1264" y="0"/>
                </a:lnTo>
                <a:lnTo>
                  <a:pt x="48834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𝑡">
            <a:extLst xmlns:a="http://schemas.openxmlformats.org/drawingml/2006/main">
              <a:ext uri="{FF2B5EF4-FFF2-40B4-BE49-F238E27FC236}">
                <a16:creationId xmlns:a16="http://schemas.microsoft.com/office/drawing/2014/main" id="{9941E1C3-E3D0-434D-A6FC-2D008235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337" y="1907631"/>
            <a:ext cx="61064" cy="106841"/>
          </a:xfrm>
          <a:custGeom xmlns:a="http://schemas.openxmlformats.org/drawingml/2006/main">
            <a:pathLst>
              <a:path w="61064" h="106841">
                <a:moveTo>
                  <a:pt x="52916" y="89118"/>
                </a:moveTo>
                <a:cubicBezTo>
                  <a:pt x="50061" y="92310"/>
                  <a:pt x="47345" y="95026"/>
                  <a:pt x="44769" y="97266"/>
                </a:cubicBezTo>
                <a:cubicBezTo>
                  <a:pt x="42193" y="99505"/>
                  <a:pt x="39673" y="101339"/>
                  <a:pt x="37210" y="102767"/>
                </a:cubicBezTo>
                <a:cubicBezTo>
                  <a:pt x="34746" y="104195"/>
                  <a:pt x="32310" y="105231"/>
                  <a:pt x="29902" y="105875"/>
                </a:cubicBezTo>
                <a:cubicBezTo>
                  <a:pt x="27494" y="106519"/>
                  <a:pt x="25030" y="106841"/>
                  <a:pt x="22511" y="106841"/>
                </a:cubicBezTo>
                <a:cubicBezTo>
                  <a:pt x="15847" y="106841"/>
                  <a:pt x="10877" y="105273"/>
                  <a:pt x="7601" y="102137"/>
                </a:cubicBezTo>
                <a:cubicBezTo>
                  <a:pt x="4326" y="99001"/>
                  <a:pt x="2688" y="94382"/>
                  <a:pt x="2688" y="88278"/>
                </a:cubicBezTo>
                <a:cubicBezTo>
                  <a:pt x="2688" y="86206"/>
                  <a:pt x="2842" y="83924"/>
                  <a:pt x="3150" y="81433"/>
                </a:cubicBezTo>
                <a:cubicBezTo>
                  <a:pt x="3458" y="78941"/>
                  <a:pt x="3892" y="76519"/>
                  <a:pt x="4452" y="74167"/>
                </a:cubicBezTo>
                <a:lnTo>
                  <a:pt x="14447" y="30658"/>
                </a:lnTo>
                <a:lnTo>
                  <a:pt x="0" y="30658"/>
                </a:lnTo>
                <a:lnTo>
                  <a:pt x="1680" y="24190"/>
                </a:lnTo>
                <a:cubicBezTo>
                  <a:pt x="5040" y="24190"/>
                  <a:pt x="7657" y="23868"/>
                  <a:pt x="9533" y="23224"/>
                </a:cubicBezTo>
                <a:cubicBezTo>
                  <a:pt x="11409" y="22581"/>
                  <a:pt x="12991" y="21699"/>
                  <a:pt x="14279" y="20579"/>
                </a:cubicBezTo>
                <a:cubicBezTo>
                  <a:pt x="15119" y="19795"/>
                  <a:pt x="15931" y="18829"/>
                  <a:pt x="16715" y="17681"/>
                </a:cubicBezTo>
                <a:cubicBezTo>
                  <a:pt x="17499" y="16533"/>
                  <a:pt x="18283" y="15147"/>
                  <a:pt x="19067" y="13523"/>
                </a:cubicBezTo>
                <a:cubicBezTo>
                  <a:pt x="19851" y="11899"/>
                  <a:pt x="20649" y="9981"/>
                  <a:pt x="21461" y="7769"/>
                </a:cubicBezTo>
                <a:cubicBezTo>
                  <a:pt x="22273" y="5558"/>
                  <a:pt x="23182" y="2968"/>
                  <a:pt x="24190" y="0"/>
                </a:cubicBezTo>
                <a:lnTo>
                  <a:pt x="37294" y="0"/>
                </a:lnTo>
                <a:lnTo>
                  <a:pt x="32506" y="21335"/>
                </a:lnTo>
                <a:lnTo>
                  <a:pt x="61064" y="21335"/>
                </a:lnTo>
                <a:lnTo>
                  <a:pt x="59132" y="30658"/>
                </a:lnTo>
                <a:lnTo>
                  <a:pt x="30658" y="30658"/>
                </a:lnTo>
                <a:lnTo>
                  <a:pt x="22091" y="65852"/>
                </a:lnTo>
                <a:cubicBezTo>
                  <a:pt x="21531" y="68203"/>
                  <a:pt x="21069" y="70317"/>
                  <a:pt x="20705" y="72193"/>
                </a:cubicBezTo>
                <a:cubicBezTo>
                  <a:pt x="20341" y="74069"/>
                  <a:pt x="20047" y="75763"/>
                  <a:pt x="19823" y="77275"/>
                </a:cubicBezTo>
                <a:cubicBezTo>
                  <a:pt x="19599" y="78787"/>
                  <a:pt x="19445" y="80159"/>
                  <a:pt x="19361" y="81391"/>
                </a:cubicBezTo>
                <a:cubicBezTo>
                  <a:pt x="19277" y="82623"/>
                  <a:pt x="19235" y="83770"/>
                  <a:pt x="19235" y="84834"/>
                </a:cubicBezTo>
                <a:cubicBezTo>
                  <a:pt x="19235" y="88194"/>
                  <a:pt x="19935" y="90826"/>
                  <a:pt x="21335" y="92730"/>
                </a:cubicBezTo>
                <a:cubicBezTo>
                  <a:pt x="22734" y="94634"/>
                  <a:pt x="25030" y="95586"/>
                  <a:pt x="28222" y="95586"/>
                </a:cubicBezTo>
                <a:cubicBezTo>
                  <a:pt x="30910" y="95586"/>
                  <a:pt x="33766" y="94592"/>
                  <a:pt x="36790" y="92604"/>
                </a:cubicBezTo>
                <a:cubicBezTo>
                  <a:pt x="39813" y="90616"/>
                  <a:pt x="43257" y="87494"/>
                  <a:pt x="47121" y="83238"/>
                </a:cubicBezTo>
                <a:lnTo>
                  <a:pt x="52916" y="89118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rc">
            <a:extLst xmlns:a="http://schemas.openxmlformats.org/drawingml/2006/main">
              <a:ext uri="{FF2B5EF4-FFF2-40B4-BE49-F238E27FC236}">
                <a16:creationId xmlns:a16="http://schemas.microsoft.com/office/drawing/2014/main" id="{75650AAC-2ADC-46FD-95BC-DBDF565A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537" y="1785676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8" y="16021"/>
                  <a:pt x="110438" y="16091"/>
                  <a:pt x="110606" y="16203"/>
                </a:cubicBezTo>
                <a:cubicBezTo>
                  <a:pt x="113292" y="13293"/>
                  <a:pt x="115769" y="10802"/>
                  <a:pt x="118035" y="8731"/>
                </a:cubicBezTo>
                <a:cubicBezTo>
                  <a:pt x="120302" y="6660"/>
                  <a:pt x="122597" y="4981"/>
                  <a:pt x="124920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5" y="0"/>
                  <a:pt x="140493" y="0"/>
                </a:cubicBezTo>
                <a:cubicBezTo>
                  <a:pt x="143963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8" y="20261"/>
                  <a:pt x="138394" y="18903"/>
                  <a:pt x="137722" y="17756"/>
                </a:cubicBezTo>
                <a:cubicBezTo>
                  <a:pt x="137051" y="16609"/>
                  <a:pt x="136281" y="15657"/>
                  <a:pt x="135414" y="14902"/>
                </a:cubicBezTo>
                <a:cubicBezTo>
                  <a:pt x="134546" y="14146"/>
                  <a:pt x="133539" y="13586"/>
                  <a:pt x="132391" y="13223"/>
                </a:cubicBezTo>
                <a:cubicBezTo>
                  <a:pt x="131244" y="12859"/>
                  <a:pt x="129887" y="12677"/>
                  <a:pt x="128320" y="12677"/>
                </a:cubicBezTo>
                <a:cubicBezTo>
                  <a:pt x="126697" y="12677"/>
                  <a:pt x="124864" y="13195"/>
                  <a:pt x="122821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9" y="24682"/>
                </a:cubicBezTo>
                <a:cubicBezTo>
                  <a:pt x="111375" y="27033"/>
                  <a:pt x="110774" y="29523"/>
                  <a:pt x="110774" y="32154"/>
                </a:cubicBezTo>
                <a:lnTo>
                  <a:pt x="110774" y="64308"/>
                </a:lnTo>
                <a:cubicBezTo>
                  <a:pt x="110774" y="67834"/>
                  <a:pt x="110927" y="70534"/>
                  <a:pt x="111235" y="72409"/>
                </a:cubicBezTo>
                <a:cubicBezTo>
                  <a:pt x="111543" y="74284"/>
                  <a:pt x="112117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4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2" y="78496"/>
                </a:cubicBezTo>
                <a:cubicBezTo>
                  <a:pt x="90807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1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9" y="17714"/>
                  <a:pt x="218708" y="13978"/>
                  <a:pt x="216189" y="11711"/>
                </a:cubicBezTo>
                <a:cubicBezTo>
                  <a:pt x="213671" y="9445"/>
                  <a:pt x="210173" y="8311"/>
                  <a:pt x="205695" y="8311"/>
                </a:cubicBezTo>
                <a:cubicBezTo>
                  <a:pt x="202449" y="8311"/>
                  <a:pt x="199497" y="9067"/>
                  <a:pt x="196838" y="10578"/>
                </a:cubicBezTo>
                <a:cubicBezTo>
                  <a:pt x="194180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7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7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4" y="68533"/>
                  <a:pt x="229873" y="64560"/>
                </a:cubicBezTo>
                <a:cubicBezTo>
                  <a:pt x="230713" y="65679"/>
                  <a:pt x="231623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4" y="76509"/>
                  <a:pt x="227103" y="78580"/>
                </a:cubicBezTo>
                <a:cubicBezTo>
                  <a:pt x="224473" y="80651"/>
                  <a:pt x="221828" y="82330"/>
                  <a:pt x="219170" y="83617"/>
                </a:cubicBezTo>
                <a:cubicBezTo>
                  <a:pt x="216511" y="84904"/>
                  <a:pt x="213755" y="85828"/>
                  <a:pt x="210900" y="86387"/>
                </a:cubicBezTo>
                <a:cubicBezTo>
                  <a:pt x="208046" y="86947"/>
                  <a:pt x="204968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4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50" y="26067"/>
                </a:cubicBezTo>
                <a:cubicBezTo>
                  <a:pt x="171037" y="20666"/>
                  <a:pt x="173835" y="16035"/>
                  <a:pt x="177445" y="12173"/>
                </a:cubicBezTo>
                <a:cubicBezTo>
                  <a:pt x="181055" y="8311"/>
                  <a:pt x="185393" y="5317"/>
                  <a:pt x="190458" y="3190"/>
                </a:cubicBezTo>
                <a:cubicBezTo>
                  <a:pt x="195523" y="1063"/>
                  <a:pt x="201106" y="0"/>
                  <a:pt x="207206" y="0"/>
                </a:cubicBezTo>
                <a:cubicBezTo>
                  <a:pt x="209949" y="0"/>
                  <a:pt x="212523" y="84"/>
                  <a:pt x="214930" y="252"/>
                </a:cubicBezTo>
                <a:cubicBezTo>
                  <a:pt x="217337" y="420"/>
                  <a:pt x="219631" y="672"/>
                  <a:pt x="221814" y="1007"/>
                </a:cubicBezTo>
                <a:cubicBezTo>
                  <a:pt x="223997" y="1343"/>
                  <a:pt x="226124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𝑍">
            <a:extLst xmlns:a="http://schemas.openxmlformats.org/drawingml/2006/main">
              <a:ext uri="{FF2B5EF4-FFF2-40B4-BE49-F238E27FC236}">
                <a16:creationId xmlns:a16="http://schemas.microsoft.com/office/drawing/2014/main" id="{13F09C6B-652A-4FBC-B4F8-CEEB133C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545" y="3381101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𝑡">
            <a:extLst xmlns:a="http://schemas.openxmlformats.org/drawingml/2006/main">
              <a:ext uri="{FF2B5EF4-FFF2-40B4-BE49-F238E27FC236}">
                <a16:creationId xmlns:a16="http://schemas.microsoft.com/office/drawing/2014/main" id="{A3E4AA12-2E71-4454-A5E3-553C3895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975" y="3483933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inv">
            <a:extLst xmlns:a="http://schemas.openxmlformats.org/drawingml/2006/main">
              <a:ext uri="{FF2B5EF4-FFF2-40B4-BE49-F238E27FC236}">
                <a16:creationId xmlns:a16="http://schemas.microsoft.com/office/drawing/2014/main" id="{8B31DA42-1CDD-454E-92FF-23A9C86D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290" y="3329788"/>
            <a:ext cx="251916" cy="119549"/>
          </a:xfrm>
          <a:custGeom xmlns:a="http://schemas.openxmlformats.org/drawingml/2006/main">
            <a:pathLst>
              <a:path w="251916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6" y="118709"/>
                </a:moveTo>
                <a:lnTo>
                  <a:pt x="109856" y="118709"/>
                </a:lnTo>
                <a:lnTo>
                  <a:pt x="109856" y="113336"/>
                </a:lnTo>
                <a:cubicBezTo>
                  <a:pt x="112151" y="112553"/>
                  <a:pt x="113956" y="111923"/>
                  <a:pt x="115271" y="111447"/>
                </a:cubicBezTo>
                <a:cubicBezTo>
                  <a:pt x="116587" y="110971"/>
                  <a:pt x="117580" y="110272"/>
                  <a:pt x="118252" y="109348"/>
                </a:cubicBezTo>
                <a:cubicBezTo>
                  <a:pt x="118923" y="108425"/>
                  <a:pt x="119357" y="107096"/>
                  <a:pt x="119553" y="105361"/>
                </a:cubicBezTo>
                <a:cubicBezTo>
                  <a:pt x="119749" y="103626"/>
                  <a:pt x="119847" y="101079"/>
                  <a:pt x="119847" y="97721"/>
                </a:cubicBezTo>
                <a:lnTo>
                  <a:pt x="119847" y="74382"/>
                </a:lnTo>
                <a:cubicBezTo>
                  <a:pt x="119847" y="68393"/>
                  <a:pt x="119595" y="63468"/>
                  <a:pt x="119091" y="59606"/>
                </a:cubicBezTo>
                <a:cubicBezTo>
                  <a:pt x="118588" y="55745"/>
                  <a:pt x="117734" y="52708"/>
                  <a:pt x="116531" y="50498"/>
                </a:cubicBezTo>
                <a:cubicBezTo>
                  <a:pt x="115327" y="48287"/>
                  <a:pt x="113732" y="46748"/>
                  <a:pt x="111745" y="45880"/>
                </a:cubicBezTo>
                <a:cubicBezTo>
                  <a:pt x="109758" y="45013"/>
                  <a:pt x="107310" y="44579"/>
                  <a:pt x="104400" y="44579"/>
                </a:cubicBezTo>
                <a:cubicBezTo>
                  <a:pt x="101937" y="44579"/>
                  <a:pt x="99460" y="45195"/>
                  <a:pt x="96970" y="46426"/>
                </a:cubicBezTo>
                <a:cubicBezTo>
                  <a:pt x="94479" y="47657"/>
                  <a:pt x="92240" y="49182"/>
                  <a:pt x="90253" y="51001"/>
                </a:cubicBezTo>
                <a:cubicBezTo>
                  <a:pt x="88267" y="52820"/>
                  <a:pt x="86644" y="54807"/>
                  <a:pt x="85384" y="56962"/>
                </a:cubicBezTo>
                <a:cubicBezTo>
                  <a:pt x="84125" y="59117"/>
                  <a:pt x="83495" y="61118"/>
                  <a:pt x="83495" y="62965"/>
                </a:cubicBezTo>
                <a:lnTo>
                  <a:pt x="83495" y="97301"/>
                </a:lnTo>
                <a:cubicBezTo>
                  <a:pt x="83495" y="100715"/>
                  <a:pt x="83579" y="103318"/>
                  <a:pt x="83747" y="105109"/>
                </a:cubicBezTo>
                <a:cubicBezTo>
                  <a:pt x="83915" y="106900"/>
                  <a:pt x="84349" y="108285"/>
                  <a:pt x="85048" y="109264"/>
                </a:cubicBezTo>
                <a:cubicBezTo>
                  <a:pt x="85748" y="110244"/>
                  <a:pt x="86783" y="110971"/>
                  <a:pt x="88155" y="111447"/>
                </a:cubicBezTo>
                <a:cubicBezTo>
                  <a:pt x="89526" y="111923"/>
                  <a:pt x="91415" y="112553"/>
                  <a:pt x="93821" y="113336"/>
                </a:cubicBezTo>
                <a:lnTo>
                  <a:pt x="93821" y="118709"/>
                </a:lnTo>
                <a:lnTo>
                  <a:pt x="56966" y="118709"/>
                </a:lnTo>
                <a:lnTo>
                  <a:pt x="56966" y="113336"/>
                </a:lnTo>
                <a:cubicBezTo>
                  <a:pt x="59205" y="112553"/>
                  <a:pt x="60982" y="111937"/>
                  <a:pt x="62297" y="111489"/>
                </a:cubicBezTo>
                <a:cubicBezTo>
                  <a:pt x="63613" y="111041"/>
                  <a:pt x="64606" y="110356"/>
                  <a:pt x="65278" y="109432"/>
                </a:cubicBezTo>
                <a:cubicBezTo>
                  <a:pt x="65949" y="108509"/>
                  <a:pt x="66383" y="107152"/>
                  <a:pt x="66579" y="105361"/>
                </a:cubicBezTo>
                <a:cubicBezTo>
                  <a:pt x="66775" y="103570"/>
                  <a:pt x="66873" y="100967"/>
                  <a:pt x="66873" y="97553"/>
                </a:cubicBezTo>
                <a:lnTo>
                  <a:pt x="66873" y="58011"/>
                </a:lnTo>
                <a:cubicBezTo>
                  <a:pt x="66873" y="56052"/>
                  <a:pt x="66831" y="54387"/>
                  <a:pt x="66747" y="53016"/>
                </a:cubicBezTo>
                <a:cubicBezTo>
                  <a:pt x="66663" y="51645"/>
                  <a:pt x="66565" y="50484"/>
                  <a:pt x="66453" y="49532"/>
                </a:cubicBezTo>
                <a:cubicBezTo>
                  <a:pt x="66341" y="48189"/>
                  <a:pt x="66145" y="47055"/>
                  <a:pt x="65865" y="46132"/>
                </a:cubicBezTo>
                <a:cubicBezTo>
                  <a:pt x="65585" y="45209"/>
                  <a:pt x="65068" y="44397"/>
                  <a:pt x="64312" y="43697"/>
                </a:cubicBezTo>
                <a:cubicBezTo>
                  <a:pt x="63557" y="42998"/>
                  <a:pt x="62493" y="42396"/>
                  <a:pt x="61122" y="41892"/>
                </a:cubicBezTo>
                <a:cubicBezTo>
                  <a:pt x="59751" y="41389"/>
                  <a:pt x="57946" y="40913"/>
                  <a:pt x="55707" y="40465"/>
                </a:cubicBezTo>
                <a:lnTo>
                  <a:pt x="55707" y="34756"/>
                </a:lnTo>
                <a:lnTo>
                  <a:pt x="77703" y="33833"/>
                </a:lnTo>
                <a:lnTo>
                  <a:pt x="83663" y="33833"/>
                </a:lnTo>
                <a:cubicBezTo>
                  <a:pt x="83495" y="36240"/>
                  <a:pt x="83299" y="38604"/>
                  <a:pt x="83076" y="40927"/>
                </a:cubicBezTo>
                <a:cubicBezTo>
                  <a:pt x="82852" y="43250"/>
                  <a:pt x="82656" y="45586"/>
                  <a:pt x="82488" y="47937"/>
                </a:cubicBezTo>
                <a:cubicBezTo>
                  <a:pt x="82656" y="48049"/>
                  <a:pt x="82824" y="48105"/>
                  <a:pt x="82992" y="48105"/>
                </a:cubicBezTo>
                <a:cubicBezTo>
                  <a:pt x="83159" y="48105"/>
                  <a:pt x="83327" y="48161"/>
                  <a:pt x="83495" y="48273"/>
                </a:cubicBezTo>
                <a:cubicBezTo>
                  <a:pt x="86238" y="45474"/>
                  <a:pt x="88812" y="43110"/>
                  <a:pt x="91219" y="41179"/>
                </a:cubicBezTo>
                <a:cubicBezTo>
                  <a:pt x="93626" y="39248"/>
                  <a:pt x="95948" y="37667"/>
                  <a:pt x="98187" y="36435"/>
                </a:cubicBezTo>
                <a:cubicBezTo>
                  <a:pt x="100426" y="35204"/>
                  <a:pt x="102651" y="34323"/>
                  <a:pt x="104861" y="33791"/>
                </a:cubicBezTo>
                <a:cubicBezTo>
                  <a:pt x="107072" y="33259"/>
                  <a:pt x="109353" y="32993"/>
                  <a:pt x="111703" y="32993"/>
                </a:cubicBezTo>
                <a:cubicBezTo>
                  <a:pt x="115845" y="32993"/>
                  <a:pt x="119469" y="33539"/>
                  <a:pt x="122575" y="34630"/>
                </a:cubicBezTo>
                <a:cubicBezTo>
                  <a:pt x="125682" y="35722"/>
                  <a:pt x="128270" y="37471"/>
                  <a:pt x="130341" y="39878"/>
                </a:cubicBezTo>
                <a:cubicBezTo>
                  <a:pt x="132412" y="42284"/>
                  <a:pt x="133965" y="45362"/>
                  <a:pt x="135000" y="49112"/>
                </a:cubicBezTo>
                <a:cubicBezTo>
                  <a:pt x="136036" y="52862"/>
                  <a:pt x="136553" y="57368"/>
                  <a:pt x="136553" y="62629"/>
                </a:cubicBezTo>
                <a:lnTo>
                  <a:pt x="136553" y="97301"/>
                </a:lnTo>
                <a:cubicBezTo>
                  <a:pt x="136553" y="100603"/>
                  <a:pt x="136581" y="103150"/>
                  <a:pt x="136637" y="104941"/>
                </a:cubicBezTo>
                <a:cubicBezTo>
                  <a:pt x="136693" y="106732"/>
                  <a:pt x="137029" y="108117"/>
                  <a:pt x="137645" y="109097"/>
                </a:cubicBezTo>
                <a:cubicBezTo>
                  <a:pt x="138260" y="110076"/>
                  <a:pt x="139268" y="110846"/>
                  <a:pt x="140667" y="111405"/>
                </a:cubicBezTo>
                <a:cubicBezTo>
                  <a:pt x="142066" y="111965"/>
                  <a:pt x="144109" y="112609"/>
                  <a:pt x="146796" y="113336"/>
                </a:cubicBezTo>
                <a:lnTo>
                  <a:pt x="146796" y="118709"/>
                </a:lnTo>
                <a:close/>
                <a:moveTo>
                  <a:pt x="196591" y="34756"/>
                </a:moveTo>
                <a:lnTo>
                  <a:pt x="196591" y="40129"/>
                </a:lnTo>
                <a:cubicBezTo>
                  <a:pt x="193121" y="40801"/>
                  <a:pt x="190659" y="41613"/>
                  <a:pt x="189204" y="42564"/>
                </a:cubicBezTo>
                <a:cubicBezTo>
                  <a:pt x="187748" y="43515"/>
                  <a:pt x="187021" y="45027"/>
                  <a:pt x="187021" y="47097"/>
                </a:cubicBezTo>
                <a:cubicBezTo>
                  <a:pt x="187021" y="48553"/>
                  <a:pt x="187231" y="50092"/>
                  <a:pt x="187650" y="51715"/>
                </a:cubicBezTo>
                <a:cubicBezTo>
                  <a:pt x="188070" y="53338"/>
                  <a:pt x="188728" y="55325"/>
                  <a:pt x="189623" y="57675"/>
                </a:cubicBezTo>
                <a:cubicBezTo>
                  <a:pt x="192254" y="64895"/>
                  <a:pt x="194856" y="72073"/>
                  <a:pt x="197431" y="79209"/>
                </a:cubicBezTo>
                <a:cubicBezTo>
                  <a:pt x="200005" y="86345"/>
                  <a:pt x="202608" y="93551"/>
                  <a:pt x="205238" y="100827"/>
                </a:cubicBezTo>
                <a:cubicBezTo>
                  <a:pt x="208317" y="93887"/>
                  <a:pt x="211353" y="87031"/>
                  <a:pt x="214347" y="80259"/>
                </a:cubicBezTo>
                <a:cubicBezTo>
                  <a:pt x="217342" y="73487"/>
                  <a:pt x="220434" y="66630"/>
                  <a:pt x="223624" y="59690"/>
                </a:cubicBezTo>
                <a:cubicBezTo>
                  <a:pt x="224743" y="57060"/>
                  <a:pt x="225583" y="54807"/>
                  <a:pt x="226143" y="52932"/>
                </a:cubicBezTo>
                <a:cubicBezTo>
                  <a:pt x="226702" y="51057"/>
                  <a:pt x="226982" y="49336"/>
                  <a:pt x="226982" y="47769"/>
                </a:cubicBezTo>
                <a:cubicBezTo>
                  <a:pt x="226982" y="45586"/>
                  <a:pt x="226199" y="43893"/>
                  <a:pt x="224632" y="42690"/>
                </a:cubicBezTo>
                <a:cubicBezTo>
                  <a:pt x="223064" y="41487"/>
                  <a:pt x="220518" y="40633"/>
                  <a:pt x="216992" y="40129"/>
                </a:cubicBezTo>
                <a:lnTo>
                  <a:pt x="216992" y="34756"/>
                </a:lnTo>
                <a:lnTo>
                  <a:pt x="251916" y="34756"/>
                </a:lnTo>
                <a:lnTo>
                  <a:pt x="251916" y="40129"/>
                </a:lnTo>
                <a:cubicBezTo>
                  <a:pt x="250237" y="40577"/>
                  <a:pt x="248810" y="41039"/>
                  <a:pt x="247635" y="41515"/>
                </a:cubicBezTo>
                <a:cubicBezTo>
                  <a:pt x="246459" y="41990"/>
                  <a:pt x="245368" y="42732"/>
                  <a:pt x="244360" y="43739"/>
                </a:cubicBezTo>
                <a:cubicBezTo>
                  <a:pt x="243353" y="44747"/>
                  <a:pt x="242332" y="46118"/>
                  <a:pt x="241296" y="47853"/>
                </a:cubicBezTo>
                <a:cubicBezTo>
                  <a:pt x="240261" y="49588"/>
                  <a:pt x="239071" y="51911"/>
                  <a:pt x="237728" y="54821"/>
                </a:cubicBezTo>
                <a:cubicBezTo>
                  <a:pt x="232579" y="65735"/>
                  <a:pt x="227500" y="76523"/>
                  <a:pt x="222491" y="87185"/>
                </a:cubicBezTo>
                <a:cubicBezTo>
                  <a:pt x="217482" y="97847"/>
                  <a:pt x="212430" y="108635"/>
                  <a:pt x="207337" y="119549"/>
                </a:cubicBezTo>
                <a:lnTo>
                  <a:pt x="195668" y="119549"/>
                </a:lnTo>
                <a:cubicBezTo>
                  <a:pt x="191582" y="108635"/>
                  <a:pt x="187510" y="97819"/>
                  <a:pt x="183453" y="87101"/>
                </a:cubicBezTo>
                <a:cubicBezTo>
                  <a:pt x="179395" y="76383"/>
                  <a:pt x="175323" y="65567"/>
                  <a:pt x="171238" y="54653"/>
                </a:cubicBezTo>
                <a:cubicBezTo>
                  <a:pt x="170006" y="51743"/>
                  <a:pt x="168957" y="49406"/>
                  <a:pt x="168089" y="47643"/>
                </a:cubicBezTo>
                <a:cubicBezTo>
                  <a:pt x="167222" y="45880"/>
                  <a:pt x="166340" y="44509"/>
                  <a:pt x="165445" y="43529"/>
                </a:cubicBezTo>
                <a:cubicBezTo>
                  <a:pt x="164549" y="42550"/>
                  <a:pt x="163542" y="41836"/>
                  <a:pt x="162423" y="41389"/>
                </a:cubicBezTo>
                <a:cubicBezTo>
                  <a:pt x="161303" y="40941"/>
                  <a:pt x="159876" y="40521"/>
                  <a:pt x="158141" y="40129"/>
                </a:cubicBezTo>
                <a:lnTo>
                  <a:pt x="158141" y="34756"/>
                </a:lnTo>
                <a:lnTo>
                  <a:pt x="196591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A987A-BA6B-4315-A1E4-D9A86AF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205" y="2047746"/>
            <a:ext cx="652740" cy="151869"/>
          </a:xfrm>
          <a:custGeom xmlns:a="http://schemas.openxmlformats.org/drawingml/2006/main">
            <a:pathLst>
              <a:path w="652740" h="151869">
                <a:moveTo>
                  <a:pt x="3422" y="0"/>
                </a:moveTo>
                <a:lnTo>
                  <a:pt x="0" y="21100"/>
                </a:lnTo>
                <a:lnTo>
                  <a:pt x="545493" y="109667"/>
                </a:lnTo>
                <a:lnTo>
                  <a:pt x="538651" y="151869"/>
                </a:lnTo>
                <a:lnTo>
                  <a:pt x="652740" y="116263"/>
                </a:lnTo>
                <a:lnTo>
                  <a:pt x="555759" y="46334"/>
                </a:lnTo>
                <a:lnTo>
                  <a:pt x="548913" y="88567"/>
                </a:lnTo>
                <a:lnTo>
                  <a:pt x="3422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መ">
            <a:extLst xmlns:a="http://schemas.openxmlformats.org/drawingml/2006/main">
              <a:ext uri="{FF2B5EF4-FFF2-40B4-BE49-F238E27FC236}">
                <a16:creationId xmlns:a16="http://schemas.microsoft.com/office/drawing/2014/main" id="{12C5B9AA-C0B0-49E6-9504-0479638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730" y="1330157"/>
            <a:ext cx="69146" cy="35837"/>
          </a:xfrm>
          <a:custGeom xmlns:a="http://schemas.openxmlformats.org/drawingml/2006/main">
            <a:pathLst>
              <a:path w="69146" h="35837">
                <a:moveTo>
                  <a:pt x="42958" y="0"/>
                </a:moveTo>
                <a:lnTo>
                  <a:pt x="69146" y="29175"/>
                </a:lnTo>
                <a:lnTo>
                  <a:pt x="62599" y="35837"/>
                </a:lnTo>
                <a:lnTo>
                  <a:pt x="35262" y="14587"/>
                </a:lnTo>
                <a:lnTo>
                  <a:pt x="33999" y="14587"/>
                </a:lnTo>
                <a:lnTo>
                  <a:pt x="6432" y="35837"/>
                </a:lnTo>
                <a:lnTo>
                  <a:pt x="0" y="29175"/>
                </a:lnTo>
                <a:lnTo>
                  <a:pt x="27567" y="0"/>
                </a:lnTo>
                <a:lnTo>
                  <a:pt x="429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𝑍">
            <a:extLst xmlns:a="http://schemas.openxmlformats.org/drawingml/2006/main">
              <a:ext uri="{FF2B5EF4-FFF2-40B4-BE49-F238E27FC236}">
                <a16:creationId xmlns:a16="http://schemas.microsoft.com/office/drawing/2014/main" id="{599C182F-A360-4FD0-AD81-56B8B66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711" y="1376846"/>
            <a:ext cx="134780" cy="156842"/>
          </a:xfrm>
          <a:custGeom xmlns:a="http://schemas.openxmlformats.org/drawingml/2006/main">
            <a:pathLst>
              <a:path w="134780" h="156842">
                <a:moveTo>
                  <a:pt x="28955" y="146271"/>
                </a:moveTo>
                <a:lnTo>
                  <a:pt x="65724" y="146271"/>
                </a:lnTo>
                <a:cubicBezTo>
                  <a:pt x="69631" y="146271"/>
                  <a:pt x="72791" y="145945"/>
                  <a:pt x="75204" y="145294"/>
                </a:cubicBezTo>
                <a:cubicBezTo>
                  <a:pt x="77617" y="144643"/>
                  <a:pt x="79742" y="143666"/>
                  <a:pt x="81581" y="142364"/>
                </a:cubicBezTo>
                <a:cubicBezTo>
                  <a:pt x="83419" y="141062"/>
                  <a:pt x="85296" y="139300"/>
                  <a:pt x="87211" y="137079"/>
                </a:cubicBezTo>
                <a:cubicBezTo>
                  <a:pt x="89126" y="134857"/>
                  <a:pt x="91060" y="132119"/>
                  <a:pt x="93013" y="128863"/>
                </a:cubicBezTo>
                <a:cubicBezTo>
                  <a:pt x="94967" y="125607"/>
                  <a:pt x="97207" y="121069"/>
                  <a:pt x="99735" y="115247"/>
                </a:cubicBezTo>
                <a:lnTo>
                  <a:pt x="110766" y="115247"/>
                </a:lnTo>
                <a:lnTo>
                  <a:pt x="101918" y="156842"/>
                </a:lnTo>
                <a:lnTo>
                  <a:pt x="0" y="156842"/>
                </a:lnTo>
                <a:lnTo>
                  <a:pt x="1149" y="151212"/>
                </a:lnTo>
                <a:lnTo>
                  <a:pt x="105480" y="10571"/>
                </a:lnTo>
                <a:lnTo>
                  <a:pt x="70205" y="10571"/>
                </a:lnTo>
                <a:cubicBezTo>
                  <a:pt x="65916" y="10571"/>
                  <a:pt x="62507" y="10954"/>
                  <a:pt x="59979" y="11720"/>
                </a:cubicBezTo>
                <a:cubicBezTo>
                  <a:pt x="57451" y="12486"/>
                  <a:pt x="55096" y="13846"/>
                  <a:pt x="52913" y="15799"/>
                </a:cubicBezTo>
                <a:cubicBezTo>
                  <a:pt x="50729" y="17752"/>
                  <a:pt x="48451" y="20472"/>
                  <a:pt x="46076" y="23957"/>
                </a:cubicBezTo>
                <a:cubicBezTo>
                  <a:pt x="43701" y="27443"/>
                  <a:pt x="40944" y="32402"/>
                  <a:pt x="37803" y="38837"/>
                </a:cubicBezTo>
                <a:lnTo>
                  <a:pt x="26772" y="38837"/>
                </a:lnTo>
                <a:lnTo>
                  <a:pt x="35275" y="0"/>
                </a:lnTo>
                <a:lnTo>
                  <a:pt x="134780" y="0"/>
                </a:lnTo>
                <a:lnTo>
                  <a:pt x="133517" y="5515"/>
                </a:lnTo>
                <a:lnTo>
                  <a:pt x="28955" y="146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𝑡">
            <a:extLst xmlns:a="http://schemas.openxmlformats.org/drawingml/2006/main">
              <a:ext uri="{FF2B5EF4-FFF2-40B4-BE49-F238E27FC236}">
                <a16:creationId xmlns:a16="http://schemas.microsoft.com/office/drawing/2014/main" id="{B7A2D6AE-8397-4F7E-A295-D44A029C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077" y="1480110"/>
            <a:ext cx="61064" cy="106841"/>
          </a:xfrm>
          <a:custGeom xmlns:a="http://schemas.openxmlformats.org/drawingml/2006/main">
            <a:pathLst>
              <a:path w="61064" h="106841">
                <a:moveTo>
                  <a:pt x="52916" y="89118"/>
                </a:moveTo>
                <a:cubicBezTo>
                  <a:pt x="50061" y="92310"/>
                  <a:pt x="47345" y="95026"/>
                  <a:pt x="44769" y="97266"/>
                </a:cubicBezTo>
                <a:cubicBezTo>
                  <a:pt x="42193" y="99505"/>
                  <a:pt x="39673" y="101339"/>
                  <a:pt x="37210" y="102767"/>
                </a:cubicBezTo>
                <a:cubicBezTo>
                  <a:pt x="34746" y="104195"/>
                  <a:pt x="32310" y="105231"/>
                  <a:pt x="29902" y="105875"/>
                </a:cubicBezTo>
                <a:cubicBezTo>
                  <a:pt x="27494" y="106519"/>
                  <a:pt x="25030" y="106841"/>
                  <a:pt x="22511" y="106841"/>
                </a:cubicBezTo>
                <a:cubicBezTo>
                  <a:pt x="15847" y="106841"/>
                  <a:pt x="10877" y="105273"/>
                  <a:pt x="7601" y="102137"/>
                </a:cubicBezTo>
                <a:cubicBezTo>
                  <a:pt x="4326" y="99001"/>
                  <a:pt x="2688" y="94382"/>
                  <a:pt x="2688" y="88278"/>
                </a:cubicBezTo>
                <a:cubicBezTo>
                  <a:pt x="2688" y="86206"/>
                  <a:pt x="2842" y="83924"/>
                  <a:pt x="3150" y="81433"/>
                </a:cubicBezTo>
                <a:cubicBezTo>
                  <a:pt x="3458" y="78941"/>
                  <a:pt x="3892" y="76519"/>
                  <a:pt x="4452" y="74167"/>
                </a:cubicBezTo>
                <a:lnTo>
                  <a:pt x="14447" y="30658"/>
                </a:lnTo>
                <a:lnTo>
                  <a:pt x="0" y="30658"/>
                </a:lnTo>
                <a:lnTo>
                  <a:pt x="1680" y="24190"/>
                </a:lnTo>
                <a:cubicBezTo>
                  <a:pt x="5040" y="24190"/>
                  <a:pt x="7657" y="23868"/>
                  <a:pt x="9533" y="23224"/>
                </a:cubicBezTo>
                <a:cubicBezTo>
                  <a:pt x="11409" y="22581"/>
                  <a:pt x="12991" y="21699"/>
                  <a:pt x="14279" y="20579"/>
                </a:cubicBezTo>
                <a:cubicBezTo>
                  <a:pt x="15119" y="19795"/>
                  <a:pt x="15931" y="18829"/>
                  <a:pt x="16715" y="17681"/>
                </a:cubicBezTo>
                <a:cubicBezTo>
                  <a:pt x="17499" y="16533"/>
                  <a:pt x="18283" y="15147"/>
                  <a:pt x="19067" y="13523"/>
                </a:cubicBezTo>
                <a:cubicBezTo>
                  <a:pt x="19851" y="11899"/>
                  <a:pt x="20649" y="9981"/>
                  <a:pt x="21461" y="7769"/>
                </a:cubicBezTo>
                <a:cubicBezTo>
                  <a:pt x="22273" y="5558"/>
                  <a:pt x="23182" y="2968"/>
                  <a:pt x="24190" y="0"/>
                </a:cubicBezTo>
                <a:lnTo>
                  <a:pt x="37294" y="0"/>
                </a:lnTo>
                <a:lnTo>
                  <a:pt x="32506" y="21335"/>
                </a:lnTo>
                <a:lnTo>
                  <a:pt x="61064" y="21335"/>
                </a:lnTo>
                <a:lnTo>
                  <a:pt x="59132" y="30658"/>
                </a:lnTo>
                <a:lnTo>
                  <a:pt x="30658" y="30658"/>
                </a:lnTo>
                <a:lnTo>
                  <a:pt x="22091" y="65852"/>
                </a:lnTo>
                <a:cubicBezTo>
                  <a:pt x="21531" y="68203"/>
                  <a:pt x="21069" y="70317"/>
                  <a:pt x="20705" y="72193"/>
                </a:cubicBezTo>
                <a:cubicBezTo>
                  <a:pt x="20341" y="74069"/>
                  <a:pt x="20047" y="75763"/>
                  <a:pt x="19823" y="77275"/>
                </a:cubicBezTo>
                <a:cubicBezTo>
                  <a:pt x="19599" y="78787"/>
                  <a:pt x="19445" y="80159"/>
                  <a:pt x="19361" y="81391"/>
                </a:cubicBezTo>
                <a:cubicBezTo>
                  <a:pt x="19277" y="82623"/>
                  <a:pt x="19235" y="83770"/>
                  <a:pt x="19235" y="84834"/>
                </a:cubicBezTo>
                <a:cubicBezTo>
                  <a:pt x="19235" y="88194"/>
                  <a:pt x="19935" y="90826"/>
                  <a:pt x="21335" y="92730"/>
                </a:cubicBezTo>
                <a:cubicBezTo>
                  <a:pt x="22734" y="94634"/>
                  <a:pt x="25030" y="95586"/>
                  <a:pt x="28222" y="95586"/>
                </a:cubicBezTo>
                <a:cubicBezTo>
                  <a:pt x="30910" y="95586"/>
                  <a:pt x="33766" y="94592"/>
                  <a:pt x="36790" y="92604"/>
                </a:cubicBezTo>
                <a:cubicBezTo>
                  <a:pt x="39813" y="90616"/>
                  <a:pt x="43257" y="87494"/>
                  <a:pt x="47121" y="83238"/>
                </a:cubicBezTo>
                <a:lnTo>
                  <a:pt x="52916" y="89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src">
            <a:extLst xmlns:a="http://schemas.openxmlformats.org/drawingml/2006/main">
              <a:ext uri="{FF2B5EF4-FFF2-40B4-BE49-F238E27FC236}">
                <a16:creationId xmlns:a16="http://schemas.microsoft.com/office/drawing/2014/main" id="{91B15CB3-5B39-413A-973B-2D1F28C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475" y="1358155"/>
            <a:ext cx="235331" cy="87227"/>
          </a:xfrm>
          <a:custGeom xmlns:a="http://schemas.openxmlformats.org/drawingml/2006/main">
            <a:pathLst>
              <a:path w="235331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7" y="15783"/>
                </a:moveTo>
                <a:cubicBezTo>
                  <a:pt x="109935" y="15895"/>
                  <a:pt x="110075" y="15965"/>
                  <a:pt x="110187" y="15993"/>
                </a:cubicBezTo>
                <a:cubicBezTo>
                  <a:pt x="110299" y="16021"/>
                  <a:pt x="110439" y="16091"/>
                  <a:pt x="110607" y="16203"/>
                </a:cubicBezTo>
                <a:cubicBezTo>
                  <a:pt x="113293" y="13293"/>
                  <a:pt x="115770" y="10802"/>
                  <a:pt x="118037" y="8731"/>
                </a:cubicBezTo>
                <a:cubicBezTo>
                  <a:pt x="120303" y="6660"/>
                  <a:pt x="122598" y="4981"/>
                  <a:pt x="124921" y="3694"/>
                </a:cubicBezTo>
                <a:cubicBezTo>
                  <a:pt x="127243" y="2407"/>
                  <a:pt x="129650" y="1469"/>
                  <a:pt x="132141" y="882"/>
                </a:cubicBezTo>
                <a:cubicBezTo>
                  <a:pt x="134631" y="294"/>
                  <a:pt x="137416" y="0"/>
                  <a:pt x="140494" y="0"/>
                </a:cubicBezTo>
                <a:cubicBezTo>
                  <a:pt x="143964" y="0"/>
                  <a:pt x="147266" y="336"/>
                  <a:pt x="150400" y="1007"/>
                </a:cubicBezTo>
                <a:lnTo>
                  <a:pt x="150400" y="21828"/>
                </a:lnTo>
                <a:lnTo>
                  <a:pt x="139654" y="21828"/>
                </a:lnTo>
                <a:cubicBezTo>
                  <a:pt x="139039" y="20261"/>
                  <a:pt x="138395" y="18903"/>
                  <a:pt x="137723" y="17756"/>
                </a:cubicBezTo>
                <a:cubicBezTo>
                  <a:pt x="137052" y="16609"/>
                  <a:pt x="136282" y="15657"/>
                  <a:pt x="135415" y="14902"/>
                </a:cubicBezTo>
                <a:cubicBezTo>
                  <a:pt x="134547" y="14146"/>
                  <a:pt x="133540" y="13586"/>
                  <a:pt x="132392" y="13223"/>
                </a:cubicBezTo>
                <a:cubicBezTo>
                  <a:pt x="131245" y="12859"/>
                  <a:pt x="129888" y="12677"/>
                  <a:pt x="128321" y="12677"/>
                </a:cubicBezTo>
                <a:cubicBezTo>
                  <a:pt x="126698" y="12677"/>
                  <a:pt x="124865" y="13195"/>
                  <a:pt x="122822" y="14230"/>
                </a:cubicBezTo>
                <a:cubicBezTo>
                  <a:pt x="120779" y="15265"/>
                  <a:pt x="118862" y="16679"/>
                  <a:pt x="117071" y="18470"/>
                </a:cubicBezTo>
                <a:cubicBezTo>
                  <a:pt x="115280" y="20261"/>
                  <a:pt x="113783" y="22331"/>
                  <a:pt x="112580" y="24682"/>
                </a:cubicBezTo>
                <a:cubicBezTo>
                  <a:pt x="111376" y="27033"/>
                  <a:pt x="110775" y="29523"/>
                  <a:pt x="110775" y="32154"/>
                </a:cubicBezTo>
                <a:lnTo>
                  <a:pt x="110775" y="64308"/>
                </a:lnTo>
                <a:cubicBezTo>
                  <a:pt x="110775" y="67834"/>
                  <a:pt x="110929" y="70534"/>
                  <a:pt x="111236" y="72409"/>
                </a:cubicBezTo>
                <a:cubicBezTo>
                  <a:pt x="111544" y="74284"/>
                  <a:pt x="112118" y="75697"/>
                  <a:pt x="112957" y="76649"/>
                </a:cubicBezTo>
                <a:cubicBezTo>
                  <a:pt x="113797" y="77600"/>
                  <a:pt x="114944" y="78286"/>
                  <a:pt x="116399" y="78706"/>
                </a:cubicBezTo>
                <a:cubicBezTo>
                  <a:pt x="117855" y="79125"/>
                  <a:pt x="119758" y="79671"/>
                  <a:pt x="122108" y="80343"/>
                </a:cubicBezTo>
                <a:lnTo>
                  <a:pt x="122108" y="85716"/>
                </a:lnTo>
                <a:lnTo>
                  <a:pt x="84246" y="85716"/>
                </a:lnTo>
                <a:lnTo>
                  <a:pt x="84246" y="80343"/>
                </a:lnTo>
                <a:cubicBezTo>
                  <a:pt x="86428" y="79559"/>
                  <a:pt x="88177" y="78944"/>
                  <a:pt x="89493" y="78496"/>
                </a:cubicBezTo>
                <a:cubicBezTo>
                  <a:pt x="90808" y="78048"/>
                  <a:pt x="91815" y="77362"/>
                  <a:pt x="92515" y="76439"/>
                </a:cubicBezTo>
                <a:cubicBezTo>
                  <a:pt x="93214" y="75515"/>
                  <a:pt x="93662" y="74158"/>
                  <a:pt x="93858" y="72367"/>
                </a:cubicBezTo>
                <a:cubicBezTo>
                  <a:pt x="94054" y="70576"/>
                  <a:pt x="94152" y="67974"/>
                  <a:pt x="94152" y="64560"/>
                </a:cubicBezTo>
                <a:lnTo>
                  <a:pt x="94152" y="28460"/>
                </a:lnTo>
                <a:cubicBezTo>
                  <a:pt x="94152" y="24598"/>
                  <a:pt x="94138" y="21436"/>
                  <a:pt x="94110" y="18973"/>
                </a:cubicBezTo>
                <a:cubicBezTo>
                  <a:pt x="94082" y="16511"/>
                  <a:pt x="93746" y="14510"/>
                  <a:pt x="93103" y="12971"/>
                </a:cubicBezTo>
                <a:cubicBezTo>
                  <a:pt x="92459" y="11432"/>
                  <a:pt x="91368" y="10256"/>
                  <a:pt x="89828" y="9445"/>
                </a:cubicBezTo>
                <a:cubicBezTo>
                  <a:pt x="88289" y="8633"/>
                  <a:pt x="86009" y="7976"/>
                  <a:pt x="82986" y="7472"/>
                </a:cubicBezTo>
                <a:lnTo>
                  <a:pt x="82986" y="1763"/>
                </a:lnTo>
                <a:lnTo>
                  <a:pt x="104982" y="840"/>
                </a:lnTo>
                <a:lnTo>
                  <a:pt x="110943" y="840"/>
                </a:lnTo>
                <a:lnTo>
                  <a:pt x="109767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9" y="17714"/>
                  <a:pt x="218708" y="13978"/>
                  <a:pt x="216190" y="11711"/>
                </a:cubicBezTo>
                <a:cubicBezTo>
                  <a:pt x="213671" y="9445"/>
                  <a:pt x="210173" y="8311"/>
                  <a:pt x="205695" y="8311"/>
                </a:cubicBezTo>
                <a:cubicBezTo>
                  <a:pt x="202449" y="8311"/>
                  <a:pt x="199497" y="9067"/>
                  <a:pt x="196838" y="10578"/>
                </a:cubicBezTo>
                <a:cubicBezTo>
                  <a:pt x="194180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3" y="27998"/>
                </a:cubicBezTo>
                <a:cubicBezTo>
                  <a:pt x="184637" y="32280"/>
                  <a:pt x="184120" y="37191"/>
                  <a:pt x="184120" y="42732"/>
                </a:cubicBezTo>
                <a:cubicBezTo>
                  <a:pt x="184120" y="48049"/>
                  <a:pt x="184525" y="52764"/>
                  <a:pt x="185337" y="56878"/>
                </a:cubicBezTo>
                <a:cubicBezTo>
                  <a:pt x="186149" y="60992"/>
                  <a:pt x="187450" y="64448"/>
                  <a:pt x="189241" y="67246"/>
                </a:cubicBezTo>
                <a:cubicBezTo>
                  <a:pt x="191032" y="70045"/>
                  <a:pt x="193340" y="72171"/>
                  <a:pt x="196167" y="73626"/>
                </a:cubicBezTo>
                <a:cubicBezTo>
                  <a:pt x="198993" y="75082"/>
                  <a:pt x="202393" y="75809"/>
                  <a:pt x="206367" y="75809"/>
                </a:cubicBezTo>
                <a:cubicBezTo>
                  <a:pt x="210565" y="75809"/>
                  <a:pt x="214525" y="74928"/>
                  <a:pt x="218246" y="73165"/>
                </a:cubicBezTo>
                <a:cubicBezTo>
                  <a:pt x="221968" y="71402"/>
                  <a:pt x="225844" y="68533"/>
                  <a:pt x="229874" y="64560"/>
                </a:cubicBezTo>
                <a:cubicBezTo>
                  <a:pt x="230713" y="65679"/>
                  <a:pt x="231623" y="66756"/>
                  <a:pt x="232602" y="67792"/>
                </a:cubicBezTo>
                <a:cubicBezTo>
                  <a:pt x="233582" y="68827"/>
                  <a:pt x="234491" y="69877"/>
                  <a:pt x="235331" y="70940"/>
                </a:cubicBezTo>
                <a:cubicBezTo>
                  <a:pt x="232476" y="73962"/>
                  <a:pt x="229734" y="76509"/>
                  <a:pt x="227103" y="78580"/>
                </a:cubicBezTo>
                <a:cubicBezTo>
                  <a:pt x="224473" y="80651"/>
                  <a:pt x="221828" y="82330"/>
                  <a:pt x="219170" y="83617"/>
                </a:cubicBezTo>
                <a:cubicBezTo>
                  <a:pt x="216511" y="84904"/>
                  <a:pt x="213755" y="85828"/>
                  <a:pt x="210901" y="86387"/>
                </a:cubicBezTo>
                <a:cubicBezTo>
                  <a:pt x="208046" y="86947"/>
                  <a:pt x="204968" y="87227"/>
                  <a:pt x="201666" y="87227"/>
                </a:cubicBezTo>
                <a:cubicBezTo>
                  <a:pt x="190192" y="87227"/>
                  <a:pt x="181391" y="83533"/>
                  <a:pt x="175263" y="76145"/>
                </a:cubicBezTo>
                <a:cubicBezTo>
                  <a:pt x="169134" y="68757"/>
                  <a:pt x="166070" y="58039"/>
                  <a:pt x="166070" y="43991"/>
                </a:cubicBezTo>
                <a:cubicBezTo>
                  <a:pt x="166070" y="37443"/>
                  <a:pt x="167063" y="31468"/>
                  <a:pt x="169050" y="26067"/>
                </a:cubicBezTo>
                <a:cubicBezTo>
                  <a:pt x="171037" y="20666"/>
                  <a:pt x="173835" y="16035"/>
                  <a:pt x="177445" y="12173"/>
                </a:cubicBezTo>
                <a:cubicBezTo>
                  <a:pt x="181055" y="8311"/>
                  <a:pt x="185393" y="5317"/>
                  <a:pt x="190458" y="3190"/>
                </a:cubicBezTo>
                <a:cubicBezTo>
                  <a:pt x="195523" y="1063"/>
                  <a:pt x="201106" y="0"/>
                  <a:pt x="207207" y="0"/>
                </a:cubicBezTo>
                <a:cubicBezTo>
                  <a:pt x="209949" y="0"/>
                  <a:pt x="212524" y="84"/>
                  <a:pt x="214930" y="252"/>
                </a:cubicBezTo>
                <a:cubicBezTo>
                  <a:pt x="217337" y="420"/>
                  <a:pt x="219632" y="672"/>
                  <a:pt x="221814" y="1007"/>
                </a:cubicBezTo>
                <a:cubicBezTo>
                  <a:pt x="223997" y="1343"/>
                  <a:pt x="226124" y="1749"/>
                  <a:pt x="228195" y="2225"/>
                </a:cubicBezTo>
                <a:cubicBezTo>
                  <a:pt x="230266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መ">
            <a:extLst xmlns:a="http://schemas.openxmlformats.org/drawingml/2006/main">
              <a:ext uri="{FF2B5EF4-FFF2-40B4-BE49-F238E27FC236}">
                <a16:creationId xmlns:a16="http://schemas.microsoft.com/office/drawing/2014/main" id="{87700545-16EB-415F-9414-996C7E8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137" y="1330228"/>
            <a:ext cx="69146" cy="35837"/>
          </a:xfrm>
          <a:custGeom xmlns:a="http://schemas.openxmlformats.org/drawingml/2006/main">
            <a:pathLst>
              <a:path w="69146" h="35837">
                <a:moveTo>
                  <a:pt x="42958" y="0"/>
                </a:moveTo>
                <a:lnTo>
                  <a:pt x="69146" y="29175"/>
                </a:lnTo>
                <a:lnTo>
                  <a:pt x="62599" y="35837"/>
                </a:lnTo>
                <a:lnTo>
                  <a:pt x="35262" y="14587"/>
                </a:lnTo>
                <a:lnTo>
                  <a:pt x="33999" y="14587"/>
                </a:lnTo>
                <a:lnTo>
                  <a:pt x="6432" y="35837"/>
                </a:lnTo>
                <a:lnTo>
                  <a:pt x="0" y="29175"/>
                </a:lnTo>
                <a:lnTo>
                  <a:pt x="27567" y="0"/>
                </a:lnTo>
                <a:lnTo>
                  <a:pt x="429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𝑍">
            <a:extLst xmlns:a="http://schemas.openxmlformats.org/drawingml/2006/main">
              <a:ext uri="{FF2B5EF4-FFF2-40B4-BE49-F238E27FC236}">
                <a16:creationId xmlns:a16="http://schemas.microsoft.com/office/drawing/2014/main" id="{1F36F9D2-211A-4BE8-93B3-39C2BB5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118" y="1376974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𝑡">
            <a:extLst xmlns:a="http://schemas.openxmlformats.org/drawingml/2006/main">
              <a:ext uri="{FF2B5EF4-FFF2-40B4-BE49-F238E27FC236}">
                <a16:creationId xmlns:a16="http://schemas.microsoft.com/office/drawing/2014/main" id="{0179680E-9057-4F26-B08C-B2B29EC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0477" y="1480233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tar">
            <a:extLst xmlns:a="http://schemas.openxmlformats.org/drawingml/2006/main">
              <a:ext uri="{FF2B5EF4-FFF2-40B4-BE49-F238E27FC236}">
                <a16:creationId xmlns:a16="http://schemas.microsoft.com/office/drawing/2014/main" id="{59ED7D90-93CF-4C52-AAE6-0993351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678" y="1338665"/>
            <a:ext cx="233663" cy="106788"/>
          </a:xfrm>
          <a:custGeom xmlns:a="http://schemas.openxmlformats.org/drawingml/2006/main">
            <a:pathLst>
              <a:path w="233663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6" y="92600"/>
                </a:cubicBezTo>
                <a:cubicBezTo>
                  <a:pt x="121516" y="95174"/>
                  <a:pt x="119011" y="97357"/>
                  <a:pt x="116632" y="99148"/>
                </a:cubicBezTo>
                <a:cubicBezTo>
                  <a:pt x="114254" y="100939"/>
                  <a:pt x="111875" y="102408"/>
                  <a:pt x="109496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09" y="106788"/>
                  <a:pt x="94679" y="106788"/>
                </a:cubicBezTo>
                <a:cubicBezTo>
                  <a:pt x="91041" y="106788"/>
                  <a:pt x="87753" y="106256"/>
                  <a:pt x="84814" y="105193"/>
                </a:cubicBezTo>
                <a:cubicBezTo>
                  <a:pt x="81876" y="104129"/>
                  <a:pt x="79385" y="102632"/>
                  <a:pt x="77343" y="100701"/>
                </a:cubicBezTo>
                <a:cubicBezTo>
                  <a:pt x="75300" y="98770"/>
                  <a:pt x="73733" y="96490"/>
                  <a:pt x="72641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6" y="57983"/>
                  <a:pt x="123810" y="57088"/>
                </a:cubicBezTo>
                <a:lnTo>
                  <a:pt x="123810" y="51043"/>
                </a:lnTo>
                <a:cubicBezTo>
                  <a:pt x="123810" y="46902"/>
                  <a:pt x="123489" y="43390"/>
                  <a:pt x="122845" y="40507"/>
                </a:cubicBezTo>
                <a:cubicBezTo>
                  <a:pt x="122201" y="37625"/>
                  <a:pt x="121194" y="35288"/>
                  <a:pt x="119823" y="33497"/>
                </a:cubicBezTo>
                <a:cubicBezTo>
                  <a:pt x="118451" y="31706"/>
                  <a:pt x="116646" y="30405"/>
                  <a:pt x="114408" y="29593"/>
                </a:cubicBezTo>
                <a:cubicBezTo>
                  <a:pt x="112169" y="28782"/>
                  <a:pt x="109454" y="28376"/>
                  <a:pt x="106264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6" y="34253"/>
                  <a:pt x="89838" y="37975"/>
                  <a:pt x="88382" y="43068"/>
                </a:cubicBezTo>
                <a:lnTo>
                  <a:pt x="75957" y="43068"/>
                </a:lnTo>
                <a:lnTo>
                  <a:pt x="75957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7" y="24094"/>
                  <a:pt x="93601" y="22989"/>
                  <a:pt x="96652" y="22122"/>
                </a:cubicBezTo>
                <a:cubicBezTo>
                  <a:pt x="99702" y="21254"/>
                  <a:pt x="102668" y="20624"/>
                  <a:pt x="105551" y="20233"/>
                </a:cubicBezTo>
                <a:cubicBezTo>
                  <a:pt x="108433" y="19841"/>
                  <a:pt x="111385" y="19617"/>
                  <a:pt x="114408" y="19561"/>
                </a:cubicBezTo>
                <a:cubicBezTo>
                  <a:pt x="118717" y="19673"/>
                  <a:pt x="122481" y="20163"/>
                  <a:pt x="125699" y="21030"/>
                </a:cubicBezTo>
                <a:cubicBezTo>
                  <a:pt x="128917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19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0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5" y="99904"/>
                </a:cubicBezTo>
                <a:lnTo>
                  <a:pt x="150675" y="105277"/>
                </a:lnTo>
                <a:lnTo>
                  <a:pt x="124818" y="105277"/>
                </a:lnTo>
                <a:moveTo>
                  <a:pt x="123810" y="64979"/>
                </a:moveTo>
                <a:cubicBezTo>
                  <a:pt x="111385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8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5" y="84163"/>
                </a:cubicBezTo>
                <a:cubicBezTo>
                  <a:pt x="123279" y="82008"/>
                  <a:pt x="123810" y="79895"/>
                  <a:pt x="123810" y="77824"/>
                </a:cubicBezTo>
                <a:lnTo>
                  <a:pt x="123810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6" y="32853"/>
                  <a:pt x="199032" y="30363"/>
                  <a:pt x="201299" y="28292"/>
                </a:cubicBezTo>
                <a:cubicBezTo>
                  <a:pt x="203566" y="26221"/>
                  <a:pt x="205860" y="24542"/>
                  <a:pt x="208183" y="23255"/>
                </a:cubicBezTo>
                <a:cubicBezTo>
                  <a:pt x="210506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3" y="20568"/>
                </a:cubicBezTo>
                <a:lnTo>
                  <a:pt x="233663" y="41389"/>
                </a:lnTo>
                <a:lnTo>
                  <a:pt x="222917" y="41389"/>
                </a:lnTo>
                <a:cubicBezTo>
                  <a:pt x="222301" y="39822"/>
                  <a:pt x="221657" y="38464"/>
                  <a:pt x="220986" y="37317"/>
                </a:cubicBezTo>
                <a:cubicBezTo>
                  <a:pt x="220314" y="36170"/>
                  <a:pt x="219545" y="35218"/>
                  <a:pt x="218677" y="34463"/>
                </a:cubicBezTo>
                <a:cubicBezTo>
                  <a:pt x="217810" y="33707"/>
                  <a:pt x="216802" y="33147"/>
                  <a:pt x="215655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9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9" y="91970"/>
                </a:cubicBezTo>
                <a:cubicBezTo>
                  <a:pt x="194806" y="93845"/>
                  <a:pt x="195380" y="95258"/>
                  <a:pt x="196220" y="96210"/>
                </a:cubicBezTo>
                <a:cubicBezTo>
                  <a:pt x="197059" y="97161"/>
                  <a:pt x="198207" y="97847"/>
                  <a:pt x="199662" y="98267"/>
                </a:cubicBezTo>
                <a:cubicBezTo>
                  <a:pt x="201117" y="98686"/>
                  <a:pt x="203020" y="99232"/>
                  <a:pt x="205371" y="99904"/>
                </a:cubicBezTo>
                <a:lnTo>
                  <a:pt x="205371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1" y="99120"/>
                  <a:pt x="171440" y="98504"/>
                  <a:pt x="172755" y="98057"/>
                </a:cubicBezTo>
                <a:cubicBezTo>
                  <a:pt x="174070" y="97609"/>
                  <a:pt x="175078" y="96923"/>
                  <a:pt x="175777" y="96000"/>
                </a:cubicBezTo>
                <a:cubicBezTo>
                  <a:pt x="176477" y="95076"/>
                  <a:pt x="176925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9" y="34071"/>
                  <a:pt x="176365" y="32532"/>
                </a:cubicBezTo>
                <a:cubicBezTo>
                  <a:pt x="175721" y="30993"/>
                  <a:pt x="174630" y="29817"/>
                  <a:pt x="173091" y="29006"/>
                </a:cubicBezTo>
                <a:cubicBezTo>
                  <a:pt x="171552" y="28194"/>
                  <a:pt x="169271" y="27536"/>
                  <a:pt x="166249" y="27033"/>
                </a:cubicBezTo>
                <a:lnTo>
                  <a:pt x="166249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𝑉">
            <a:extLst xmlns:a="http://schemas.openxmlformats.org/drawingml/2006/main">
              <a:ext uri="{FF2B5EF4-FFF2-40B4-BE49-F238E27FC236}">
                <a16:creationId xmlns:a16="http://schemas.microsoft.com/office/drawing/2014/main" id="{13447C19-6F43-43CE-BF5D-845299CC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7874" y="1771363"/>
            <a:ext cx="134551" cy="158680"/>
          </a:xfrm>
          <a:custGeom xmlns:a="http://schemas.openxmlformats.org/drawingml/2006/main">
            <a:pathLst>
              <a:path w="134551" h="158680">
                <a:moveTo>
                  <a:pt x="48834" y="0"/>
                </a:moveTo>
                <a:lnTo>
                  <a:pt x="47570" y="5630"/>
                </a:lnTo>
                <a:cubicBezTo>
                  <a:pt x="44199" y="6013"/>
                  <a:pt x="41576" y="7009"/>
                  <a:pt x="39699" y="8618"/>
                </a:cubicBezTo>
                <a:cubicBezTo>
                  <a:pt x="37822" y="10226"/>
                  <a:pt x="36501" y="12467"/>
                  <a:pt x="35735" y="15339"/>
                </a:cubicBezTo>
                <a:cubicBezTo>
                  <a:pt x="34969" y="18212"/>
                  <a:pt x="34586" y="22061"/>
                  <a:pt x="34586" y="26887"/>
                </a:cubicBezTo>
                <a:cubicBezTo>
                  <a:pt x="34586" y="28036"/>
                  <a:pt x="34701" y="31483"/>
                  <a:pt x="34930" y="37228"/>
                </a:cubicBezTo>
                <a:lnTo>
                  <a:pt x="38148" y="121337"/>
                </a:lnTo>
                <a:lnTo>
                  <a:pt x="38148" y="130529"/>
                </a:lnTo>
                <a:lnTo>
                  <a:pt x="39297" y="130529"/>
                </a:lnTo>
                <a:lnTo>
                  <a:pt x="89049" y="40790"/>
                </a:lnTo>
                <a:cubicBezTo>
                  <a:pt x="91960" y="35505"/>
                  <a:pt x="94143" y="30966"/>
                  <a:pt x="95599" y="27174"/>
                </a:cubicBezTo>
                <a:cubicBezTo>
                  <a:pt x="97054" y="23383"/>
                  <a:pt x="97782" y="20031"/>
                  <a:pt x="97782" y="17120"/>
                </a:cubicBezTo>
                <a:cubicBezTo>
                  <a:pt x="97782" y="10686"/>
                  <a:pt x="93952" y="6856"/>
                  <a:pt x="86292" y="5630"/>
                </a:cubicBezTo>
                <a:lnTo>
                  <a:pt x="87556" y="0"/>
                </a:lnTo>
                <a:lnTo>
                  <a:pt x="134551" y="0"/>
                </a:lnTo>
                <a:lnTo>
                  <a:pt x="133287" y="5630"/>
                </a:lnTo>
                <a:cubicBezTo>
                  <a:pt x="131219" y="5937"/>
                  <a:pt x="129246" y="6722"/>
                  <a:pt x="127369" y="7986"/>
                </a:cubicBezTo>
                <a:cubicBezTo>
                  <a:pt x="125493" y="9250"/>
                  <a:pt x="123386" y="11356"/>
                  <a:pt x="121050" y="14305"/>
                </a:cubicBezTo>
                <a:cubicBezTo>
                  <a:pt x="118713" y="17254"/>
                  <a:pt x="115094" y="22942"/>
                  <a:pt x="110191" y="31368"/>
                </a:cubicBezTo>
                <a:lnTo>
                  <a:pt x="36654" y="158680"/>
                </a:lnTo>
                <a:lnTo>
                  <a:pt x="21372" y="158680"/>
                </a:lnTo>
                <a:lnTo>
                  <a:pt x="13673" y="30564"/>
                </a:lnTo>
                <a:cubicBezTo>
                  <a:pt x="13367" y="25585"/>
                  <a:pt x="12812" y="21314"/>
                  <a:pt x="12007" y="17752"/>
                </a:cubicBezTo>
                <a:cubicBezTo>
                  <a:pt x="11203" y="14190"/>
                  <a:pt x="9939" y="11414"/>
                  <a:pt x="8216" y="9422"/>
                </a:cubicBezTo>
                <a:cubicBezTo>
                  <a:pt x="6492" y="7430"/>
                  <a:pt x="3753" y="6166"/>
                  <a:pt x="0" y="5630"/>
                </a:cubicBezTo>
                <a:lnTo>
                  <a:pt x="1264" y="0"/>
                </a:lnTo>
                <a:lnTo>
                  <a:pt x="48834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𝑡">
            <a:extLst xmlns:a="http://schemas.openxmlformats.org/drawingml/2006/main">
              <a:ext uri="{FF2B5EF4-FFF2-40B4-BE49-F238E27FC236}">
                <a16:creationId xmlns:a16="http://schemas.microsoft.com/office/drawing/2014/main" id="{5CC92729-2C80-469A-8B1E-5D96C0D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4792" y="1874627"/>
            <a:ext cx="61064" cy="106841"/>
          </a:xfrm>
          <a:custGeom xmlns:a="http://schemas.openxmlformats.org/drawingml/2006/main">
            <a:pathLst>
              <a:path w="61064" h="106841">
                <a:moveTo>
                  <a:pt x="52916" y="89118"/>
                </a:moveTo>
                <a:cubicBezTo>
                  <a:pt x="50061" y="92310"/>
                  <a:pt x="47345" y="95026"/>
                  <a:pt x="44769" y="97266"/>
                </a:cubicBezTo>
                <a:cubicBezTo>
                  <a:pt x="42193" y="99505"/>
                  <a:pt x="39673" y="101339"/>
                  <a:pt x="37210" y="102767"/>
                </a:cubicBezTo>
                <a:cubicBezTo>
                  <a:pt x="34746" y="104195"/>
                  <a:pt x="32310" y="105231"/>
                  <a:pt x="29902" y="105875"/>
                </a:cubicBezTo>
                <a:cubicBezTo>
                  <a:pt x="27494" y="106519"/>
                  <a:pt x="25030" y="106841"/>
                  <a:pt x="22511" y="106841"/>
                </a:cubicBezTo>
                <a:cubicBezTo>
                  <a:pt x="15847" y="106841"/>
                  <a:pt x="10877" y="105273"/>
                  <a:pt x="7601" y="102137"/>
                </a:cubicBezTo>
                <a:cubicBezTo>
                  <a:pt x="4326" y="99001"/>
                  <a:pt x="2688" y="94382"/>
                  <a:pt x="2688" y="88278"/>
                </a:cubicBezTo>
                <a:cubicBezTo>
                  <a:pt x="2688" y="86206"/>
                  <a:pt x="2842" y="83924"/>
                  <a:pt x="3150" y="81433"/>
                </a:cubicBezTo>
                <a:cubicBezTo>
                  <a:pt x="3458" y="78941"/>
                  <a:pt x="3892" y="76519"/>
                  <a:pt x="4452" y="74167"/>
                </a:cubicBezTo>
                <a:lnTo>
                  <a:pt x="14447" y="30658"/>
                </a:lnTo>
                <a:lnTo>
                  <a:pt x="0" y="30658"/>
                </a:lnTo>
                <a:lnTo>
                  <a:pt x="1680" y="24190"/>
                </a:lnTo>
                <a:cubicBezTo>
                  <a:pt x="5040" y="24190"/>
                  <a:pt x="7657" y="23868"/>
                  <a:pt x="9533" y="23224"/>
                </a:cubicBezTo>
                <a:cubicBezTo>
                  <a:pt x="11409" y="22581"/>
                  <a:pt x="12991" y="21699"/>
                  <a:pt x="14279" y="20579"/>
                </a:cubicBezTo>
                <a:cubicBezTo>
                  <a:pt x="15119" y="19795"/>
                  <a:pt x="15931" y="18829"/>
                  <a:pt x="16715" y="17681"/>
                </a:cubicBezTo>
                <a:cubicBezTo>
                  <a:pt x="17499" y="16533"/>
                  <a:pt x="18283" y="15147"/>
                  <a:pt x="19067" y="13523"/>
                </a:cubicBezTo>
                <a:cubicBezTo>
                  <a:pt x="19851" y="11899"/>
                  <a:pt x="20649" y="9981"/>
                  <a:pt x="21461" y="7769"/>
                </a:cubicBezTo>
                <a:cubicBezTo>
                  <a:pt x="22273" y="5558"/>
                  <a:pt x="23182" y="2968"/>
                  <a:pt x="24190" y="0"/>
                </a:cubicBezTo>
                <a:lnTo>
                  <a:pt x="37294" y="0"/>
                </a:lnTo>
                <a:lnTo>
                  <a:pt x="32506" y="21335"/>
                </a:lnTo>
                <a:lnTo>
                  <a:pt x="61064" y="21335"/>
                </a:lnTo>
                <a:lnTo>
                  <a:pt x="59132" y="30658"/>
                </a:lnTo>
                <a:lnTo>
                  <a:pt x="30658" y="30658"/>
                </a:lnTo>
                <a:lnTo>
                  <a:pt x="22091" y="65852"/>
                </a:lnTo>
                <a:cubicBezTo>
                  <a:pt x="21531" y="68203"/>
                  <a:pt x="21069" y="70317"/>
                  <a:pt x="20705" y="72193"/>
                </a:cubicBezTo>
                <a:cubicBezTo>
                  <a:pt x="20341" y="74069"/>
                  <a:pt x="20047" y="75763"/>
                  <a:pt x="19823" y="77275"/>
                </a:cubicBezTo>
                <a:cubicBezTo>
                  <a:pt x="19599" y="78787"/>
                  <a:pt x="19445" y="80159"/>
                  <a:pt x="19361" y="81391"/>
                </a:cubicBezTo>
                <a:cubicBezTo>
                  <a:pt x="19277" y="82623"/>
                  <a:pt x="19235" y="83770"/>
                  <a:pt x="19235" y="84834"/>
                </a:cubicBezTo>
                <a:cubicBezTo>
                  <a:pt x="19235" y="88194"/>
                  <a:pt x="19935" y="90826"/>
                  <a:pt x="21335" y="92730"/>
                </a:cubicBezTo>
                <a:cubicBezTo>
                  <a:pt x="22734" y="94634"/>
                  <a:pt x="25030" y="95586"/>
                  <a:pt x="28222" y="95586"/>
                </a:cubicBezTo>
                <a:cubicBezTo>
                  <a:pt x="30910" y="95586"/>
                  <a:pt x="33766" y="94592"/>
                  <a:pt x="36790" y="92604"/>
                </a:cubicBezTo>
                <a:cubicBezTo>
                  <a:pt x="39813" y="90616"/>
                  <a:pt x="43257" y="87494"/>
                  <a:pt x="47121" y="83238"/>
                </a:cubicBezTo>
                <a:lnTo>
                  <a:pt x="52916" y="8911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tar">
            <a:extLst xmlns:a="http://schemas.openxmlformats.org/drawingml/2006/main">
              <a:ext uri="{FF2B5EF4-FFF2-40B4-BE49-F238E27FC236}">
                <a16:creationId xmlns:a16="http://schemas.microsoft.com/office/drawing/2014/main" id="{4F801E8B-B36A-4BC7-8321-8371182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786" y="1733111"/>
            <a:ext cx="233663" cy="106788"/>
          </a:xfrm>
          <a:custGeom xmlns:a="http://schemas.openxmlformats.org/drawingml/2006/main">
            <a:pathLst>
              <a:path w="233663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7" y="92600"/>
                </a:cubicBezTo>
                <a:cubicBezTo>
                  <a:pt x="121516" y="95174"/>
                  <a:pt x="119011" y="97357"/>
                  <a:pt x="116633" y="99148"/>
                </a:cubicBezTo>
                <a:cubicBezTo>
                  <a:pt x="114254" y="100939"/>
                  <a:pt x="111875" y="102408"/>
                  <a:pt x="109497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10" y="106788"/>
                  <a:pt x="94679" y="106788"/>
                </a:cubicBezTo>
                <a:cubicBezTo>
                  <a:pt x="91041" y="106788"/>
                  <a:pt x="87753" y="106256"/>
                  <a:pt x="84815" y="105193"/>
                </a:cubicBezTo>
                <a:cubicBezTo>
                  <a:pt x="81876" y="104129"/>
                  <a:pt x="79386" y="102632"/>
                  <a:pt x="77343" y="100701"/>
                </a:cubicBezTo>
                <a:cubicBezTo>
                  <a:pt x="75300" y="98770"/>
                  <a:pt x="73733" y="96490"/>
                  <a:pt x="72642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89" y="43390"/>
                  <a:pt x="122845" y="40507"/>
                </a:cubicBezTo>
                <a:cubicBezTo>
                  <a:pt x="122202" y="37625"/>
                  <a:pt x="121194" y="35288"/>
                  <a:pt x="119823" y="33497"/>
                </a:cubicBezTo>
                <a:cubicBezTo>
                  <a:pt x="118452" y="31706"/>
                  <a:pt x="116647" y="30405"/>
                  <a:pt x="114408" y="29593"/>
                </a:cubicBezTo>
                <a:cubicBezTo>
                  <a:pt x="112169" y="28782"/>
                  <a:pt x="109455" y="28376"/>
                  <a:pt x="106265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7" y="34253"/>
                  <a:pt x="89838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8" y="24094"/>
                  <a:pt x="93602" y="22989"/>
                  <a:pt x="96652" y="22122"/>
                </a:cubicBezTo>
                <a:cubicBezTo>
                  <a:pt x="99702" y="21254"/>
                  <a:pt x="102669" y="20624"/>
                  <a:pt x="105551" y="20233"/>
                </a:cubicBezTo>
                <a:cubicBezTo>
                  <a:pt x="108433" y="19841"/>
                  <a:pt x="111386" y="19617"/>
                  <a:pt x="114408" y="19561"/>
                </a:cubicBezTo>
                <a:cubicBezTo>
                  <a:pt x="118718" y="19673"/>
                  <a:pt x="122481" y="20163"/>
                  <a:pt x="125700" y="21030"/>
                </a:cubicBezTo>
                <a:cubicBezTo>
                  <a:pt x="128918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20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1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6" y="99904"/>
                </a:cubicBezTo>
                <a:lnTo>
                  <a:pt x="150676" y="105277"/>
                </a:lnTo>
                <a:lnTo>
                  <a:pt x="124818" y="105277"/>
                </a:lnTo>
                <a:moveTo>
                  <a:pt x="123811" y="64979"/>
                </a:moveTo>
                <a:cubicBezTo>
                  <a:pt x="111386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9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6" y="84163"/>
                </a:cubicBezTo>
                <a:cubicBezTo>
                  <a:pt x="123279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6" y="32853"/>
                  <a:pt x="199032" y="30363"/>
                  <a:pt x="201299" y="28292"/>
                </a:cubicBezTo>
                <a:cubicBezTo>
                  <a:pt x="203566" y="26221"/>
                  <a:pt x="205860" y="24542"/>
                  <a:pt x="208183" y="23255"/>
                </a:cubicBezTo>
                <a:cubicBezTo>
                  <a:pt x="210506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3" y="20568"/>
                </a:cubicBezTo>
                <a:lnTo>
                  <a:pt x="233663" y="41389"/>
                </a:lnTo>
                <a:lnTo>
                  <a:pt x="222917" y="41389"/>
                </a:lnTo>
                <a:cubicBezTo>
                  <a:pt x="222301" y="39822"/>
                  <a:pt x="221657" y="38464"/>
                  <a:pt x="220986" y="37317"/>
                </a:cubicBezTo>
                <a:cubicBezTo>
                  <a:pt x="220314" y="36170"/>
                  <a:pt x="219545" y="35218"/>
                  <a:pt x="218677" y="34463"/>
                </a:cubicBezTo>
                <a:cubicBezTo>
                  <a:pt x="217810" y="33707"/>
                  <a:pt x="216802" y="33147"/>
                  <a:pt x="215655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9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9" y="91970"/>
                </a:cubicBezTo>
                <a:cubicBezTo>
                  <a:pt x="194806" y="93845"/>
                  <a:pt x="195380" y="95258"/>
                  <a:pt x="196220" y="96210"/>
                </a:cubicBezTo>
                <a:cubicBezTo>
                  <a:pt x="197059" y="97161"/>
                  <a:pt x="198207" y="97847"/>
                  <a:pt x="199662" y="98267"/>
                </a:cubicBezTo>
                <a:cubicBezTo>
                  <a:pt x="201117" y="98686"/>
                  <a:pt x="203020" y="99232"/>
                  <a:pt x="205371" y="99904"/>
                </a:cubicBezTo>
                <a:lnTo>
                  <a:pt x="205371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1" y="99120"/>
                  <a:pt x="171440" y="98504"/>
                  <a:pt x="172755" y="98057"/>
                </a:cubicBezTo>
                <a:cubicBezTo>
                  <a:pt x="174070" y="97609"/>
                  <a:pt x="175078" y="96923"/>
                  <a:pt x="175777" y="96000"/>
                </a:cubicBezTo>
                <a:cubicBezTo>
                  <a:pt x="176477" y="95076"/>
                  <a:pt x="176925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9" y="34071"/>
                  <a:pt x="176365" y="32532"/>
                </a:cubicBezTo>
                <a:cubicBezTo>
                  <a:pt x="175721" y="30993"/>
                  <a:pt x="174630" y="29817"/>
                  <a:pt x="173091" y="29006"/>
                </a:cubicBezTo>
                <a:cubicBezTo>
                  <a:pt x="171552" y="28194"/>
                  <a:pt x="169271" y="27536"/>
                  <a:pt x="166249" y="27033"/>
                </a:cubicBezTo>
                <a:lnTo>
                  <a:pt x="166249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06540-2767-47DD-A7B4-7DE621BA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873" y="2986973"/>
            <a:ext cx="166411" cy="159853"/>
          </a:xfrm>
          <a:custGeom xmlns:a="http://schemas.openxmlformats.org/drawingml/2006/main">
            <a:pathLst>
              <a:path w="166411" h="159853">
                <a:moveTo>
                  <a:pt x="70535" y="74669"/>
                </a:moveTo>
                <a:lnTo>
                  <a:pt x="13152" y="159853"/>
                </a:lnTo>
                <a:lnTo>
                  <a:pt x="166411" y="66792"/>
                </a:lnTo>
                <a:lnTo>
                  <a:pt x="0" y="0"/>
                </a:lnTo>
                <a:lnTo>
                  <a:pt x="70535" y="74669"/>
                </a:lnTo>
                <a:close/>
              </a:path>
            </a:pathLst>
          </a:custGeom>
          <a:solidFill xmlns:a="http://schemas.openxmlformats.org/drawingml/2006/main">
            <a:srgbClr val="4E67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𝒩(0,𝐼)">
            <a:extLst xmlns:a="http://schemas.openxmlformats.org/drawingml/2006/main">
              <a:ext uri="{FF2B5EF4-FFF2-40B4-BE49-F238E27FC236}">
                <a16:creationId xmlns:a16="http://schemas.microsoft.com/office/drawing/2014/main" id="{E267B9E0-75DE-48E5-969D-3542961F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651" y="495813"/>
            <a:ext cx="725349" cy="217891"/>
          </a:xfrm>
          <a:custGeom xmlns:a="http://schemas.openxmlformats.org/drawingml/2006/main">
            <a:pathLst>
              <a:path w="725349" h="217891">
                <a:moveTo>
                  <a:pt x="70524" y="121982"/>
                </a:moveTo>
                <a:cubicBezTo>
                  <a:pt x="66772" y="139211"/>
                  <a:pt x="61623" y="151157"/>
                  <a:pt x="55076" y="157818"/>
                </a:cubicBezTo>
                <a:cubicBezTo>
                  <a:pt x="48529" y="164480"/>
                  <a:pt x="39665" y="167811"/>
                  <a:pt x="28485" y="167811"/>
                </a:cubicBezTo>
                <a:cubicBezTo>
                  <a:pt x="22360" y="167811"/>
                  <a:pt x="16980" y="166165"/>
                  <a:pt x="12348" y="162872"/>
                </a:cubicBezTo>
                <a:cubicBezTo>
                  <a:pt x="7715" y="159580"/>
                  <a:pt x="3599" y="154602"/>
                  <a:pt x="0" y="147940"/>
                </a:cubicBezTo>
                <a:lnTo>
                  <a:pt x="15621" y="139211"/>
                </a:lnTo>
                <a:cubicBezTo>
                  <a:pt x="18914" y="145796"/>
                  <a:pt x="22072" y="150525"/>
                  <a:pt x="25097" y="153396"/>
                </a:cubicBezTo>
                <a:cubicBezTo>
                  <a:pt x="28122" y="156268"/>
                  <a:pt x="31395" y="157704"/>
                  <a:pt x="34918" y="157704"/>
                </a:cubicBezTo>
                <a:cubicBezTo>
                  <a:pt x="36985" y="157704"/>
                  <a:pt x="38785" y="157359"/>
                  <a:pt x="40316" y="156670"/>
                </a:cubicBezTo>
                <a:cubicBezTo>
                  <a:pt x="41848" y="155981"/>
                  <a:pt x="43168" y="155043"/>
                  <a:pt x="44279" y="153856"/>
                </a:cubicBezTo>
                <a:cubicBezTo>
                  <a:pt x="45389" y="152669"/>
                  <a:pt x="46365" y="151080"/>
                  <a:pt x="47208" y="149089"/>
                </a:cubicBezTo>
                <a:cubicBezTo>
                  <a:pt x="48050" y="147098"/>
                  <a:pt x="48911" y="144437"/>
                  <a:pt x="49792" y="141106"/>
                </a:cubicBezTo>
                <a:cubicBezTo>
                  <a:pt x="50673" y="137775"/>
                  <a:pt x="51955" y="132205"/>
                  <a:pt x="53640" y="124394"/>
                </a:cubicBezTo>
                <a:lnTo>
                  <a:pt x="65585" y="67768"/>
                </a:lnTo>
                <a:cubicBezTo>
                  <a:pt x="69491" y="49237"/>
                  <a:pt x="73932" y="35607"/>
                  <a:pt x="78909" y="26877"/>
                </a:cubicBezTo>
                <a:cubicBezTo>
                  <a:pt x="74545" y="22972"/>
                  <a:pt x="70142" y="21019"/>
                  <a:pt x="65700" y="21019"/>
                </a:cubicBezTo>
                <a:cubicBezTo>
                  <a:pt x="60723" y="21019"/>
                  <a:pt x="56186" y="22226"/>
                  <a:pt x="52089" y="24638"/>
                </a:cubicBezTo>
                <a:cubicBezTo>
                  <a:pt x="47993" y="27050"/>
                  <a:pt x="43456" y="31051"/>
                  <a:pt x="38478" y="36641"/>
                </a:cubicBezTo>
                <a:lnTo>
                  <a:pt x="31702" y="30323"/>
                </a:lnTo>
                <a:cubicBezTo>
                  <a:pt x="39435" y="21594"/>
                  <a:pt x="46078" y="15583"/>
                  <a:pt x="51630" y="12290"/>
                </a:cubicBezTo>
                <a:cubicBezTo>
                  <a:pt x="57181" y="8997"/>
                  <a:pt x="63135" y="7351"/>
                  <a:pt x="69491" y="7351"/>
                </a:cubicBezTo>
                <a:cubicBezTo>
                  <a:pt x="74851" y="7351"/>
                  <a:pt x="79445" y="8040"/>
                  <a:pt x="83274" y="9419"/>
                </a:cubicBezTo>
                <a:cubicBezTo>
                  <a:pt x="86949" y="10644"/>
                  <a:pt x="90357" y="12711"/>
                  <a:pt x="93497" y="15621"/>
                </a:cubicBezTo>
                <a:cubicBezTo>
                  <a:pt x="96866" y="18684"/>
                  <a:pt x="99967" y="22704"/>
                  <a:pt x="102800" y="27681"/>
                </a:cubicBezTo>
                <a:cubicBezTo>
                  <a:pt x="105097" y="31663"/>
                  <a:pt x="107510" y="36947"/>
                  <a:pt x="110036" y="43532"/>
                </a:cubicBezTo>
                <a:cubicBezTo>
                  <a:pt x="115014" y="56473"/>
                  <a:pt x="119991" y="71022"/>
                  <a:pt x="124968" y="87179"/>
                </a:cubicBezTo>
                <a:cubicBezTo>
                  <a:pt x="130099" y="103643"/>
                  <a:pt x="134732" y="120489"/>
                  <a:pt x="138866" y="137718"/>
                </a:cubicBezTo>
                <a:lnTo>
                  <a:pt x="140015" y="137718"/>
                </a:lnTo>
                <a:cubicBezTo>
                  <a:pt x="141087" y="129831"/>
                  <a:pt x="142465" y="121369"/>
                  <a:pt x="144150" y="112334"/>
                </a:cubicBezTo>
                <a:cubicBezTo>
                  <a:pt x="145835" y="103298"/>
                  <a:pt x="147251" y="96138"/>
                  <a:pt x="148400" y="90855"/>
                </a:cubicBezTo>
                <a:lnTo>
                  <a:pt x="156440" y="53295"/>
                </a:lnTo>
                <a:cubicBezTo>
                  <a:pt x="160116" y="36143"/>
                  <a:pt x="165265" y="24197"/>
                  <a:pt x="171889" y="17459"/>
                </a:cubicBezTo>
                <a:cubicBezTo>
                  <a:pt x="178513" y="10720"/>
                  <a:pt x="187567" y="7351"/>
                  <a:pt x="199053" y="7351"/>
                </a:cubicBezTo>
                <a:cubicBezTo>
                  <a:pt x="205026" y="7351"/>
                  <a:pt x="210348" y="8959"/>
                  <a:pt x="215019" y="12175"/>
                </a:cubicBezTo>
                <a:cubicBezTo>
                  <a:pt x="219690" y="15391"/>
                  <a:pt x="223863" y="20369"/>
                  <a:pt x="227539" y="27107"/>
                </a:cubicBezTo>
                <a:lnTo>
                  <a:pt x="210425" y="34458"/>
                </a:lnTo>
                <a:cubicBezTo>
                  <a:pt x="207285" y="28103"/>
                  <a:pt x="204433" y="23680"/>
                  <a:pt x="201868" y="21192"/>
                </a:cubicBezTo>
                <a:cubicBezTo>
                  <a:pt x="199302" y="18703"/>
                  <a:pt x="196182" y="17459"/>
                  <a:pt x="192506" y="17459"/>
                </a:cubicBezTo>
                <a:cubicBezTo>
                  <a:pt x="190515" y="17459"/>
                  <a:pt x="188620" y="17803"/>
                  <a:pt x="186821" y="18493"/>
                </a:cubicBezTo>
                <a:cubicBezTo>
                  <a:pt x="185021" y="19182"/>
                  <a:pt x="183356" y="20560"/>
                  <a:pt x="181824" y="22628"/>
                </a:cubicBezTo>
                <a:cubicBezTo>
                  <a:pt x="180293" y="24695"/>
                  <a:pt x="178934" y="27911"/>
                  <a:pt x="177747" y="32276"/>
                </a:cubicBezTo>
                <a:cubicBezTo>
                  <a:pt x="176560" y="36641"/>
                  <a:pt x="175086" y="42843"/>
                  <a:pt x="173325" y="50883"/>
                </a:cubicBezTo>
                <a:lnTo>
                  <a:pt x="149778" y="159427"/>
                </a:lnTo>
                <a:lnTo>
                  <a:pt x="133813" y="167811"/>
                </a:lnTo>
                <a:lnTo>
                  <a:pt x="129103" y="167811"/>
                </a:lnTo>
                <a:cubicBezTo>
                  <a:pt x="120374" y="134961"/>
                  <a:pt x="112755" y="108696"/>
                  <a:pt x="106246" y="89017"/>
                </a:cubicBezTo>
                <a:cubicBezTo>
                  <a:pt x="99737" y="69338"/>
                  <a:pt x="93765" y="53563"/>
                  <a:pt x="88328" y="41694"/>
                </a:cubicBezTo>
                <a:lnTo>
                  <a:pt x="87064" y="41809"/>
                </a:lnTo>
                <a:cubicBezTo>
                  <a:pt x="86375" y="47476"/>
                  <a:pt x="84997" y="55325"/>
                  <a:pt x="82929" y="65356"/>
                </a:cubicBezTo>
                <a:lnTo>
                  <a:pt x="70524" y="121982"/>
                </a:lnTo>
                <a:close/>
                <a:moveTo>
                  <a:pt x="277491" y="107854"/>
                </a:moveTo>
                <a:cubicBezTo>
                  <a:pt x="277491" y="134655"/>
                  <a:pt x="281798" y="156746"/>
                  <a:pt x="290413" y="174129"/>
                </a:cubicBezTo>
                <a:cubicBezTo>
                  <a:pt x="299027" y="191511"/>
                  <a:pt x="312179" y="203150"/>
                  <a:pt x="329868" y="209046"/>
                </a:cubicBezTo>
                <a:lnTo>
                  <a:pt x="327111" y="217891"/>
                </a:lnTo>
                <a:cubicBezTo>
                  <a:pt x="304675" y="211994"/>
                  <a:pt x="287484" y="199302"/>
                  <a:pt x="275538" y="179814"/>
                </a:cubicBezTo>
                <a:cubicBezTo>
                  <a:pt x="263593" y="160326"/>
                  <a:pt x="257620" y="136722"/>
                  <a:pt x="257620" y="109003"/>
                </a:cubicBezTo>
                <a:cubicBezTo>
                  <a:pt x="257620" y="81360"/>
                  <a:pt x="263612" y="57756"/>
                  <a:pt x="275596" y="38191"/>
                </a:cubicBezTo>
                <a:cubicBezTo>
                  <a:pt x="287580" y="18627"/>
                  <a:pt x="304751" y="5896"/>
                  <a:pt x="327111" y="0"/>
                </a:cubicBezTo>
                <a:lnTo>
                  <a:pt x="330212" y="8844"/>
                </a:lnTo>
                <a:cubicBezTo>
                  <a:pt x="312294" y="14740"/>
                  <a:pt x="299027" y="26246"/>
                  <a:pt x="290413" y="43360"/>
                </a:cubicBezTo>
                <a:cubicBezTo>
                  <a:pt x="281798" y="60474"/>
                  <a:pt x="277491" y="81972"/>
                  <a:pt x="277491" y="107854"/>
                </a:cubicBezTo>
                <a:close/>
                <a:moveTo>
                  <a:pt x="398323" y="167811"/>
                </a:moveTo>
                <a:cubicBezTo>
                  <a:pt x="381783" y="167811"/>
                  <a:pt x="369474" y="161303"/>
                  <a:pt x="361396" y="148285"/>
                </a:cubicBezTo>
                <a:cubicBezTo>
                  <a:pt x="353317" y="135268"/>
                  <a:pt x="349278" y="115511"/>
                  <a:pt x="349278" y="89017"/>
                </a:cubicBezTo>
                <a:cubicBezTo>
                  <a:pt x="349278" y="74927"/>
                  <a:pt x="350522" y="62752"/>
                  <a:pt x="353011" y="52491"/>
                </a:cubicBezTo>
                <a:cubicBezTo>
                  <a:pt x="355499" y="42230"/>
                  <a:pt x="358983" y="33750"/>
                  <a:pt x="363463" y="27050"/>
                </a:cubicBezTo>
                <a:cubicBezTo>
                  <a:pt x="367943" y="20349"/>
                  <a:pt x="373322" y="15391"/>
                  <a:pt x="379601" y="12175"/>
                </a:cubicBezTo>
                <a:cubicBezTo>
                  <a:pt x="385880" y="8959"/>
                  <a:pt x="392733" y="7351"/>
                  <a:pt x="400161" y="7351"/>
                </a:cubicBezTo>
                <a:cubicBezTo>
                  <a:pt x="416931" y="7351"/>
                  <a:pt x="429412" y="13822"/>
                  <a:pt x="437606" y="26763"/>
                </a:cubicBezTo>
                <a:cubicBezTo>
                  <a:pt x="445799" y="39703"/>
                  <a:pt x="449896" y="59268"/>
                  <a:pt x="449896" y="85456"/>
                </a:cubicBezTo>
                <a:cubicBezTo>
                  <a:pt x="449896" y="112563"/>
                  <a:pt x="445512" y="133066"/>
                  <a:pt x="436744" y="146964"/>
                </a:cubicBezTo>
                <a:cubicBezTo>
                  <a:pt x="427976" y="160862"/>
                  <a:pt x="415169" y="167811"/>
                  <a:pt x="398323" y="167811"/>
                </a:cubicBezTo>
                <a:moveTo>
                  <a:pt x="371676" y="85571"/>
                </a:moveTo>
                <a:cubicBezTo>
                  <a:pt x="371676" y="110534"/>
                  <a:pt x="373992" y="128854"/>
                  <a:pt x="378625" y="140532"/>
                </a:cubicBezTo>
                <a:cubicBezTo>
                  <a:pt x="383257" y="152209"/>
                  <a:pt x="390436" y="158048"/>
                  <a:pt x="400161" y="158048"/>
                </a:cubicBezTo>
                <a:cubicBezTo>
                  <a:pt x="409426" y="158048"/>
                  <a:pt x="416299" y="152554"/>
                  <a:pt x="420778" y="141566"/>
                </a:cubicBezTo>
                <a:cubicBezTo>
                  <a:pt x="425258" y="130577"/>
                  <a:pt x="427498" y="113559"/>
                  <a:pt x="427498" y="90510"/>
                </a:cubicBezTo>
                <a:cubicBezTo>
                  <a:pt x="427498" y="72898"/>
                  <a:pt x="426349" y="58636"/>
                  <a:pt x="424052" y="47725"/>
                </a:cubicBezTo>
                <a:cubicBezTo>
                  <a:pt x="421755" y="36813"/>
                  <a:pt x="418558" y="28983"/>
                  <a:pt x="414461" y="24236"/>
                </a:cubicBezTo>
                <a:cubicBezTo>
                  <a:pt x="410364" y="19488"/>
                  <a:pt x="405406" y="17114"/>
                  <a:pt x="399587" y="17114"/>
                </a:cubicBezTo>
                <a:cubicBezTo>
                  <a:pt x="394303" y="17114"/>
                  <a:pt x="389881" y="18684"/>
                  <a:pt x="386320" y="21824"/>
                </a:cubicBezTo>
                <a:cubicBezTo>
                  <a:pt x="382760" y="24963"/>
                  <a:pt x="379888" y="29481"/>
                  <a:pt x="377706" y="35377"/>
                </a:cubicBezTo>
                <a:cubicBezTo>
                  <a:pt x="375523" y="41273"/>
                  <a:pt x="373973" y="48452"/>
                  <a:pt x="373054" y="56913"/>
                </a:cubicBezTo>
                <a:cubicBezTo>
                  <a:pt x="372135" y="65375"/>
                  <a:pt x="371676" y="74927"/>
                  <a:pt x="371676" y="85571"/>
                </a:cubicBezTo>
                <a:close/>
                <a:moveTo>
                  <a:pt x="500401" y="139326"/>
                </a:moveTo>
                <a:cubicBezTo>
                  <a:pt x="501473" y="144686"/>
                  <a:pt x="502009" y="149970"/>
                  <a:pt x="502009" y="155177"/>
                </a:cubicBezTo>
                <a:cubicBezTo>
                  <a:pt x="502009" y="160537"/>
                  <a:pt x="501090" y="165438"/>
                  <a:pt x="499252" y="169879"/>
                </a:cubicBezTo>
                <a:cubicBezTo>
                  <a:pt x="497415" y="174320"/>
                  <a:pt x="494486" y="178742"/>
                  <a:pt x="490466" y="183145"/>
                </a:cubicBezTo>
                <a:cubicBezTo>
                  <a:pt x="486445" y="187548"/>
                  <a:pt x="480913" y="192392"/>
                  <a:pt x="473868" y="197675"/>
                </a:cubicBezTo>
                <a:lnTo>
                  <a:pt x="467666" y="190669"/>
                </a:lnTo>
                <a:cubicBezTo>
                  <a:pt x="471571" y="186993"/>
                  <a:pt x="474404" y="183681"/>
                  <a:pt x="476165" y="180733"/>
                </a:cubicBezTo>
                <a:cubicBezTo>
                  <a:pt x="477927" y="177785"/>
                  <a:pt x="479190" y="174435"/>
                  <a:pt x="479956" y="170683"/>
                </a:cubicBezTo>
                <a:cubicBezTo>
                  <a:pt x="480722" y="166931"/>
                  <a:pt x="481104" y="162221"/>
                  <a:pt x="481104" y="156555"/>
                </a:cubicBezTo>
                <a:cubicBezTo>
                  <a:pt x="481104" y="150735"/>
                  <a:pt x="480836" y="144992"/>
                  <a:pt x="480300" y="139326"/>
                </a:cubicBezTo>
                <a:lnTo>
                  <a:pt x="500401" y="139326"/>
                </a:lnTo>
                <a:close/>
                <a:moveTo>
                  <a:pt x="596642" y="132549"/>
                </a:moveTo>
                <a:cubicBezTo>
                  <a:pt x="595647" y="137067"/>
                  <a:pt x="594996" y="140647"/>
                  <a:pt x="594690" y="143289"/>
                </a:cubicBezTo>
                <a:cubicBezTo>
                  <a:pt x="594383" y="145930"/>
                  <a:pt x="594230" y="148323"/>
                  <a:pt x="594230" y="150467"/>
                </a:cubicBezTo>
                <a:cubicBezTo>
                  <a:pt x="594230" y="153913"/>
                  <a:pt x="595092" y="156344"/>
                  <a:pt x="596815" y="157761"/>
                </a:cubicBezTo>
                <a:cubicBezTo>
                  <a:pt x="598538" y="159178"/>
                  <a:pt x="601428" y="160039"/>
                  <a:pt x="605487" y="160345"/>
                </a:cubicBezTo>
                <a:lnTo>
                  <a:pt x="604223" y="165974"/>
                </a:lnTo>
                <a:lnTo>
                  <a:pt x="558279" y="165974"/>
                </a:lnTo>
                <a:lnTo>
                  <a:pt x="559542" y="160345"/>
                </a:lnTo>
                <a:cubicBezTo>
                  <a:pt x="562452" y="159886"/>
                  <a:pt x="564634" y="159139"/>
                  <a:pt x="566089" y="158106"/>
                </a:cubicBezTo>
                <a:cubicBezTo>
                  <a:pt x="567544" y="157072"/>
                  <a:pt x="568769" y="155636"/>
                  <a:pt x="569765" y="153798"/>
                </a:cubicBezTo>
                <a:cubicBezTo>
                  <a:pt x="570760" y="151961"/>
                  <a:pt x="571679" y="149721"/>
                  <a:pt x="572522" y="147079"/>
                </a:cubicBezTo>
                <a:cubicBezTo>
                  <a:pt x="573364" y="144437"/>
                  <a:pt x="574627" y="139326"/>
                  <a:pt x="576312" y="131745"/>
                </a:cubicBezTo>
                <a:lnTo>
                  <a:pt x="595838" y="43302"/>
                </a:lnTo>
                <a:cubicBezTo>
                  <a:pt x="597523" y="35645"/>
                  <a:pt x="598365" y="29481"/>
                  <a:pt x="598365" y="24810"/>
                </a:cubicBezTo>
                <a:cubicBezTo>
                  <a:pt x="598365" y="21211"/>
                  <a:pt x="597465" y="18703"/>
                  <a:pt x="595666" y="17287"/>
                </a:cubicBezTo>
                <a:cubicBezTo>
                  <a:pt x="593867" y="15870"/>
                  <a:pt x="591014" y="15047"/>
                  <a:pt x="587109" y="14817"/>
                </a:cubicBezTo>
                <a:lnTo>
                  <a:pt x="588372" y="9189"/>
                </a:lnTo>
                <a:lnTo>
                  <a:pt x="634317" y="9189"/>
                </a:lnTo>
                <a:lnTo>
                  <a:pt x="633053" y="14817"/>
                </a:lnTo>
                <a:cubicBezTo>
                  <a:pt x="630143" y="15430"/>
                  <a:pt x="628057" y="16119"/>
                  <a:pt x="626793" y="16885"/>
                </a:cubicBezTo>
                <a:cubicBezTo>
                  <a:pt x="625530" y="17650"/>
                  <a:pt x="624400" y="18799"/>
                  <a:pt x="623405" y="20330"/>
                </a:cubicBezTo>
                <a:cubicBezTo>
                  <a:pt x="622409" y="21862"/>
                  <a:pt x="621376" y="24255"/>
                  <a:pt x="620304" y="27509"/>
                </a:cubicBezTo>
                <a:cubicBezTo>
                  <a:pt x="619232" y="30764"/>
                  <a:pt x="617892" y="36066"/>
                  <a:pt x="616283" y="43417"/>
                </a:cubicBezTo>
                <a:lnTo>
                  <a:pt x="596642" y="132549"/>
                </a:lnTo>
                <a:close/>
                <a:moveTo>
                  <a:pt x="705478" y="107854"/>
                </a:moveTo>
                <a:cubicBezTo>
                  <a:pt x="705478" y="81972"/>
                  <a:pt x="701190" y="60474"/>
                  <a:pt x="692613" y="43360"/>
                </a:cubicBezTo>
                <a:cubicBezTo>
                  <a:pt x="684037" y="26246"/>
                  <a:pt x="670752" y="14740"/>
                  <a:pt x="652757" y="8844"/>
                </a:cubicBezTo>
                <a:lnTo>
                  <a:pt x="655858" y="0"/>
                </a:lnTo>
                <a:cubicBezTo>
                  <a:pt x="678218" y="5896"/>
                  <a:pt x="695389" y="18627"/>
                  <a:pt x="707373" y="38191"/>
                </a:cubicBezTo>
                <a:cubicBezTo>
                  <a:pt x="719357" y="57756"/>
                  <a:pt x="725349" y="81360"/>
                  <a:pt x="725349" y="109003"/>
                </a:cubicBezTo>
                <a:cubicBezTo>
                  <a:pt x="725349" y="136722"/>
                  <a:pt x="719376" y="160326"/>
                  <a:pt x="707430" y="179814"/>
                </a:cubicBezTo>
                <a:cubicBezTo>
                  <a:pt x="695485" y="199302"/>
                  <a:pt x="678294" y="211994"/>
                  <a:pt x="655858" y="217891"/>
                </a:cubicBezTo>
                <a:lnTo>
                  <a:pt x="653101" y="209046"/>
                </a:lnTo>
                <a:cubicBezTo>
                  <a:pt x="670790" y="203150"/>
                  <a:pt x="683941" y="191511"/>
                  <a:pt x="692556" y="174129"/>
                </a:cubicBezTo>
                <a:cubicBezTo>
                  <a:pt x="701171" y="156746"/>
                  <a:pt x="705478" y="134655"/>
                  <a:pt x="705478" y="107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𝒩(0,𝐼)">
            <a:extLst xmlns:a="http://schemas.openxmlformats.org/drawingml/2006/main">
              <a:ext uri="{FF2B5EF4-FFF2-40B4-BE49-F238E27FC236}">
                <a16:creationId xmlns:a16="http://schemas.microsoft.com/office/drawing/2014/main" id="{E4036D4E-9CE5-4638-B0D7-0B4F2E7A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278" y="495813"/>
            <a:ext cx="725349" cy="217891"/>
          </a:xfrm>
          <a:custGeom xmlns:a="http://schemas.openxmlformats.org/drawingml/2006/main">
            <a:pathLst>
              <a:path w="725349" h="217891">
                <a:moveTo>
                  <a:pt x="70524" y="121982"/>
                </a:moveTo>
                <a:cubicBezTo>
                  <a:pt x="66772" y="139211"/>
                  <a:pt x="61623" y="151157"/>
                  <a:pt x="55076" y="157818"/>
                </a:cubicBezTo>
                <a:cubicBezTo>
                  <a:pt x="48529" y="164480"/>
                  <a:pt x="39665" y="167811"/>
                  <a:pt x="28485" y="167811"/>
                </a:cubicBezTo>
                <a:cubicBezTo>
                  <a:pt x="22360" y="167811"/>
                  <a:pt x="16980" y="166165"/>
                  <a:pt x="12348" y="162872"/>
                </a:cubicBezTo>
                <a:cubicBezTo>
                  <a:pt x="7715" y="159580"/>
                  <a:pt x="3599" y="154602"/>
                  <a:pt x="0" y="147940"/>
                </a:cubicBezTo>
                <a:lnTo>
                  <a:pt x="15621" y="139211"/>
                </a:lnTo>
                <a:cubicBezTo>
                  <a:pt x="18914" y="145796"/>
                  <a:pt x="22072" y="150525"/>
                  <a:pt x="25097" y="153396"/>
                </a:cubicBezTo>
                <a:cubicBezTo>
                  <a:pt x="28122" y="156268"/>
                  <a:pt x="31395" y="157704"/>
                  <a:pt x="34918" y="157704"/>
                </a:cubicBezTo>
                <a:cubicBezTo>
                  <a:pt x="36985" y="157704"/>
                  <a:pt x="38785" y="157359"/>
                  <a:pt x="40316" y="156670"/>
                </a:cubicBezTo>
                <a:cubicBezTo>
                  <a:pt x="41848" y="155981"/>
                  <a:pt x="43168" y="155043"/>
                  <a:pt x="44279" y="153856"/>
                </a:cubicBezTo>
                <a:cubicBezTo>
                  <a:pt x="45389" y="152669"/>
                  <a:pt x="46365" y="151080"/>
                  <a:pt x="47208" y="149089"/>
                </a:cubicBezTo>
                <a:cubicBezTo>
                  <a:pt x="48050" y="147098"/>
                  <a:pt x="48911" y="144437"/>
                  <a:pt x="49792" y="141106"/>
                </a:cubicBezTo>
                <a:cubicBezTo>
                  <a:pt x="50673" y="137775"/>
                  <a:pt x="51955" y="132205"/>
                  <a:pt x="53640" y="124394"/>
                </a:cubicBezTo>
                <a:lnTo>
                  <a:pt x="65585" y="67768"/>
                </a:lnTo>
                <a:cubicBezTo>
                  <a:pt x="69491" y="49237"/>
                  <a:pt x="73932" y="35607"/>
                  <a:pt x="78909" y="26877"/>
                </a:cubicBezTo>
                <a:cubicBezTo>
                  <a:pt x="74545" y="22972"/>
                  <a:pt x="70142" y="21019"/>
                  <a:pt x="65700" y="21019"/>
                </a:cubicBezTo>
                <a:cubicBezTo>
                  <a:pt x="60723" y="21019"/>
                  <a:pt x="56186" y="22226"/>
                  <a:pt x="52089" y="24638"/>
                </a:cubicBezTo>
                <a:cubicBezTo>
                  <a:pt x="47993" y="27050"/>
                  <a:pt x="43456" y="31051"/>
                  <a:pt x="38478" y="36641"/>
                </a:cubicBezTo>
                <a:lnTo>
                  <a:pt x="31702" y="30323"/>
                </a:lnTo>
                <a:cubicBezTo>
                  <a:pt x="39435" y="21594"/>
                  <a:pt x="46078" y="15583"/>
                  <a:pt x="51630" y="12290"/>
                </a:cubicBezTo>
                <a:cubicBezTo>
                  <a:pt x="57181" y="8997"/>
                  <a:pt x="63135" y="7351"/>
                  <a:pt x="69491" y="7351"/>
                </a:cubicBezTo>
                <a:cubicBezTo>
                  <a:pt x="74851" y="7351"/>
                  <a:pt x="79445" y="8040"/>
                  <a:pt x="83274" y="9419"/>
                </a:cubicBezTo>
                <a:cubicBezTo>
                  <a:pt x="86949" y="10644"/>
                  <a:pt x="90357" y="12711"/>
                  <a:pt x="93497" y="15621"/>
                </a:cubicBezTo>
                <a:cubicBezTo>
                  <a:pt x="96866" y="18684"/>
                  <a:pt x="99967" y="22704"/>
                  <a:pt x="102800" y="27681"/>
                </a:cubicBezTo>
                <a:cubicBezTo>
                  <a:pt x="105097" y="31663"/>
                  <a:pt x="107510" y="36947"/>
                  <a:pt x="110036" y="43532"/>
                </a:cubicBezTo>
                <a:cubicBezTo>
                  <a:pt x="115014" y="56473"/>
                  <a:pt x="119991" y="71022"/>
                  <a:pt x="124968" y="87179"/>
                </a:cubicBezTo>
                <a:cubicBezTo>
                  <a:pt x="130099" y="103643"/>
                  <a:pt x="134732" y="120489"/>
                  <a:pt x="138866" y="137718"/>
                </a:cubicBezTo>
                <a:lnTo>
                  <a:pt x="140015" y="137718"/>
                </a:lnTo>
                <a:cubicBezTo>
                  <a:pt x="141087" y="129831"/>
                  <a:pt x="142465" y="121369"/>
                  <a:pt x="144150" y="112334"/>
                </a:cubicBezTo>
                <a:cubicBezTo>
                  <a:pt x="145835" y="103298"/>
                  <a:pt x="147251" y="96138"/>
                  <a:pt x="148400" y="90855"/>
                </a:cubicBezTo>
                <a:lnTo>
                  <a:pt x="156440" y="53295"/>
                </a:lnTo>
                <a:cubicBezTo>
                  <a:pt x="160116" y="36143"/>
                  <a:pt x="165265" y="24197"/>
                  <a:pt x="171889" y="17459"/>
                </a:cubicBezTo>
                <a:cubicBezTo>
                  <a:pt x="178513" y="10720"/>
                  <a:pt x="187567" y="7351"/>
                  <a:pt x="199053" y="7351"/>
                </a:cubicBezTo>
                <a:cubicBezTo>
                  <a:pt x="205026" y="7351"/>
                  <a:pt x="210348" y="8959"/>
                  <a:pt x="215019" y="12175"/>
                </a:cubicBezTo>
                <a:cubicBezTo>
                  <a:pt x="219690" y="15391"/>
                  <a:pt x="223863" y="20369"/>
                  <a:pt x="227539" y="27107"/>
                </a:cubicBezTo>
                <a:lnTo>
                  <a:pt x="210425" y="34458"/>
                </a:lnTo>
                <a:cubicBezTo>
                  <a:pt x="207285" y="28103"/>
                  <a:pt x="204433" y="23680"/>
                  <a:pt x="201868" y="21192"/>
                </a:cubicBezTo>
                <a:cubicBezTo>
                  <a:pt x="199302" y="18703"/>
                  <a:pt x="196182" y="17459"/>
                  <a:pt x="192506" y="17459"/>
                </a:cubicBezTo>
                <a:cubicBezTo>
                  <a:pt x="190515" y="17459"/>
                  <a:pt x="188620" y="17803"/>
                  <a:pt x="186821" y="18493"/>
                </a:cubicBezTo>
                <a:cubicBezTo>
                  <a:pt x="185021" y="19182"/>
                  <a:pt x="183356" y="20560"/>
                  <a:pt x="181824" y="22628"/>
                </a:cubicBezTo>
                <a:cubicBezTo>
                  <a:pt x="180293" y="24695"/>
                  <a:pt x="178934" y="27911"/>
                  <a:pt x="177747" y="32276"/>
                </a:cubicBezTo>
                <a:cubicBezTo>
                  <a:pt x="176560" y="36641"/>
                  <a:pt x="175086" y="42843"/>
                  <a:pt x="173325" y="50883"/>
                </a:cubicBezTo>
                <a:lnTo>
                  <a:pt x="149778" y="159427"/>
                </a:lnTo>
                <a:lnTo>
                  <a:pt x="133813" y="167811"/>
                </a:lnTo>
                <a:lnTo>
                  <a:pt x="129103" y="167811"/>
                </a:lnTo>
                <a:cubicBezTo>
                  <a:pt x="120374" y="134961"/>
                  <a:pt x="112755" y="108696"/>
                  <a:pt x="106246" y="89017"/>
                </a:cubicBezTo>
                <a:cubicBezTo>
                  <a:pt x="99737" y="69338"/>
                  <a:pt x="93765" y="53563"/>
                  <a:pt x="88328" y="41694"/>
                </a:cubicBezTo>
                <a:lnTo>
                  <a:pt x="87064" y="41809"/>
                </a:lnTo>
                <a:cubicBezTo>
                  <a:pt x="86375" y="47476"/>
                  <a:pt x="84997" y="55325"/>
                  <a:pt x="82929" y="65356"/>
                </a:cubicBezTo>
                <a:lnTo>
                  <a:pt x="70524" y="121982"/>
                </a:lnTo>
                <a:close/>
                <a:moveTo>
                  <a:pt x="277491" y="107854"/>
                </a:moveTo>
                <a:cubicBezTo>
                  <a:pt x="277491" y="134655"/>
                  <a:pt x="281798" y="156746"/>
                  <a:pt x="290413" y="174129"/>
                </a:cubicBezTo>
                <a:cubicBezTo>
                  <a:pt x="299027" y="191511"/>
                  <a:pt x="312179" y="203150"/>
                  <a:pt x="329868" y="209046"/>
                </a:cubicBezTo>
                <a:lnTo>
                  <a:pt x="327111" y="217891"/>
                </a:lnTo>
                <a:cubicBezTo>
                  <a:pt x="304675" y="211994"/>
                  <a:pt x="287484" y="199302"/>
                  <a:pt x="275538" y="179814"/>
                </a:cubicBezTo>
                <a:cubicBezTo>
                  <a:pt x="263593" y="160326"/>
                  <a:pt x="257620" y="136722"/>
                  <a:pt x="257620" y="109003"/>
                </a:cubicBezTo>
                <a:cubicBezTo>
                  <a:pt x="257620" y="81360"/>
                  <a:pt x="263612" y="57756"/>
                  <a:pt x="275596" y="38191"/>
                </a:cubicBezTo>
                <a:cubicBezTo>
                  <a:pt x="287580" y="18627"/>
                  <a:pt x="304751" y="5896"/>
                  <a:pt x="327111" y="0"/>
                </a:cubicBezTo>
                <a:lnTo>
                  <a:pt x="330212" y="8844"/>
                </a:lnTo>
                <a:cubicBezTo>
                  <a:pt x="312294" y="14740"/>
                  <a:pt x="299027" y="26246"/>
                  <a:pt x="290413" y="43360"/>
                </a:cubicBezTo>
                <a:cubicBezTo>
                  <a:pt x="281798" y="60474"/>
                  <a:pt x="277491" y="81972"/>
                  <a:pt x="277491" y="107854"/>
                </a:cubicBezTo>
                <a:close/>
                <a:moveTo>
                  <a:pt x="398323" y="167811"/>
                </a:moveTo>
                <a:cubicBezTo>
                  <a:pt x="381783" y="167811"/>
                  <a:pt x="369474" y="161303"/>
                  <a:pt x="361395" y="148285"/>
                </a:cubicBezTo>
                <a:cubicBezTo>
                  <a:pt x="353317" y="135268"/>
                  <a:pt x="349277" y="115511"/>
                  <a:pt x="349277" y="89017"/>
                </a:cubicBezTo>
                <a:cubicBezTo>
                  <a:pt x="349277" y="74927"/>
                  <a:pt x="350522" y="62752"/>
                  <a:pt x="353010" y="52491"/>
                </a:cubicBezTo>
                <a:cubicBezTo>
                  <a:pt x="355499" y="42230"/>
                  <a:pt x="358983" y="33750"/>
                  <a:pt x="363463" y="27050"/>
                </a:cubicBezTo>
                <a:cubicBezTo>
                  <a:pt x="367942" y="20349"/>
                  <a:pt x="373322" y="15391"/>
                  <a:pt x="379601" y="12175"/>
                </a:cubicBezTo>
                <a:cubicBezTo>
                  <a:pt x="385880" y="8959"/>
                  <a:pt x="392733" y="7351"/>
                  <a:pt x="400161" y="7351"/>
                </a:cubicBezTo>
                <a:cubicBezTo>
                  <a:pt x="416930" y="7351"/>
                  <a:pt x="429412" y="13822"/>
                  <a:pt x="437605" y="26763"/>
                </a:cubicBezTo>
                <a:cubicBezTo>
                  <a:pt x="445799" y="39703"/>
                  <a:pt x="449895" y="59268"/>
                  <a:pt x="449895" y="85456"/>
                </a:cubicBezTo>
                <a:cubicBezTo>
                  <a:pt x="449895" y="112563"/>
                  <a:pt x="445511" y="133066"/>
                  <a:pt x="436744" y="146964"/>
                </a:cubicBezTo>
                <a:cubicBezTo>
                  <a:pt x="427976" y="160862"/>
                  <a:pt x="415169" y="167811"/>
                  <a:pt x="398323" y="167811"/>
                </a:cubicBezTo>
                <a:moveTo>
                  <a:pt x="371675" y="85571"/>
                </a:moveTo>
                <a:cubicBezTo>
                  <a:pt x="371675" y="110534"/>
                  <a:pt x="373992" y="128854"/>
                  <a:pt x="378624" y="140532"/>
                </a:cubicBezTo>
                <a:cubicBezTo>
                  <a:pt x="383257" y="152209"/>
                  <a:pt x="390436" y="158048"/>
                  <a:pt x="400161" y="158048"/>
                </a:cubicBezTo>
                <a:cubicBezTo>
                  <a:pt x="409426" y="158048"/>
                  <a:pt x="416299" y="152554"/>
                  <a:pt x="420778" y="141566"/>
                </a:cubicBezTo>
                <a:cubicBezTo>
                  <a:pt x="425258" y="130577"/>
                  <a:pt x="427497" y="113559"/>
                  <a:pt x="427497" y="90510"/>
                </a:cubicBezTo>
                <a:cubicBezTo>
                  <a:pt x="427497" y="72898"/>
                  <a:pt x="426349" y="58636"/>
                  <a:pt x="424052" y="47725"/>
                </a:cubicBezTo>
                <a:cubicBezTo>
                  <a:pt x="421754" y="36813"/>
                  <a:pt x="418557" y="28983"/>
                  <a:pt x="414461" y="24236"/>
                </a:cubicBezTo>
                <a:cubicBezTo>
                  <a:pt x="410364" y="19488"/>
                  <a:pt x="405406" y="17114"/>
                  <a:pt x="399586" y="17114"/>
                </a:cubicBezTo>
                <a:cubicBezTo>
                  <a:pt x="394303" y="17114"/>
                  <a:pt x="389881" y="18684"/>
                  <a:pt x="386320" y="21824"/>
                </a:cubicBezTo>
                <a:cubicBezTo>
                  <a:pt x="382759" y="24963"/>
                  <a:pt x="379888" y="29481"/>
                  <a:pt x="377705" y="35377"/>
                </a:cubicBezTo>
                <a:cubicBezTo>
                  <a:pt x="375523" y="41273"/>
                  <a:pt x="373972" y="48452"/>
                  <a:pt x="373054" y="56913"/>
                </a:cubicBezTo>
                <a:cubicBezTo>
                  <a:pt x="372135" y="65375"/>
                  <a:pt x="371675" y="74927"/>
                  <a:pt x="371675" y="85571"/>
                </a:cubicBezTo>
                <a:close/>
                <a:moveTo>
                  <a:pt x="500401" y="139326"/>
                </a:moveTo>
                <a:cubicBezTo>
                  <a:pt x="501473" y="144686"/>
                  <a:pt x="502009" y="149970"/>
                  <a:pt x="502009" y="155177"/>
                </a:cubicBezTo>
                <a:cubicBezTo>
                  <a:pt x="502009" y="160537"/>
                  <a:pt x="501090" y="165438"/>
                  <a:pt x="499252" y="169879"/>
                </a:cubicBezTo>
                <a:cubicBezTo>
                  <a:pt x="497414" y="174320"/>
                  <a:pt x="494485" y="178742"/>
                  <a:pt x="490465" y="183145"/>
                </a:cubicBezTo>
                <a:cubicBezTo>
                  <a:pt x="486445" y="187548"/>
                  <a:pt x="480913" y="192392"/>
                  <a:pt x="473868" y="197675"/>
                </a:cubicBezTo>
                <a:lnTo>
                  <a:pt x="467665" y="190669"/>
                </a:lnTo>
                <a:cubicBezTo>
                  <a:pt x="471571" y="186993"/>
                  <a:pt x="474404" y="183681"/>
                  <a:pt x="476165" y="180733"/>
                </a:cubicBezTo>
                <a:cubicBezTo>
                  <a:pt x="477926" y="177785"/>
                  <a:pt x="479190" y="174435"/>
                  <a:pt x="479956" y="170683"/>
                </a:cubicBezTo>
                <a:cubicBezTo>
                  <a:pt x="480721" y="166931"/>
                  <a:pt x="481104" y="162221"/>
                  <a:pt x="481104" y="156555"/>
                </a:cubicBezTo>
                <a:cubicBezTo>
                  <a:pt x="481104" y="150735"/>
                  <a:pt x="480836" y="144992"/>
                  <a:pt x="480300" y="139326"/>
                </a:cubicBezTo>
                <a:lnTo>
                  <a:pt x="500401" y="139326"/>
                </a:lnTo>
                <a:close/>
                <a:moveTo>
                  <a:pt x="596642" y="132549"/>
                </a:moveTo>
                <a:cubicBezTo>
                  <a:pt x="595646" y="137067"/>
                  <a:pt x="594995" y="140647"/>
                  <a:pt x="594689" y="143289"/>
                </a:cubicBezTo>
                <a:cubicBezTo>
                  <a:pt x="594383" y="145930"/>
                  <a:pt x="594230" y="148323"/>
                  <a:pt x="594230" y="150467"/>
                </a:cubicBezTo>
                <a:cubicBezTo>
                  <a:pt x="594230" y="153913"/>
                  <a:pt x="595091" y="156344"/>
                  <a:pt x="596814" y="157761"/>
                </a:cubicBezTo>
                <a:cubicBezTo>
                  <a:pt x="598537" y="159178"/>
                  <a:pt x="601427" y="160039"/>
                  <a:pt x="605486" y="160345"/>
                </a:cubicBezTo>
                <a:lnTo>
                  <a:pt x="604222" y="165974"/>
                </a:lnTo>
                <a:lnTo>
                  <a:pt x="558278" y="165974"/>
                </a:lnTo>
                <a:lnTo>
                  <a:pt x="559542" y="160345"/>
                </a:lnTo>
                <a:cubicBezTo>
                  <a:pt x="562451" y="159886"/>
                  <a:pt x="564634" y="159139"/>
                  <a:pt x="566089" y="158106"/>
                </a:cubicBezTo>
                <a:cubicBezTo>
                  <a:pt x="567544" y="157072"/>
                  <a:pt x="568769" y="155636"/>
                  <a:pt x="569764" y="153798"/>
                </a:cubicBezTo>
                <a:cubicBezTo>
                  <a:pt x="570760" y="151961"/>
                  <a:pt x="571679" y="149721"/>
                  <a:pt x="572521" y="147079"/>
                </a:cubicBezTo>
                <a:cubicBezTo>
                  <a:pt x="573363" y="144437"/>
                  <a:pt x="574627" y="139326"/>
                  <a:pt x="576311" y="131745"/>
                </a:cubicBezTo>
                <a:lnTo>
                  <a:pt x="595838" y="43302"/>
                </a:lnTo>
                <a:cubicBezTo>
                  <a:pt x="597522" y="35645"/>
                  <a:pt x="598365" y="29481"/>
                  <a:pt x="598365" y="24810"/>
                </a:cubicBezTo>
                <a:cubicBezTo>
                  <a:pt x="598365" y="21211"/>
                  <a:pt x="597465" y="18703"/>
                  <a:pt x="595665" y="17287"/>
                </a:cubicBezTo>
                <a:cubicBezTo>
                  <a:pt x="593866" y="15870"/>
                  <a:pt x="591013" y="15047"/>
                  <a:pt x="587108" y="14817"/>
                </a:cubicBezTo>
                <a:lnTo>
                  <a:pt x="588372" y="9189"/>
                </a:lnTo>
                <a:lnTo>
                  <a:pt x="634316" y="9189"/>
                </a:lnTo>
                <a:lnTo>
                  <a:pt x="633052" y="14817"/>
                </a:lnTo>
                <a:cubicBezTo>
                  <a:pt x="630143" y="15430"/>
                  <a:pt x="628056" y="16119"/>
                  <a:pt x="626793" y="16885"/>
                </a:cubicBezTo>
                <a:cubicBezTo>
                  <a:pt x="625529" y="17650"/>
                  <a:pt x="624400" y="18799"/>
                  <a:pt x="623404" y="20330"/>
                </a:cubicBezTo>
                <a:cubicBezTo>
                  <a:pt x="622409" y="21862"/>
                  <a:pt x="621375" y="24255"/>
                  <a:pt x="620303" y="27509"/>
                </a:cubicBezTo>
                <a:cubicBezTo>
                  <a:pt x="619231" y="30764"/>
                  <a:pt x="617891" y="36066"/>
                  <a:pt x="616283" y="43417"/>
                </a:cubicBezTo>
                <a:lnTo>
                  <a:pt x="596642" y="132549"/>
                </a:lnTo>
                <a:close/>
                <a:moveTo>
                  <a:pt x="705478" y="107854"/>
                </a:moveTo>
                <a:cubicBezTo>
                  <a:pt x="705478" y="81972"/>
                  <a:pt x="701190" y="60474"/>
                  <a:pt x="692613" y="43360"/>
                </a:cubicBezTo>
                <a:cubicBezTo>
                  <a:pt x="684037" y="26246"/>
                  <a:pt x="670752" y="14740"/>
                  <a:pt x="652757" y="8844"/>
                </a:cubicBezTo>
                <a:lnTo>
                  <a:pt x="655858" y="0"/>
                </a:lnTo>
                <a:cubicBezTo>
                  <a:pt x="678218" y="5896"/>
                  <a:pt x="695389" y="18627"/>
                  <a:pt x="707373" y="38191"/>
                </a:cubicBezTo>
                <a:cubicBezTo>
                  <a:pt x="719357" y="57756"/>
                  <a:pt x="725349" y="81360"/>
                  <a:pt x="725349" y="109003"/>
                </a:cubicBezTo>
                <a:cubicBezTo>
                  <a:pt x="725349" y="136722"/>
                  <a:pt x="719376" y="160326"/>
                  <a:pt x="707430" y="179814"/>
                </a:cubicBezTo>
                <a:cubicBezTo>
                  <a:pt x="695485" y="199302"/>
                  <a:pt x="678294" y="211994"/>
                  <a:pt x="655858" y="217891"/>
                </a:cubicBezTo>
                <a:lnTo>
                  <a:pt x="653101" y="209046"/>
                </a:lnTo>
                <a:cubicBezTo>
                  <a:pt x="670790" y="203150"/>
                  <a:pt x="683941" y="191511"/>
                  <a:pt x="692556" y="174129"/>
                </a:cubicBezTo>
                <a:cubicBezTo>
                  <a:pt x="701171" y="156746"/>
                  <a:pt x="705478" y="134655"/>
                  <a:pt x="705478" y="107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𝑍">
            <a:extLst xmlns:a="http://schemas.openxmlformats.org/drawingml/2006/main">
              <a:ext uri="{FF2B5EF4-FFF2-40B4-BE49-F238E27FC236}">
                <a16:creationId xmlns:a16="http://schemas.microsoft.com/office/drawing/2014/main" id="{ED785DEB-5DDF-4467-8AA7-84B5769B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635" y="1035848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1">
            <a:extLst xmlns:a="http://schemas.openxmlformats.org/drawingml/2006/main">
              <a:ext uri="{FF2B5EF4-FFF2-40B4-BE49-F238E27FC236}">
                <a16:creationId xmlns:a16="http://schemas.microsoft.com/office/drawing/2014/main" id="{DFABFD9A-8AC8-4253-BC58-9B67506C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876" y="1137964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src">
            <a:extLst xmlns:a="http://schemas.openxmlformats.org/drawingml/2006/main">
              <a:ext uri="{FF2B5EF4-FFF2-40B4-BE49-F238E27FC236}">
                <a16:creationId xmlns:a16="http://schemas.microsoft.com/office/drawing/2014/main" id="{5A0B989B-69A6-4CC2-95F9-C8573F76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400" y="1015818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2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1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5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3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7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9" y="17714"/>
                  <a:pt x="218708" y="13978"/>
                  <a:pt x="216189" y="11711"/>
                </a:cubicBezTo>
                <a:cubicBezTo>
                  <a:pt x="213671" y="9445"/>
                  <a:pt x="210172" y="8311"/>
                  <a:pt x="205695" y="8311"/>
                </a:cubicBezTo>
                <a:cubicBezTo>
                  <a:pt x="202449" y="8311"/>
                  <a:pt x="199497" y="9067"/>
                  <a:pt x="196838" y="10578"/>
                </a:cubicBezTo>
                <a:cubicBezTo>
                  <a:pt x="194180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7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4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6" y="86947"/>
                  <a:pt x="204967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4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50" y="26067"/>
                </a:cubicBezTo>
                <a:cubicBezTo>
                  <a:pt x="171037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8" y="3190"/>
                </a:cubicBezTo>
                <a:cubicBezTo>
                  <a:pt x="195523" y="1063"/>
                  <a:pt x="201106" y="0"/>
                  <a:pt x="207206" y="0"/>
                </a:cubicBezTo>
                <a:cubicBezTo>
                  <a:pt x="209949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7" y="1343"/>
                  <a:pt x="226124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9F3AB-31CC-4491-B939-D8BF07FF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35" y="1055769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1B9F0-8687-4B52-BEE0-5854877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294" y="1683631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6A5F6-399D-4E10-9E7D-73CEFC23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849" y="1733672"/>
            <a:ext cx="101365" cy="100937"/>
          </a:xfrm>
          <a:custGeom xmlns:a="http://schemas.openxmlformats.org/drawingml/2006/main">
            <a:pathLst>
              <a:path w="101365" h="100937">
                <a:moveTo>
                  <a:pt x="0" y="50469"/>
                </a:moveTo>
                <a:cubicBezTo>
                  <a:pt x="0" y="22597"/>
                  <a:pt x="22704" y="0"/>
                  <a:pt x="50682" y="0"/>
                </a:cubicBezTo>
                <a:cubicBezTo>
                  <a:pt x="78661" y="0"/>
                  <a:pt x="101365" y="22597"/>
                  <a:pt x="101365" y="50469"/>
                </a:cubicBezTo>
                <a:cubicBezTo>
                  <a:pt x="101365" y="78340"/>
                  <a:pt x="78661" y="100937"/>
                  <a:pt x="50682" y="100937"/>
                </a:cubicBezTo>
                <a:cubicBezTo>
                  <a:pt x="22704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𝑍">
            <a:extLst xmlns:a="http://schemas.openxmlformats.org/drawingml/2006/main">
              <a:ext uri="{FF2B5EF4-FFF2-40B4-BE49-F238E27FC236}">
                <a16:creationId xmlns:a16="http://schemas.microsoft.com/office/drawing/2014/main" id="{C8FCACAD-A0EE-497A-8705-15B65DEC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30" y="2965378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0">
            <a:extLst xmlns:a="http://schemas.openxmlformats.org/drawingml/2006/main">
              <a:ext uri="{FF2B5EF4-FFF2-40B4-BE49-F238E27FC236}">
                <a16:creationId xmlns:a16="http://schemas.microsoft.com/office/drawing/2014/main" id="{2D9189FE-557B-4025-94CC-AC752759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3066906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src">
            <a:extLst xmlns:a="http://schemas.openxmlformats.org/drawingml/2006/main">
              <a:ext uri="{FF2B5EF4-FFF2-40B4-BE49-F238E27FC236}">
                <a16:creationId xmlns:a16="http://schemas.microsoft.com/office/drawing/2014/main" id="{49490EA7-2966-4B4C-BB9A-D621E35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95" y="2944919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2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7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5" y="86947"/>
                  <a:pt x="204967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6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𝑍">
            <a:extLst xmlns:a="http://schemas.openxmlformats.org/drawingml/2006/main">
              <a:ext uri="{FF2B5EF4-FFF2-40B4-BE49-F238E27FC236}">
                <a16:creationId xmlns:a16="http://schemas.microsoft.com/office/drawing/2014/main" id="{9CA1036E-6232-4379-88BC-844821A7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603" y="1037987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1">
            <a:extLst xmlns:a="http://schemas.openxmlformats.org/drawingml/2006/main">
              <a:ext uri="{FF2B5EF4-FFF2-40B4-BE49-F238E27FC236}">
                <a16:creationId xmlns:a16="http://schemas.microsoft.com/office/drawing/2014/main" id="{AF0F6312-EC6F-429E-A2D2-9F954AD6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845" y="1140103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tar">
            <a:extLst xmlns:a="http://schemas.openxmlformats.org/drawingml/2006/main">
              <a:ext uri="{FF2B5EF4-FFF2-40B4-BE49-F238E27FC236}">
                <a16:creationId xmlns:a16="http://schemas.microsoft.com/office/drawing/2014/main" id="{C3C1CC23-9DFB-4DB6-9DC8-F8D1A72E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63" y="998395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7" y="92600"/>
                </a:cubicBezTo>
                <a:cubicBezTo>
                  <a:pt x="121516" y="95174"/>
                  <a:pt x="119011" y="97357"/>
                  <a:pt x="116633" y="99148"/>
                </a:cubicBezTo>
                <a:cubicBezTo>
                  <a:pt x="114254" y="100939"/>
                  <a:pt x="111875" y="102408"/>
                  <a:pt x="109497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10" y="106788"/>
                  <a:pt x="94679" y="106788"/>
                </a:cubicBezTo>
                <a:cubicBezTo>
                  <a:pt x="91041" y="106788"/>
                  <a:pt x="87753" y="106256"/>
                  <a:pt x="84815" y="105193"/>
                </a:cubicBezTo>
                <a:cubicBezTo>
                  <a:pt x="81876" y="104129"/>
                  <a:pt x="79386" y="102632"/>
                  <a:pt x="77343" y="100701"/>
                </a:cubicBezTo>
                <a:cubicBezTo>
                  <a:pt x="75300" y="98770"/>
                  <a:pt x="73733" y="96490"/>
                  <a:pt x="72642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89" y="43390"/>
                  <a:pt x="122845" y="40507"/>
                </a:cubicBezTo>
                <a:cubicBezTo>
                  <a:pt x="122202" y="37625"/>
                  <a:pt x="121194" y="35288"/>
                  <a:pt x="119823" y="33497"/>
                </a:cubicBezTo>
                <a:cubicBezTo>
                  <a:pt x="118452" y="31706"/>
                  <a:pt x="116647" y="30405"/>
                  <a:pt x="114408" y="29593"/>
                </a:cubicBezTo>
                <a:cubicBezTo>
                  <a:pt x="112169" y="28782"/>
                  <a:pt x="109455" y="28376"/>
                  <a:pt x="106265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7" y="34253"/>
                  <a:pt x="89838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8" y="24094"/>
                  <a:pt x="93602" y="22989"/>
                  <a:pt x="96652" y="22122"/>
                </a:cubicBezTo>
                <a:cubicBezTo>
                  <a:pt x="99702" y="21254"/>
                  <a:pt x="102669" y="20624"/>
                  <a:pt x="105551" y="20233"/>
                </a:cubicBezTo>
                <a:cubicBezTo>
                  <a:pt x="108433" y="19841"/>
                  <a:pt x="111386" y="19617"/>
                  <a:pt x="114408" y="19561"/>
                </a:cubicBezTo>
                <a:cubicBezTo>
                  <a:pt x="118718" y="19673"/>
                  <a:pt x="122481" y="20163"/>
                  <a:pt x="125700" y="21030"/>
                </a:cubicBezTo>
                <a:cubicBezTo>
                  <a:pt x="128918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20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1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6" y="99904"/>
                </a:cubicBezTo>
                <a:lnTo>
                  <a:pt x="150676" y="105277"/>
                </a:lnTo>
                <a:lnTo>
                  <a:pt x="124818" y="105277"/>
                </a:lnTo>
                <a:moveTo>
                  <a:pt x="123811" y="64979"/>
                </a:moveTo>
                <a:cubicBezTo>
                  <a:pt x="111386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9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6" y="84163"/>
                </a:cubicBezTo>
                <a:cubicBezTo>
                  <a:pt x="123279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5" y="32853"/>
                  <a:pt x="199032" y="30363"/>
                  <a:pt x="201299" y="28292"/>
                </a:cubicBezTo>
                <a:cubicBezTo>
                  <a:pt x="203565" y="26221"/>
                  <a:pt x="205860" y="24542"/>
                  <a:pt x="208183" y="23255"/>
                </a:cubicBezTo>
                <a:cubicBezTo>
                  <a:pt x="210505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7" y="41389"/>
                </a:lnTo>
                <a:cubicBezTo>
                  <a:pt x="222301" y="39822"/>
                  <a:pt x="221657" y="38464"/>
                  <a:pt x="220986" y="37317"/>
                </a:cubicBezTo>
                <a:cubicBezTo>
                  <a:pt x="220314" y="36170"/>
                  <a:pt x="219544" y="35218"/>
                  <a:pt x="218677" y="34463"/>
                </a:cubicBezTo>
                <a:cubicBezTo>
                  <a:pt x="217809" y="33707"/>
                  <a:pt x="216802" y="33147"/>
                  <a:pt x="215655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8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9" y="91970"/>
                </a:cubicBezTo>
                <a:cubicBezTo>
                  <a:pt x="194806" y="93845"/>
                  <a:pt x="195380" y="95258"/>
                  <a:pt x="196220" y="96210"/>
                </a:cubicBezTo>
                <a:cubicBezTo>
                  <a:pt x="197059" y="97161"/>
                  <a:pt x="198206" y="97847"/>
                  <a:pt x="199662" y="98267"/>
                </a:cubicBezTo>
                <a:cubicBezTo>
                  <a:pt x="201117" y="98686"/>
                  <a:pt x="203020" y="99232"/>
                  <a:pt x="205370" y="99904"/>
                </a:cubicBezTo>
                <a:lnTo>
                  <a:pt x="205370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1" y="99120"/>
                  <a:pt x="171440" y="98504"/>
                  <a:pt x="172755" y="98057"/>
                </a:cubicBezTo>
                <a:cubicBezTo>
                  <a:pt x="174070" y="97609"/>
                  <a:pt x="175077" y="96923"/>
                  <a:pt x="175777" y="96000"/>
                </a:cubicBezTo>
                <a:cubicBezTo>
                  <a:pt x="176477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5" y="32532"/>
                </a:cubicBezTo>
                <a:cubicBezTo>
                  <a:pt x="175721" y="30993"/>
                  <a:pt x="174630" y="29817"/>
                  <a:pt x="173091" y="29006"/>
                </a:cubicBezTo>
                <a:cubicBezTo>
                  <a:pt x="171551" y="28194"/>
                  <a:pt x="169271" y="27536"/>
                  <a:pt x="166248" y="27033"/>
                </a:cubicBezTo>
                <a:lnTo>
                  <a:pt x="166248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𝑍">
            <a:extLst xmlns:a="http://schemas.openxmlformats.org/drawingml/2006/main">
              <a:ext uri="{FF2B5EF4-FFF2-40B4-BE49-F238E27FC236}">
                <a16:creationId xmlns:a16="http://schemas.microsoft.com/office/drawing/2014/main" id="{44F0B59B-61A6-4F85-842D-0A7D722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20" y="2990255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0">
            <a:extLst xmlns:a="http://schemas.openxmlformats.org/drawingml/2006/main">
              <a:ext uri="{FF2B5EF4-FFF2-40B4-BE49-F238E27FC236}">
                <a16:creationId xmlns:a16="http://schemas.microsoft.com/office/drawing/2014/main" id="{9101C969-7192-46D0-9A4C-FB547FF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5547" y="3091784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tar">
            <a:extLst xmlns:a="http://schemas.openxmlformats.org/drawingml/2006/main">
              <a:ext uri="{FF2B5EF4-FFF2-40B4-BE49-F238E27FC236}">
                <a16:creationId xmlns:a16="http://schemas.microsoft.com/office/drawing/2014/main" id="{AA3D39E5-D4A0-4E5E-B6BB-59889C5C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582" y="2950112"/>
            <a:ext cx="233778" cy="106841"/>
          </a:xfrm>
          <a:custGeom xmlns:a="http://schemas.openxmlformats.org/drawingml/2006/main">
            <a:pathLst>
              <a:path w="233778" h="106841">
                <a:moveTo>
                  <a:pt x="0" y="25534"/>
                </a:moveTo>
                <a:cubicBezTo>
                  <a:pt x="1792" y="25254"/>
                  <a:pt x="3416" y="24820"/>
                  <a:pt x="4872" y="24232"/>
                </a:cubicBezTo>
                <a:cubicBezTo>
                  <a:pt x="6328" y="23644"/>
                  <a:pt x="7615" y="22958"/>
                  <a:pt x="8735" y="22175"/>
                </a:cubicBezTo>
                <a:cubicBezTo>
                  <a:pt x="9743" y="21447"/>
                  <a:pt x="10611" y="20579"/>
                  <a:pt x="11339" y="19571"/>
                </a:cubicBezTo>
                <a:cubicBezTo>
                  <a:pt x="12067" y="18563"/>
                  <a:pt x="12711" y="17247"/>
                  <a:pt x="13271" y="15623"/>
                </a:cubicBezTo>
                <a:cubicBezTo>
                  <a:pt x="13831" y="13999"/>
                  <a:pt x="14349" y="11927"/>
                  <a:pt x="14825" y="9407"/>
                </a:cubicBezTo>
                <a:cubicBezTo>
                  <a:pt x="15301" y="6888"/>
                  <a:pt x="15791" y="3752"/>
                  <a:pt x="16295" y="0"/>
                </a:cubicBezTo>
                <a:lnTo>
                  <a:pt x="30070" y="0"/>
                </a:lnTo>
                <a:lnTo>
                  <a:pt x="30070" y="21335"/>
                </a:lnTo>
                <a:lnTo>
                  <a:pt x="59468" y="21335"/>
                </a:lnTo>
                <a:lnTo>
                  <a:pt x="59468" y="30658"/>
                </a:lnTo>
                <a:lnTo>
                  <a:pt x="30070" y="30658"/>
                </a:lnTo>
                <a:lnTo>
                  <a:pt x="30070" y="70723"/>
                </a:lnTo>
                <a:cubicBezTo>
                  <a:pt x="30126" y="75875"/>
                  <a:pt x="30434" y="80061"/>
                  <a:pt x="30994" y="83280"/>
                </a:cubicBezTo>
                <a:cubicBezTo>
                  <a:pt x="31554" y="86500"/>
                  <a:pt x="32422" y="89006"/>
                  <a:pt x="33598" y="90798"/>
                </a:cubicBezTo>
                <a:cubicBezTo>
                  <a:pt x="34774" y="92590"/>
                  <a:pt x="36230" y="93808"/>
                  <a:pt x="37965" y="94452"/>
                </a:cubicBezTo>
                <a:cubicBezTo>
                  <a:pt x="39701" y="95096"/>
                  <a:pt x="41773" y="95418"/>
                  <a:pt x="44181" y="95418"/>
                </a:cubicBezTo>
                <a:cubicBezTo>
                  <a:pt x="46589" y="95418"/>
                  <a:pt x="48955" y="94872"/>
                  <a:pt x="51279" y="93780"/>
                </a:cubicBezTo>
                <a:cubicBezTo>
                  <a:pt x="53602" y="92688"/>
                  <a:pt x="55884" y="91218"/>
                  <a:pt x="58124" y="89370"/>
                </a:cubicBezTo>
                <a:cubicBezTo>
                  <a:pt x="58908" y="90378"/>
                  <a:pt x="59636" y="91386"/>
                  <a:pt x="60308" y="92394"/>
                </a:cubicBezTo>
                <a:cubicBezTo>
                  <a:pt x="60980" y="93402"/>
                  <a:pt x="61680" y="94410"/>
                  <a:pt x="62408" y="95418"/>
                </a:cubicBezTo>
                <a:cubicBezTo>
                  <a:pt x="57760" y="99393"/>
                  <a:pt x="53448" y="102291"/>
                  <a:pt x="49473" y="104111"/>
                </a:cubicBezTo>
                <a:cubicBezTo>
                  <a:pt x="45497" y="105931"/>
                  <a:pt x="41465" y="106841"/>
                  <a:pt x="37378" y="106841"/>
                </a:cubicBezTo>
                <a:cubicBezTo>
                  <a:pt x="29258" y="106841"/>
                  <a:pt x="23224" y="104657"/>
                  <a:pt x="19277" y="100289"/>
                </a:cubicBezTo>
                <a:cubicBezTo>
                  <a:pt x="15329" y="95922"/>
                  <a:pt x="13355" y="89090"/>
                  <a:pt x="13355" y="79795"/>
                </a:cubicBezTo>
                <a:lnTo>
                  <a:pt x="13355" y="30658"/>
                </a:lnTo>
                <a:lnTo>
                  <a:pt x="0" y="30658"/>
                </a:lnTo>
                <a:lnTo>
                  <a:pt x="0" y="25534"/>
                </a:lnTo>
                <a:close/>
                <a:moveTo>
                  <a:pt x="124880" y="105329"/>
                </a:moveTo>
                <a:cubicBezTo>
                  <a:pt x="124992" y="103257"/>
                  <a:pt x="125076" y="101185"/>
                  <a:pt x="125132" y="99113"/>
                </a:cubicBezTo>
                <a:cubicBezTo>
                  <a:pt x="125188" y="97042"/>
                  <a:pt x="125272" y="95026"/>
                  <a:pt x="125384" y="93066"/>
                </a:cubicBezTo>
                <a:cubicBezTo>
                  <a:pt x="125216" y="92954"/>
                  <a:pt x="125048" y="92884"/>
                  <a:pt x="124880" y="92856"/>
                </a:cubicBezTo>
                <a:cubicBezTo>
                  <a:pt x="124712" y="92828"/>
                  <a:pt x="124488" y="92758"/>
                  <a:pt x="124208" y="92646"/>
                </a:cubicBezTo>
                <a:cubicBezTo>
                  <a:pt x="121576" y="95222"/>
                  <a:pt x="119070" y="97406"/>
                  <a:pt x="116691" y="99197"/>
                </a:cubicBezTo>
                <a:cubicBezTo>
                  <a:pt x="114311" y="100989"/>
                  <a:pt x="111931" y="102459"/>
                  <a:pt x="109551" y="103607"/>
                </a:cubicBezTo>
                <a:cubicBezTo>
                  <a:pt x="107171" y="104755"/>
                  <a:pt x="104763" y="105581"/>
                  <a:pt x="102328" y="106085"/>
                </a:cubicBezTo>
                <a:cubicBezTo>
                  <a:pt x="99892" y="106589"/>
                  <a:pt x="97358" y="106841"/>
                  <a:pt x="94726" y="106841"/>
                </a:cubicBezTo>
                <a:cubicBezTo>
                  <a:pt x="91086" y="106841"/>
                  <a:pt x="87796" y="106309"/>
                  <a:pt x="84857" y="105245"/>
                </a:cubicBezTo>
                <a:cubicBezTo>
                  <a:pt x="81917" y="104181"/>
                  <a:pt x="79425" y="102683"/>
                  <a:pt x="77381" y="100751"/>
                </a:cubicBezTo>
                <a:cubicBezTo>
                  <a:pt x="75337" y="98819"/>
                  <a:pt x="73769" y="96538"/>
                  <a:pt x="72677" y="93906"/>
                </a:cubicBezTo>
                <a:cubicBezTo>
                  <a:pt x="71586" y="91274"/>
                  <a:pt x="71040" y="88362"/>
                  <a:pt x="71040" y="85170"/>
                </a:cubicBezTo>
                <a:cubicBezTo>
                  <a:pt x="71040" y="76547"/>
                  <a:pt x="75449" y="69939"/>
                  <a:pt x="84269" y="65348"/>
                </a:cubicBezTo>
                <a:cubicBezTo>
                  <a:pt x="93088" y="60756"/>
                  <a:pt x="106289" y="58012"/>
                  <a:pt x="123872" y="57116"/>
                </a:cubicBezTo>
                <a:lnTo>
                  <a:pt x="123872" y="51069"/>
                </a:lnTo>
                <a:cubicBezTo>
                  <a:pt x="123872" y="46925"/>
                  <a:pt x="123550" y="43411"/>
                  <a:pt x="122906" y="40527"/>
                </a:cubicBezTo>
                <a:cubicBezTo>
                  <a:pt x="122262" y="37644"/>
                  <a:pt x="121254" y="35306"/>
                  <a:pt x="119882" y="33514"/>
                </a:cubicBezTo>
                <a:cubicBezTo>
                  <a:pt x="118510" y="31722"/>
                  <a:pt x="116705" y="30420"/>
                  <a:pt x="114465" y="29608"/>
                </a:cubicBezTo>
                <a:cubicBezTo>
                  <a:pt x="112225" y="28796"/>
                  <a:pt x="109509" y="28390"/>
                  <a:pt x="106317" y="28390"/>
                </a:cubicBezTo>
                <a:cubicBezTo>
                  <a:pt x="101894" y="28390"/>
                  <a:pt x="98170" y="29566"/>
                  <a:pt x="95146" y="31918"/>
                </a:cubicBezTo>
                <a:cubicBezTo>
                  <a:pt x="92122" y="34270"/>
                  <a:pt x="89882" y="37993"/>
                  <a:pt x="88426" y="43089"/>
                </a:cubicBezTo>
                <a:lnTo>
                  <a:pt x="75995" y="43089"/>
                </a:lnTo>
                <a:lnTo>
                  <a:pt x="75995" y="30322"/>
                </a:lnTo>
                <a:cubicBezTo>
                  <a:pt x="80027" y="28418"/>
                  <a:pt x="83723" y="26794"/>
                  <a:pt x="87083" y="25450"/>
                </a:cubicBezTo>
                <a:cubicBezTo>
                  <a:pt x="90442" y="24106"/>
                  <a:pt x="93648" y="23000"/>
                  <a:pt x="96700" y="22133"/>
                </a:cubicBezTo>
                <a:cubicBezTo>
                  <a:pt x="99752" y="21265"/>
                  <a:pt x="102719" y="20635"/>
                  <a:pt x="105603" y="20243"/>
                </a:cubicBezTo>
                <a:cubicBezTo>
                  <a:pt x="108487" y="19851"/>
                  <a:pt x="111441" y="19627"/>
                  <a:pt x="114465" y="19571"/>
                </a:cubicBezTo>
                <a:cubicBezTo>
                  <a:pt x="118776" y="19683"/>
                  <a:pt x="122542" y="20173"/>
                  <a:pt x="125762" y="21041"/>
                </a:cubicBezTo>
                <a:cubicBezTo>
                  <a:pt x="128982" y="21909"/>
                  <a:pt x="131670" y="23406"/>
                  <a:pt x="133825" y="25534"/>
                </a:cubicBezTo>
                <a:cubicBezTo>
                  <a:pt x="135981" y="27662"/>
                  <a:pt x="137605" y="30532"/>
                  <a:pt x="138697" y="34144"/>
                </a:cubicBezTo>
                <a:cubicBezTo>
                  <a:pt x="139789" y="37755"/>
                  <a:pt x="140363" y="42333"/>
                  <a:pt x="140419" y="47877"/>
                </a:cubicBezTo>
                <a:lnTo>
                  <a:pt x="140419" y="79963"/>
                </a:lnTo>
                <a:cubicBezTo>
                  <a:pt x="140419" y="83602"/>
                  <a:pt x="140391" y="86542"/>
                  <a:pt x="140335" y="88782"/>
                </a:cubicBezTo>
                <a:cubicBezTo>
                  <a:pt x="140279" y="91022"/>
                  <a:pt x="140531" y="92842"/>
                  <a:pt x="141091" y="94242"/>
                </a:cubicBezTo>
                <a:cubicBezTo>
                  <a:pt x="141651" y="95642"/>
                  <a:pt x="142659" y="96748"/>
                  <a:pt x="144115" y="97560"/>
                </a:cubicBezTo>
                <a:cubicBezTo>
                  <a:pt x="145571" y="98371"/>
                  <a:pt x="147783" y="99169"/>
                  <a:pt x="150750" y="99953"/>
                </a:cubicBezTo>
                <a:lnTo>
                  <a:pt x="150750" y="105329"/>
                </a:lnTo>
                <a:lnTo>
                  <a:pt x="124880" y="105329"/>
                </a:lnTo>
                <a:moveTo>
                  <a:pt x="123872" y="65012"/>
                </a:moveTo>
                <a:cubicBezTo>
                  <a:pt x="111441" y="65292"/>
                  <a:pt x="102314" y="66888"/>
                  <a:pt x="96490" y="69799"/>
                </a:cubicBezTo>
                <a:cubicBezTo>
                  <a:pt x="90666" y="72711"/>
                  <a:pt x="87754" y="77135"/>
                  <a:pt x="87754" y="83070"/>
                </a:cubicBezTo>
                <a:cubicBezTo>
                  <a:pt x="87754" y="87662"/>
                  <a:pt x="89056" y="90980"/>
                  <a:pt x="91660" y="93024"/>
                </a:cubicBezTo>
                <a:cubicBezTo>
                  <a:pt x="94264" y="95068"/>
                  <a:pt x="97834" y="96090"/>
                  <a:pt x="102370" y="96090"/>
                </a:cubicBezTo>
                <a:cubicBezTo>
                  <a:pt x="105561" y="96090"/>
                  <a:pt x="108473" y="95530"/>
                  <a:pt x="111105" y="94410"/>
                </a:cubicBezTo>
                <a:cubicBezTo>
                  <a:pt x="113737" y="93290"/>
                  <a:pt x="115991" y="91848"/>
                  <a:pt x="117866" y="90084"/>
                </a:cubicBezTo>
                <a:cubicBezTo>
                  <a:pt x="119742" y="88320"/>
                  <a:pt x="121212" y="86360"/>
                  <a:pt x="122276" y="84204"/>
                </a:cubicBezTo>
                <a:cubicBezTo>
                  <a:pt x="123340" y="82049"/>
                  <a:pt x="123872" y="79935"/>
                  <a:pt x="123872" y="77863"/>
                </a:cubicBezTo>
                <a:lnTo>
                  <a:pt x="123872" y="65012"/>
                </a:lnTo>
                <a:close/>
                <a:moveTo>
                  <a:pt x="193125" y="35362"/>
                </a:moveTo>
                <a:cubicBezTo>
                  <a:pt x="193293" y="35474"/>
                  <a:pt x="193433" y="35544"/>
                  <a:pt x="193545" y="35572"/>
                </a:cubicBezTo>
                <a:cubicBezTo>
                  <a:pt x="193657" y="35600"/>
                  <a:pt x="193797" y="35670"/>
                  <a:pt x="193965" y="35782"/>
                </a:cubicBezTo>
                <a:cubicBezTo>
                  <a:pt x="196653" y="32870"/>
                  <a:pt x="199130" y="30378"/>
                  <a:pt x="201398" y="28306"/>
                </a:cubicBezTo>
                <a:cubicBezTo>
                  <a:pt x="203666" y="26234"/>
                  <a:pt x="205962" y="24554"/>
                  <a:pt x="208286" y="23266"/>
                </a:cubicBezTo>
                <a:cubicBezTo>
                  <a:pt x="210610" y="21979"/>
                  <a:pt x="213018" y="21041"/>
                  <a:pt x="215509" y="20453"/>
                </a:cubicBezTo>
                <a:cubicBezTo>
                  <a:pt x="218001" y="19865"/>
                  <a:pt x="220787" y="19571"/>
                  <a:pt x="223867" y="19571"/>
                </a:cubicBezTo>
                <a:cubicBezTo>
                  <a:pt x="227339" y="19571"/>
                  <a:pt x="230642" y="19907"/>
                  <a:pt x="233778" y="20579"/>
                </a:cubicBezTo>
                <a:lnTo>
                  <a:pt x="233778" y="41409"/>
                </a:lnTo>
                <a:lnTo>
                  <a:pt x="223027" y="41409"/>
                </a:lnTo>
                <a:cubicBezTo>
                  <a:pt x="222411" y="39841"/>
                  <a:pt x="221767" y="38483"/>
                  <a:pt x="221095" y="37336"/>
                </a:cubicBezTo>
                <a:cubicBezTo>
                  <a:pt x="220423" y="36188"/>
                  <a:pt x="219653" y="35236"/>
                  <a:pt x="218785" y="34480"/>
                </a:cubicBezTo>
                <a:cubicBezTo>
                  <a:pt x="217917" y="33724"/>
                  <a:pt x="216909" y="33164"/>
                  <a:pt x="215761" y="32800"/>
                </a:cubicBezTo>
                <a:cubicBezTo>
                  <a:pt x="214613" y="32436"/>
                  <a:pt x="213256" y="32254"/>
                  <a:pt x="211688" y="32254"/>
                </a:cubicBezTo>
                <a:cubicBezTo>
                  <a:pt x="210064" y="32254"/>
                  <a:pt x="208230" y="32772"/>
                  <a:pt x="206186" y="33808"/>
                </a:cubicBezTo>
                <a:cubicBezTo>
                  <a:pt x="204142" y="34844"/>
                  <a:pt x="202224" y="36258"/>
                  <a:pt x="200432" y="38049"/>
                </a:cubicBezTo>
                <a:cubicBezTo>
                  <a:pt x="198641" y="39841"/>
                  <a:pt x="197143" y="41913"/>
                  <a:pt x="195939" y="44265"/>
                </a:cubicBezTo>
                <a:cubicBezTo>
                  <a:pt x="194735" y="46617"/>
                  <a:pt x="194133" y="49109"/>
                  <a:pt x="194133" y="51741"/>
                </a:cubicBezTo>
                <a:lnTo>
                  <a:pt x="194133" y="83910"/>
                </a:lnTo>
                <a:cubicBezTo>
                  <a:pt x="194133" y="87438"/>
                  <a:pt x="194287" y="90140"/>
                  <a:pt x="194595" y="92016"/>
                </a:cubicBezTo>
                <a:cubicBezTo>
                  <a:pt x="194903" y="93892"/>
                  <a:pt x="195477" y="95306"/>
                  <a:pt x="196317" y="96258"/>
                </a:cubicBezTo>
                <a:cubicBezTo>
                  <a:pt x="197157" y="97210"/>
                  <a:pt x="198305" y="97896"/>
                  <a:pt x="199760" y="98315"/>
                </a:cubicBezTo>
                <a:cubicBezTo>
                  <a:pt x="201216" y="98735"/>
                  <a:pt x="203120" y="99281"/>
                  <a:pt x="205472" y="99953"/>
                </a:cubicBezTo>
                <a:lnTo>
                  <a:pt x="205472" y="105329"/>
                </a:lnTo>
                <a:lnTo>
                  <a:pt x="167591" y="105329"/>
                </a:lnTo>
                <a:lnTo>
                  <a:pt x="167591" y="99953"/>
                </a:lnTo>
                <a:cubicBezTo>
                  <a:pt x="169774" y="99169"/>
                  <a:pt x="171524" y="98553"/>
                  <a:pt x="172840" y="98106"/>
                </a:cubicBezTo>
                <a:cubicBezTo>
                  <a:pt x="174156" y="97658"/>
                  <a:pt x="175164" y="96972"/>
                  <a:pt x="175864" y="96048"/>
                </a:cubicBezTo>
                <a:cubicBezTo>
                  <a:pt x="176564" y="95124"/>
                  <a:pt x="177012" y="93766"/>
                  <a:pt x="177208" y="91974"/>
                </a:cubicBezTo>
                <a:cubicBezTo>
                  <a:pt x="177404" y="90182"/>
                  <a:pt x="177502" y="87578"/>
                  <a:pt x="177502" y="84162"/>
                </a:cubicBezTo>
                <a:lnTo>
                  <a:pt x="177502" y="48045"/>
                </a:lnTo>
                <a:cubicBezTo>
                  <a:pt x="177502" y="44181"/>
                  <a:pt x="177488" y="41017"/>
                  <a:pt x="177460" y="38553"/>
                </a:cubicBezTo>
                <a:cubicBezTo>
                  <a:pt x="177432" y="36090"/>
                  <a:pt x="177096" y="34088"/>
                  <a:pt x="176452" y="32548"/>
                </a:cubicBezTo>
                <a:cubicBezTo>
                  <a:pt x="175808" y="31008"/>
                  <a:pt x="174716" y="29832"/>
                  <a:pt x="173176" y="29020"/>
                </a:cubicBezTo>
                <a:cubicBezTo>
                  <a:pt x="171636" y="28208"/>
                  <a:pt x="169354" y="27550"/>
                  <a:pt x="166331" y="27046"/>
                </a:cubicBezTo>
                <a:lnTo>
                  <a:pt x="166331" y="21335"/>
                </a:lnTo>
                <a:lnTo>
                  <a:pt x="188337" y="20411"/>
                </a:lnTo>
                <a:lnTo>
                  <a:pt x="194301" y="20411"/>
                </a:lnTo>
                <a:lnTo>
                  <a:pt x="193125" y="35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…">
            <a:extLst xmlns:a="http://schemas.openxmlformats.org/drawingml/2006/main">
              <a:ext uri="{FF2B5EF4-FFF2-40B4-BE49-F238E27FC236}">
                <a16:creationId xmlns:a16="http://schemas.microsoft.com/office/drawing/2014/main" id="{211DB4D3-8A83-4CFC-8AD9-B830F63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5" y="4809979"/>
            <a:ext cx="98738" cy="19380"/>
          </a:xfrm>
          <a:custGeom xmlns:a="http://schemas.openxmlformats.org/drawingml/2006/main">
            <a:pathLst>
              <a:path w="98738" h="19380">
                <a:moveTo>
                  <a:pt x="16874" y="0"/>
                </a:moveTo>
                <a:lnTo>
                  <a:pt x="16874" y="19380"/>
                </a:lnTo>
                <a:lnTo>
                  <a:pt x="0" y="19380"/>
                </a:lnTo>
                <a:lnTo>
                  <a:pt x="0" y="0"/>
                </a:lnTo>
                <a:lnTo>
                  <a:pt x="16874" y="0"/>
                </a:lnTo>
                <a:moveTo>
                  <a:pt x="57806" y="0"/>
                </a:moveTo>
                <a:lnTo>
                  <a:pt x="57806" y="19380"/>
                </a:lnTo>
                <a:lnTo>
                  <a:pt x="40932" y="19380"/>
                </a:lnTo>
                <a:lnTo>
                  <a:pt x="40932" y="0"/>
                </a:lnTo>
                <a:lnTo>
                  <a:pt x="57806" y="0"/>
                </a:lnTo>
                <a:moveTo>
                  <a:pt x="98738" y="0"/>
                </a:moveTo>
                <a:lnTo>
                  <a:pt x="98738" y="19380"/>
                </a:lnTo>
                <a:lnTo>
                  <a:pt x="81864" y="19380"/>
                </a:lnTo>
                <a:lnTo>
                  <a:pt x="81864" y="0"/>
                </a:lnTo>
                <a:lnTo>
                  <a:pt x="987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913496e7d4dd4"/>
          <a:stretch xmlns:a="http://schemas.openxmlformats.org/drawingml/2006/main"/>
        </p:blipFill>
        <p:spPr>
          <a:xfrm xmlns:a="http://schemas.openxmlformats.org/drawingml/2006/main">
            <a:off x="3822093" y="4374965"/>
            <a:ext cx="808351" cy="806567"/>
          </a:xfrm>
          <a:prstGeom xmlns:a="http://schemas.openxmlformats.org/drawingml/2006/main" prst="rect">
            <a:avLst/>
          </a:prstGeom>
        </p:spPr>
      </p:pic>
      <p:pic>
        <p:nvPicPr>
          <p:cNvPr id="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b37750dc14d4b"/>
          <a:stretch xmlns:a="http://schemas.openxmlformats.org/drawingml/2006/main"/>
        </p:blipFill>
        <p:spPr>
          <a:xfrm xmlns:a="http://schemas.openxmlformats.org/drawingml/2006/main">
            <a:off x="81436" y="4374287"/>
            <a:ext cx="807924" cy="807924"/>
          </a:xfrm>
          <a:prstGeom xmlns:a="http://schemas.openxmlformats.org/drawingml/2006/main" prst="rect">
            <a:avLst/>
          </a:prstGeom>
        </p:spPr>
      </p:pic>
      <p:sp>
        <p:nvSpPr>
          <p:cNvPr id="144" name="Text …">
            <a:extLst xmlns:a="http://schemas.openxmlformats.org/drawingml/2006/main">
              <a:ext uri="{FF2B5EF4-FFF2-40B4-BE49-F238E27FC236}">
                <a16:creationId xmlns:a16="http://schemas.microsoft.com/office/drawing/2014/main" id="{3159FCC3-6EE5-45D5-B223-65F97B5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917" y="4809979"/>
            <a:ext cx="98738" cy="19380"/>
          </a:xfrm>
          <a:custGeom xmlns:a="http://schemas.openxmlformats.org/drawingml/2006/main">
            <a:pathLst>
              <a:path w="98738" h="19380">
                <a:moveTo>
                  <a:pt x="16874" y="0"/>
                </a:moveTo>
                <a:lnTo>
                  <a:pt x="16874" y="19380"/>
                </a:lnTo>
                <a:lnTo>
                  <a:pt x="0" y="19380"/>
                </a:lnTo>
                <a:lnTo>
                  <a:pt x="0" y="0"/>
                </a:lnTo>
                <a:lnTo>
                  <a:pt x="16874" y="0"/>
                </a:lnTo>
                <a:moveTo>
                  <a:pt x="57806" y="0"/>
                </a:moveTo>
                <a:lnTo>
                  <a:pt x="57806" y="19380"/>
                </a:lnTo>
                <a:lnTo>
                  <a:pt x="40932" y="19380"/>
                </a:lnTo>
                <a:lnTo>
                  <a:pt x="40932" y="0"/>
                </a:lnTo>
                <a:lnTo>
                  <a:pt x="57806" y="0"/>
                </a:lnTo>
                <a:moveTo>
                  <a:pt x="98738" y="0"/>
                </a:moveTo>
                <a:lnTo>
                  <a:pt x="98738" y="19380"/>
                </a:lnTo>
                <a:lnTo>
                  <a:pt x="81864" y="19380"/>
                </a:lnTo>
                <a:lnTo>
                  <a:pt x="81864" y="0"/>
                </a:lnTo>
                <a:lnTo>
                  <a:pt x="987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…">
            <a:extLst xmlns:a="http://schemas.openxmlformats.org/drawingml/2006/main">
              <a:ext uri="{FF2B5EF4-FFF2-40B4-BE49-F238E27FC236}">
                <a16:creationId xmlns:a16="http://schemas.microsoft.com/office/drawing/2014/main" id="{987D46BA-13CC-4DE1-B53C-677C0AF5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18" y="4809979"/>
            <a:ext cx="98738" cy="19380"/>
          </a:xfrm>
          <a:custGeom xmlns:a="http://schemas.openxmlformats.org/drawingml/2006/main">
            <a:pathLst>
              <a:path w="98738" h="19380">
                <a:moveTo>
                  <a:pt x="16874" y="0"/>
                </a:moveTo>
                <a:lnTo>
                  <a:pt x="16874" y="19380"/>
                </a:lnTo>
                <a:lnTo>
                  <a:pt x="0" y="19380"/>
                </a:lnTo>
                <a:lnTo>
                  <a:pt x="0" y="0"/>
                </a:lnTo>
                <a:lnTo>
                  <a:pt x="16874" y="0"/>
                </a:lnTo>
                <a:moveTo>
                  <a:pt x="57806" y="0"/>
                </a:moveTo>
                <a:lnTo>
                  <a:pt x="57806" y="19380"/>
                </a:lnTo>
                <a:lnTo>
                  <a:pt x="40932" y="19380"/>
                </a:lnTo>
                <a:lnTo>
                  <a:pt x="40932" y="0"/>
                </a:lnTo>
                <a:lnTo>
                  <a:pt x="57806" y="0"/>
                </a:lnTo>
                <a:moveTo>
                  <a:pt x="98738" y="0"/>
                </a:moveTo>
                <a:lnTo>
                  <a:pt x="98738" y="19380"/>
                </a:lnTo>
                <a:lnTo>
                  <a:pt x="81864" y="19380"/>
                </a:lnTo>
                <a:lnTo>
                  <a:pt x="81864" y="0"/>
                </a:lnTo>
                <a:lnTo>
                  <a:pt x="987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…">
            <a:extLst xmlns:a="http://schemas.openxmlformats.org/drawingml/2006/main">
              <a:ext uri="{FF2B5EF4-FFF2-40B4-BE49-F238E27FC236}">
                <a16:creationId xmlns:a16="http://schemas.microsoft.com/office/drawing/2014/main" id="{1C9A6BFB-5DB7-4EA9-8FFE-D3B59D6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85" y="4809979"/>
            <a:ext cx="98738" cy="19380"/>
          </a:xfrm>
          <a:custGeom xmlns:a="http://schemas.openxmlformats.org/drawingml/2006/main">
            <a:pathLst>
              <a:path w="98738" h="19380">
                <a:moveTo>
                  <a:pt x="16874" y="0"/>
                </a:moveTo>
                <a:lnTo>
                  <a:pt x="16874" y="19380"/>
                </a:lnTo>
                <a:lnTo>
                  <a:pt x="0" y="19380"/>
                </a:lnTo>
                <a:lnTo>
                  <a:pt x="0" y="0"/>
                </a:lnTo>
                <a:lnTo>
                  <a:pt x="16874" y="0"/>
                </a:lnTo>
                <a:moveTo>
                  <a:pt x="57806" y="0"/>
                </a:moveTo>
                <a:lnTo>
                  <a:pt x="57806" y="19380"/>
                </a:lnTo>
                <a:lnTo>
                  <a:pt x="40932" y="19380"/>
                </a:lnTo>
                <a:lnTo>
                  <a:pt x="40932" y="0"/>
                </a:lnTo>
                <a:lnTo>
                  <a:pt x="57806" y="0"/>
                </a:lnTo>
                <a:moveTo>
                  <a:pt x="98738" y="0"/>
                </a:moveTo>
                <a:lnTo>
                  <a:pt x="98738" y="19380"/>
                </a:lnTo>
                <a:lnTo>
                  <a:pt x="81864" y="19380"/>
                </a:lnTo>
                <a:lnTo>
                  <a:pt x="81864" y="0"/>
                </a:lnTo>
                <a:lnTo>
                  <a:pt x="987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43d8ac3f6496d"/>
          <a:stretch xmlns:a="http://schemas.openxmlformats.org/drawingml/2006/main"/>
        </p:blipFill>
        <p:spPr>
          <a:xfrm xmlns:a="http://schemas.openxmlformats.org/drawingml/2006/main">
            <a:off x="1951979" y="4374287"/>
            <a:ext cx="807924" cy="807924"/>
          </a:xfrm>
          <a:prstGeom xmlns:a="http://schemas.openxmlformats.org/drawingml/2006/main" prst="rect">
            <a:avLst/>
          </a:prstGeom>
        </p:spPr>
      </p:pic>
      <p:pic>
        <p:nvPicPr>
          <p:cNvPr id="3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c96614ece43be"/>
          <a:stretch xmlns:a="http://schemas.openxmlformats.org/drawingml/2006/main"/>
        </p:blipFill>
        <p:spPr>
          <a:xfrm xmlns:a="http://schemas.openxmlformats.org/drawingml/2006/main">
            <a:off x="1016601" y="4374287"/>
            <a:ext cx="807924" cy="807924"/>
          </a:xfrm>
          <a:prstGeom xmlns:a="http://schemas.openxmlformats.org/drawingml/2006/main" prst="rect">
            <a:avLst/>
          </a:prstGeom>
        </p:spPr>
      </p:pic>
      <p:pic>
        <p:nvPicPr>
          <p:cNvPr id="3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c5254b505462a"/>
          <a:stretch xmlns:a="http://schemas.openxmlformats.org/drawingml/2006/main"/>
        </p:blipFill>
        <p:spPr>
          <a:xfrm xmlns:a="http://schemas.openxmlformats.org/drawingml/2006/main">
            <a:off x="2887145" y="4374287"/>
            <a:ext cx="807920" cy="807920"/>
          </a:xfrm>
          <a:prstGeom xmlns:a="http://schemas.openxmlformats.org/drawingml/2006/main" prst="rect">
            <a:avLst/>
          </a:prstGeom>
        </p:spPr>
      </p:pic>
      <p:sp>
        <p:nvSpPr>
          <p:cNvPr id="150" name="Text 𝑍">
            <a:extLst xmlns:a="http://schemas.openxmlformats.org/drawingml/2006/main">
              <a:ext uri="{FF2B5EF4-FFF2-40B4-BE49-F238E27FC236}">
                <a16:creationId xmlns:a16="http://schemas.microsoft.com/office/drawing/2014/main" id="{602C9ABC-F89F-44D2-8C26-4AE6072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94" y="4141194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0">
            <a:extLst xmlns:a="http://schemas.openxmlformats.org/drawingml/2006/main">
              <a:ext uri="{FF2B5EF4-FFF2-40B4-BE49-F238E27FC236}">
                <a16:creationId xmlns:a16="http://schemas.microsoft.com/office/drawing/2014/main" id="{96C1A7B0-D492-4A96-B4D3-3A11D22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4" y="4242722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src">
            <a:extLst xmlns:a="http://schemas.openxmlformats.org/drawingml/2006/main">
              <a:ext uri="{FF2B5EF4-FFF2-40B4-BE49-F238E27FC236}">
                <a16:creationId xmlns:a16="http://schemas.microsoft.com/office/drawing/2014/main" id="{5EA73F9B-35A2-4B25-8DBB-A536206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2" y="4120735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2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8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6" y="86947"/>
                  <a:pt x="204967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7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𝑍">
            <a:extLst xmlns:a="http://schemas.openxmlformats.org/drawingml/2006/main">
              <a:ext uri="{FF2B5EF4-FFF2-40B4-BE49-F238E27FC236}">
                <a16:creationId xmlns:a16="http://schemas.microsoft.com/office/drawing/2014/main" id="{83C2B9A9-05FB-4519-833B-D5ACA83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461" y="414333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1">
            <a:extLst xmlns:a="http://schemas.openxmlformats.org/drawingml/2006/main">
              <a:ext uri="{FF2B5EF4-FFF2-40B4-BE49-F238E27FC236}">
                <a16:creationId xmlns:a16="http://schemas.microsoft.com/office/drawing/2014/main" id="{CF7310AE-7877-4D15-91C9-3DB74E44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702" y="4245448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src">
            <a:extLst xmlns:a="http://schemas.openxmlformats.org/drawingml/2006/main">
              <a:ext uri="{FF2B5EF4-FFF2-40B4-BE49-F238E27FC236}">
                <a16:creationId xmlns:a16="http://schemas.microsoft.com/office/drawing/2014/main" id="{52B5DEF5-FD57-477E-BA40-FBDB0325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226" y="4123301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2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1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5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3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7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7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7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5" y="86947"/>
                  <a:pt x="204967" y="87227"/>
                  <a:pt x="201665" y="87227"/>
                </a:cubicBezTo>
                <a:cubicBezTo>
                  <a:pt x="190192" y="87227"/>
                  <a:pt x="181390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6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/𝑍">
            <a:extLst xmlns:a="http://schemas.openxmlformats.org/drawingml/2006/main">
              <a:ext uri="{FF2B5EF4-FFF2-40B4-BE49-F238E27FC236}">
                <a16:creationId xmlns:a16="http://schemas.microsoft.com/office/drawing/2014/main" id="{F0970709-92F7-482D-B433-BFB9B00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170" y="4135752"/>
            <a:ext cx="244238" cy="213756"/>
          </a:xfrm>
          <a:custGeom xmlns:a="http://schemas.openxmlformats.org/drawingml/2006/main">
            <a:pathLst>
              <a:path w="244238" h="213756">
                <a:moveTo>
                  <a:pt x="100962" y="0"/>
                </a:moveTo>
                <a:lnTo>
                  <a:pt x="18033" y="213756"/>
                </a:lnTo>
                <a:lnTo>
                  <a:pt x="0" y="213756"/>
                </a:lnTo>
                <a:lnTo>
                  <a:pt x="83159" y="0"/>
                </a:lnTo>
                <a:lnTo>
                  <a:pt x="100962" y="0"/>
                </a:lnTo>
                <a:close/>
                <a:moveTo>
                  <a:pt x="138451" y="153798"/>
                </a:moveTo>
                <a:lnTo>
                  <a:pt x="175207" y="153798"/>
                </a:lnTo>
                <a:cubicBezTo>
                  <a:pt x="179112" y="153798"/>
                  <a:pt x="182270" y="153473"/>
                  <a:pt x="184683" y="152822"/>
                </a:cubicBezTo>
                <a:cubicBezTo>
                  <a:pt x="187095" y="152171"/>
                  <a:pt x="189220" y="151195"/>
                  <a:pt x="191057" y="149893"/>
                </a:cubicBezTo>
                <a:cubicBezTo>
                  <a:pt x="192895" y="148591"/>
                  <a:pt x="194771" y="146830"/>
                  <a:pt x="196685" y="144610"/>
                </a:cubicBezTo>
                <a:cubicBezTo>
                  <a:pt x="198600" y="142389"/>
                  <a:pt x="200533" y="139651"/>
                  <a:pt x="202486" y="136397"/>
                </a:cubicBezTo>
                <a:cubicBezTo>
                  <a:pt x="204439" y="133143"/>
                  <a:pt x="206678" y="128606"/>
                  <a:pt x="209205" y="122786"/>
                </a:cubicBezTo>
                <a:lnTo>
                  <a:pt x="220232" y="122786"/>
                </a:lnTo>
                <a:lnTo>
                  <a:pt x="211388" y="164366"/>
                </a:lnTo>
                <a:lnTo>
                  <a:pt x="109506" y="164366"/>
                </a:lnTo>
                <a:lnTo>
                  <a:pt x="110655" y="158737"/>
                </a:lnTo>
                <a:lnTo>
                  <a:pt x="214948" y="18148"/>
                </a:lnTo>
                <a:lnTo>
                  <a:pt x="179686" y="18148"/>
                </a:lnTo>
                <a:cubicBezTo>
                  <a:pt x="175398" y="18148"/>
                  <a:pt x="171990" y="18531"/>
                  <a:pt x="169464" y="19297"/>
                </a:cubicBezTo>
                <a:cubicBezTo>
                  <a:pt x="166937" y="20062"/>
                  <a:pt x="164582" y="21422"/>
                  <a:pt x="162400" y="23374"/>
                </a:cubicBezTo>
                <a:cubicBezTo>
                  <a:pt x="160217" y="25327"/>
                  <a:pt x="157939" y="28045"/>
                  <a:pt x="155565" y="31529"/>
                </a:cubicBezTo>
                <a:cubicBezTo>
                  <a:pt x="153192" y="35013"/>
                  <a:pt x="150435" y="39971"/>
                  <a:pt x="147295" y="46404"/>
                </a:cubicBezTo>
                <a:lnTo>
                  <a:pt x="136269" y="46404"/>
                </a:lnTo>
                <a:lnTo>
                  <a:pt x="144768" y="7581"/>
                </a:lnTo>
                <a:lnTo>
                  <a:pt x="244238" y="7581"/>
                </a:lnTo>
                <a:lnTo>
                  <a:pt x="242974" y="13094"/>
                </a:lnTo>
                <a:lnTo>
                  <a:pt x="138451" y="1537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1">
            <a:extLst xmlns:a="http://schemas.openxmlformats.org/drawingml/2006/main">
              <a:ext uri="{FF2B5EF4-FFF2-40B4-BE49-F238E27FC236}">
                <a16:creationId xmlns:a16="http://schemas.microsoft.com/office/drawing/2014/main" id="{EF641811-39B0-4795-AFB2-0F566A85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917" y="4245448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tar">
            <a:extLst xmlns:a="http://schemas.openxmlformats.org/drawingml/2006/main">
              <a:ext uri="{FF2B5EF4-FFF2-40B4-BE49-F238E27FC236}">
                <a16:creationId xmlns:a16="http://schemas.microsoft.com/office/drawing/2014/main" id="{9745491C-C80A-4763-8124-AEA0D76B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6" y="4103740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6" y="92600"/>
                </a:cubicBezTo>
                <a:cubicBezTo>
                  <a:pt x="121516" y="95174"/>
                  <a:pt x="119011" y="97357"/>
                  <a:pt x="116632" y="99148"/>
                </a:cubicBezTo>
                <a:cubicBezTo>
                  <a:pt x="114254" y="100939"/>
                  <a:pt x="111875" y="102408"/>
                  <a:pt x="109496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09" y="106788"/>
                  <a:pt x="94679" y="106788"/>
                </a:cubicBezTo>
                <a:cubicBezTo>
                  <a:pt x="91041" y="106788"/>
                  <a:pt x="87753" y="106256"/>
                  <a:pt x="84814" y="105193"/>
                </a:cubicBezTo>
                <a:cubicBezTo>
                  <a:pt x="81876" y="104129"/>
                  <a:pt x="79385" y="102632"/>
                  <a:pt x="77343" y="100701"/>
                </a:cubicBezTo>
                <a:cubicBezTo>
                  <a:pt x="75300" y="98770"/>
                  <a:pt x="73733" y="96490"/>
                  <a:pt x="72641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6" y="57983"/>
                  <a:pt x="123810" y="57088"/>
                </a:cubicBezTo>
                <a:lnTo>
                  <a:pt x="123810" y="51043"/>
                </a:lnTo>
                <a:cubicBezTo>
                  <a:pt x="123810" y="46902"/>
                  <a:pt x="123489" y="43390"/>
                  <a:pt x="122845" y="40507"/>
                </a:cubicBezTo>
                <a:cubicBezTo>
                  <a:pt x="122201" y="37625"/>
                  <a:pt x="121194" y="35288"/>
                  <a:pt x="119823" y="33497"/>
                </a:cubicBezTo>
                <a:cubicBezTo>
                  <a:pt x="118451" y="31706"/>
                  <a:pt x="116646" y="30405"/>
                  <a:pt x="114408" y="29593"/>
                </a:cubicBezTo>
                <a:cubicBezTo>
                  <a:pt x="112169" y="28782"/>
                  <a:pt x="109454" y="28376"/>
                  <a:pt x="106264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6" y="34253"/>
                  <a:pt x="89838" y="37975"/>
                  <a:pt x="88382" y="43068"/>
                </a:cubicBezTo>
                <a:lnTo>
                  <a:pt x="75957" y="43068"/>
                </a:lnTo>
                <a:lnTo>
                  <a:pt x="75957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7" y="24094"/>
                  <a:pt x="93601" y="22989"/>
                  <a:pt x="96652" y="22122"/>
                </a:cubicBezTo>
                <a:cubicBezTo>
                  <a:pt x="99702" y="21254"/>
                  <a:pt x="102668" y="20624"/>
                  <a:pt x="105551" y="20233"/>
                </a:cubicBezTo>
                <a:cubicBezTo>
                  <a:pt x="108433" y="19841"/>
                  <a:pt x="111385" y="19617"/>
                  <a:pt x="114408" y="19561"/>
                </a:cubicBezTo>
                <a:cubicBezTo>
                  <a:pt x="118717" y="19673"/>
                  <a:pt x="122481" y="20163"/>
                  <a:pt x="125699" y="21030"/>
                </a:cubicBezTo>
                <a:cubicBezTo>
                  <a:pt x="128918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19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0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5" y="99904"/>
                </a:cubicBezTo>
                <a:lnTo>
                  <a:pt x="150675" y="105277"/>
                </a:lnTo>
                <a:lnTo>
                  <a:pt x="124818" y="105277"/>
                </a:lnTo>
                <a:moveTo>
                  <a:pt x="123810" y="64979"/>
                </a:moveTo>
                <a:cubicBezTo>
                  <a:pt x="111385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9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5" y="84163"/>
                </a:cubicBezTo>
                <a:cubicBezTo>
                  <a:pt x="123279" y="82008"/>
                  <a:pt x="123810" y="79895"/>
                  <a:pt x="123810" y="77824"/>
                </a:cubicBezTo>
                <a:lnTo>
                  <a:pt x="123810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5" y="32853"/>
                  <a:pt x="199032" y="30363"/>
                  <a:pt x="201299" y="28292"/>
                </a:cubicBezTo>
                <a:cubicBezTo>
                  <a:pt x="203565" y="26221"/>
                  <a:pt x="205860" y="24542"/>
                  <a:pt x="208183" y="23255"/>
                </a:cubicBezTo>
                <a:cubicBezTo>
                  <a:pt x="210505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1" y="39822"/>
                  <a:pt x="221657" y="38464"/>
                  <a:pt x="220985" y="37317"/>
                </a:cubicBezTo>
                <a:cubicBezTo>
                  <a:pt x="220314" y="36170"/>
                  <a:pt x="219544" y="35218"/>
                  <a:pt x="218677" y="34463"/>
                </a:cubicBezTo>
                <a:cubicBezTo>
                  <a:pt x="217809" y="33707"/>
                  <a:pt x="216802" y="33147"/>
                  <a:pt x="215654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8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8" y="91970"/>
                </a:cubicBezTo>
                <a:cubicBezTo>
                  <a:pt x="194806" y="93845"/>
                  <a:pt x="195380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7" y="98686"/>
                  <a:pt x="203020" y="99232"/>
                  <a:pt x="205370" y="99904"/>
                </a:cubicBezTo>
                <a:lnTo>
                  <a:pt x="205370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0" y="99120"/>
                  <a:pt x="171439" y="98504"/>
                  <a:pt x="172755" y="98057"/>
                </a:cubicBezTo>
                <a:cubicBezTo>
                  <a:pt x="174070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5" y="32532"/>
                </a:cubicBezTo>
                <a:cubicBezTo>
                  <a:pt x="175721" y="30993"/>
                  <a:pt x="174630" y="29817"/>
                  <a:pt x="173090" y="29006"/>
                </a:cubicBezTo>
                <a:cubicBezTo>
                  <a:pt x="171551" y="28194"/>
                  <a:pt x="169271" y="27536"/>
                  <a:pt x="166248" y="27033"/>
                </a:cubicBezTo>
                <a:lnTo>
                  <a:pt x="166248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𝑍">
            <a:extLst xmlns:a="http://schemas.openxmlformats.org/drawingml/2006/main">
              <a:ext uri="{FF2B5EF4-FFF2-40B4-BE49-F238E27FC236}">
                <a16:creationId xmlns:a16="http://schemas.microsoft.com/office/drawing/2014/main" id="{6CA0707B-D7A6-49DD-9207-8049822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150" y="4145471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0">
            <a:extLst xmlns:a="http://schemas.openxmlformats.org/drawingml/2006/main">
              <a:ext uri="{FF2B5EF4-FFF2-40B4-BE49-F238E27FC236}">
                <a16:creationId xmlns:a16="http://schemas.microsoft.com/office/drawing/2014/main" id="{E4A46118-19FF-44D8-943C-A290CD95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77" y="4246999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tar">
            <a:extLst xmlns:a="http://schemas.openxmlformats.org/drawingml/2006/main">
              <a:ext uri="{FF2B5EF4-FFF2-40B4-BE49-F238E27FC236}">
                <a16:creationId xmlns:a16="http://schemas.microsoft.com/office/drawing/2014/main" id="{19E2C986-D429-4136-AC7F-CF66D1A5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709" y="4105451"/>
            <a:ext cx="233663" cy="106788"/>
          </a:xfrm>
          <a:custGeom xmlns:a="http://schemas.openxmlformats.org/drawingml/2006/main">
            <a:pathLst>
              <a:path w="233663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8" y="105277"/>
                </a:moveTo>
                <a:cubicBezTo>
                  <a:pt x="124930" y="103206"/>
                  <a:pt x="125014" y="101135"/>
                  <a:pt x="125070" y="99064"/>
                </a:cubicBezTo>
                <a:cubicBezTo>
                  <a:pt x="125126" y="96993"/>
                  <a:pt x="125210" y="94978"/>
                  <a:pt x="125322" y="93020"/>
                </a:cubicBezTo>
                <a:cubicBezTo>
                  <a:pt x="125154" y="92908"/>
                  <a:pt x="124986" y="92838"/>
                  <a:pt x="124818" y="92810"/>
                </a:cubicBezTo>
                <a:cubicBezTo>
                  <a:pt x="124650" y="92782"/>
                  <a:pt x="124426" y="92712"/>
                  <a:pt x="124146" y="92600"/>
                </a:cubicBezTo>
                <a:cubicBezTo>
                  <a:pt x="121516" y="95174"/>
                  <a:pt x="119011" y="97357"/>
                  <a:pt x="116632" y="99148"/>
                </a:cubicBezTo>
                <a:cubicBezTo>
                  <a:pt x="114254" y="100939"/>
                  <a:pt x="111875" y="102408"/>
                  <a:pt x="109496" y="103556"/>
                </a:cubicBezTo>
                <a:cubicBezTo>
                  <a:pt x="107118" y="104703"/>
                  <a:pt x="104711" y="105529"/>
                  <a:pt x="102277" y="106032"/>
                </a:cubicBezTo>
                <a:cubicBezTo>
                  <a:pt x="99842" y="106536"/>
                  <a:pt x="97309" y="106788"/>
                  <a:pt x="94679" y="106788"/>
                </a:cubicBezTo>
                <a:cubicBezTo>
                  <a:pt x="91041" y="106788"/>
                  <a:pt x="87753" y="106256"/>
                  <a:pt x="84814" y="105193"/>
                </a:cubicBezTo>
                <a:cubicBezTo>
                  <a:pt x="81876" y="104129"/>
                  <a:pt x="79385" y="102632"/>
                  <a:pt x="77343" y="100701"/>
                </a:cubicBezTo>
                <a:cubicBezTo>
                  <a:pt x="75300" y="98770"/>
                  <a:pt x="73733" y="96490"/>
                  <a:pt x="72641" y="93859"/>
                </a:cubicBezTo>
                <a:cubicBezTo>
                  <a:pt x="71550" y="91229"/>
                  <a:pt x="71004" y="88318"/>
                  <a:pt x="71004" y="85128"/>
                </a:cubicBezTo>
                <a:cubicBezTo>
                  <a:pt x="71004" y="76509"/>
                  <a:pt x="75412" y="69905"/>
                  <a:pt x="84227" y="65315"/>
                </a:cubicBezTo>
                <a:cubicBezTo>
                  <a:pt x="93042" y="60726"/>
                  <a:pt x="106236" y="57983"/>
                  <a:pt x="123810" y="57088"/>
                </a:cubicBezTo>
                <a:lnTo>
                  <a:pt x="123810" y="51043"/>
                </a:lnTo>
                <a:cubicBezTo>
                  <a:pt x="123810" y="46902"/>
                  <a:pt x="123489" y="43390"/>
                  <a:pt x="122845" y="40507"/>
                </a:cubicBezTo>
                <a:cubicBezTo>
                  <a:pt x="122201" y="37625"/>
                  <a:pt x="121194" y="35288"/>
                  <a:pt x="119823" y="33497"/>
                </a:cubicBezTo>
                <a:cubicBezTo>
                  <a:pt x="118451" y="31706"/>
                  <a:pt x="116646" y="30405"/>
                  <a:pt x="114408" y="29593"/>
                </a:cubicBezTo>
                <a:cubicBezTo>
                  <a:pt x="112169" y="28782"/>
                  <a:pt x="109454" y="28376"/>
                  <a:pt x="106264" y="28376"/>
                </a:cubicBezTo>
                <a:cubicBezTo>
                  <a:pt x="101843" y="28376"/>
                  <a:pt x="98121" y="29551"/>
                  <a:pt x="95099" y="31902"/>
                </a:cubicBezTo>
                <a:cubicBezTo>
                  <a:pt x="92076" y="34253"/>
                  <a:pt x="89838" y="37975"/>
                  <a:pt x="88382" y="43068"/>
                </a:cubicBezTo>
                <a:lnTo>
                  <a:pt x="75957" y="43068"/>
                </a:lnTo>
                <a:lnTo>
                  <a:pt x="75957" y="30307"/>
                </a:lnTo>
                <a:cubicBezTo>
                  <a:pt x="79987" y="28404"/>
                  <a:pt x="83681" y="26781"/>
                  <a:pt x="87039" y="25438"/>
                </a:cubicBezTo>
                <a:cubicBezTo>
                  <a:pt x="90397" y="24094"/>
                  <a:pt x="93601" y="22989"/>
                  <a:pt x="96652" y="22122"/>
                </a:cubicBezTo>
                <a:cubicBezTo>
                  <a:pt x="99702" y="21254"/>
                  <a:pt x="102668" y="20624"/>
                  <a:pt x="105551" y="20233"/>
                </a:cubicBezTo>
                <a:cubicBezTo>
                  <a:pt x="108433" y="19841"/>
                  <a:pt x="111385" y="19617"/>
                  <a:pt x="114408" y="19561"/>
                </a:cubicBezTo>
                <a:cubicBezTo>
                  <a:pt x="118717" y="19673"/>
                  <a:pt x="122481" y="20163"/>
                  <a:pt x="125699" y="21030"/>
                </a:cubicBezTo>
                <a:cubicBezTo>
                  <a:pt x="128917" y="21898"/>
                  <a:pt x="131604" y="23395"/>
                  <a:pt x="133759" y="25522"/>
                </a:cubicBezTo>
                <a:cubicBezTo>
                  <a:pt x="135914" y="27648"/>
                  <a:pt x="137537" y="30517"/>
                  <a:pt x="138628" y="34127"/>
                </a:cubicBezTo>
                <a:cubicBezTo>
                  <a:pt x="139719" y="37737"/>
                  <a:pt x="140293" y="42312"/>
                  <a:pt x="140349" y="47853"/>
                </a:cubicBezTo>
                <a:lnTo>
                  <a:pt x="140349" y="79923"/>
                </a:lnTo>
                <a:cubicBezTo>
                  <a:pt x="140349" y="83561"/>
                  <a:pt x="140321" y="86499"/>
                  <a:pt x="140265" y="88738"/>
                </a:cubicBezTo>
                <a:cubicBezTo>
                  <a:pt x="140209" y="90977"/>
                  <a:pt x="140461" y="92796"/>
                  <a:pt x="141021" y="94195"/>
                </a:cubicBezTo>
                <a:cubicBezTo>
                  <a:pt x="141580" y="95594"/>
                  <a:pt x="142588" y="96699"/>
                  <a:pt x="144043" y="97511"/>
                </a:cubicBezTo>
                <a:cubicBezTo>
                  <a:pt x="145498" y="98323"/>
                  <a:pt x="147709" y="99120"/>
                  <a:pt x="150675" y="99904"/>
                </a:cubicBezTo>
                <a:lnTo>
                  <a:pt x="150675" y="105277"/>
                </a:lnTo>
                <a:lnTo>
                  <a:pt x="124818" y="105277"/>
                </a:lnTo>
                <a:moveTo>
                  <a:pt x="123810" y="64979"/>
                </a:moveTo>
                <a:cubicBezTo>
                  <a:pt x="111385" y="65259"/>
                  <a:pt x="102263" y="66854"/>
                  <a:pt x="96442" y="69765"/>
                </a:cubicBezTo>
                <a:cubicBezTo>
                  <a:pt x="90621" y="72675"/>
                  <a:pt x="87711" y="77097"/>
                  <a:pt x="87711" y="83029"/>
                </a:cubicBezTo>
                <a:cubicBezTo>
                  <a:pt x="87711" y="87619"/>
                  <a:pt x="89012" y="90935"/>
                  <a:pt x="91615" y="92978"/>
                </a:cubicBezTo>
                <a:cubicBezTo>
                  <a:pt x="94217" y="95020"/>
                  <a:pt x="97785" y="96042"/>
                  <a:pt x="102318" y="96042"/>
                </a:cubicBezTo>
                <a:cubicBezTo>
                  <a:pt x="105509" y="96042"/>
                  <a:pt x="108419" y="95482"/>
                  <a:pt x="111050" y="94363"/>
                </a:cubicBezTo>
                <a:cubicBezTo>
                  <a:pt x="113680" y="93243"/>
                  <a:pt x="115933" y="91802"/>
                  <a:pt x="117808" y="90039"/>
                </a:cubicBezTo>
                <a:cubicBezTo>
                  <a:pt x="119683" y="88276"/>
                  <a:pt x="121152" y="86317"/>
                  <a:pt x="122215" y="84163"/>
                </a:cubicBezTo>
                <a:cubicBezTo>
                  <a:pt x="123279" y="82008"/>
                  <a:pt x="123810" y="79895"/>
                  <a:pt x="123810" y="77824"/>
                </a:cubicBezTo>
                <a:lnTo>
                  <a:pt x="123810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6" y="32853"/>
                  <a:pt x="199032" y="30363"/>
                  <a:pt x="201299" y="28292"/>
                </a:cubicBezTo>
                <a:cubicBezTo>
                  <a:pt x="203566" y="26221"/>
                  <a:pt x="205860" y="24542"/>
                  <a:pt x="208183" y="23255"/>
                </a:cubicBezTo>
                <a:cubicBezTo>
                  <a:pt x="210506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3" y="20568"/>
                </a:cubicBezTo>
                <a:lnTo>
                  <a:pt x="233663" y="41389"/>
                </a:lnTo>
                <a:lnTo>
                  <a:pt x="222917" y="41389"/>
                </a:lnTo>
                <a:cubicBezTo>
                  <a:pt x="222301" y="39822"/>
                  <a:pt x="221657" y="38464"/>
                  <a:pt x="220986" y="37317"/>
                </a:cubicBezTo>
                <a:cubicBezTo>
                  <a:pt x="220314" y="36170"/>
                  <a:pt x="219545" y="35218"/>
                  <a:pt x="218677" y="34463"/>
                </a:cubicBezTo>
                <a:cubicBezTo>
                  <a:pt x="217810" y="33707"/>
                  <a:pt x="216802" y="33147"/>
                  <a:pt x="215655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9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1" y="90095"/>
                  <a:pt x="194499" y="91970"/>
                </a:cubicBezTo>
                <a:cubicBezTo>
                  <a:pt x="194806" y="93845"/>
                  <a:pt x="195380" y="95258"/>
                  <a:pt x="196220" y="96210"/>
                </a:cubicBezTo>
                <a:cubicBezTo>
                  <a:pt x="197059" y="97161"/>
                  <a:pt x="198207" y="97847"/>
                  <a:pt x="199662" y="98267"/>
                </a:cubicBezTo>
                <a:cubicBezTo>
                  <a:pt x="201117" y="98686"/>
                  <a:pt x="203020" y="99232"/>
                  <a:pt x="205371" y="99904"/>
                </a:cubicBezTo>
                <a:lnTo>
                  <a:pt x="205371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1" y="99120"/>
                  <a:pt x="171440" y="98504"/>
                  <a:pt x="172755" y="98057"/>
                </a:cubicBezTo>
                <a:cubicBezTo>
                  <a:pt x="174070" y="97609"/>
                  <a:pt x="175078" y="96923"/>
                  <a:pt x="175777" y="96000"/>
                </a:cubicBezTo>
                <a:cubicBezTo>
                  <a:pt x="176477" y="95076"/>
                  <a:pt x="176925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9" y="34071"/>
                  <a:pt x="176365" y="32532"/>
                </a:cubicBezTo>
                <a:cubicBezTo>
                  <a:pt x="175721" y="30993"/>
                  <a:pt x="174630" y="29817"/>
                  <a:pt x="173091" y="29006"/>
                </a:cubicBezTo>
                <a:cubicBezTo>
                  <a:pt x="171552" y="28194"/>
                  <a:pt x="169271" y="27536"/>
                  <a:pt x="166249" y="27033"/>
                </a:cubicBezTo>
                <a:lnTo>
                  <a:pt x="166249" y="21324"/>
                </a:lnTo>
                <a:lnTo>
                  <a:pt x="188244" y="20401"/>
                </a:lnTo>
                <a:lnTo>
                  <a:pt x="194205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𝑍">
            <a:extLst xmlns:a="http://schemas.openxmlformats.org/drawingml/2006/main">
              <a:ext uri="{FF2B5EF4-FFF2-40B4-BE49-F238E27FC236}">
                <a16:creationId xmlns:a16="http://schemas.microsoft.com/office/drawing/2014/main" id="{FF5A3199-5964-4FC9-87E7-6365A02E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530" y="4156163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1">
            <a:extLst xmlns:a="http://schemas.openxmlformats.org/drawingml/2006/main">
              <a:ext uri="{FF2B5EF4-FFF2-40B4-BE49-F238E27FC236}">
                <a16:creationId xmlns:a16="http://schemas.microsoft.com/office/drawing/2014/main" id="{C4EBEAD6-FF7D-4FB2-A738-B68F836A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771" y="4257852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inv">
            <a:extLst xmlns:a="http://schemas.openxmlformats.org/drawingml/2006/main">
              <a:ext uri="{FF2B5EF4-FFF2-40B4-BE49-F238E27FC236}">
                <a16:creationId xmlns:a16="http://schemas.microsoft.com/office/drawing/2014/main" id="{ED1FBA67-0004-4288-8977-EBAAFF83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203" y="4103566"/>
            <a:ext cx="251917" cy="119549"/>
          </a:xfrm>
          <a:custGeom xmlns:a="http://schemas.openxmlformats.org/drawingml/2006/main">
            <a:pathLst>
              <a:path w="251917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6" y="118709"/>
                </a:moveTo>
                <a:lnTo>
                  <a:pt x="109857" y="118709"/>
                </a:lnTo>
                <a:lnTo>
                  <a:pt x="109857" y="113336"/>
                </a:lnTo>
                <a:cubicBezTo>
                  <a:pt x="112152" y="112553"/>
                  <a:pt x="113956" y="111923"/>
                  <a:pt x="115272" y="111447"/>
                </a:cubicBezTo>
                <a:cubicBezTo>
                  <a:pt x="116587" y="110971"/>
                  <a:pt x="117580" y="110272"/>
                  <a:pt x="118252" y="109348"/>
                </a:cubicBezTo>
                <a:cubicBezTo>
                  <a:pt x="118924" y="108425"/>
                  <a:pt x="119357" y="107096"/>
                  <a:pt x="119553" y="105361"/>
                </a:cubicBezTo>
                <a:cubicBezTo>
                  <a:pt x="119749" y="103626"/>
                  <a:pt x="119847" y="101079"/>
                  <a:pt x="119847" y="97721"/>
                </a:cubicBezTo>
                <a:lnTo>
                  <a:pt x="119847" y="74382"/>
                </a:lnTo>
                <a:cubicBezTo>
                  <a:pt x="119847" y="68393"/>
                  <a:pt x="119595" y="63468"/>
                  <a:pt x="119092" y="59606"/>
                </a:cubicBezTo>
                <a:cubicBezTo>
                  <a:pt x="118588" y="55745"/>
                  <a:pt x="117734" y="52708"/>
                  <a:pt x="116531" y="50498"/>
                </a:cubicBezTo>
                <a:cubicBezTo>
                  <a:pt x="115328" y="48287"/>
                  <a:pt x="113733" y="46748"/>
                  <a:pt x="111746" y="45880"/>
                </a:cubicBezTo>
                <a:cubicBezTo>
                  <a:pt x="109759" y="45013"/>
                  <a:pt x="107310" y="44579"/>
                  <a:pt x="104400" y="44579"/>
                </a:cubicBezTo>
                <a:cubicBezTo>
                  <a:pt x="101937" y="44579"/>
                  <a:pt x="99461" y="45195"/>
                  <a:pt x="96970" y="46426"/>
                </a:cubicBezTo>
                <a:cubicBezTo>
                  <a:pt x="94479" y="47657"/>
                  <a:pt x="92241" y="49182"/>
                  <a:pt x="90254" y="51001"/>
                </a:cubicBezTo>
                <a:cubicBezTo>
                  <a:pt x="88267" y="52820"/>
                  <a:pt x="86644" y="54807"/>
                  <a:pt x="85385" y="56962"/>
                </a:cubicBezTo>
                <a:cubicBezTo>
                  <a:pt x="84125" y="59117"/>
                  <a:pt x="83496" y="61118"/>
                  <a:pt x="83496" y="62965"/>
                </a:cubicBezTo>
                <a:lnTo>
                  <a:pt x="83496" y="97301"/>
                </a:lnTo>
                <a:cubicBezTo>
                  <a:pt x="83496" y="100715"/>
                  <a:pt x="83580" y="103318"/>
                  <a:pt x="83748" y="105109"/>
                </a:cubicBezTo>
                <a:cubicBezTo>
                  <a:pt x="83915" y="106900"/>
                  <a:pt x="84349" y="108285"/>
                  <a:pt x="85049" y="109264"/>
                </a:cubicBezTo>
                <a:cubicBezTo>
                  <a:pt x="85748" y="110244"/>
                  <a:pt x="86784" y="110971"/>
                  <a:pt x="88155" y="111447"/>
                </a:cubicBezTo>
                <a:cubicBezTo>
                  <a:pt x="89526" y="111923"/>
                  <a:pt x="91415" y="112553"/>
                  <a:pt x="93822" y="113336"/>
                </a:cubicBezTo>
                <a:lnTo>
                  <a:pt x="93822" y="118709"/>
                </a:lnTo>
                <a:lnTo>
                  <a:pt x="56967" y="118709"/>
                </a:lnTo>
                <a:lnTo>
                  <a:pt x="56967" y="113336"/>
                </a:lnTo>
                <a:cubicBezTo>
                  <a:pt x="59205" y="112553"/>
                  <a:pt x="60982" y="111937"/>
                  <a:pt x="62298" y="111489"/>
                </a:cubicBezTo>
                <a:cubicBezTo>
                  <a:pt x="63613" y="111041"/>
                  <a:pt x="64606" y="110356"/>
                  <a:pt x="65278" y="109432"/>
                </a:cubicBezTo>
                <a:cubicBezTo>
                  <a:pt x="65950" y="108509"/>
                  <a:pt x="66383" y="107152"/>
                  <a:pt x="66579" y="105361"/>
                </a:cubicBezTo>
                <a:cubicBezTo>
                  <a:pt x="66775" y="103570"/>
                  <a:pt x="66873" y="100967"/>
                  <a:pt x="66873" y="97553"/>
                </a:cubicBezTo>
                <a:lnTo>
                  <a:pt x="66873" y="58011"/>
                </a:lnTo>
                <a:cubicBezTo>
                  <a:pt x="66873" y="56052"/>
                  <a:pt x="66831" y="54387"/>
                  <a:pt x="66747" y="53016"/>
                </a:cubicBezTo>
                <a:cubicBezTo>
                  <a:pt x="66663" y="51645"/>
                  <a:pt x="66565" y="50484"/>
                  <a:pt x="66453" y="49532"/>
                </a:cubicBezTo>
                <a:cubicBezTo>
                  <a:pt x="66341" y="48189"/>
                  <a:pt x="66145" y="47055"/>
                  <a:pt x="65866" y="46132"/>
                </a:cubicBezTo>
                <a:cubicBezTo>
                  <a:pt x="65586" y="45209"/>
                  <a:pt x="65068" y="44397"/>
                  <a:pt x="64312" y="43697"/>
                </a:cubicBezTo>
                <a:cubicBezTo>
                  <a:pt x="63557" y="42998"/>
                  <a:pt x="62493" y="42396"/>
                  <a:pt x="61122" y="41892"/>
                </a:cubicBezTo>
                <a:cubicBezTo>
                  <a:pt x="59751" y="41389"/>
                  <a:pt x="57946" y="40913"/>
                  <a:pt x="55707" y="40465"/>
                </a:cubicBezTo>
                <a:lnTo>
                  <a:pt x="55707" y="34756"/>
                </a:lnTo>
                <a:lnTo>
                  <a:pt x="77703" y="33833"/>
                </a:lnTo>
                <a:lnTo>
                  <a:pt x="83664" y="33833"/>
                </a:lnTo>
                <a:cubicBezTo>
                  <a:pt x="83496" y="36240"/>
                  <a:pt x="83300" y="38604"/>
                  <a:pt x="83076" y="40927"/>
                </a:cubicBezTo>
                <a:cubicBezTo>
                  <a:pt x="82852" y="43250"/>
                  <a:pt x="82656" y="45586"/>
                  <a:pt x="82488" y="47937"/>
                </a:cubicBezTo>
                <a:cubicBezTo>
                  <a:pt x="82656" y="48049"/>
                  <a:pt x="82824" y="48105"/>
                  <a:pt x="82992" y="48105"/>
                </a:cubicBezTo>
                <a:cubicBezTo>
                  <a:pt x="83160" y="48105"/>
                  <a:pt x="83328" y="48161"/>
                  <a:pt x="83496" y="48273"/>
                </a:cubicBezTo>
                <a:cubicBezTo>
                  <a:pt x="86238" y="45474"/>
                  <a:pt x="88813" y="43110"/>
                  <a:pt x="91219" y="41179"/>
                </a:cubicBezTo>
                <a:cubicBezTo>
                  <a:pt x="93626" y="39248"/>
                  <a:pt x="95949" y="37667"/>
                  <a:pt x="98187" y="36435"/>
                </a:cubicBezTo>
                <a:cubicBezTo>
                  <a:pt x="100426" y="35204"/>
                  <a:pt x="102651" y="34323"/>
                  <a:pt x="104862" y="33791"/>
                </a:cubicBezTo>
                <a:cubicBezTo>
                  <a:pt x="107072" y="33259"/>
                  <a:pt x="109353" y="32993"/>
                  <a:pt x="111704" y="32993"/>
                </a:cubicBezTo>
                <a:cubicBezTo>
                  <a:pt x="115845" y="32993"/>
                  <a:pt x="119469" y="33539"/>
                  <a:pt x="122576" y="34630"/>
                </a:cubicBezTo>
                <a:cubicBezTo>
                  <a:pt x="125682" y="35722"/>
                  <a:pt x="128270" y="37471"/>
                  <a:pt x="130341" y="39878"/>
                </a:cubicBezTo>
                <a:cubicBezTo>
                  <a:pt x="132412" y="42284"/>
                  <a:pt x="133965" y="45362"/>
                  <a:pt x="135001" y="49112"/>
                </a:cubicBezTo>
                <a:cubicBezTo>
                  <a:pt x="136036" y="52862"/>
                  <a:pt x="136554" y="57368"/>
                  <a:pt x="136554" y="62629"/>
                </a:cubicBezTo>
                <a:lnTo>
                  <a:pt x="136554" y="97301"/>
                </a:lnTo>
                <a:cubicBezTo>
                  <a:pt x="136554" y="100603"/>
                  <a:pt x="136582" y="103150"/>
                  <a:pt x="136638" y="104941"/>
                </a:cubicBezTo>
                <a:cubicBezTo>
                  <a:pt x="136694" y="106732"/>
                  <a:pt x="137029" y="108117"/>
                  <a:pt x="137645" y="109097"/>
                </a:cubicBezTo>
                <a:cubicBezTo>
                  <a:pt x="138261" y="110076"/>
                  <a:pt x="139268" y="110846"/>
                  <a:pt x="140667" y="111405"/>
                </a:cubicBezTo>
                <a:cubicBezTo>
                  <a:pt x="142067" y="111965"/>
                  <a:pt x="144109" y="112609"/>
                  <a:pt x="146796" y="113336"/>
                </a:cubicBezTo>
                <a:lnTo>
                  <a:pt x="146796" y="118709"/>
                </a:lnTo>
                <a:close/>
                <a:moveTo>
                  <a:pt x="196592" y="34756"/>
                </a:moveTo>
                <a:lnTo>
                  <a:pt x="196592" y="40129"/>
                </a:lnTo>
                <a:cubicBezTo>
                  <a:pt x="193122" y="40801"/>
                  <a:pt x="190659" y="41613"/>
                  <a:pt x="189204" y="42564"/>
                </a:cubicBezTo>
                <a:cubicBezTo>
                  <a:pt x="187749" y="43515"/>
                  <a:pt x="187021" y="45027"/>
                  <a:pt x="187021" y="47097"/>
                </a:cubicBezTo>
                <a:cubicBezTo>
                  <a:pt x="187021" y="48553"/>
                  <a:pt x="187231" y="50092"/>
                  <a:pt x="187651" y="51715"/>
                </a:cubicBezTo>
                <a:cubicBezTo>
                  <a:pt x="188070" y="53338"/>
                  <a:pt x="188728" y="55325"/>
                  <a:pt x="189624" y="57675"/>
                </a:cubicBezTo>
                <a:cubicBezTo>
                  <a:pt x="192254" y="64895"/>
                  <a:pt x="194857" y="72073"/>
                  <a:pt x="197431" y="79209"/>
                </a:cubicBezTo>
                <a:cubicBezTo>
                  <a:pt x="200006" y="86345"/>
                  <a:pt x="202608" y="93551"/>
                  <a:pt x="205239" y="100827"/>
                </a:cubicBezTo>
                <a:cubicBezTo>
                  <a:pt x="208317" y="93887"/>
                  <a:pt x="211353" y="87031"/>
                  <a:pt x="214348" y="80259"/>
                </a:cubicBezTo>
                <a:cubicBezTo>
                  <a:pt x="217342" y="73487"/>
                  <a:pt x="220434" y="66630"/>
                  <a:pt x="223624" y="59690"/>
                </a:cubicBezTo>
                <a:cubicBezTo>
                  <a:pt x="224744" y="57060"/>
                  <a:pt x="225583" y="54807"/>
                  <a:pt x="226143" y="52932"/>
                </a:cubicBezTo>
                <a:cubicBezTo>
                  <a:pt x="226703" y="51057"/>
                  <a:pt x="226983" y="49336"/>
                  <a:pt x="226983" y="47769"/>
                </a:cubicBezTo>
                <a:cubicBezTo>
                  <a:pt x="226983" y="45586"/>
                  <a:pt x="226199" y="43893"/>
                  <a:pt x="224632" y="42690"/>
                </a:cubicBezTo>
                <a:cubicBezTo>
                  <a:pt x="223065" y="41487"/>
                  <a:pt x="220518" y="40633"/>
                  <a:pt x="216992" y="40129"/>
                </a:cubicBezTo>
                <a:lnTo>
                  <a:pt x="216992" y="34756"/>
                </a:lnTo>
                <a:lnTo>
                  <a:pt x="251917" y="34756"/>
                </a:lnTo>
                <a:lnTo>
                  <a:pt x="251917" y="40129"/>
                </a:lnTo>
                <a:cubicBezTo>
                  <a:pt x="250237" y="40577"/>
                  <a:pt x="248810" y="41039"/>
                  <a:pt x="247635" y="41515"/>
                </a:cubicBezTo>
                <a:cubicBezTo>
                  <a:pt x="246460" y="41990"/>
                  <a:pt x="245368" y="42732"/>
                  <a:pt x="244361" y="43739"/>
                </a:cubicBezTo>
                <a:cubicBezTo>
                  <a:pt x="243353" y="44747"/>
                  <a:pt x="242332" y="46118"/>
                  <a:pt x="241296" y="47853"/>
                </a:cubicBezTo>
                <a:cubicBezTo>
                  <a:pt x="240261" y="49588"/>
                  <a:pt x="239072" y="51911"/>
                  <a:pt x="237729" y="54821"/>
                </a:cubicBezTo>
                <a:cubicBezTo>
                  <a:pt x="232579" y="65735"/>
                  <a:pt x="227500" y="76523"/>
                  <a:pt x="222491" y="87185"/>
                </a:cubicBezTo>
                <a:cubicBezTo>
                  <a:pt x="217482" y="97847"/>
                  <a:pt x="212431" y="108635"/>
                  <a:pt x="207338" y="119549"/>
                </a:cubicBezTo>
                <a:lnTo>
                  <a:pt x="195668" y="119549"/>
                </a:lnTo>
                <a:cubicBezTo>
                  <a:pt x="191583" y="108635"/>
                  <a:pt x="187511" y="97819"/>
                  <a:pt x="183453" y="87101"/>
                </a:cubicBezTo>
                <a:cubicBezTo>
                  <a:pt x="179395" y="76383"/>
                  <a:pt x="175324" y="65567"/>
                  <a:pt x="171238" y="54653"/>
                </a:cubicBezTo>
                <a:cubicBezTo>
                  <a:pt x="170007" y="51743"/>
                  <a:pt x="168957" y="49406"/>
                  <a:pt x="168090" y="47643"/>
                </a:cubicBezTo>
                <a:cubicBezTo>
                  <a:pt x="167222" y="45880"/>
                  <a:pt x="166341" y="44509"/>
                  <a:pt x="165445" y="43529"/>
                </a:cubicBezTo>
                <a:cubicBezTo>
                  <a:pt x="164550" y="42550"/>
                  <a:pt x="163542" y="41836"/>
                  <a:pt x="162423" y="41389"/>
                </a:cubicBezTo>
                <a:cubicBezTo>
                  <a:pt x="161304" y="40941"/>
                  <a:pt x="159876" y="40521"/>
                  <a:pt x="158141" y="40129"/>
                </a:cubicBezTo>
                <a:lnTo>
                  <a:pt x="158141" y="34756"/>
                </a:lnTo>
                <a:lnTo>
                  <a:pt x="196592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𝑍">
            <a:extLst xmlns:a="http://schemas.openxmlformats.org/drawingml/2006/main">
              <a:ext uri="{FF2B5EF4-FFF2-40B4-BE49-F238E27FC236}">
                <a16:creationId xmlns:a16="http://schemas.microsoft.com/office/drawing/2014/main" id="{CAF727B1-1F11-4C9A-B627-7A06877D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644" y="415830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0">
            <a:extLst xmlns:a="http://schemas.openxmlformats.org/drawingml/2006/main">
              <a:ext uri="{FF2B5EF4-FFF2-40B4-BE49-F238E27FC236}">
                <a16:creationId xmlns:a16="http://schemas.microsoft.com/office/drawing/2014/main" id="{2E2F1E84-353E-4447-BD57-50BE2DA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172" y="4259402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inv">
            <a:extLst xmlns:a="http://schemas.openxmlformats.org/drawingml/2006/main">
              <a:ext uri="{FF2B5EF4-FFF2-40B4-BE49-F238E27FC236}">
                <a16:creationId xmlns:a16="http://schemas.microsoft.com/office/drawing/2014/main" id="{0EF940B5-1940-49B3-8128-5B583E6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18" y="4105277"/>
            <a:ext cx="251917" cy="119549"/>
          </a:xfrm>
          <a:custGeom xmlns:a="http://schemas.openxmlformats.org/drawingml/2006/main">
            <a:pathLst>
              <a:path w="251917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6" y="118709"/>
                </a:moveTo>
                <a:lnTo>
                  <a:pt x="109857" y="118709"/>
                </a:lnTo>
                <a:lnTo>
                  <a:pt x="109857" y="113336"/>
                </a:lnTo>
                <a:cubicBezTo>
                  <a:pt x="112152" y="112553"/>
                  <a:pt x="113956" y="111923"/>
                  <a:pt x="115272" y="111447"/>
                </a:cubicBezTo>
                <a:cubicBezTo>
                  <a:pt x="116587" y="110971"/>
                  <a:pt x="117580" y="110272"/>
                  <a:pt x="118252" y="109348"/>
                </a:cubicBezTo>
                <a:cubicBezTo>
                  <a:pt x="118924" y="108425"/>
                  <a:pt x="119357" y="107096"/>
                  <a:pt x="119553" y="105361"/>
                </a:cubicBezTo>
                <a:cubicBezTo>
                  <a:pt x="119749" y="103626"/>
                  <a:pt x="119847" y="101079"/>
                  <a:pt x="119847" y="97721"/>
                </a:cubicBezTo>
                <a:lnTo>
                  <a:pt x="119847" y="74382"/>
                </a:lnTo>
                <a:cubicBezTo>
                  <a:pt x="119847" y="68393"/>
                  <a:pt x="119595" y="63468"/>
                  <a:pt x="119092" y="59606"/>
                </a:cubicBezTo>
                <a:cubicBezTo>
                  <a:pt x="118588" y="55745"/>
                  <a:pt x="117734" y="52708"/>
                  <a:pt x="116531" y="50498"/>
                </a:cubicBezTo>
                <a:cubicBezTo>
                  <a:pt x="115328" y="48287"/>
                  <a:pt x="113733" y="46748"/>
                  <a:pt x="111746" y="45880"/>
                </a:cubicBezTo>
                <a:cubicBezTo>
                  <a:pt x="109759" y="45013"/>
                  <a:pt x="107310" y="44579"/>
                  <a:pt x="104400" y="44579"/>
                </a:cubicBezTo>
                <a:cubicBezTo>
                  <a:pt x="101937" y="44579"/>
                  <a:pt x="99461" y="45195"/>
                  <a:pt x="96970" y="46426"/>
                </a:cubicBezTo>
                <a:cubicBezTo>
                  <a:pt x="94479" y="47657"/>
                  <a:pt x="92241" y="49182"/>
                  <a:pt x="90254" y="51001"/>
                </a:cubicBezTo>
                <a:cubicBezTo>
                  <a:pt x="88267" y="52820"/>
                  <a:pt x="86644" y="54807"/>
                  <a:pt x="85385" y="56962"/>
                </a:cubicBezTo>
                <a:cubicBezTo>
                  <a:pt x="84125" y="59117"/>
                  <a:pt x="83496" y="61118"/>
                  <a:pt x="83496" y="62965"/>
                </a:cubicBezTo>
                <a:lnTo>
                  <a:pt x="83496" y="97301"/>
                </a:lnTo>
                <a:cubicBezTo>
                  <a:pt x="83496" y="100715"/>
                  <a:pt x="83580" y="103318"/>
                  <a:pt x="83748" y="105109"/>
                </a:cubicBezTo>
                <a:cubicBezTo>
                  <a:pt x="83915" y="106900"/>
                  <a:pt x="84349" y="108285"/>
                  <a:pt x="85049" y="109264"/>
                </a:cubicBezTo>
                <a:cubicBezTo>
                  <a:pt x="85748" y="110244"/>
                  <a:pt x="86784" y="110971"/>
                  <a:pt x="88155" y="111447"/>
                </a:cubicBezTo>
                <a:cubicBezTo>
                  <a:pt x="89526" y="111923"/>
                  <a:pt x="91415" y="112553"/>
                  <a:pt x="93822" y="113336"/>
                </a:cubicBezTo>
                <a:lnTo>
                  <a:pt x="93822" y="118709"/>
                </a:lnTo>
                <a:lnTo>
                  <a:pt x="56967" y="118709"/>
                </a:lnTo>
                <a:lnTo>
                  <a:pt x="56967" y="113336"/>
                </a:lnTo>
                <a:cubicBezTo>
                  <a:pt x="59205" y="112553"/>
                  <a:pt x="60982" y="111937"/>
                  <a:pt x="62298" y="111489"/>
                </a:cubicBezTo>
                <a:cubicBezTo>
                  <a:pt x="63613" y="111041"/>
                  <a:pt x="64606" y="110356"/>
                  <a:pt x="65278" y="109432"/>
                </a:cubicBezTo>
                <a:cubicBezTo>
                  <a:pt x="65950" y="108509"/>
                  <a:pt x="66383" y="107152"/>
                  <a:pt x="66579" y="105361"/>
                </a:cubicBezTo>
                <a:cubicBezTo>
                  <a:pt x="66775" y="103570"/>
                  <a:pt x="66873" y="100967"/>
                  <a:pt x="66873" y="97553"/>
                </a:cubicBezTo>
                <a:lnTo>
                  <a:pt x="66873" y="58011"/>
                </a:lnTo>
                <a:cubicBezTo>
                  <a:pt x="66873" y="56052"/>
                  <a:pt x="66831" y="54387"/>
                  <a:pt x="66747" y="53016"/>
                </a:cubicBezTo>
                <a:cubicBezTo>
                  <a:pt x="66663" y="51645"/>
                  <a:pt x="66565" y="50484"/>
                  <a:pt x="66453" y="49532"/>
                </a:cubicBezTo>
                <a:cubicBezTo>
                  <a:pt x="66341" y="48189"/>
                  <a:pt x="66145" y="47055"/>
                  <a:pt x="65866" y="46132"/>
                </a:cubicBezTo>
                <a:cubicBezTo>
                  <a:pt x="65586" y="45209"/>
                  <a:pt x="65068" y="44397"/>
                  <a:pt x="64312" y="43697"/>
                </a:cubicBezTo>
                <a:cubicBezTo>
                  <a:pt x="63557" y="42998"/>
                  <a:pt x="62493" y="42396"/>
                  <a:pt x="61122" y="41892"/>
                </a:cubicBezTo>
                <a:cubicBezTo>
                  <a:pt x="59751" y="41389"/>
                  <a:pt x="57946" y="40913"/>
                  <a:pt x="55707" y="40465"/>
                </a:cubicBezTo>
                <a:lnTo>
                  <a:pt x="55707" y="34756"/>
                </a:lnTo>
                <a:lnTo>
                  <a:pt x="77703" y="33833"/>
                </a:lnTo>
                <a:lnTo>
                  <a:pt x="83664" y="33833"/>
                </a:lnTo>
                <a:cubicBezTo>
                  <a:pt x="83496" y="36240"/>
                  <a:pt x="83300" y="38604"/>
                  <a:pt x="83076" y="40927"/>
                </a:cubicBezTo>
                <a:cubicBezTo>
                  <a:pt x="82852" y="43250"/>
                  <a:pt x="82656" y="45586"/>
                  <a:pt x="82488" y="47937"/>
                </a:cubicBezTo>
                <a:cubicBezTo>
                  <a:pt x="82656" y="48049"/>
                  <a:pt x="82824" y="48105"/>
                  <a:pt x="82992" y="48105"/>
                </a:cubicBezTo>
                <a:cubicBezTo>
                  <a:pt x="83160" y="48105"/>
                  <a:pt x="83328" y="48161"/>
                  <a:pt x="83496" y="48273"/>
                </a:cubicBezTo>
                <a:cubicBezTo>
                  <a:pt x="86238" y="45474"/>
                  <a:pt x="88813" y="43110"/>
                  <a:pt x="91219" y="41179"/>
                </a:cubicBezTo>
                <a:cubicBezTo>
                  <a:pt x="93626" y="39248"/>
                  <a:pt x="95949" y="37667"/>
                  <a:pt x="98187" y="36435"/>
                </a:cubicBezTo>
                <a:cubicBezTo>
                  <a:pt x="100426" y="35204"/>
                  <a:pt x="102651" y="34323"/>
                  <a:pt x="104862" y="33791"/>
                </a:cubicBezTo>
                <a:cubicBezTo>
                  <a:pt x="107072" y="33259"/>
                  <a:pt x="109353" y="32993"/>
                  <a:pt x="111704" y="32993"/>
                </a:cubicBezTo>
                <a:cubicBezTo>
                  <a:pt x="115845" y="32993"/>
                  <a:pt x="119469" y="33539"/>
                  <a:pt x="122576" y="34630"/>
                </a:cubicBezTo>
                <a:cubicBezTo>
                  <a:pt x="125682" y="35722"/>
                  <a:pt x="128270" y="37471"/>
                  <a:pt x="130341" y="39878"/>
                </a:cubicBezTo>
                <a:cubicBezTo>
                  <a:pt x="132412" y="42284"/>
                  <a:pt x="133965" y="45362"/>
                  <a:pt x="135001" y="49112"/>
                </a:cubicBezTo>
                <a:cubicBezTo>
                  <a:pt x="136036" y="52862"/>
                  <a:pt x="136554" y="57368"/>
                  <a:pt x="136554" y="62629"/>
                </a:cubicBezTo>
                <a:lnTo>
                  <a:pt x="136554" y="97301"/>
                </a:lnTo>
                <a:cubicBezTo>
                  <a:pt x="136554" y="100603"/>
                  <a:pt x="136582" y="103150"/>
                  <a:pt x="136638" y="104941"/>
                </a:cubicBezTo>
                <a:cubicBezTo>
                  <a:pt x="136694" y="106732"/>
                  <a:pt x="137029" y="108117"/>
                  <a:pt x="137645" y="109097"/>
                </a:cubicBezTo>
                <a:cubicBezTo>
                  <a:pt x="138261" y="110076"/>
                  <a:pt x="139268" y="110846"/>
                  <a:pt x="140667" y="111405"/>
                </a:cubicBezTo>
                <a:cubicBezTo>
                  <a:pt x="142067" y="111965"/>
                  <a:pt x="144109" y="112609"/>
                  <a:pt x="146796" y="113336"/>
                </a:cubicBezTo>
                <a:lnTo>
                  <a:pt x="146796" y="118709"/>
                </a:lnTo>
                <a:close/>
                <a:moveTo>
                  <a:pt x="196592" y="34756"/>
                </a:moveTo>
                <a:lnTo>
                  <a:pt x="196592" y="40129"/>
                </a:lnTo>
                <a:cubicBezTo>
                  <a:pt x="193122" y="40801"/>
                  <a:pt x="190659" y="41613"/>
                  <a:pt x="189204" y="42564"/>
                </a:cubicBezTo>
                <a:cubicBezTo>
                  <a:pt x="187749" y="43515"/>
                  <a:pt x="187021" y="45027"/>
                  <a:pt x="187021" y="47097"/>
                </a:cubicBezTo>
                <a:cubicBezTo>
                  <a:pt x="187021" y="48553"/>
                  <a:pt x="187231" y="50092"/>
                  <a:pt x="187651" y="51715"/>
                </a:cubicBezTo>
                <a:cubicBezTo>
                  <a:pt x="188070" y="53338"/>
                  <a:pt x="188728" y="55325"/>
                  <a:pt x="189624" y="57675"/>
                </a:cubicBezTo>
                <a:cubicBezTo>
                  <a:pt x="192254" y="64895"/>
                  <a:pt x="194857" y="72073"/>
                  <a:pt x="197431" y="79209"/>
                </a:cubicBezTo>
                <a:cubicBezTo>
                  <a:pt x="200006" y="86345"/>
                  <a:pt x="202608" y="93551"/>
                  <a:pt x="205239" y="100827"/>
                </a:cubicBezTo>
                <a:cubicBezTo>
                  <a:pt x="208317" y="93887"/>
                  <a:pt x="211353" y="87031"/>
                  <a:pt x="214348" y="80259"/>
                </a:cubicBezTo>
                <a:cubicBezTo>
                  <a:pt x="217342" y="73487"/>
                  <a:pt x="220434" y="66630"/>
                  <a:pt x="223624" y="59690"/>
                </a:cubicBezTo>
                <a:cubicBezTo>
                  <a:pt x="224744" y="57060"/>
                  <a:pt x="225583" y="54807"/>
                  <a:pt x="226143" y="52932"/>
                </a:cubicBezTo>
                <a:cubicBezTo>
                  <a:pt x="226703" y="51057"/>
                  <a:pt x="226983" y="49336"/>
                  <a:pt x="226983" y="47769"/>
                </a:cubicBezTo>
                <a:cubicBezTo>
                  <a:pt x="226983" y="45586"/>
                  <a:pt x="226199" y="43893"/>
                  <a:pt x="224632" y="42690"/>
                </a:cubicBezTo>
                <a:cubicBezTo>
                  <a:pt x="223065" y="41487"/>
                  <a:pt x="220518" y="40633"/>
                  <a:pt x="216992" y="40129"/>
                </a:cubicBezTo>
                <a:lnTo>
                  <a:pt x="216992" y="34756"/>
                </a:lnTo>
                <a:lnTo>
                  <a:pt x="251917" y="34756"/>
                </a:lnTo>
                <a:lnTo>
                  <a:pt x="251917" y="40129"/>
                </a:lnTo>
                <a:cubicBezTo>
                  <a:pt x="250237" y="40577"/>
                  <a:pt x="248810" y="41039"/>
                  <a:pt x="247635" y="41515"/>
                </a:cubicBezTo>
                <a:cubicBezTo>
                  <a:pt x="246460" y="41990"/>
                  <a:pt x="245368" y="42732"/>
                  <a:pt x="244361" y="43739"/>
                </a:cubicBezTo>
                <a:cubicBezTo>
                  <a:pt x="243353" y="44747"/>
                  <a:pt x="242332" y="46118"/>
                  <a:pt x="241296" y="47853"/>
                </a:cubicBezTo>
                <a:cubicBezTo>
                  <a:pt x="240261" y="49588"/>
                  <a:pt x="239072" y="51911"/>
                  <a:pt x="237729" y="54821"/>
                </a:cubicBezTo>
                <a:cubicBezTo>
                  <a:pt x="232579" y="65735"/>
                  <a:pt x="227500" y="76523"/>
                  <a:pt x="222491" y="87185"/>
                </a:cubicBezTo>
                <a:cubicBezTo>
                  <a:pt x="217482" y="97847"/>
                  <a:pt x="212431" y="108635"/>
                  <a:pt x="207338" y="119549"/>
                </a:cubicBezTo>
                <a:lnTo>
                  <a:pt x="195668" y="119549"/>
                </a:lnTo>
                <a:cubicBezTo>
                  <a:pt x="191583" y="108635"/>
                  <a:pt x="187511" y="97819"/>
                  <a:pt x="183453" y="87101"/>
                </a:cubicBezTo>
                <a:cubicBezTo>
                  <a:pt x="179395" y="76383"/>
                  <a:pt x="175324" y="65567"/>
                  <a:pt x="171238" y="54653"/>
                </a:cubicBezTo>
                <a:cubicBezTo>
                  <a:pt x="170007" y="51743"/>
                  <a:pt x="168957" y="49406"/>
                  <a:pt x="168090" y="47643"/>
                </a:cubicBezTo>
                <a:cubicBezTo>
                  <a:pt x="167222" y="45880"/>
                  <a:pt x="166341" y="44509"/>
                  <a:pt x="165445" y="43529"/>
                </a:cubicBezTo>
                <a:cubicBezTo>
                  <a:pt x="164550" y="42550"/>
                  <a:pt x="163542" y="41836"/>
                  <a:pt x="162423" y="41389"/>
                </a:cubicBezTo>
                <a:cubicBezTo>
                  <a:pt x="161304" y="40941"/>
                  <a:pt x="159876" y="40521"/>
                  <a:pt x="158141" y="40129"/>
                </a:cubicBezTo>
                <a:lnTo>
                  <a:pt x="158141" y="34756"/>
                </a:lnTo>
                <a:lnTo>
                  <a:pt x="196592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𝑍">
            <a:extLst xmlns:a="http://schemas.openxmlformats.org/drawingml/2006/main">
              <a:ext uri="{FF2B5EF4-FFF2-40B4-BE49-F238E27FC236}">
                <a16:creationId xmlns:a16="http://schemas.microsoft.com/office/drawing/2014/main" id="{36A9ADB3-302D-4800-8F50-C169B75E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033" y="4154880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𝑡">
            <a:extLst xmlns:a="http://schemas.openxmlformats.org/drawingml/2006/main">
              <a:ext uri="{FF2B5EF4-FFF2-40B4-BE49-F238E27FC236}">
                <a16:creationId xmlns:a16="http://schemas.microsoft.com/office/drawing/2014/main" id="{63796D74-5DF4-436C-AA37-8A41DA2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393" y="4257712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inv">
            <a:extLst xmlns:a="http://schemas.openxmlformats.org/drawingml/2006/main">
              <a:ext uri="{FF2B5EF4-FFF2-40B4-BE49-F238E27FC236}">
                <a16:creationId xmlns:a16="http://schemas.microsoft.com/office/drawing/2014/main" id="{BA7E7BC7-27FD-4723-82F7-24AB351F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707" y="4103566"/>
            <a:ext cx="251916" cy="119549"/>
          </a:xfrm>
          <a:custGeom xmlns:a="http://schemas.openxmlformats.org/drawingml/2006/main">
            <a:pathLst>
              <a:path w="251916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6" y="118709"/>
                </a:moveTo>
                <a:lnTo>
                  <a:pt x="109857" y="118709"/>
                </a:lnTo>
                <a:lnTo>
                  <a:pt x="109857" y="113336"/>
                </a:lnTo>
                <a:cubicBezTo>
                  <a:pt x="112152" y="112553"/>
                  <a:pt x="113956" y="111923"/>
                  <a:pt x="115272" y="111447"/>
                </a:cubicBezTo>
                <a:cubicBezTo>
                  <a:pt x="116587" y="110971"/>
                  <a:pt x="117580" y="110272"/>
                  <a:pt x="118252" y="109348"/>
                </a:cubicBezTo>
                <a:cubicBezTo>
                  <a:pt x="118924" y="108425"/>
                  <a:pt x="119357" y="107096"/>
                  <a:pt x="119553" y="105361"/>
                </a:cubicBezTo>
                <a:cubicBezTo>
                  <a:pt x="119749" y="103626"/>
                  <a:pt x="119847" y="101079"/>
                  <a:pt x="119847" y="97721"/>
                </a:cubicBezTo>
                <a:lnTo>
                  <a:pt x="119847" y="74382"/>
                </a:lnTo>
                <a:cubicBezTo>
                  <a:pt x="119847" y="68393"/>
                  <a:pt x="119595" y="63468"/>
                  <a:pt x="119092" y="59606"/>
                </a:cubicBezTo>
                <a:cubicBezTo>
                  <a:pt x="118588" y="55745"/>
                  <a:pt x="117734" y="52708"/>
                  <a:pt x="116531" y="50498"/>
                </a:cubicBezTo>
                <a:cubicBezTo>
                  <a:pt x="115328" y="48287"/>
                  <a:pt x="113733" y="46748"/>
                  <a:pt x="111746" y="45880"/>
                </a:cubicBezTo>
                <a:cubicBezTo>
                  <a:pt x="109759" y="45013"/>
                  <a:pt x="107310" y="44579"/>
                  <a:pt x="104400" y="44579"/>
                </a:cubicBezTo>
                <a:cubicBezTo>
                  <a:pt x="101937" y="44579"/>
                  <a:pt x="99461" y="45195"/>
                  <a:pt x="96970" y="46426"/>
                </a:cubicBezTo>
                <a:cubicBezTo>
                  <a:pt x="94479" y="47657"/>
                  <a:pt x="92241" y="49182"/>
                  <a:pt x="90254" y="51001"/>
                </a:cubicBezTo>
                <a:cubicBezTo>
                  <a:pt x="88267" y="52820"/>
                  <a:pt x="86644" y="54807"/>
                  <a:pt x="85385" y="56962"/>
                </a:cubicBezTo>
                <a:cubicBezTo>
                  <a:pt x="84125" y="59117"/>
                  <a:pt x="83496" y="61118"/>
                  <a:pt x="83496" y="62965"/>
                </a:cubicBezTo>
                <a:lnTo>
                  <a:pt x="83496" y="97301"/>
                </a:lnTo>
                <a:cubicBezTo>
                  <a:pt x="83496" y="100715"/>
                  <a:pt x="83580" y="103318"/>
                  <a:pt x="83748" y="105109"/>
                </a:cubicBezTo>
                <a:cubicBezTo>
                  <a:pt x="83915" y="106900"/>
                  <a:pt x="84349" y="108285"/>
                  <a:pt x="85049" y="109264"/>
                </a:cubicBezTo>
                <a:cubicBezTo>
                  <a:pt x="85748" y="110244"/>
                  <a:pt x="86784" y="110971"/>
                  <a:pt x="88155" y="111447"/>
                </a:cubicBezTo>
                <a:cubicBezTo>
                  <a:pt x="89526" y="111923"/>
                  <a:pt x="91415" y="112553"/>
                  <a:pt x="93822" y="113336"/>
                </a:cubicBezTo>
                <a:lnTo>
                  <a:pt x="93822" y="118709"/>
                </a:lnTo>
                <a:lnTo>
                  <a:pt x="56967" y="118709"/>
                </a:lnTo>
                <a:lnTo>
                  <a:pt x="56967" y="113336"/>
                </a:lnTo>
                <a:cubicBezTo>
                  <a:pt x="59205" y="112553"/>
                  <a:pt x="60982" y="111937"/>
                  <a:pt x="62298" y="111489"/>
                </a:cubicBezTo>
                <a:cubicBezTo>
                  <a:pt x="63613" y="111041"/>
                  <a:pt x="64606" y="110356"/>
                  <a:pt x="65278" y="109432"/>
                </a:cubicBezTo>
                <a:cubicBezTo>
                  <a:pt x="65950" y="108509"/>
                  <a:pt x="66383" y="107152"/>
                  <a:pt x="66579" y="105361"/>
                </a:cubicBezTo>
                <a:cubicBezTo>
                  <a:pt x="66775" y="103570"/>
                  <a:pt x="66873" y="100967"/>
                  <a:pt x="66873" y="97553"/>
                </a:cubicBezTo>
                <a:lnTo>
                  <a:pt x="66873" y="58011"/>
                </a:lnTo>
                <a:cubicBezTo>
                  <a:pt x="66873" y="56052"/>
                  <a:pt x="66831" y="54387"/>
                  <a:pt x="66747" y="53016"/>
                </a:cubicBezTo>
                <a:cubicBezTo>
                  <a:pt x="66663" y="51645"/>
                  <a:pt x="66565" y="50484"/>
                  <a:pt x="66453" y="49532"/>
                </a:cubicBezTo>
                <a:cubicBezTo>
                  <a:pt x="66341" y="48189"/>
                  <a:pt x="66145" y="47055"/>
                  <a:pt x="65866" y="46132"/>
                </a:cubicBezTo>
                <a:cubicBezTo>
                  <a:pt x="65586" y="45209"/>
                  <a:pt x="65068" y="44397"/>
                  <a:pt x="64312" y="43697"/>
                </a:cubicBezTo>
                <a:cubicBezTo>
                  <a:pt x="63557" y="42998"/>
                  <a:pt x="62493" y="42396"/>
                  <a:pt x="61122" y="41892"/>
                </a:cubicBezTo>
                <a:cubicBezTo>
                  <a:pt x="59751" y="41389"/>
                  <a:pt x="57946" y="40913"/>
                  <a:pt x="55707" y="40465"/>
                </a:cubicBezTo>
                <a:lnTo>
                  <a:pt x="55707" y="34756"/>
                </a:lnTo>
                <a:lnTo>
                  <a:pt x="77703" y="33833"/>
                </a:lnTo>
                <a:lnTo>
                  <a:pt x="83664" y="33833"/>
                </a:lnTo>
                <a:cubicBezTo>
                  <a:pt x="83496" y="36240"/>
                  <a:pt x="83300" y="38604"/>
                  <a:pt x="83076" y="40927"/>
                </a:cubicBezTo>
                <a:cubicBezTo>
                  <a:pt x="82852" y="43250"/>
                  <a:pt x="82656" y="45586"/>
                  <a:pt x="82488" y="47937"/>
                </a:cubicBezTo>
                <a:cubicBezTo>
                  <a:pt x="82656" y="48049"/>
                  <a:pt x="82824" y="48105"/>
                  <a:pt x="82992" y="48105"/>
                </a:cubicBezTo>
                <a:cubicBezTo>
                  <a:pt x="83160" y="48105"/>
                  <a:pt x="83328" y="48161"/>
                  <a:pt x="83496" y="48273"/>
                </a:cubicBezTo>
                <a:cubicBezTo>
                  <a:pt x="86238" y="45474"/>
                  <a:pt x="88813" y="43110"/>
                  <a:pt x="91219" y="41179"/>
                </a:cubicBezTo>
                <a:cubicBezTo>
                  <a:pt x="93626" y="39248"/>
                  <a:pt x="95949" y="37667"/>
                  <a:pt x="98187" y="36435"/>
                </a:cubicBezTo>
                <a:cubicBezTo>
                  <a:pt x="100426" y="35204"/>
                  <a:pt x="102651" y="34323"/>
                  <a:pt x="104862" y="33791"/>
                </a:cubicBezTo>
                <a:cubicBezTo>
                  <a:pt x="107072" y="33259"/>
                  <a:pt x="109353" y="32993"/>
                  <a:pt x="111704" y="32993"/>
                </a:cubicBezTo>
                <a:cubicBezTo>
                  <a:pt x="115845" y="32993"/>
                  <a:pt x="119469" y="33539"/>
                  <a:pt x="122576" y="34630"/>
                </a:cubicBezTo>
                <a:cubicBezTo>
                  <a:pt x="125682" y="35722"/>
                  <a:pt x="128270" y="37471"/>
                  <a:pt x="130341" y="39878"/>
                </a:cubicBezTo>
                <a:cubicBezTo>
                  <a:pt x="132412" y="42284"/>
                  <a:pt x="133965" y="45362"/>
                  <a:pt x="135001" y="49112"/>
                </a:cubicBezTo>
                <a:cubicBezTo>
                  <a:pt x="136036" y="52862"/>
                  <a:pt x="136554" y="57368"/>
                  <a:pt x="136554" y="62629"/>
                </a:cubicBezTo>
                <a:lnTo>
                  <a:pt x="136554" y="97301"/>
                </a:lnTo>
                <a:cubicBezTo>
                  <a:pt x="136554" y="100603"/>
                  <a:pt x="136582" y="103150"/>
                  <a:pt x="136638" y="104941"/>
                </a:cubicBezTo>
                <a:cubicBezTo>
                  <a:pt x="136694" y="106732"/>
                  <a:pt x="137029" y="108117"/>
                  <a:pt x="137645" y="109097"/>
                </a:cubicBezTo>
                <a:cubicBezTo>
                  <a:pt x="138261" y="110076"/>
                  <a:pt x="139268" y="110846"/>
                  <a:pt x="140667" y="111405"/>
                </a:cubicBezTo>
                <a:cubicBezTo>
                  <a:pt x="142067" y="111965"/>
                  <a:pt x="144109" y="112609"/>
                  <a:pt x="146796" y="113336"/>
                </a:cubicBezTo>
                <a:lnTo>
                  <a:pt x="146796" y="118709"/>
                </a:lnTo>
                <a:close/>
                <a:moveTo>
                  <a:pt x="196591" y="34756"/>
                </a:moveTo>
                <a:lnTo>
                  <a:pt x="196591" y="40129"/>
                </a:lnTo>
                <a:cubicBezTo>
                  <a:pt x="193121" y="40801"/>
                  <a:pt x="190659" y="41613"/>
                  <a:pt x="189204" y="42564"/>
                </a:cubicBezTo>
                <a:cubicBezTo>
                  <a:pt x="187748" y="43515"/>
                  <a:pt x="187021" y="45027"/>
                  <a:pt x="187021" y="47097"/>
                </a:cubicBezTo>
                <a:cubicBezTo>
                  <a:pt x="187021" y="48553"/>
                  <a:pt x="187231" y="50092"/>
                  <a:pt x="187650" y="51715"/>
                </a:cubicBezTo>
                <a:cubicBezTo>
                  <a:pt x="188070" y="53338"/>
                  <a:pt x="188728" y="55325"/>
                  <a:pt x="189623" y="57675"/>
                </a:cubicBezTo>
                <a:cubicBezTo>
                  <a:pt x="192254" y="64895"/>
                  <a:pt x="194856" y="72073"/>
                  <a:pt x="197431" y="79209"/>
                </a:cubicBezTo>
                <a:cubicBezTo>
                  <a:pt x="200005" y="86345"/>
                  <a:pt x="202608" y="93551"/>
                  <a:pt x="205238" y="100827"/>
                </a:cubicBezTo>
                <a:cubicBezTo>
                  <a:pt x="208317" y="93887"/>
                  <a:pt x="211353" y="87031"/>
                  <a:pt x="214347" y="80259"/>
                </a:cubicBezTo>
                <a:cubicBezTo>
                  <a:pt x="217342" y="73487"/>
                  <a:pt x="220434" y="66630"/>
                  <a:pt x="223624" y="59690"/>
                </a:cubicBezTo>
                <a:cubicBezTo>
                  <a:pt x="224743" y="57060"/>
                  <a:pt x="225583" y="54807"/>
                  <a:pt x="226143" y="52932"/>
                </a:cubicBezTo>
                <a:cubicBezTo>
                  <a:pt x="226702" y="51057"/>
                  <a:pt x="226982" y="49336"/>
                  <a:pt x="226982" y="47769"/>
                </a:cubicBezTo>
                <a:cubicBezTo>
                  <a:pt x="226982" y="45586"/>
                  <a:pt x="226199" y="43893"/>
                  <a:pt x="224632" y="42690"/>
                </a:cubicBezTo>
                <a:cubicBezTo>
                  <a:pt x="223064" y="41487"/>
                  <a:pt x="220518" y="40633"/>
                  <a:pt x="216992" y="40129"/>
                </a:cubicBezTo>
                <a:lnTo>
                  <a:pt x="216992" y="34756"/>
                </a:lnTo>
                <a:lnTo>
                  <a:pt x="251916" y="34756"/>
                </a:lnTo>
                <a:lnTo>
                  <a:pt x="251916" y="40129"/>
                </a:lnTo>
                <a:cubicBezTo>
                  <a:pt x="250237" y="40577"/>
                  <a:pt x="248810" y="41039"/>
                  <a:pt x="247635" y="41515"/>
                </a:cubicBezTo>
                <a:cubicBezTo>
                  <a:pt x="246459" y="41990"/>
                  <a:pt x="245368" y="42732"/>
                  <a:pt x="244360" y="43739"/>
                </a:cubicBezTo>
                <a:cubicBezTo>
                  <a:pt x="243353" y="44747"/>
                  <a:pt x="242332" y="46118"/>
                  <a:pt x="241296" y="47853"/>
                </a:cubicBezTo>
                <a:cubicBezTo>
                  <a:pt x="240261" y="49588"/>
                  <a:pt x="239071" y="51911"/>
                  <a:pt x="237728" y="54821"/>
                </a:cubicBezTo>
                <a:cubicBezTo>
                  <a:pt x="232579" y="65735"/>
                  <a:pt x="227500" y="76523"/>
                  <a:pt x="222491" y="87185"/>
                </a:cubicBezTo>
                <a:cubicBezTo>
                  <a:pt x="217482" y="97847"/>
                  <a:pt x="212430" y="108635"/>
                  <a:pt x="207337" y="119549"/>
                </a:cubicBezTo>
                <a:lnTo>
                  <a:pt x="195668" y="119549"/>
                </a:lnTo>
                <a:cubicBezTo>
                  <a:pt x="191582" y="108635"/>
                  <a:pt x="187510" y="97819"/>
                  <a:pt x="183453" y="87101"/>
                </a:cubicBezTo>
                <a:cubicBezTo>
                  <a:pt x="179395" y="76383"/>
                  <a:pt x="175323" y="65567"/>
                  <a:pt x="171238" y="54653"/>
                </a:cubicBezTo>
                <a:cubicBezTo>
                  <a:pt x="170006" y="51743"/>
                  <a:pt x="168957" y="49406"/>
                  <a:pt x="168089" y="47643"/>
                </a:cubicBezTo>
                <a:cubicBezTo>
                  <a:pt x="167222" y="45880"/>
                  <a:pt x="166340" y="44509"/>
                  <a:pt x="165445" y="43529"/>
                </a:cubicBezTo>
                <a:cubicBezTo>
                  <a:pt x="164549" y="42550"/>
                  <a:pt x="163542" y="41836"/>
                  <a:pt x="162423" y="41389"/>
                </a:cubicBezTo>
                <a:cubicBezTo>
                  <a:pt x="161303" y="40941"/>
                  <a:pt x="159876" y="40521"/>
                  <a:pt x="158141" y="40129"/>
                </a:cubicBezTo>
                <a:lnTo>
                  <a:pt x="158141" y="34756"/>
                </a:lnTo>
                <a:lnTo>
                  <a:pt x="196591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𝑍">
            <a:extLst xmlns:a="http://schemas.openxmlformats.org/drawingml/2006/main">
              <a:ext uri="{FF2B5EF4-FFF2-40B4-BE49-F238E27FC236}">
                <a16:creationId xmlns:a16="http://schemas.microsoft.com/office/drawing/2014/main" id="{C1C08EDF-C161-4105-A53C-ED711E3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065" y="4153169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2FBE606E-EB80-4B12-A3A4-E15F23E8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592" y="4253842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FE">
            <a:extLst xmlns:a="http://schemas.openxmlformats.org/drawingml/2006/main">
              <a:ext uri="{FF2B5EF4-FFF2-40B4-BE49-F238E27FC236}">
                <a16:creationId xmlns:a16="http://schemas.microsoft.com/office/drawing/2014/main" id="{FF2107E0-8385-43AA-99B9-FB82D27D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8342" y="4104686"/>
            <a:ext cx="189187" cy="114595"/>
          </a:xfrm>
          <a:custGeom xmlns:a="http://schemas.openxmlformats.org/drawingml/2006/main">
            <a:pathLst>
              <a:path w="189187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180" y="0"/>
                </a:moveTo>
                <a:lnTo>
                  <a:pt x="188180" y="27201"/>
                </a:lnTo>
                <a:lnTo>
                  <a:pt x="178525" y="27201"/>
                </a:lnTo>
                <a:cubicBezTo>
                  <a:pt x="177182" y="23507"/>
                  <a:pt x="175979" y="20498"/>
                  <a:pt x="174915" y="18176"/>
                </a:cubicBezTo>
                <a:cubicBezTo>
                  <a:pt x="173852" y="15853"/>
                  <a:pt x="172648" y="14034"/>
                  <a:pt x="171305" y="12719"/>
                </a:cubicBezTo>
                <a:cubicBezTo>
                  <a:pt x="169962" y="11404"/>
                  <a:pt x="168353" y="10508"/>
                  <a:pt x="166478" y="10032"/>
                </a:cubicBezTo>
                <a:cubicBezTo>
                  <a:pt x="164603" y="9557"/>
                  <a:pt x="162154" y="9319"/>
                  <a:pt x="159132" y="9319"/>
                </a:cubicBezTo>
                <a:lnTo>
                  <a:pt x="130504" y="9319"/>
                </a:lnTo>
                <a:lnTo>
                  <a:pt x="130504" y="50372"/>
                </a:lnTo>
                <a:lnTo>
                  <a:pt x="149981" y="50372"/>
                </a:lnTo>
                <a:cubicBezTo>
                  <a:pt x="151884" y="50372"/>
                  <a:pt x="153493" y="50176"/>
                  <a:pt x="154808" y="49784"/>
                </a:cubicBezTo>
                <a:cubicBezTo>
                  <a:pt x="156124" y="49392"/>
                  <a:pt x="157229" y="48735"/>
                  <a:pt x="158125" y="47811"/>
                </a:cubicBezTo>
                <a:cubicBezTo>
                  <a:pt x="159020" y="46888"/>
                  <a:pt x="159790" y="45628"/>
                  <a:pt x="160433" y="44033"/>
                </a:cubicBezTo>
                <a:cubicBezTo>
                  <a:pt x="161077" y="42438"/>
                  <a:pt x="161679" y="40465"/>
                  <a:pt x="162238" y="38115"/>
                </a:cubicBezTo>
                <a:lnTo>
                  <a:pt x="171725" y="38115"/>
                </a:lnTo>
                <a:lnTo>
                  <a:pt x="171725" y="71947"/>
                </a:lnTo>
                <a:lnTo>
                  <a:pt x="162238" y="71947"/>
                </a:lnTo>
                <a:cubicBezTo>
                  <a:pt x="161679" y="69485"/>
                  <a:pt x="161077" y="67456"/>
                  <a:pt x="160433" y="65861"/>
                </a:cubicBezTo>
                <a:cubicBezTo>
                  <a:pt x="159790" y="64266"/>
                  <a:pt x="159006" y="63006"/>
                  <a:pt x="158083" y="62083"/>
                </a:cubicBezTo>
                <a:cubicBezTo>
                  <a:pt x="157159" y="61160"/>
                  <a:pt x="156040" y="60530"/>
                  <a:pt x="154725" y="60194"/>
                </a:cubicBezTo>
                <a:cubicBezTo>
                  <a:pt x="153409" y="59858"/>
                  <a:pt x="151828" y="59690"/>
                  <a:pt x="149981" y="59690"/>
                </a:cubicBezTo>
                <a:lnTo>
                  <a:pt x="130504" y="59690"/>
                </a:lnTo>
                <a:lnTo>
                  <a:pt x="130504" y="105529"/>
                </a:lnTo>
                <a:lnTo>
                  <a:pt x="158628" y="105529"/>
                </a:lnTo>
                <a:cubicBezTo>
                  <a:pt x="161930" y="105529"/>
                  <a:pt x="164645" y="105249"/>
                  <a:pt x="166772" y="104689"/>
                </a:cubicBezTo>
                <a:cubicBezTo>
                  <a:pt x="168899" y="104129"/>
                  <a:pt x="170690" y="103038"/>
                  <a:pt x="172145" y="101415"/>
                </a:cubicBezTo>
                <a:cubicBezTo>
                  <a:pt x="173600" y="99792"/>
                  <a:pt x="174859" y="97553"/>
                  <a:pt x="175923" y="94699"/>
                </a:cubicBezTo>
                <a:cubicBezTo>
                  <a:pt x="176986" y="91844"/>
                  <a:pt x="178133" y="88094"/>
                  <a:pt x="179365" y="83449"/>
                </a:cubicBezTo>
                <a:lnTo>
                  <a:pt x="189187" y="83449"/>
                </a:lnTo>
                <a:cubicBezTo>
                  <a:pt x="188851" y="88654"/>
                  <a:pt x="188515" y="93859"/>
                  <a:pt x="188180" y="99064"/>
                </a:cubicBezTo>
                <a:cubicBezTo>
                  <a:pt x="187844" y="104269"/>
                  <a:pt x="187536" y="109446"/>
                  <a:pt x="187256" y="114595"/>
                </a:cubicBezTo>
                <a:lnTo>
                  <a:pt x="101792" y="114595"/>
                </a:lnTo>
                <a:lnTo>
                  <a:pt x="101792" y="109222"/>
                </a:lnTo>
                <a:cubicBezTo>
                  <a:pt x="104479" y="108383"/>
                  <a:pt x="106550" y="107697"/>
                  <a:pt x="108005" y="107166"/>
                </a:cubicBezTo>
                <a:cubicBezTo>
                  <a:pt x="109460" y="106634"/>
                  <a:pt x="110523" y="105878"/>
                  <a:pt x="111195" y="104899"/>
                </a:cubicBezTo>
                <a:cubicBezTo>
                  <a:pt x="111867" y="103919"/>
                  <a:pt x="112244" y="102548"/>
                  <a:pt x="112328" y="100785"/>
                </a:cubicBezTo>
                <a:cubicBezTo>
                  <a:pt x="112412" y="99022"/>
                  <a:pt x="112454" y="96490"/>
                  <a:pt x="112454" y="93187"/>
                </a:cubicBezTo>
                <a:lnTo>
                  <a:pt x="112454" y="21576"/>
                </a:lnTo>
                <a:cubicBezTo>
                  <a:pt x="112398" y="18665"/>
                  <a:pt x="112314" y="16329"/>
                  <a:pt x="112202" y="14566"/>
                </a:cubicBezTo>
                <a:cubicBezTo>
                  <a:pt x="112091" y="12803"/>
                  <a:pt x="111713" y="11390"/>
                  <a:pt x="111069" y="10326"/>
                </a:cubicBezTo>
                <a:cubicBezTo>
                  <a:pt x="110425" y="9263"/>
                  <a:pt x="109390" y="8395"/>
                  <a:pt x="107963" y="7724"/>
                </a:cubicBezTo>
                <a:cubicBezTo>
                  <a:pt x="106536" y="7052"/>
                  <a:pt x="104479" y="6324"/>
                  <a:pt x="101792" y="5541"/>
                </a:cubicBezTo>
                <a:lnTo>
                  <a:pt x="101792" y="0"/>
                </a:lnTo>
                <a:lnTo>
                  <a:pt x="1881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𝑍">
            <a:extLst xmlns:a="http://schemas.openxmlformats.org/drawingml/2006/main">
              <a:ext uri="{FF2B5EF4-FFF2-40B4-BE49-F238E27FC236}">
                <a16:creationId xmlns:a16="http://schemas.microsoft.com/office/drawing/2014/main" id="{D7D67B28-DA87-4BCF-9932-B13D5A6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880" y="4151459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1">
            <a:extLst xmlns:a="http://schemas.openxmlformats.org/drawingml/2006/main">
              <a:ext uri="{FF2B5EF4-FFF2-40B4-BE49-F238E27FC236}">
                <a16:creationId xmlns:a16="http://schemas.microsoft.com/office/drawing/2014/main" id="{2C0F5601-5449-4B9B-B867-4732C05C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121" y="4252719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FE">
            <a:extLst xmlns:a="http://schemas.openxmlformats.org/drawingml/2006/main">
              <a:ext uri="{FF2B5EF4-FFF2-40B4-BE49-F238E27FC236}">
                <a16:creationId xmlns:a16="http://schemas.microsoft.com/office/drawing/2014/main" id="{05042B0D-26AC-4F43-9970-1EF17894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156" y="4103404"/>
            <a:ext cx="189188" cy="114595"/>
          </a:xfrm>
          <a:custGeom xmlns:a="http://schemas.openxmlformats.org/drawingml/2006/main">
            <a:pathLst>
              <a:path w="189188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180" y="0"/>
                </a:moveTo>
                <a:lnTo>
                  <a:pt x="188180" y="27201"/>
                </a:lnTo>
                <a:lnTo>
                  <a:pt x="178526" y="27201"/>
                </a:lnTo>
                <a:cubicBezTo>
                  <a:pt x="177183" y="23507"/>
                  <a:pt x="175979" y="20498"/>
                  <a:pt x="174916" y="18176"/>
                </a:cubicBezTo>
                <a:cubicBezTo>
                  <a:pt x="173852" y="15853"/>
                  <a:pt x="172649" y="14034"/>
                  <a:pt x="171306" y="12719"/>
                </a:cubicBezTo>
                <a:cubicBezTo>
                  <a:pt x="169963" y="11404"/>
                  <a:pt x="168354" y="10508"/>
                  <a:pt x="166479" y="10032"/>
                </a:cubicBezTo>
                <a:cubicBezTo>
                  <a:pt x="164604" y="9557"/>
                  <a:pt x="162155" y="9319"/>
                  <a:pt x="159133" y="9319"/>
                </a:cubicBezTo>
                <a:lnTo>
                  <a:pt x="130505" y="9319"/>
                </a:lnTo>
                <a:lnTo>
                  <a:pt x="130505" y="50372"/>
                </a:lnTo>
                <a:lnTo>
                  <a:pt x="149982" y="50372"/>
                </a:lnTo>
                <a:cubicBezTo>
                  <a:pt x="151885" y="50372"/>
                  <a:pt x="153494" y="50176"/>
                  <a:pt x="154809" y="49784"/>
                </a:cubicBezTo>
                <a:cubicBezTo>
                  <a:pt x="156124" y="49392"/>
                  <a:pt x="157230" y="48735"/>
                  <a:pt x="158125" y="47811"/>
                </a:cubicBezTo>
                <a:cubicBezTo>
                  <a:pt x="159021" y="46888"/>
                  <a:pt x="159790" y="45628"/>
                  <a:pt x="160434" y="44033"/>
                </a:cubicBezTo>
                <a:cubicBezTo>
                  <a:pt x="161078" y="42438"/>
                  <a:pt x="161679" y="40465"/>
                  <a:pt x="162239" y="38115"/>
                </a:cubicBezTo>
                <a:lnTo>
                  <a:pt x="171726" y="38115"/>
                </a:lnTo>
                <a:lnTo>
                  <a:pt x="171726" y="71947"/>
                </a:lnTo>
                <a:lnTo>
                  <a:pt x="162239" y="71947"/>
                </a:lnTo>
                <a:cubicBezTo>
                  <a:pt x="161679" y="69485"/>
                  <a:pt x="161078" y="67456"/>
                  <a:pt x="160434" y="65861"/>
                </a:cubicBezTo>
                <a:cubicBezTo>
                  <a:pt x="159790" y="64266"/>
                  <a:pt x="159007" y="63006"/>
                  <a:pt x="158083" y="62083"/>
                </a:cubicBezTo>
                <a:cubicBezTo>
                  <a:pt x="157160" y="61160"/>
                  <a:pt x="156041" y="60530"/>
                  <a:pt x="154725" y="60194"/>
                </a:cubicBezTo>
                <a:cubicBezTo>
                  <a:pt x="153410" y="59858"/>
                  <a:pt x="151829" y="59690"/>
                  <a:pt x="149982" y="59690"/>
                </a:cubicBezTo>
                <a:lnTo>
                  <a:pt x="130505" y="59690"/>
                </a:lnTo>
                <a:lnTo>
                  <a:pt x="130505" y="105529"/>
                </a:lnTo>
                <a:lnTo>
                  <a:pt x="158629" y="105529"/>
                </a:lnTo>
                <a:cubicBezTo>
                  <a:pt x="161931" y="105529"/>
                  <a:pt x="164646" y="105249"/>
                  <a:pt x="166772" y="104689"/>
                </a:cubicBezTo>
                <a:cubicBezTo>
                  <a:pt x="168899" y="104129"/>
                  <a:pt x="170690" y="103038"/>
                  <a:pt x="172145" y="101415"/>
                </a:cubicBezTo>
                <a:cubicBezTo>
                  <a:pt x="173601" y="99792"/>
                  <a:pt x="174860" y="97553"/>
                  <a:pt x="175923" y="94699"/>
                </a:cubicBezTo>
                <a:cubicBezTo>
                  <a:pt x="176987" y="91844"/>
                  <a:pt x="178134" y="88094"/>
                  <a:pt x="179365" y="83449"/>
                </a:cubicBezTo>
                <a:lnTo>
                  <a:pt x="189188" y="83449"/>
                </a:lnTo>
                <a:cubicBezTo>
                  <a:pt x="188852" y="88654"/>
                  <a:pt x="188516" y="93859"/>
                  <a:pt x="188180" y="99064"/>
                </a:cubicBezTo>
                <a:cubicBezTo>
                  <a:pt x="187845" y="104269"/>
                  <a:pt x="187537" y="109446"/>
                  <a:pt x="187257" y="114595"/>
                </a:cubicBezTo>
                <a:lnTo>
                  <a:pt x="101793" y="114595"/>
                </a:lnTo>
                <a:lnTo>
                  <a:pt x="101793" y="109222"/>
                </a:lnTo>
                <a:cubicBezTo>
                  <a:pt x="104480" y="108383"/>
                  <a:pt x="106550" y="107697"/>
                  <a:pt x="108006" y="107166"/>
                </a:cubicBezTo>
                <a:cubicBezTo>
                  <a:pt x="109461" y="106634"/>
                  <a:pt x="110524" y="105878"/>
                  <a:pt x="111196" y="104899"/>
                </a:cubicBezTo>
                <a:cubicBezTo>
                  <a:pt x="111867" y="103919"/>
                  <a:pt x="112245" y="102548"/>
                  <a:pt x="112329" y="100785"/>
                </a:cubicBezTo>
                <a:cubicBezTo>
                  <a:pt x="112413" y="99022"/>
                  <a:pt x="112455" y="96490"/>
                  <a:pt x="112455" y="93187"/>
                </a:cubicBezTo>
                <a:lnTo>
                  <a:pt x="112455" y="21576"/>
                </a:lnTo>
                <a:cubicBezTo>
                  <a:pt x="112399" y="18665"/>
                  <a:pt x="112315" y="16329"/>
                  <a:pt x="112203" y="14566"/>
                </a:cubicBezTo>
                <a:cubicBezTo>
                  <a:pt x="112091" y="12803"/>
                  <a:pt x="111713" y="11390"/>
                  <a:pt x="111070" y="10326"/>
                </a:cubicBezTo>
                <a:cubicBezTo>
                  <a:pt x="110426" y="9263"/>
                  <a:pt x="109391" y="8395"/>
                  <a:pt x="107964" y="7724"/>
                </a:cubicBezTo>
                <a:cubicBezTo>
                  <a:pt x="106536" y="7052"/>
                  <a:pt x="104480" y="6324"/>
                  <a:pt x="101793" y="5541"/>
                </a:cubicBezTo>
                <a:lnTo>
                  <a:pt x="101793" y="0"/>
                </a:lnTo>
                <a:lnTo>
                  <a:pt x="1881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𝑍">
            <a:extLst xmlns:a="http://schemas.openxmlformats.org/drawingml/2006/main">
              <a:ext uri="{FF2B5EF4-FFF2-40B4-BE49-F238E27FC236}">
                <a16:creationId xmlns:a16="http://schemas.microsoft.com/office/drawing/2014/main" id="{7E6BC116-5331-48A2-92F4-25EBB886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455" y="4150175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𝑡">
            <a:extLst xmlns:a="http://schemas.openxmlformats.org/drawingml/2006/main">
              <a:ext uri="{FF2B5EF4-FFF2-40B4-BE49-F238E27FC236}">
                <a16:creationId xmlns:a16="http://schemas.microsoft.com/office/drawing/2014/main" id="{A75B7364-D0F4-4C2F-B61D-A041C6BF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2814" y="4252580"/>
            <a:ext cx="61034" cy="106788"/>
          </a:xfrm>
          <a:custGeom xmlns:a="http://schemas.openxmlformats.org/drawingml/2006/main">
            <a:pathLst>
              <a:path w="61034" h="106788">
                <a:moveTo>
                  <a:pt x="52890" y="89074"/>
                </a:moveTo>
                <a:cubicBezTo>
                  <a:pt x="50036" y="92264"/>
                  <a:pt x="47321" y="94978"/>
                  <a:pt x="44747" y="97217"/>
                </a:cubicBezTo>
                <a:cubicBezTo>
                  <a:pt x="42172" y="99456"/>
                  <a:pt x="39654" y="101289"/>
                  <a:pt x="37191" y="102716"/>
                </a:cubicBezTo>
                <a:cubicBezTo>
                  <a:pt x="34728" y="104143"/>
                  <a:pt x="32294" y="105179"/>
                  <a:pt x="29887" y="105822"/>
                </a:cubicBezTo>
                <a:cubicBezTo>
                  <a:pt x="27481" y="106466"/>
                  <a:pt x="25018" y="106788"/>
                  <a:pt x="22499" y="106788"/>
                </a:cubicBezTo>
                <a:cubicBezTo>
                  <a:pt x="15839" y="106788"/>
                  <a:pt x="10872" y="105221"/>
                  <a:pt x="7598" y="102086"/>
                </a:cubicBezTo>
                <a:cubicBezTo>
                  <a:pt x="4324" y="98952"/>
                  <a:pt x="2686" y="94335"/>
                  <a:pt x="2686" y="88234"/>
                </a:cubicBezTo>
                <a:cubicBezTo>
                  <a:pt x="2686" y="86163"/>
                  <a:pt x="2840" y="83883"/>
                  <a:pt x="3148" y="81392"/>
                </a:cubicBezTo>
                <a:cubicBezTo>
                  <a:pt x="3456" y="78902"/>
                  <a:pt x="3890" y="76481"/>
                  <a:pt x="4449" y="74130"/>
                </a:cubicBezTo>
                <a:lnTo>
                  <a:pt x="14440" y="30643"/>
                </a:lnTo>
                <a:lnTo>
                  <a:pt x="0" y="30643"/>
                </a:lnTo>
                <a:lnTo>
                  <a:pt x="1679" y="24178"/>
                </a:lnTo>
                <a:cubicBezTo>
                  <a:pt x="5037" y="24178"/>
                  <a:pt x="7654" y="23857"/>
                  <a:pt x="9529" y="23213"/>
                </a:cubicBezTo>
                <a:cubicBezTo>
                  <a:pt x="11404" y="22569"/>
                  <a:pt x="12985" y="21688"/>
                  <a:pt x="14272" y="20568"/>
                </a:cubicBezTo>
                <a:cubicBezTo>
                  <a:pt x="15111" y="19785"/>
                  <a:pt x="15923" y="18819"/>
                  <a:pt x="16707" y="17672"/>
                </a:cubicBezTo>
                <a:cubicBezTo>
                  <a:pt x="17490" y="16525"/>
                  <a:pt x="18274" y="15139"/>
                  <a:pt x="19057" y="13516"/>
                </a:cubicBezTo>
                <a:cubicBezTo>
                  <a:pt x="19841" y="11893"/>
                  <a:pt x="20638" y="9976"/>
                  <a:pt x="21450" y="7766"/>
                </a:cubicBezTo>
                <a:cubicBezTo>
                  <a:pt x="22261" y="5555"/>
                  <a:pt x="23171" y="2966"/>
                  <a:pt x="24178" y="0"/>
                </a:cubicBezTo>
                <a:lnTo>
                  <a:pt x="37275" y="0"/>
                </a:lnTo>
                <a:lnTo>
                  <a:pt x="32490" y="21324"/>
                </a:lnTo>
                <a:lnTo>
                  <a:pt x="61034" y="21324"/>
                </a:lnTo>
                <a:lnTo>
                  <a:pt x="59103" y="30643"/>
                </a:lnTo>
                <a:lnTo>
                  <a:pt x="30643" y="30643"/>
                </a:lnTo>
                <a:lnTo>
                  <a:pt x="22080" y="65819"/>
                </a:lnTo>
                <a:cubicBezTo>
                  <a:pt x="21520" y="68170"/>
                  <a:pt x="21058" y="70282"/>
                  <a:pt x="20694" y="72157"/>
                </a:cubicBezTo>
                <a:cubicBezTo>
                  <a:pt x="20331" y="74032"/>
                  <a:pt x="20037" y="75725"/>
                  <a:pt x="19813" y="77236"/>
                </a:cubicBezTo>
                <a:cubicBezTo>
                  <a:pt x="19589" y="78748"/>
                  <a:pt x="19435" y="80119"/>
                  <a:pt x="19351" y="81350"/>
                </a:cubicBezTo>
                <a:cubicBezTo>
                  <a:pt x="19267" y="82581"/>
                  <a:pt x="19225" y="83729"/>
                  <a:pt x="19225" y="84792"/>
                </a:cubicBezTo>
                <a:cubicBezTo>
                  <a:pt x="19225" y="88150"/>
                  <a:pt x="19925" y="90781"/>
                  <a:pt x="21324" y="92684"/>
                </a:cubicBezTo>
                <a:cubicBezTo>
                  <a:pt x="22723" y="94587"/>
                  <a:pt x="25018" y="95538"/>
                  <a:pt x="28208" y="95538"/>
                </a:cubicBezTo>
                <a:cubicBezTo>
                  <a:pt x="30895" y="95538"/>
                  <a:pt x="33749" y="94545"/>
                  <a:pt x="36771" y="92558"/>
                </a:cubicBezTo>
                <a:cubicBezTo>
                  <a:pt x="39794" y="90571"/>
                  <a:pt x="43236" y="87451"/>
                  <a:pt x="47097" y="83197"/>
                </a:cubicBezTo>
                <a:lnTo>
                  <a:pt x="52890" y="890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FE">
            <a:extLst xmlns:a="http://schemas.openxmlformats.org/drawingml/2006/main">
              <a:ext uri="{FF2B5EF4-FFF2-40B4-BE49-F238E27FC236}">
                <a16:creationId xmlns:a16="http://schemas.microsoft.com/office/drawing/2014/main" id="{829290DC-80C5-4CCD-B7F5-79EE126C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730" y="4103404"/>
            <a:ext cx="189188" cy="114595"/>
          </a:xfrm>
          <a:custGeom xmlns:a="http://schemas.openxmlformats.org/drawingml/2006/main">
            <a:pathLst>
              <a:path w="189188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181" y="0"/>
                </a:moveTo>
                <a:lnTo>
                  <a:pt x="188181" y="27201"/>
                </a:lnTo>
                <a:lnTo>
                  <a:pt x="178526" y="27201"/>
                </a:lnTo>
                <a:cubicBezTo>
                  <a:pt x="177183" y="23507"/>
                  <a:pt x="175980" y="20498"/>
                  <a:pt x="174916" y="18176"/>
                </a:cubicBezTo>
                <a:cubicBezTo>
                  <a:pt x="173853" y="15853"/>
                  <a:pt x="172649" y="14034"/>
                  <a:pt x="171306" y="12719"/>
                </a:cubicBezTo>
                <a:cubicBezTo>
                  <a:pt x="169963" y="11404"/>
                  <a:pt x="168354" y="10508"/>
                  <a:pt x="166479" y="10032"/>
                </a:cubicBezTo>
                <a:cubicBezTo>
                  <a:pt x="164604" y="9557"/>
                  <a:pt x="162155" y="9319"/>
                  <a:pt x="159133" y="9319"/>
                </a:cubicBezTo>
                <a:lnTo>
                  <a:pt x="130505" y="9319"/>
                </a:lnTo>
                <a:lnTo>
                  <a:pt x="130505" y="50372"/>
                </a:lnTo>
                <a:lnTo>
                  <a:pt x="149982" y="50372"/>
                </a:lnTo>
                <a:cubicBezTo>
                  <a:pt x="151885" y="50372"/>
                  <a:pt x="153494" y="50176"/>
                  <a:pt x="154810" y="49784"/>
                </a:cubicBezTo>
                <a:cubicBezTo>
                  <a:pt x="156125" y="49392"/>
                  <a:pt x="157230" y="48735"/>
                  <a:pt x="158126" y="47811"/>
                </a:cubicBezTo>
                <a:cubicBezTo>
                  <a:pt x="159021" y="46888"/>
                  <a:pt x="159791" y="45628"/>
                  <a:pt x="160434" y="44033"/>
                </a:cubicBezTo>
                <a:cubicBezTo>
                  <a:pt x="161078" y="42438"/>
                  <a:pt x="161680" y="40465"/>
                  <a:pt x="162239" y="38115"/>
                </a:cubicBezTo>
                <a:lnTo>
                  <a:pt x="171726" y="38115"/>
                </a:lnTo>
                <a:lnTo>
                  <a:pt x="171726" y="71947"/>
                </a:lnTo>
                <a:lnTo>
                  <a:pt x="162239" y="71947"/>
                </a:lnTo>
                <a:cubicBezTo>
                  <a:pt x="161680" y="69485"/>
                  <a:pt x="161078" y="67456"/>
                  <a:pt x="160434" y="65861"/>
                </a:cubicBezTo>
                <a:cubicBezTo>
                  <a:pt x="159791" y="64266"/>
                  <a:pt x="159007" y="63006"/>
                  <a:pt x="158084" y="62083"/>
                </a:cubicBezTo>
                <a:cubicBezTo>
                  <a:pt x="157160" y="61160"/>
                  <a:pt x="156041" y="60530"/>
                  <a:pt x="154726" y="60194"/>
                </a:cubicBezTo>
                <a:cubicBezTo>
                  <a:pt x="153410" y="59858"/>
                  <a:pt x="151829" y="59690"/>
                  <a:pt x="149982" y="59690"/>
                </a:cubicBezTo>
                <a:lnTo>
                  <a:pt x="130505" y="59690"/>
                </a:lnTo>
                <a:lnTo>
                  <a:pt x="130505" y="105529"/>
                </a:lnTo>
                <a:lnTo>
                  <a:pt x="158629" y="105529"/>
                </a:lnTo>
                <a:cubicBezTo>
                  <a:pt x="161932" y="105529"/>
                  <a:pt x="164646" y="105249"/>
                  <a:pt x="166773" y="104689"/>
                </a:cubicBezTo>
                <a:cubicBezTo>
                  <a:pt x="168900" y="104129"/>
                  <a:pt x="170691" y="103038"/>
                  <a:pt x="172146" y="101415"/>
                </a:cubicBezTo>
                <a:cubicBezTo>
                  <a:pt x="173601" y="99792"/>
                  <a:pt x="174860" y="97553"/>
                  <a:pt x="175924" y="94699"/>
                </a:cubicBezTo>
                <a:cubicBezTo>
                  <a:pt x="176987" y="91844"/>
                  <a:pt x="178134" y="88094"/>
                  <a:pt x="179366" y="83449"/>
                </a:cubicBezTo>
                <a:lnTo>
                  <a:pt x="189188" y="83449"/>
                </a:lnTo>
                <a:cubicBezTo>
                  <a:pt x="188852" y="88654"/>
                  <a:pt x="188517" y="93859"/>
                  <a:pt x="188181" y="99064"/>
                </a:cubicBezTo>
                <a:cubicBezTo>
                  <a:pt x="187845" y="104269"/>
                  <a:pt x="187537" y="109446"/>
                  <a:pt x="187257" y="114595"/>
                </a:cubicBezTo>
                <a:lnTo>
                  <a:pt x="101793" y="114595"/>
                </a:lnTo>
                <a:lnTo>
                  <a:pt x="101793" y="109222"/>
                </a:lnTo>
                <a:cubicBezTo>
                  <a:pt x="104480" y="108383"/>
                  <a:pt x="106551" y="107697"/>
                  <a:pt x="108006" y="107166"/>
                </a:cubicBezTo>
                <a:cubicBezTo>
                  <a:pt x="109461" y="106634"/>
                  <a:pt x="110525" y="105878"/>
                  <a:pt x="111196" y="104899"/>
                </a:cubicBezTo>
                <a:cubicBezTo>
                  <a:pt x="111868" y="103919"/>
                  <a:pt x="112246" y="102548"/>
                  <a:pt x="112329" y="100785"/>
                </a:cubicBezTo>
                <a:cubicBezTo>
                  <a:pt x="112413" y="99022"/>
                  <a:pt x="112455" y="96490"/>
                  <a:pt x="112455" y="93187"/>
                </a:cubicBezTo>
                <a:lnTo>
                  <a:pt x="112455" y="21576"/>
                </a:lnTo>
                <a:cubicBezTo>
                  <a:pt x="112399" y="18665"/>
                  <a:pt x="112316" y="16329"/>
                  <a:pt x="112204" y="14566"/>
                </a:cubicBezTo>
                <a:cubicBezTo>
                  <a:pt x="112092" y="12803"/>
                  <a:pt x="111714" y="11390"/>
                  <a:pt x="111070" y="10326"/>
                </a:cubicBezTo>
                <a:cubicBezTo>
                  <a:pt x="110427" y="9263"/>
                  <a:pt x="109391" y="8395"/>
                  <a:pt x="107964" y="7724"/>
                </a:cubicBezTo>
                <a:cubicBezTo>
                  <a:pt x="106537" y="7052"/>
                  <a:pt x="104480" y="6324"/>
                  <a:pt x="101793" y="5541"/>
                </a:cubicBezTo>
                <a:lnTo>
                  <a:pt x="101793" y="0"/>
                </a:lnTo>
                <a:lnTo>
                  <a:pt x="18818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𝑍">
            <a:extLst xmlns:a="http://schemas.openxmlformats.org/drawingml/2006/main">
              <a:ext uri="{FF2B5EF4-FFF2-40B4-BE49-F238E27FC236}">
                <a16:creationId xmlns:a16="http://schemas.microsoft.com/office/drawing/2014/main" id="{65A5EF8E-C174-4FB2-8466-4881D9F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990" y="1029254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1">
            <a:extLst xmlns:a="http://schemas.openxmlformats.org/drawingml/2006/main">
              <a:ext uri="{FF2B5EF4-FFF2-40B4-BE49-F238E27FC236}">
                <a16:creationId xmlns:a16="http://schemas.microsoft.com/office/drawing/2014/main" id="{D72326BD-EFB1-4A79-862C-0685953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231" y="1131371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src">
            <a:extLst xmlns:a="http://schemas.openxmlformats.org/drawingml/2006/main">
              <a:ext uri="{FF2B5EF4-FFF2-40B4-BE49-F238E27FC236}">
                <a16:creationId xmlns:a16="http://schemas.microsoft.com/office/drawing/2014/main" id="{0C2955CE-633A-48CA-83EB-F8FF0592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755" y="1009224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8" y="16021"/>
                  <a:pt x="110438" y="16091"/>
                  <a:pt x="110606" y="16203"/>
                </a:cubicBezTo>
                <a:cubicBezTo>
                  <a:pt x="113292" y="13293"/>
                  <a:pt x="115769" y="10802"/>
                  <a:pt x="118035" y="8731"/>
                </a:cubicBezTo>
                <a:cubicBezTo>
                  <a:pt x="120302" y="6660"/>
                  <a:pt x="122597" y="4981"/>
                  <a:pt x="124920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5" y="0"/>
                  <a:pt x="140493" y="0"/>
                </a:cubicBezTo>
                <a:cubicBezTo>
                  <a:pt x="143963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8" y="20261"/>
                  <a:pt x="138394" y="18903"/>
                  <a:pt x="137722" y="17756"/>
                </a:cubicBezTo>
                <a:cubicBezTo>
                  <a:pt x="137051" y="16609"/>
                  <a:pt x="136281" y="15657"/>
                  <a:pt x="135414" y="14902"/>
                </a:cubicBezTo>
                <a:cubicBezTo>
                  <a:pt x="134546" y="14146"/>
                  <a:pt x="133539" y="13586"/>
                  <a:pt x="132391" y="13223"/>
                </a:cubicBezTo>
                <a:cubicBezTo>
                  <a:pt x="131244" y="12859"/>
                  <a:pt x="129887" y="12677"/>
                  <a:pt x="128320" y="12677"/>
                </a:cubicBezTo>
                <a:cubicBezTo>
                  <a:pt x="126697" y="12677"/>
                  <a:pt x="124864" y="13195"/>
                  <a:pt x="122821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9" y="24682"/>
                </a:cubicBezTo>
                <a:cubicBezTo>
                  <a:pt x="111375" y="27033"/>
                  <a:pt x="110774" y="29523"/>
                  <a:pt x="110774" y="32154"/>
                </a:cubicBezTo>
                <a:lnTo>
                  <a:pt x="110774" y="64308"/>
                </a:lnTo>
                <a:cubicBezTo>
                  <a:pt x="110774" y="67834"/>
                  <a:pt x="110927" y="70534"/>
                  <a:pt x="111235" y="72409"/>
                </a:cubicBezTo>
                <a:cubicBezTo>
                  <a:pt x="111543" y="74284"/>
                  <a:pt x="112117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4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2" y="78496"/>
                </a:cubicBezTo>
                <a:cubicBezTo>
                  <a:pt x="90807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1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9" y="17714"/>
                  <a:pt x="218708" y="13978"/>
                  <a:pt x="216189" y="11711"/>
                </a:cubicBezTo>
                <a:cubicBezTo>
                  <a:pt x="213671" y="9445"/>
                  <a:pt x="210173" y="8311"/>
                  <a:pt x="205695" y="8311"/>
                </a:cubicBezTo>
                <a:cubicBezTo>
                  <a:pt x="202449" y="8311"/>
                  <a:pt x="199497" y="9067"/>
                  <a:pt x="196838" y="10578"/>
                </a:cubicBezTo>
                <a:cubicBezTo>
                  <a:pt x="194180" y="12089"/>
                  <a:pt x="191913" y="14300"/>
                  <a:pt x="190038" y="17210"/>
                </a:cubicBezTo>
                <a:cubicBezTo>
                  <a:pt x="188163" y="20121"/>
                  <a:pt x="186708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7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7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4" y="68533"/>
                  <a:pt x="229873" y="64560"/>
                </a:cubicBezTo>
                <a:cubicBezTo>
                  <a:pt x="230713" y="65679"/>
                  <a:pt x="231623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4" y="76509"/>
                  <a:pt x="227103" y="78580"/>
                </a:cubicBezTo>
                <a:cubicBezTo>
                  <a:pt x="224473" y="80651"/>
                  <a:pt x="221828" y="82330"/>
                  <a:pt x="219170" y="83617"/>
                </a:cubicBezTo>
                <a:cubicBezTo>
                  <a:pt x="216511" y="84904"/>
                  <a:pt x="213755" y="85828"/>
                  <a:pt x="210900" y="86387"/>
                </a:cubicBezTo>
                <a:cubicBezTo>
                  <a:pt x="208046" y="86947"/>
                  <a:pt x="204968" y="87227"/>
                  <a:pt x="201665" y="87227"/>
                </a:cubicBezTo>
                <a:cubicBezTo>
                  <a:pt x="190192" y="87227"/>
                  <a:pt x="181391" y="83533"/>
                  <a:pt x="175262" y="76145"/>
                </a:cubicBezTo>
                <a:cubicBezTo>
                  <a:pt x="169134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50" y="26067"/>
                </a:cubicBezTo>
                <a:cubicBezTo>
                  <a:pt x="171037" y="20666"/>
                  <a:pt x="173835" y="16035"/>
                  <a:pt x="177445" y="12173"/>
                </a:cubicBezTo>
                <a:cubicBezTo>
                  <a:pt x="181055" y="8311"/>
                  <a:pt x="185393" y="5317"/>
                  <a:pt x="190458" y="3190"/>
                </a:cubicBezTo>
                <a:cubicBezTo>
                  <a:pt x="195523" y="1063"/>
                  <a:pt x="201106" y="0"/>
                  <a:pt x="207206" y="0"/>
                </a:cubicBezTo>
                <a:cubicBezTo>
                  <a:pt x="209949" y="0"/>
                  <a:pt x="212523" y="84"/>
                  <a:pt x="214930" y="252"/>
                </a:cubicBezTo>
                <a:cubicBezTo>
                  <a:pt x="217337" y="420"/>
                  <a:pt x="219631" y="672"/>
                  <a:pt x="221814" y="1007"/>
                </a:cubicBezTo>
                <a:cubicBezTo>
                  <a:pt x="223997" y="1343"/>
                  <a:pt x="226124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16675-D6B5-4D80-9F77-B382C56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662" y="1049354"/>
            <a:ext cx="101365" cy="100937"/>
          </a:xfrm>
          <a:custGeom xmlns:a="http://schemas.openxmlformats.org/drawingml/2006/main">
            <a:pathLst>
              <a:path w="101365" h="100937">
                <a:moveTo>
                  <a:pt x="0" y="50469"/>
                </a:moveTo>
                <a:cubicBezTo>
                  <a:pt x="0" y="22597"/>
                  <a:pt x="22704" y="0"/>
                  <a:pt x="50682" y="0"/>
                </a:cubicBezTo>
                <a:cubicBezTo>
                  <a:pt x="78661" y="0"/>
                  <a:pt x="101365" y="22597"/>
                  <a:pt x="101365" y="50469"/>
                </a:cubicBezTo>
                <a:cubicBezTo>
                  <a:pt x="101365" y="78340"/>
                  <a:pt x="78661" y="100937"/>
                  <a:pt x="50682" y="100937"/>
                </a:cubicBezTo>
                <a:cubicBezTo>
                  <a:pt x="22704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𝑍">
            <a:extLst xmlns:a="http://schemas.openxmlformats.org/drawingml/2006/main">
              <a:ext uri="{FF2B5EF4-FFF2-40B4-BE49-F238E27FC236}">
                <a16:creationId xmlns:a16="http://schemas.microsoft.com/office/drawing/2014/main" id="{27C64691-50A8-422A-8321-CF596F74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585" y="2965378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0">
            <a:extLst xmlns:a="http://schemas.openxmlformats.org/drawingml/2006/main">
              <a:ext uri="{FF2B5EF4-FFF2-40B4-BE49-F238E27FC236}">
                <a16:creationId xmlns:a16="http://schemas.microsoft.com/office/drawing/2014/main" id="{1D0A5329-7F26-4C9F-A46B-A0CCAC8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112" y="3066906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src">
            <a:extLst xmlns:a="http://schemas.openxmlformats.org/drawingml/2006/main">
              <a:ext uri="{FF2B5EF4-FFF2-40B4-BE49-F238E27FC236}">
                <a16:creationId xmlns:a16="http://schemas.microsoft.com/office/drawing/2014/main" id="{886FCF87-AF40-444D-8334-CC62BE6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50" y="2944919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7" y="16021"/>
                  <a:pt x="110437" y="16091"/>
                  <a:pt x="110605" y="16203"/>
                </a:cubicBezTo>
                <a:cubicBezTo>
                  <a:pt x="113292" y="13293"/>
                  <a:pt x="115768" y="10802"/>
                  <a:pt x="118035" y="8731"/>
                </a:cubicBezTo>
                <a:cubicBezTo>
                  <a:pt x="120302" y="6660"/>
                  <a:pt x="122597" y="4981"/>
                  <a:pt x="124919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4" y="0"/>
                  <a:pt x="140492" y="0"/>
                </a:cubicBezTo>
                <a:cubicBezTo>
                  <a:pt x="143962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7" y="20261"/>
                  <a:pt x="138394" y="18903"/>
                  <a:pt x="137722" y="17756"/>
                </a:cubicBezTo>
                <a:cubicBezTo>
                  <a:pt x="137050" y="16609"/>
                  <a:pt x="136281" y="15657"/>
                  <a:pt x="135413" y="14902"/>
                </a:cubicBezTo>
                <a:cubicBezTo>
                  <a:pt x="134546" y="14146"/>
                  <a:pt x="133538" y="13586"/>
                  <a:pt x="132391" y="13223"/>
                </a:cubicBezTo>
                <a:cubicBezTo>
                  <a:pt x="131244" y="12859"/>
                  <a:pt x="129886" y="12677"/>
                  <a:pt x="128319" y="12677"/>
                </a:cubicBezTo>
                <a:cubicBezTo>
                  <a:pt x="126696" y="12677"/>
                  <a:pt x="124863" y="13195"/>
                  <a:pt x="122820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1" y="22331"/>
                  <a:pt x="112578" y="24682"/>
                </a:cubicBezTo>
                <a:cubicBezTo>
                  <a:pt x="111375" y="27033"/>
                  <a:pt x="110773" y="29523"/>
                  <a:pt x="110773" y="32154"/>
                </a:cubicBezTo>
                <a:lnTo>
                  <a:pt x="110773" y="64308"/>
                </a:lnTo>
                <a:cubicBezTo>
                  <a:pt x="110773" y="67834"/>
                  <a:pt x="110927" y="70534"/>
                  <a:pt x="111235" y="72409"/>
                </a:cubicBezTo>
                <a:cubicBezTo>
                  <a:pt x="111543" y="74284"/>
                  <a:pt x="112116" y="75697"/>
                  <a:pt x="112956" y="76649"/>
                </a:cubicBezTo>
                <a:cubicBezTo>
                  <a:pt x="113795" y="77600"/>
                  <a:pt x="114943" y="78286"/>
                  <a:pt x="116398" y="78706"/>
                </a:cubicBezTo>
                <a:cubicBezTo>
                  <a:pt x="117853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1" y="78496"/>
                </a:cubicBezTo>
                <a:cubicBezTo>
                  <a:pt x="90806" y="78048"/>
                  <a:pt x="91814" y="77362"/>
                  <a:pt x="92513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7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0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7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7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5" y="86947"/>
                  <a:pt x="204967" y="87227"/>
                  <a:pt x="201665" y="87227"/>
                </a:cubicBezTo>
                <a:cubicBezTo>
                  <a:pt x="190192" y="87227"/>
                  <a:pt x="181390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6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𝑍">
            <a:extLst xmlns:a="http://schemas.openxmlformats.org/drawingml/2006/main">
              <a:ext uri="{FF2B5EF4-FFF2-40B4-BE49-F238E27FC236}">
                <a16:creationId xmlns:a16="http://schemas.microsoft.com/office/drawing/2014/main" id="{18A2288B-D47E-45D6-981D-A0008459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958" y="1031393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1">
            <a:extLst xmlns:a="http://schemas.openxmlformats.org/drawingml/2006/main">
              <a:ext uri="{FF2B5EF4-FFF2-40B4-BE49-F238E27FC236}">
                <a16:creationId xmlns:a16="http://schemas.microsoft.com/office/drawing/2014/main" id="{B6FC166D-AA40-463C-A66A-B9686AC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201" y="1133509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tar">
            <a:extLst xmlns:a="http://schemas.openxmlformats.org/drawingml/2006/main">
              <a:ext uri="{FF2B5EF4-FFF2-40B4-BE49-F238E27FC236}">
                <a16:creationId xmlns:a16="http://schemas.microsoft.com/office/drawing/2014/main" id="{D15E3264-34C5-40B6-B70E-3363A72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518" y="991801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9" y="105277"/>
                </a:moveTo>
                <a:cubicBezTo>
                  <a:pt x="124931" y="103206"/>
                  <a:pt x="125015" y="101135"/>
                  <a:pt x="125071" y="99064"/>
                </a:cubicBezTo>
                <a:cubicBezTo>
                  <a:pt x="125127" y="96993"/>
                  <a:pt x="125211" y="94978"/>
                  <a:pt x="125323" y="93020"/>
                </a:cubicBezTo>
                <a:cubicBezTo>
                  <a:pt x="125155" y="92908"/>
                  <a:pt x="124987" y="92838"/>
                  <a:pt x="124819" y="92810"/>
                </a:cubicBezTo>
                <a:cubicBezTo>
                  <a:pt x="124651" y="92782"/>
                  <a:pt x="124427" y="92712"/>
                  <a:pt x="124147" y="92600"/>
                </a:cubicBezTo>
                <a:cubicBezTo>
                  <a:pt x="121517" y="95174"/>
                  <a:pt x="119012" y="97357"/>
                  <a:pt x="116633" y="99148"/>
                </a:cubicBezTo>
                <a:cubicBezTo>
                  <a:pt x="114255" y="100939"/>
                  <a:pt x="111876" y="102408"/>
                  <a:pt x="109498" y="103556"/>
                </a:cubicBezTo>
                <a:cubicBezTo>
                  <a:pt x="107119" y="104703"/>
                  <a:pt x="104712" y="105529"/>
                  <a:pt x="102278" y="106032"/>
                </a:cubicBezTo>
                <a:cubicBezTo>
                  <a:pt x="99843" y="106536"/>
                  <a:pt x="97310" y="106788"/>
                  <a:pt x="94680" y="106788"/>
                </a:cubicBezTo>
                <a:cubicBezTo>
                  <a:pt x="91042" y="106788"/>
                  <a:pt x="87754" y="106256"/>
                  <a:pt x="84815" y="105193"/>
                </a:cubicBezTo>
                <a:cubicBezTo>
                  <a:pt x="81877" y="104129"/>
                  <a:pt x="79386" y="102632"/>
                  <a:pt x="77344" y="100701"/>
                </a:cubicBezTo>
                <a:cubicBezTo>
                  <a:pt x="75301" y="98770"/>
                  <a:pt x="73734" y="96490"/>
                  <a:pt x="72642" y="93859"/>
                </a:cubicBezTo>
                <a:cubicBezTo>
                  <a:pt x="71551" y="91229"/>
                  <a:pt x="71005" y="88318"/>
                  <a:pt x="71005" y="85128"/>
                </a:cubicBezTo>
                <a:cubicBezTo>
                  <a:pt x="71005" y="76509"/>
                  <a:pt x="75413" y="69905"/>
                  <a:pt x="84228" y="65315"/>
                </a:cubicBezTo>
                <a:cubicBezTo>
                  <a:pt x="93043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90" y="43390"/>
                  <a:pt x="122846" y="40507"/>
                </a:cubicBezTo>
                <a:cubicBezTo>
                  <a:pt x="122202" y="37625"/>
                  <a:pt x="121195" y="35288"/>
                  <a:pt x="119824" y="33497"/>
                </a:cubicBezTo>
                <a:cubicBezTo>
                  <a:pt x="118452" y="31706"/>
                  <a:pt x="116647" y="30405"/>
                  <a:pt x="114409" y="29593"/>
                </a:cubicBezTo>
                <a:cubicBezTo>
                  <a:pt x="112170" y="28782"/>
                  <a:pt x="109456" y="28376"/>
                  <a:pt x="106265" y="28376"/>
                </a:cubicBezTo>
                <a:cubicBezTo>
                  <a:pt x="101844" y="28376"/>
                  <a:pt x="98122" y="29551"/>
                  <a:pt x="95100" y="31902"/>
                </a:cubicBezTo>
                <a:cubicBezTo>
                  <a:pt x="92077" y="34253"/>
                  <a:pt x="89839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8" y="28404"/>
                  <a:pt x="83682" y="26781"/>
                  <a:pt x="87040" y="25438"/>
                </a:cubicBezTo>
                <a:cubicBezTo>
                  <a:pt x="90398" y="24094"/>
                  <a:pt x="93602" y="22989"/>
                  <a:pt x="96653" y="22122"/>
                </a:cubicBezTo>
                <a:cubicBezTo>
                  <a:pt x="99703" y="21254"/>
                  <a:pt x="102669" y="20624"/>
                  <a:pt x="105552" y="20233"/>
                </a:cubicBezTo>
                <a:cubicBezTo>
                  <a:pt x="108434" y="19841"/>
                  <a:pt x="111386" y="19617"/>
                  <a:pt x="114409" y="19561"/>
                </a:cubicBezTo>
                <a:cubicBezTo>
                  <a:pt x="118718" y="19673"/>
                  <a:pt x="122482" y="20163"/>
                  <a:pt x="125700" y="21030"/>
                </a:cubicBezTo>
                <a:cubicBezTo>
                  <a:pt x="128919" y="21898"/>
                  <a:pt x="131605" y="23395"/>
                  <a:pt x="133760" y="25522"/>
                </a:cubicBezTo>
                <a:cubicBezTo>
                  <a:pt x="135915" y="27648"/>
                  <a:pt x="137538" y="30517"/>
                  <a:pt x="138629" y="34127"/>
                </a:cubicBezTo>
                <a:cubicBezTo>
                  <a:pt x="139720" y="37737"/>
                  <a:pt x="140294" y="42312"/>
                  <a:pt x="140350" y="47853"/>
                </a:cubicBezTo>
                <a:lnTo>
                  <a:pt x="140350" y="79923"/>
                </a:lnTo>
                <a:cubicBezTo>
                  <a:pt x="140350" y="83561"/>
                  <a:pt x="140322" y="86499"/>
                  <a:pt x="140266" y="88738"/>
                </a:cubicBezTo>
                <a:cubicBezTo>
                  <a:pt x="140210" y="90977"/>
                  <a:pt x="140462" y="92796"/>
                  <a:pt x="141022" y="94195"/>
                </a:cubicBezTo>
                <a:cubicBezTo>
                  <a:pt x="141581" y="95594"/>
                  <a:pt x="142589" y="96699"/>
                  <a:pt x="144044" y="97511"/>
                </a:cubicBezTo>
                <a:cubicBezTo>
                  <a:pt x="145499" y="98323"/>
                  <a:pt x="147710" y="99120"/>
                  <a:pt x="150676" y="99904"/>
                </a:cubicBezTo>
                <a:lnTo>
                  <a:pt x="150676" y="105277"/>
                </a:lnTo>
                <a:lnTo>
                  <a:pt x="124819" y="105277"/>
                </a:lnTo>
                <a:moveTo>
                  <a:pt x="123811" y="64979"/>
                </a:moveTo>
                <a:cubicBezTo>
                  <a:pt x="111386" y="65259"/>
                  <a:pt x="102264" y="66854"/>
                  <a:pt x="96443" y="69765"/>
                </a:cubicBezTo>
                <a:cubicBezTo>
                  <a:pt x="90622" y="72675"/>
                  <a:pt x="87712" y="77097"/>
                  <a:pt x="87712" y="83029"/>
                </a:cubicBezTo>
                <a:cubicBezTo>
                  <a:pt x="87712" y="87619"/>
                  <a:pt x="89013" y="90935"/>
                  <a:pt x="91616" y="92978"/>
                </a:cubicBezTo>
                <a:cubicBezTo>
                  <a:pt x="94218" y="95020"/>
                  <a:pt x="97786" y="96042"/>
                  <a:pt x="102320" y="96042"/>
                </a:cubicBezTo>
                <a:cubicBezTo>
                  <a:pt x="105510" y="96042"/>
                  <a:pt x="108420" y="95482"/>
                  <a:pt x="111051" y="94363"/>
                </a:cubicBezTo>
                <a:cubicBezTo>
                  <a:pt x="113681" y="93243"/>
                  <a:pt x="115934" y="91802"/>
                  <a:pt x="117809" y="90039"/>
                </a:cubicBezTo>
                <a:cubicBezTo>
                  <a:pt x="119684" y="88276"/>
                  <a:pt x="121153" y="86317"/>
                  <a:pt x="122216" y="84163"/>
                </a:cubicBezTo>
                <a:cubicBezTo>
                  <a:pt x="123280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5" y="32853"/>
                  <a:pt x="199032" y="30363"/>
                  <a:pt x="201298" y="28292"/>
                </a:cubicBezTo>
                <a:cubicBezTo>
                  <a:pt x="203565" y="26221"/>
                  <a:pt x="205860" y="24542"/>
                  <a:pt x="208183" y="23255"/>
                </a:cubicBezTo>
                <a:cubicBezTo>
                  <a:pt x="210505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1" y="39822"/>
                  <a:pt x="221657" y="38464"/>
                  <a:pt x="220985" y="37317"/>
                </a:cubicBezTo>
                <a:cubicBezTo>
                  <a:pt x="220314" y="36170"/>
                  <a:pt x="219544" y="35218"/>
                  <a:pt x="218677" y="34463"/>
                </a:cubicBezTo>
                <a:cubicBezTo>
                  <a:pt x="217809" y="33707"/>
                  <a:pt x="216802" y="33147"/>
                  <a:pt x="215654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8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0" y="90095"/>
                  <a:pt x="194498" y="91970"/>
                </a:cubicBezTo>
                <a:cubicBezTo>
                  <a:pt x="194806" y="93845"/>
                  <a:pt x="195380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7" y="98686"/>
                  <a:pt x="203020" y="99232"/>
                  <a:pt x="205370" y="99904"/>
                </a:cubicBezTo>
                <a:lnTo>
                  <a:pt x="205370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0" y="99120"/>
                  <a:pt x="171439" y="98504"/>
                  <a:pt x="172755" y="98057"/>
                </a:cubicBezTo>
                <a:cubicBezTo>
                  <a:pt x="174070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5" y="32532"/>
                </a:cubicBezTo>
                <a:cubicBezTo>
                  <a:pt x="175721" y="30993"/>
                  <a:pt x="174630" y="29817"/>
                  <a:pt x="173090" y="29006"/>
                </a:cubicBezTo>
                <a:cubicBezTo>
                  <a:pt x="171551" y="28194"/>
                  <a:pt x="169271" y="27536"/>
                  <a:pt x="166248" y="27033"/>
                </a:cubicBezTo>
                <a:lnTo>
                  <a:pt x="166248" y="21324"/>
                </a:lnTo>
                <a:lnTo>
                  <a:pt x="188244" y="20401"/>
                </a:lnTo>
                <a:lnTo>
                  <a:pt x="194204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𝑍">
            <a:extLst xmlns:a="http://schemas.openxmlformats.org/drawingml/2006/main">
              <a:ext uri="{FF2B5EF4-FFF2-40B4-BE49-F238E27FC236}">
                <a16:creationId xmlns:a16="http://schemas.microsoft.com/office/drawing/2014/main" id="{95BB3793-B4CA-475D-AF9D-D3F5F15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375" y="298366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0">
            <a:extLst xmlns:a="http://schemas.openxmlformats.org/drawingml/2006/main">
              <a:ext uri="{FF2B5EF4-FFF2-40B4-BE49-F238E27FC236}">
                <a16:creationId xmlns:a16="http://schemas.microsoft.com/office/drawing/2014/main" id="{B215B600-5242-428A-8B4A-A920821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02" y="3085190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tar">
            <a:extLst xmlns:a="http://schemas.openxmlformats.org/drawingml/2006/main">
              <a:ext uri="{FF2B5EF4-FFF2-40B4-BE49-F238E27FC236}">
                <a16:creationId xmlns:a16="http://schemas.microsoft.com/office/drawing/2014/main" id="{84E362AD-1304-48CA-9133-02567F7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935" y="2943642"/>
            <a:ext cx="233662" cy="106788"/>
          </a:xfrm>
          <a:custGeom xmlns:a="http://schemas.openxmlformats.org/drawingml/2006/main">
            <a:pathLst>
              <a:path w="233662" h="106788">
                <a:moveTo>
                  <a:pt x="0" y="25522"/>
                </a:moveTo>
                <a:cubicBezTo>
                  <a:pt x="1791" y="25242"/>
                  <a:pt x="3414" y="24808"/>
                  <a:pt x="4869" y="24220"/>
                </a:cubicBezTo>
                <a:cubicBezTo>
                  <a:pt x="6324" y="23633"/>
                  <a:pt x="7612" y="22947"/>
                  <a:pt x="8731" y="22164"/>
                </a:cubicBezTo>
                <a:cubicBezTo>
                  <a:pt x="9739" y="21436"/>
                  <a:pt x="10606" y="20568"/>
                  <a:pt x="11334" y="19561"/>
                </a:cubicBezTo>
                <a:cubicBezTo>
                  <a:pt x="12061" y="18554"/>
                  <a:pt x="12705" y="17238"/>
                  <a:pt x="13265" y="15615"/>
                </a:cubicBezTo>
                <a:cubicBezTo>
                  <a:pt x="13824" y="13992"/>
                  <a:pt x="14342" y="11921"/>
                  <a:pt x="14818" y="9403"/>
                </a:cubicBezTo>
                <a:cubicBezTo>
                  <a:pt x="15293" y="6884"/>
                  <a:pt x="15783" y="3750"/>
                  <a:pt x="16287" y="0"/>
                </a:cubicBezTo>
                <a:lnTo>
                  <a:pt x="30055" y="0"/>
                </a:lnTo>
                <a:lnTo>
                  <a:pt x="30055" y="21324"/>
                </a:lnTo>
                <a:lnTo>
                  <a:pt x="59438" y="21324"/>
                </a:lnTo>
                <a:lnTo>
                  <a:pt x="59438" y="30643"/>
                </a:lnTo>
                <a:lnTo>
                  <a:pt x="30055" y="30643"/>
                </a:lnTo>
                <a:lnTo>
                  <a:pt x="30055" y="70688"/>
                </a:lnTo>
                <a:cubicBezTo>
                  <a:pt x="30111" y="75837"/>
                  <a:pt x="30419" y="80021"/>
                  <a:pt x="30979" y="83239"/>
                </a:cubicBezTo>
                <a:cubicBezTo>
                  <a:pt x="31538" y="86457"/>
                  <a:pt x="32406" y="88962"/>
                  <a:pt x="33581" y="90753"/>
                </a:cubicBezTo>
                <a:cubicBezTo>
                  <a:pt x="34756" y="92544"/>
                  <a:pt x="36212" y="93761"/>
                  <a:pt x="37947" y="94405"/>
                </a:cubicBezTo>
                <a:cubicBezTo>
                  <a:pt x="39682" y="95048"/>
                  <a:pt x="41752" y="95370"/>
                  <a:pt x="44159" y="95370"/>
                </a:cubicBezTo>
                <a:cubicBezTo>
                  <a:pt x="46566" y="95370"/>
                  <a:pt x="48930" y="94825"/>
                  <a:pt x="51253" y="93733"/>
                </a:cubicBezTo>
                <a:cubicBezTo>
                  <a:pt x="53576" y="92642"/>
                  <a:pt x="55857" y="91173"/>
                  <a:pt x="58095" y="89326"/>
                </a:cubicBezTo>
                <a:cubicBezTo>
                  <a:pt x="58879" y="90333"/>
                  <a:pt x="59606" y="91341"/>
                  <a:pt x="60278" y="92348"/>
                </a:cubicBezTo>
                <a:cubicBezTo>
                  <a:pt x="60950" y="93355"/>
                  <a:pt x="61649" y="94363"/>
                  <a:pt x="62377" y="95370"/>
                </a:cubicBezTo>
                <a:cubicBezTo>
                  <a:pt x="57731" y="99344"/>
                  <a:pt x="53422" y="102240"/>
                  <a:pt x="49448" y="104059"/>
                </a:cubicBezTo>
                <a:cubicBezTo>
                  <a:pt x="45474" y="105878"/>
                  <a:pt x="41445" y="106788"/>
                  <a:pt x="37359" y="106788"/>
                </a:cubicBezTo>
                <a:cubicBezTo>
                  <a:pt x="29244" y="106788"/>
                  <a:pt x="23213" y="104605"/>
                  <a:pt x="19267" y="100239"/>
                </a:cubicBezTo>
                <a:cubicBezTo>
                  <a:pt x="15321" y="95874"/>
                  <a:pt x="13348" y="89046"/>
                  <a:pt x="13348" y="79755"/>
                </a:cubicBezTo>
                <a:lnTo>
                  <a:pt x="13348" y="30643"/>
                </a:lnTo>
                <a:lnTo>
                  <a:pt x="0" y="30643"/>
                </a:lnTo>
                <a:lnTo>
                  <a:pt x="0" y="25522"/>
                </a:lnTo>
                <a:close/>
                <a:moveTo>
                  <a:pt x="124819" y="105277"/>
                </a:moveTo>
                <a:cubicBezTo>
                  <a:pt x="124931" y="103206"/>
                  <a:pt x="125015" y="101135"/>
                  <a:pt x="125071" y="99064"/>
                </a:cubicBezTo>
                <a:cubicBezTo>
                  <a:pt x="125127" y="96993"/>
                  <a:pt x="125211" y="94978"/>
                  <a:pt x="125323" y="93020"/>
                </a:cubicBezTo>
                <a:cubicBezTo>
                  <a:pt x="125155" y="92908"/>
                  <a:pt x="124987" y="92838"/>
                  <a:pt x="124819" y="92810"/>
                </a:cubicBezTo>
                <a:cubicBezTo>
                  <a:pt x="124651" y="92782"/>
                  <a:pt x="124427" y="92712"/>
                  <a:pt x="124147" y="92600"/>
                </a:cubicBezTo>
                <a:cubicBezTo>
                  <a:pt x="121517" y="95174"/>
                  <a:pt x="119012" y="97357"/>
                  <a:pt x="116633" y="99148"/>
                </a:cubicBezTo>
                <a:cubicBezTo>
                  <a:pt x="114255" y="100939"/>
                  <a:pt x="111876" y="102408"/>
                  <a:pt x="109498" y="103556"/>
                </a:cubicBezTo>
                <a:cubicBezTo>
                  <a:pt x="107119" y="104703"/>
                  <a:pt x="104712" y="105529"/>
                  <a:pt x="102278" y="106032"/>
                </a:cubicBezTo>
                <a:cubicBezTo>
                  <a:pt x="99843" y="106536"/>
                  <a:pt x="97310" y="106788"/>
                  <a:pt x="94680" y="106788"/>
                </a:cubicBezTo>
                <a:cubicBezTo>
                  <a:pt x="91042" y="106788"/>
                  <a:pt x="87754" y="106256"/>
                  <a:pt x="84815" y="105193"/>
                </a:cubicBezTo>
                <a:cubicBezTo>
                  <a:pt x="81877" y="104129"/>
                  <a:pt x="79386" y="102632"/>
                  <a:pt x="77344" y="100701"/>
                </a:cubicBezTo>
                <a:cubicBezTo>
                  <a:pt x="75301" y="98770"/>
                  <a:pt x="73734" y="96490"/>
                  <a:pt x="72642" y="93859"/>
                </a:cubicBezTo>
                <a:cubicBezTo>
                  <a:pt x="71551" y="91229"/>
                  <a:pt x="71005" y="88318"/>
                  <a:pt x="71005" y="85128"/>
                </a:cubicBezTo>
                <a:cubicBezTo>
                  <a:pt x="71005" y="76509"/>
                  <a:pt x="75413" y="69905"/>
                  <a:pt x="84228" y="65315"/>
                </a:cubicBezTo>
                <a:cubicBezTo>
                  <a:pt x="93043" y="60726"/>
                  <a:pt x="106237" y="57983"/>
                  <a:pt x="123811" y="57088"/>
                </a:cubicBezTo>
                <a:lnTo>
                  <a:pt x="123811" y="51043"/>
                </a:lnTo>
                <a:cubicBezTo>
                  <a:pt x="123811" y="46902"/>
                  <a:pt x="123490" y="43390"/>
                  <a:pt x="122846" y="40507"/>
                </a:cubicBezTo>
                <a:cubicBezTo>
                  <a:pt x="122202" y="37625"/>
                  <a:pt x="121195" y="35288"/>
                  <a:pt x="119824" y="33497"/>
                </a:cubicBezTo>
                <a:cubicBezTo>
                  <a:pt x="118452" y="31706"/>
                  <a:pt x="116647" y="30405"/>
                  <a:pt x="114409" y="29593"/>
                </a:cubicBezTo>
                <a:cubicBezTo>
                  <a:pt x="112170" y="28782"/>
                  <a:pt x="109456" y="28376"/>
                  <a:pt x="106265" y="28376"/>
                </a:cubicBezTo>
                <a:cubicBezTo>
                  <a:pt x="101844" y="28376"/>
                  <a:pt x="98122" y="29551"/>
                  <a:pt x="95100" y="31902"/>
                </a:cubicBezTo>
                <a:cubicBezTo>
                  <a:pt x="92077" y="34253"/>
                  <a:pt x="89839" y="37975"/>
                  <a:pt x="88383" y="43068"/>
                </a:cubicBezTo>
                <a:lnTo>
                  <a:pt x="75958" y="43068"/>
                </a:lnTo>
                <a:lnTo>
                  <a:pt x="75958" y="30307"/>
                </a:lnTo>
                <a:cubicBezTo>
                  <a:pt x="79988" y="28404"/>
                  <a:pt x="83682" y="26781"/>
                  <a:pt x="87040" y="25438"/>
                </a:cubicBezTo>
                <a:cubicBezTo>
                  <a:pt x="90398" y="24094"/>
                  <a:pt x="93602" y="22989"/>
                  <a:pt x="96653" y="22122"/>
                </a:cubicBezTo>
                <a:cubicBezTo>
                  <a:pt x="99703" y="21254"/>
                  <a:pt x="102669" y="20624"/>
                  <a:pt x="105552" y="20233"/>
                </a:cubicBezTo>
                <a:cubicBezTo>
                  <a:pt x="108434" y="19841"/>
                  <a:pt x="111386" y="19617"/>
                  <a:pt x="114409" y="19561"/>
                </a:cubicBezTo>
                <a:cubicBezTo>
                  <a:pt x="118718" y="19673"/>
                  <a:pt x="122482" y="20163"/>
                  <a:pt x="125700" y="21030"/>
                </a:cubicBezTo>
                <a:cubicBezTo>
                  <a:pt x="128919" y="21898"/>
                  <a:pt x="131605" y="23395"/>
                  <a:pt x="133760" y="25522"/>
                </a:cubicBezTo>
                <a:cubicBezTo>
                  <a:pt x="135915" y="27648"/>
                  <a:pt x="137538" y="30517"/>
                  <a:pt x="138629" y="34127"/>
                </a:cubicBezTo>
                <a:cubicBezTo>
                  <a:pt x="139720" y="37737"/>
                  <a:pt x="140294" y="42312"/>
                  <a:pt x="140350" y="47853"/>
                </a:cubicBezTo>
                <a:lnTo>
                  <a:pt x="140350" y="79923"/>
                </a:lnTo>
                <a:cubicBezTo>
                  <a:pt x="140350" y="83561"/>
                  <a:pt x="140322" y="86499"/>
                  <a:pt x="140266" y="88738"/>
                </a:cubicBezTo>
                <a:cubicBezTo>
                  <a:pt x="140210" y="90977"/>
                  <a:pt x="140462" y="92796"/>
                  <a:pt x="141022" y="94195"/>
                </a:cubicBezTo>
                <a:cubicBezTo>
                  <a:pt x="141581" y="95594"/>
                  <a:pt x="142589" y="96699"/>
                  <a:pt x="144044" y="97511"/>
                </a:cubicBezTo>
                <a:cubicBezTo>
                  <a:pt x="145499" y="98323"/>
                  <a:pt x="147710" y="99120"/>
                  <a:pt x="150676" y="99904"/>
                </a:cubicBezTo>
                <a:lnTo>
                  <a:pt x="150676" y="105277"/>
                </a:lnTo>
                <a:lnTo>
                  <a:pt x="124819" y="105277"/>
                </a:lnTo>
                <a:moveTo>
                  <a:pt x="123811" y="64979"/>
                </a:moveTo>
                <a:cubicBezTo>
                  <a:pt x="111386" y="65259"/>
                  <a:pt x="102264" y="66854"/>
                  <a:pt x="96443" y="69765"/>
                </a:cubicBezTo>
                <a:cubicBezTo>
                  <a:pt x="90622" y="72675"/>
                  <a:pt x="87712" y="77097"/>
                  <a:pt x="87712" y="83029"/>
                </a:cubicBezTo>
                <a:cubicBezTo>
                  <a:pt x="87712" y="87619"/>
                  <a:pt x="89013" y="90935"/>
                  <a:pt x="91616" y="92978"/>
                </a:cubicBezTo>
                <a:cubicBezTo>
                  <a:pt x="94218" y="95020"/>
                  <a:pt x="97786" y="96042"/>
                  <a:pt x="102320" y="96042"/>
                </a:cubicBezTo>
                <a:cubicBezTo>
                  <a:pt x="105510" y="96042"/>
                  <a:pt x="108420" y="95482"/>
                  <a:pt x="111051" y="94363"/>
                </a:cubicBezTo>
                <a:cubicBezTo>
                  <a:pt x="113681" y="93243"/>
                  <a:pt x="115934" y="91802"/>
                  <a:pt x="117809" y="90039"/>
                </a:cubicBezTo>
                <a:cubicBezTo>
                  <a:pt x="119684" y="88276"/>
                  <a:pt x="121153" y="86317"/>
                  <a:pt x="122216" y="84163"/>
                </a:cubicBezTo>
                <a:cubicBezTo>
                  <a:pt x="123280" y="82008"/>
                  <a:pt x="123811" y="79895"/>
                  <a:pt x="123811" y="77824"/>
                </a:cubicBezTo>
                <a:lnTo>
                  <a:pt x="123811" y="64979"/>
                </a:lnTo>
                <a:close/>
                <a:moveTo>
                  <a:pt x="193029" y="35344"/>
                </a:moveTo>
                <a:cubicBezTo>
                  <a:pt x="193197" y="35456"/>
                  <a:pt x="193337" y="35526"/>
                  <a:pt x="193449" y="35554"/>
                </a:cubicBezTo>
                <a:cubicBezTo>
                  <a:pt x="193561" y="35582"/>
                  <a:pt x="193701" y="35652"/>
                  <a:pt x="193869" y="35764"/>
                </a:cubicBezTo>
                <a:cubicBezTo>
                  <a:pt x="196555" y="32853"/>
                  <a:pt x="199032" y="30363"/>
                  <a:pt x="201298" y="28292"/>
                </a:cubicBezTo>
                <a:cubicBezTo>
                  <a:pt x="203565" y="26221"/>
                  <a:pt x="205860" y="24542"/>
                  <a:pt x="208183" y="23255"/>
                </a:cubicBezTo>
                <a:cubicBezTo>
                  <a:pt x="210505" y="21968"/>
                  <a:pt x="212912" y="21030"/>
                  <a:pt x="215403" y="20442"/>
                </a:cubicBezTo>
                <a:cubicBezTo>
                  <a:pt x="217893" y="19855"/>
                  <a:pt x="220678" y="19561"/>
                  <a:pt x="223756" y="19561"/>
                </a:cubicBezTo>
                <a:cubicBezTo>
                  <a:pt x="227226" y="19561"/>
                  <a:pt x="230528" y="19897"/>
                  <a:pt x="233662" y="20568"/>
                </a:cubicBezTo>
                <a:lnTo>
                  <a:pt x="233662" y="41389"/>
                </a:lnTo>
                <a:lnTo>
                  <a:pt x="222916" y="41389"/>
                </a:lnTo>
                <a:cubicBezTo>
                  <a:pt x="222301" y="39822"/>
                  <a:pt x="221657" y="38464"/>
                  <a:pt x="220985" y="37317"/>
                </a:cubicBezTo>
                <a:cubicBezTo>
                  <a:pt x="220314" y="36170"/>
                  <a:pt x="219544" y="35218"/>
                  <a:pt x="218677" y="34463"/>
                </a:cubicBezTo>
                <a:cubicBezTo>
                  <a:pt x="217809" y="33707"/>
                  <a:pt x="216802" y="33147"/>
                  <a:pt x="215654" y="32784"/>
                </a:cubicBezTo>
                <a:cubicBezTo>
                  <a:pt x="214507" y="32420"/>
                  <a:pt x="213150" y="32238"/>
                  <a:pt x="211583" y="32238"/>
                </a:cubicBezTo>
                <a:cubicBezTo>
                  <a:pt x="209960" y="32238"/>
                  <a:pt x="208127" y="32756"/>
                  <a:pt x="206084" y="33791"/>
                </a:cubicBezTo>
                <a:cubicBezTo>
                  <a:pt x="204041" y="34826"/>
                  <a:pt x="202124" y="36240"/>
                  <a:pt x="200333" y="38031"/>
                </a:cubicBezTo>
                <a:cubicBezTo>
                  <a:pt x="198542" y="39822"/>
                  <a:pt x="197045" y="41892"/>
                  <a:pt x="195842" y="44243"/>
                </a:cubicBezTo>
                <a:cubicBezTo>
                  <a:pt x="194638" y="46594"/>
                  <a:pt x="194037" y="49084"/>
                  <a:pt x="194037" y="51715"/>
                </a:cubicBezTo>
                <a:lnTo>
                  <a:pt x="194037" y="83869"/>
                </a:lnTo>
                <a:cubicBezTo>
                  <a:pt x="194037" y="87395"/>
                  <a:pt x="194190" y="90095"/>
                  <a:pt x="194498" y="91970"/>
                </a:cubicBezTo>
                <a:cubicBezTo>
                  <a:pt x="194806" y="93845"/>
                  <a:pt x="195380" y="95258"/>
                  <a:pt x="196219" y="96210"/>
                </a:cubicBezTo>
                <a:cubicBezTo>
                  <a:pt x="197059" y="97161"/>
                  <a:pt x="198206" y="97847"/>
                  <a:pt x="199661" y="98267"/>
                </a:cubicBezTo>
                <a:cubicBezTo>
                  <a:pt x="201117" y="98686"/>
                  <a:pt x="203020" y="99232"/>
                  <a:pt x="205370" y="99904"/>
                </a:cubicBezTo>
                <a:lnTo>
                  <a:pt x="205370" y="105277"/>
                </a:lnTo>
                <a:lnTo>
                  <a:pt x="167508" y="105277"/>
                </a:lnTo>
                <a:lnTo>
                  <a:pt x="167508" y="99904"/>
                </a:lnTo>
                <a:cubicBezTo>
                  <a:pt x="169690" y="99120"/>
                  <a:pt x="171439" y="98504"/>
                  <a:pt x="172755" y="98057"/>
                </a:cubicBezTo>
                <a:cubicBezTo>
                  <a:pt x="174070" y="97609"/>
                  <a:pt x="175077" y="96923"/>
                  <a:pt x="175777" y="96000"/>
                </a:cubicBezTo>
                <a:cubicBezTo>
                  <a:pt x="176476" y="95076"/>
                  <a:pt x="176924" y="93719"/>
                  <a:pt x="177120" y="91928"/>
                </a:cubicBezTo>
                <a:cubicBezTo>
                  <a:pt x="177316" y="90137"/>
                  <a:pt x="177414" y="87535"/>
                  <a:pt x="177414" y="84121"/>
                </a:cubicBezTo>
                <a:lnTo>
                  <a:pt x="177414" y="48021"/>
                </a:lnTo>
                <a:cubicBezTo>
                  <a:pt x="177414" y="44159"/>
                  <a:pt x="177400" y="40997"/>
                  <a:pt x="177372" y="38534"/>
                </a:cubicBezTo>
                <a:cubicBezTo>
                  <a:pt x="177344" y="36072"/>
                  <a:pt x="177008" y="34071"/>
                  <a:pt x="176365" y="32532"/>
                </a:cubicBezTo>
                <a:cubicBezTo>
                  <a:pt x="175721" y="30993"/>
                  <a:pt x="174630" y="29817"/>
                  <a:pt x="173090" y="29006"/>
                </a:cubicBezTo>
                <a:cubicBezTo>
                  <a:pt x="171551" y="28194"/>
                  <a:pt x="169271" y="27536"/>
                  <a:pt x="166248" y="27033"/>
                </a:cubicBezTo>
                <a:lnTo>
                  <a:pt x="166248" y="21324"/>
                </a:lnTo>
                <a:lnTo>
                  <a:pt x="188244" y="20401"/>
                </a:lnTo>
                <a:lnTo>
                  <a:pt x="194204" y="20401"/>
                </a:lnTo>
                <a:lnTo>
                  <a:pt x="193029" y="35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𝒩(0,𝐼)">
            <a:extLst xmlns:a="http://schemas.openxmlformats.org/drawingml/2006/main">
              <a:ext uri="{FF2B5EF4-FFF2-40B4-BE49-F238E27FC236}">
                <a16:creationId xmlns:a16="http://schemas.microsoft.com/office/drawing/2014/main" id="{1053447E-0CB1-4B7E-ACE9-997A70C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671" y="495813"/>
            <a:ext cx="725350" cy="217891"/>
          </a:xfrm>
          <a:custGeom xmlns:a="http://schemas.openxmlformats.org/drawingml/2006/main">
            <a:pathLst>
              <a:path w="725350" h="217891">
                <a:moveTo>
                  <a:pt x="70524" y="121982"/>
                </a:moveTo>
                <a:cubicBezTo>
                  <a:pt x="66772" y="139211"/>
                  <a:pt x="61623" y="151157"/>
                  <a:pt x="55076" y="157818"/>
                </a:cubicBezTo>
                <a:cubicBezTo>
                  <a:pt x="48529" y="164480"/>
                  <a:pt x="39665" y="167811"/>
                  <a:pt x="28485" y="167811"/>
                </a:cubicBezTo>
                <a:cubicBezTo>
                  <a:pt x="22360" y="167811"/>
                  <a:pt x="16980" y="166165"/>
                  <a:pt x="12348" y="162872"/>
                </a:cubicBezTo>
                <a:cubicBezTo>
                  <a:pt x="7715" y="159580"/>
                  <a:pt x="3599" y="154602"/>
                  <a:pt x="0" y="147940"/>
                </a:cubicBezTo>
                <a:lnTo>
                  <a:pt x="15621" y="139211"/>
                </a:lnTo>
                <a:cubicBezTo>
                  <a:pt x="18914" y="145796"/>
                  <a:pt x="22072" y="150525"/>
                  <a:pt x="25097" y="153396"/>
                </a:cubicBezTo>
                <a:cubicBezTo>
                  <a:pt x="28122" y="156268"/>
                  <a:pt x="31395" y="157704"/>
                  <a:pt x="34918" y="157704"/>
                </a:cubicBezTo>
                <a:cubicBezTo>
                  <a:pt x="36985" y="157704"/>
                  <a:pt x="38785" y="157359"/>
                  <a:pt x="40316" y="156670"/>
                </a:cubicBezTo>
                <a:cubicBezTo>
                  <a:pt x="41848" y="155981"/>
                  <a:pt x="43168" y="155043"/>
                  <a:pt x="44279" y="153856"/>
                </a:cubicBezTo>
                <a:cubicBezTo>
                  <a:pt x="45389" y="152669"/>
                  <a:pt x="46365" y="151080"/>
                  <a:pt x="47208" y="149089"/>
                </a:cubicBezTo>
                <a:cubicBezTo>
                  <a:pt x="48050" y="147098"/>
                  <a:pt x="48911" y="144437"/>
                  <a:pt x="49792" y="141106"/>
                </a:cubicBezTo>
                <a:cubicBezTo>
                  <a:pt x="50673" y="137775"/>
                  <a:pt x="51955" y="132205"/>
                  <a:pt x="53640" y="124394"/>
                </a:cubicBezTo>
                <a:lnTo>
                  <a:pt x="65585" y="67768"/>
                </a:lnTo>
                <a:cubicBezTo>
                  <a:pt x="69491" y="49237"/>
                  <a:pt x="73932" y="35607"/>
                  <a:pt x="78909" y="26877"/>
                </a:cubicBezTo>
                <a:cubicBezTo>
                  <a:pt x="74545" y="22972"/>
                  <a:pt x="70142" y="21019"/>
                  <a:pt x="65700" y="21019"/>
                </a:cubicBezTo>
                <a:cubicBezTo>
                  <a:pt x="60723" y="21019"/>
                  <a:pt x="56186" y="22226"/>
                  <a:pt x="52089" y="24638"/>
                </a:cubicBezTo>
                <a:cubicBezTo>
                  <a:pt x="47993" y="27050"/>
                  <a:pt x="43456" y="31051"/>
                  <a:pt x="38478" y="36641"/>
                </a:cubicBezTo>
                <a:lnTo>
                  <a:pt x="31702" y="30323"/>
                </a:lnTo>
                <a:cubicBezTo>
                  <a:pt x="39435" y="21594"/>
                  <a:pt x="46078" y="15583"/>
                  <a:pt x="51630" y="12290"/>
                </a:cubicBezTo>
                <a:cubicBezTo>
                  <a:pt x="57181" y="8997"/>
                  <a:pt x="63135" y="7351"/>
                  <a:pt x="69491" y="7351"/>
                </a:cubicBezTo>
                <a:cubicBezTo>
                  <a:pt x="74851" y="7351"/>
                  <a:pt x="79445" y="8040"/>
                  <a:pt x="83274" y="9419"/>
                </a:cubicBezTo>
                <a:cubicBezTo>
                  <a:pt x="86949" y="10644"/>
                  <a:pt x="90357" y="12711"/>
                  <a:pt x="93497" y="15621"/>
                </a:cubicBezTo>
                <a:cubicBezTo>
                  <a:pt x="96866" y="18684"/>
                  <a:pt x="99967" y="22704"/>
                  <a:pt x="102800" y="27681"/>
                </a:cubicBezTo>
                <a:cubicBezTo>
                  <a:pt x="105097" y="31663"/>
                  <a:pt x="107510" y="36947"/>
                  <a:pt x="110036" y="43532"/>
                </a:cubicBezTo>
                <a:cubicBezTo>
                  <a:pt x="115014" y="56473"/>
                  <a:pt x="119991" y="71022"/>
                  <a:pt x="124968" y="87179"/>
                </a:cubicBezTo>
                <a:cubicBezTo>
                  <a:pt x="130099" y="103643"/>
                  <a:pt x="134732" y="120489"/>
                  <a:pt x="138866" y="137718"/>
                </a:cubicBezTo>
                <a:lnTo>
                  <a:pt x="140015" y="137718"/>
                </a:lnTo>
                <a:cubicBezTo>
                  <a:pt x="141087" y="129831"/>
                  <a:pt x="142465" y="121369"/>
                  <a:pt x="144150" y="112334"/>
                </a:cubicBezTo>
                <a:cubicBezTo>
                  <a:pt x="145835" y="103298"/>
                  <a:pt x="147251" y="96138"/>
                  <a:pt x="148400" y="90855"/>
                </a:cubicBezTo>
                <a:lnTo>
                  <a:pt x="156440" y="53295"/>
                </a:lnTo>
                <a:cubicBezTo>
                  <a:pt x="160116" y="36143"/>
                  <a:pt x="165265" y="24197"/>
                  <a:pt x="171889" y="17459"/>
                </a:cubicBezTo>
                <a:cubicBezTo>
                  <a:pt x="178513" y="10720"/>
                  <a:pt x="187567" y="7351"/>
                  <a:pt x="199053" y="7351"/>
                </a:cubicBezTo>
                <a:cubicBezTo>
                  <a:pt x="205026" y="7351"/>
                  <a:pt x="210348" y="8959"/>
                  <a:pt x="215019" y="12175"/>
                </a:cubicBezTo>
                <a:cubicBezTo>
                  <a:pt x="219690" y="15391"/>
                  <a:pt x="223863" y="20369"/>
                  <a:pt x="227539" y="27107"/>
                </a:cubicBezTo>
                <a:lnTo>
                  <a:pt x="210425" y="34458"/>
                </a:lnTo>
                <a:cubicBezTo>
                  <a:pt x="207285" y="28103"/>
                  <a:pt x="204433" y="23680"/>
                  <a:pt x="201868" y="21192"/>
                </a:cubicBezTo>
                <a:cubicBezTo>
                  <a:pt x="199302" y="18703"/>
                  <a:pt x="196182" y="17459"/>
                  <a:pt x="192506" y="17459"/>
                </a:cubicBezTo>
                <a:cubicBezTo>
                  <a:pt x="190515" y="17459"/>
                  <a:pt x="188620" y="17803"/>
                  <a:pt x="186821" y="18493"/>
                </a:cubicBezTo>
                <a:cubicBezTo>
                  <a:pt x="185021" y="19182"/>
                  <a:pt x="183356" y="20560"/>
                  <a:pt x="181824" y="22628"/>
                </a:cubicBezTo>
                <a:cubicBezTo>
                  <a:pt x="180293" y="24695"/>
                  <a:pt x="178934" y="27911"/>
                  <a:pt x="177747" y="32276"/>
                </a:cubicBezTo>
                <a:cubicBezTo>
                  <a:pt x="176560" y="36641"/>
                  <a:pt x="175086" y="42843"/>
                  <a:pt x="173325" y="50883"/>
                </a:cubicBezTo>
                <a:lnTo>
                  <a:pt x="149778" y="159427"/>
                </a:lnTo>
                <a:lnTo>
                  <a:pt x="133813" y="167811"/>
                </a:lnTo>
                <a:lnTo>
                  <a:pt x="129103" y="167811"/>
                </a:lnTo>
                <a:cubicBezTo>
                  <a:pt x="120374" y="134961"/>
                  <a:pt x="112755" y="108696"/>
                  <a:pt x="106246" y="89017"/>
                </a:cubicBezTo>
                <a:cubicBezTo>
                  <a:pt x="99737" y="69338"/>
                  <a:pt x="93765" y="53563"/>
                  <a:pt x="88328" y="41694"/>
                </a:cubicBezTo>
                <a:lnTo>
                  <a:pt x="87064" y="41809"/>
                </a:lnTo>
                <a:cubicBezTo>
                  <a:pt x="86375" y="47476"/>
                  <a:pt x="84997" y="55325"/>
                  <a:pt x="82929" y="65356"/>
                </a:cubicBezTo>
                <a:lnTo>
                  <a:pt x="70524" y="121982"/>
                </a:lnTo>
                <a:close/>
                <a:moveTo>
                  <a:pt x="277492" y="107854"/>
                </a:moveTo>
                <a:cubicBezTo>
                  <a:pt x="277492" y="134655"/>
                  <a:pt x="281799" y="156746"/>
                  <a:pt x="290414" y="174129"/>
                </a:cubicBezTo>
                <a:cubicBezTo>
                  <a:pt x="299028" y="191511"/>
                  <a:pt x="312180" y="203150"/>
                  <a:pt x="329868" y="209046"/>
                </a:cubicBezTo>
                <a:lnTo>
                  <a:pt x="327112" y="217891"/>
                </a:lnTo>
                <a:cubicBezTo>
                  <a:pt x="304676" y="211994"/>
                  <a:pt x="287485" y="199302"/>
                  <a:pt x="275539" y="179814"/>
                </a:cubicBezTo>
                <a:cubicBezTo>
                  <a:pt x="263594" y="160326"/>
                  <a:pt x="257621" y="136722"/>
                  <a:pt x="257621" y="109003"/>
                </a:cubicBezTo>
                <a:cubicBezTo>
                  <a:pt x="257621" y="81360"/>
                  <a:pt x="263613" y="57756"/>
                  <a:pt x="275597" y="38191"/>
                </a:cubicBezTo>
                <a:cubicBezTo>
                  <a:pt x="287580" y="18627"/>
                  <a:pt x="304752" y="5896"/>
                  <a:pt x="327112" y="0"/>
                </a:cubicBezTo>
                <a:lnTo>
                  <a:pt x="330213" y="8844"/>
                </a:lnTo>
                <a:cubicBezTo>
                  <a:pt x="312295" y="14740"/>
                  <a:pt x="299028" y="26246"/>
                  <a:pt x="290414" y="43360"/>
                </a:cubicBezTo>
                <a:cubicBezTo>
                  <a:pt x="281799" y="60474"/>
                  <a:pt x="277492" y="81972"/>
                  <a:pt x="277492" y="107854"/>
                </a:cubicBezTo>
                <a:close/>
                <a:moveTo>
                  <a:pt x="398324" y="167811"/>
                </a:moveTo>
                <a:cubicBezTo>
                  <a:pt x="381784" y="167811"/>
                  <a:pt x="369475" y="161303"/>
                  <a:pt x="361396" y="148285"/>
                </a:cubicBezTo>
                <a:cubicBezTo>
                  <a:pt x="353318" y="135268"/>
                  <a:pt x="349278" y="115511"/>
                  <a:pt x="349278" y="89017"/>
                </a:cubicBezTo>
                <a:cubicBezTo>
                  <a:pt x="349278" y="74927"/>
                  <a:pt x="350523" y="62752"/>
                  <a:pt x="353011" y="52491"/>
                </a:cubicBezTo>
                <a:cubicBezTo>
                  <a:pt x="355500" y="42230"/>
                  <a:pt x="358984" y="33750"/>
                  <a:pt x="363464" y="27050"/>
                </a:cubicBezTo>
                <a:cubicBezTo>
                  <a:pt x="367943" y="20349"/>
                  <a:pt x="373323" y="15391"/>
                  <a:pt x="379602" y="12175"/>
                </a:cubicBezTo>
                <a:cubicBezTo>
                  <a:pt x="385881" y="8959"/>
                  <a:pt x="392734" y="7351"/>
                  <a:pt x="400162" y="7351"/>
                </a:cubicBezTo>
                <a:cubicBezTo>
                  <a:pt x="416931" y="7351"/>
                  <a:pt x="429413" y="13822"/>
                  <a:pt x="437606" y="26763"/>
                </a:cubicBezTo>
                <a:cubicBezTo>
                  <a:pt x="445800" y="39703"/>
                  <a:pt x="449896" y="59268"/>
                  <a:pt x="449896" y="85456"/>
                </a:cubicBezTo>
                <a:cubicBezTo>
                  <a:pt x="449896" y="112563"/>
                  <a:pt x="445513" y="133066"/>
                  <a:pt x="436745" y="146964"/>
                </a:cubicBezTo>
                <a:cubicBezTo>
                  <a:pt x="427977" y="160862"/>
                  <a:pt x="415170" y="167811"/>
                  <a:pt x="398324" y="167811"/>
                </a:cubicBezTo>
                <a:moveTo>
                  <a:pt x="371676" y="85571"/>
                </a:moveTo>
                <a:cubicBezTo>
                  <a:pt x="371676" y="110534"/>
                  <a:pt x="373993" y="128854"/>
                  <a:pt x="378625" y="140532"/>
                </a:cubicBezTo>
                <a:cubicBezTo>
                  <a:pt x="383258" y="152209"/>
                  <a:pt x="390437" y="158048"/>
                  <a:pt x="400162" y="158048"/>
                </a:cubicBezTo>
                <a:cubicBezTo>
                  <a:pt x="409427" y="158048"/>
                  <a:pt x="416300" y="152554"/>
                  <a:pt x="420779" y="141566"/>
                </a:cubicBezTo>
                <a:cubicBezTo>
                  <a:pt x="425259" y="130577"/>
                  <a:pt x="427499" y="113559"/>
                  <a:pt x="427499" y="90510"/>
                </a:cubicBezTo>
                <a:cubicBezTo>
                  <a:pt x="427499" y="72898"/>
                  <a:pt x="426350" y="58636"/>
                  <a:pt x="424053" y="47725"/>
                </a:cubicBezTo>
                <a:cubicBezTo>
                  <a:pt x="421756" y="36813"/>
                  <a:pt x="418559" y="28983"/>
                  <a:pt x="414462" y="24236"/>
                </a:cubicBezTo>
                <a:cubicBezTo>
                  <a:pt x="410365" y="19488"/>
                  <a:pt x="405407" y="17114"/>
                  <a:pt x="399587" y="17114"/>
                </a:cubicBezTo>
                <a:cubicBezTo>
                  <a:pt x="394304" y="17114"/>
                  <a:pt x="389882" y="18684"/>
                  <a:pt x="386321" y="21824"/>
                </a:cubicBezTo>
                <a:cubicBezTo>
                  <a:pt x="382760" y="24963"/>
                  <a:pt x="379889" y="29481"/>
                  <a:pt x="377706" y="35377"/>
                </a:cubicBezTo>
                <a:cubicBezTo>
                  <a:pt x="375524" y="41273"/>
                  <a:pt x="373973" y="48452"/>
                  <a:pt x="373055" y="56913"/>
                </a:cubicBezTo>
                <a:cubicBezTo>
                  <a:pt x="372136" y="65375"/>
                  <a:pt x="371676" y="74927"/>
                  <a:pt x="371676" y="85571"/>
                </a:cubicBezTo>
                <a:close/>
                <a:moveTo>
                  <a:pt x="500401" y="139326"/>
                </a:moveTo>
                <a:cubicBezTo>
                  <a:pt x="501473" y="144686"/>
                  <a:pt x="502009" y="149970"/>
                  <a:pt x="502009" y="155177"/>
                </a:cubicBezTo>
                <a:cubicBezTo>
                  <a:pt x="502009" y="160537"/>
                  <a:pt x="501090" y="165438"/>
                  <a:pt x="499253" y="169879"/>
                </a:cubicBezTo>
                <a:cubicBezTo>
                  <a:pt x="497415" y="174320"/>
                  <a:pt x="494486" y="178742"/>
                  <a:pt x="490466" y="183145"/>
                </a:cubicBezTo>
                <a:cubicBezTo>
                  <a:pt x="486446" y="187548"/>
                  <a:pt x="480913" y="192392"/>
                  <a:pt x="473868" y="197675"/>
                </a:cubicBezTo>
                <a:lnTo>
                  <a:pt x="467666" y="190669"/>
                </a:lnTo>
                <a:cubicBezTo>
                  <a:pt x="471571" y="186993"/>
                  <a:pt x="474404" y="183681"/>
                  <a:pt x="476166" y="180733"/>
                </a:cubicBezTo>
                <a:cubicBezTo>
                  <a:pt x="477927" y="177785"/>
                  <a:pt x="479190" y="174435"/>
                  <a:pt x="479956" y="170683"/>
                </a:cubicBezTo>
                <a:cubicBezTo>
                  <a:pt x="480722" y="166931"/>
                  <a:pt x="481105" y="162221"/>
                  <a:pt x="481105" y="156555"/>
                </a:cubicBezTo>
                <a:cubicBezTo>
                  <a:pt x="481105" y="150735"/>
                  <a:pt x="480837" y="144992"/>
                  <a:pt x="480301" y="139326"/>
                </a:cubicBezTo>
                <a:lnTo>
                  <a:pt x="500401" y="139326"/>
                </a:lnTo>
                <a:close/>
                <a:moveTo>
                  <a:pt x="596643" y="132549"/>
                </a:moveTo>
                <a:cubicBezTo>
                  <a:pt x="595647" y="137067"/>
                  <a:pt x="594996" y="140647"/>
                  <a:pt x="594690" y="143289"/>
                </a:cubicBezTo>
                <a:cubicBezTo>
                  <a:pt x="594384" y="145930"/>
                  <a:pt x="594231" y="148323"/>
                  <a:pt x="594231" y="150467"/>
                </a:cubicBezTo>
                <a:cubicBezTo>
                  <a:pt x="594231" y="153913"/>
                  <a:pt x="595092" y="156344"/>
                  <a:pt x="596815" y="157761"/>
                </a:cubicBezTo>
                <a:cubicBezTo>
                  <a:pt x="598538" y="159178"/>
                  <a:pt x="601429" y="160039"/>
                  <a:pt x="605487" y="160345"/>
                </a:cubicBezTo>
                <a:lnTo>
                  <a:pt x="604223" y="165974"/>
                </a:lnTo>
                <a:lnTo>
                  <a:pt x="558279" y="165974"/>
                </a:lnTo>
                <a:lnTo>
                  <a:pt x="559543" y="160345"/>
                </a:lnTo>
                <a:cubicBezTo>
                  <a:pt x="562452" y="159886"/>
                  <a:pt x="564635" y="159139"/>
                  <a:pt x="566090" y="158106"/>
                </a:cubicBezTo>
                <a:cubicBezTo>
                  <a:pt x="567545" y="157072"/>
                  <a:pt x="568770" y="155636"/>
                  <a:pt x="569765" y="153798"/>
                </a:cubicBezTo>
                <a:cubicBezTo>
                  <a:pt x="570761" y="151961"/>
                  <a:pt x="571680" y="149721"/>
                  <a:pt x="572522" y="147079"/>
                </a:cubicBezTo>
                <a:cubicBezTo>
                  <a:pt x="573364" y="144437"/>
                  <a:pt x="574628" y="139326"/>
                  <a:pt x="576312" y="131745"/>
                </a:cubicBezTo>
                <a:lnTo>
                  <a:pt x="595839" y="43302"/>
                </a:lnTo>
                <a:cubicBezTo>
                  <a:pt x="597523" y="35645"/>
                  <a:pt x="598366" y="29481"/>
                  <a:pt x="598366" y="24810"/>
                </a:cubicBezTo>
                <a:cubicBezTo>
                  <a:pt x="598366" y="21211"/>
                  <a:pt x="597466" y="18703"/>
                  <a:pt x="595666" y="17287"/>
                </a:cubicBezTo>
                <a:cubicBezTo>
                  <a:pt x="593867" y="15870"/>
                  <a:pt x="591015" y="15047"/>
                  <a:pt x="587109" y="14817"/>
                </a:cubicBezTo>
                <a:lnTo>
                  <a:pt x="588373" y="9189"/>
                </a:lnTo>
                <a:lnTo>
                  <a:pt x="634317" y="9189"/>
                </a:lnTo>
                <a:lnTo>
                  <a:pt x="633053" y="14817"/>
                </a:lnTo>
                <a:cubicBezTo>
                  <a:pt x="630144" y="15430"/>
                  <a:pt x="628057" y="16119"/>
                  <a:pt x="626794" y="16885"/>
                </a:cubicBezTo>
                <a:cubicBezTo>
                  <a:pt x="625530" y="17650"/>
                  <a:pt x="624401" y="18799"/>
                  <a:pt x="623405" y="20330"/>
                </a:cubicBezTo>
                <a:cubicBezTo>
                  <a:pt x="622410" y="21862"/>
                  <a:pt x="621376" y="24255"/>
                  <a:pt x="620304" y="27509"/>
                </a:cubicBezTo>
                <a:cubicBezTo>
                  <a:pt x="619232" y="30764"/>
                  <a:pt x="617892" y="36066"/>
                  <a:pt x="616284" y="43417"/>
                </a:cubicBezTo>
                <a:lnTo>
                  <a:pt x="596643" y="132549"/>
                </a:lnTo>
                <a:close/>
                <a:moveTo>
                  <a:pt x="705479" y="107854"/>
                </a:moveTo>
                <a:cubicBezTo>
                  <a:pt x="705479" y="81972"/>
                  <a:pt x="701191" y="60474"/>
                  <a:pt x="692615" y="43360"/>
                </a:cubicBezTo>
                <a:cubicBezTo>
                  <a:pt x="684038" y="26246"/>
                  <a:pt x="670753" y="14740"/>
                  <a:pt x="652758" y="8844"/>
                </a:cubicBezTo>
                <a:lnTo>
                  <a:pt x="655859" y="0"/>
                </a:lnTo>
                <a:cubicBezTo>
                  <a:pt x="678219" y="5896"/>
                  <a:pt x="695390" y="18627"/>
                  <a:pt x="707374" y="38191"/>
                </a:cubicBezTo>
                <a:cubicBezTo>
                  <a:pt x="719358" y="57756"/>
                  <a:pt x="725350" y="81360"/>
                  <a:pt x="725350" y="109003"/>
                </a:cubicBezTo>
                <a:cubicBezTo>
                  <a:pt x="725350" y="136722"/>
                  <a:pt x="719377" y="160326"/>
                  <a:pt x="707432" y="179814"/>
                </a:cubicBezTo>
                <a:cubicBezTo>
                  <a:pt x="695486" y="199302"/>
                  <a:pt x="678295" y="211994"/>
                  <a:pt x="655859" y="217891"/>
                </a:cubicBezTo>
                <a:lnTo>
                  <a:pt x="653102" y="209046"/>
                </a:lnTo>
                <a:cubicBezTo>
                  <a:pt x="670791" y="203150"/>
                  <a:pt x="683943" y="191511"/>
                  <a:pt x="692557" y="174129"/>
                </a:cubicBezTo>
                <a:cubicBezTo>
                  <a:pt x="701172" y="156746"/>
                  <a:pt x="705479" y="134655"/>
                  <a:pt x="705479" y="1078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𝑍">
            <a:extLst xmlns:a="http://schemas.openxmlformats.org/drawingml/2006/main">
              <a:ext uri="{FF2B5EF4-FFF2-40B4-BE49-F238E27FC236}">
                <a16:creationId xmlns:a16="http://schemas.microsoft.com/office/drawing/2014/main" id="{20FC4E99-CA62-4A22-8B2B-329952E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528" y="3382384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1">
            <a:extLst xmlns:a="http://schemas.openxmlformats.org/drawingml/2006/main">
              <a:ext uri="{FF2B5EF4-FFF2-40B4-BE49-F238E27FC236}">
                <a16:creationId xmlns:a16="http://schemas.microsoft.com/office/drawing/2014/main" id="{D010A8F0-E674-4BF5-B227-4B8D9909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69" y="3484073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inv">
            <a:extLst xmlns:a="http://schemas.openxmlformats.org/drawingml/2006/main">
              <a:ext uri="{FF2B5EF4-FFF2-40B4-BE49-F238E27FC236}">
                <a16:creationId xmlns:a16="http://schemas.microsoft.com/office/drawing/2014/main" id="{40623F99-EE8D-489B-97DF-C343CD5F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01" y="3329788"/>
            <a:ext cx="251916" cy="119549"/>
          </a:xfrm>
          <a:custGeom xmlns:a="http://schemas.openxmlformats.org/drawingml/2006/main">
            <a:pathLst>
              <a:path w="251916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5" y="118709"/>
                </a:moveTo>
                <a:lnTo>
                  <a:pt x="109856" y="118709"/>
                </a:lnTo>
                <a:lnTo>
                  <a:pt x="109856" y="113336"/>
                </a:lnTo>
                <a:cubicBezTo>
                  <a:pt x="112151" y="112553"/>
                  <a:pt x="113956" y="111923"/>
                  <a:pt x="115271" y="111447"/>
                </a:cubicBezTo>
                <a:cubicBezTo>
                  <a:pt x="116586" y="110971"/>
                  <a:pt x="117580" y="110272"/>
                  <a:pt x="118251" y="109348"/>
                </a:cubicBezTo>
                <a:cubicBezTo>
                  <a:pt x="118923" y="108425"/>
                  <a:pt x="119357" y="107096"/>
                  <a:pt x="119553" y="105361"/>
                </a:cubicBezTo>
                <a:cubicBezTo>
                  <a:pt x="119749" y="103626"/>
                  <a:pt x="119846" y="101079"/>
                  <a:pt x="119846" y="97721"/>
                </a:cubicBezTo>
                <a:lnTo>
                  <a:pt x="119846" y="74382"/>
                </a:lnTo>
                <a:cubicBezTo>
                  <a:pt x="119846" y="68393"/>
                  <a:pt x="119595" y="63468"/>
                  <a:pt x="119091" y="59606"/>
                </a:cubicBezTo>
                <a:cubicBezTo>
                  <a:pt x="118587" y="55745"/>
                  <a:pt x="117734" y="52708"/>
                  <a:pt x="116530" y="50498"/>
                </a:cubicBezTo>
                <a:cubicBezTo>
                  <a:pt x="115327" y="48287"/>
                  <a:pt x="113732" y="46748"/>
                  <a:pt x="111745" y="45880"/>
                </a:cubicBezTo>
                <a:cubicBezTo>
                  <a:pt x="109758" y="45013"/>
                  <a:pt x="107310" y="44579"/>
                  <a:pt x="104399" y="44579"/>
                </a:cubicBezTo>
                <a:cubicBezTo>
                  <a:pt x="101937" y="44579"/>
                  <a:pt x="99460" y="45195"/>
                  <a:pt x="96969" y="46426"/>
                </a:cubicBezTo>
                <a:cubicBezTo>
                  <a:pt x="94479" y="47657"/>
                  <a:pt x="92240" y="49182"/>
                  <a:pt x="90253" y="51001"/>
                </a:cubicBezTo>
                <a:cubicBezTo>
                  <a:pt x="88266" y="52820"/>
                  <a:pt x="86643" y="54807"/>
                  <a:pt x="85384" y="56962"/>
                </a:cubicBezTo>
                <a:cubicBezTo>
                  <a:pt x="84125" y="59117"/>
                  <a:pt x="83495" y="61118"/>
                  <a:pt x="83495" y="62965"/>
                </a:cubicBezTo>
                <a:lnTo>
                  <a:pt x="83495" y="97301"/>
                </a:lnTo>
                <a:cubicBezTo>
                  <a:pt x="83495" y="100715"/>
                  <a:pt x="83579" y="103318"/>
                  <a:pt x="83747" y="105109"/>
                </a:cubicBezTo>
                <a:cubicBezTo>
                  <a:pt x="83915" y="106900"/>
                  <a:pt x="84348" y="108285"/>
                  <a:pt x="85048" y="109264"/>
                </a:cubicBezTo>
                <a:cubicBezTo>
                  <a:pt x="85748" y="110244"/>
                  <a:pt x="86783" y="110971"/>
                  <a:pt x="88154" y="111447"/>
                </a:cubicBezTo>
                <a:cubicBezTo>
                  <a:pt x="89526" y="111923"/>
                  <a:pt x="91414" y="112553"/>
                  <a:pt x="93821" y="113336"/>
                </a:cubicBezTo>
                <a:lnTo>
                  <a:pt x="93821" y="118709"/>
                </a:lnTo>
                <a:lnTo>
                  <a:pt x="56966" y="118709"/>
                </a:lnTo>
                <a:lnTo>
                  <a:pt x="56966" y="113336"/>
                </a:lnTo>
                <a:cubicBezTo>
                  <a:pt x="59205" y="112553"/>
                  <a:pt x="60982" y="111937"/>
                  <a:pt x="62297" y="111489"/>
                </a:cubicBezTo>
                <a:cubicBezTo>
                  <a:pt x="63612" y="111041"/>
                  <a:pt x="64606" y="110356"/>
                  <a:pt x="65277" y="109432"/>
                </a:cubicBezTo>
                <a:cubicBezTo>
                  <a:pt x="65949" y="108509"/>
                  <a:pt x="66383" y="107152"/>
                  <a:pt x="66578" y="105361"/>
                </a:cubicBezTo>
                <a:cubicBezTo>
                  <a:pt x="66774" y="103570"/>
                  <a:pt x="66872" y="100967"/>
                  <a:pt x="66872" y="97553"/>
                </a:cubicBezTo>
                <a:lnTo>
                  <a:pt x="66872" y="58011"/>
                </a:lnTo>
                <a:cubicBezTo>
                  <a:pt x="66872" y="56052"/>
                  <a:pt x="66830" y="54387"/>
                  <a:pt x="66746" y="53016"/>
                </a:cubicBezTo>
                <a:cubicBezTo>
                  <a:pt x="66662" y="51645"/>
                  <a:pt x="66564" y="50484"/>
                  <a:pt x="66453" y="49532"/>
                </a:cubicBezTo>
                <a:cubicBezTo>
                  <a:pt x="66341" y="48189"/>
                  <a:pt x="66145" y="47055"/>
                  <a:pt x="65865" y="46132"/>
                </a:cubicBezTo>
                <a:cubicBezTo>
                  <a:pt x="65585" y="45209"/>
                  <a:pt x="65067" y="44397"/>
                  <a:pt x="64312" y="43697"/>
                </a:cubicBezTo>
                <a:cubicBezTo>
                  <a:pt x="63556" y="42998"/>
                  <a:pt x="62493" y="42396"/>
                  <a:pt x="61122" y="41892"/>
                </a:cubicBezTo>
                <a:cubicBezTo>
                  <a:pt x="59750" y="41389"/>
                  <a:pt x="57945" y="40913"/>
                  <a:pt x="55707" y="40465"/>
                </a:cubicBezTo>
                <a:lnTo>
                  <a:pt x="55707" y="34756"/>
                </a:lnTo>
                <a:lnTo>
                  <a:pt x="77702" y="33833"/>
                </a:lnTo>
                <a:lnTo>
                  <a:pt x="83663" y="33833"/>
                </a:lnTo>
                <a:cubicBezTo>
                  <a:pt x="83495" y="36240"/>
                  <a:pt x="83299" y="38604"/>
                  <a:pt x="83075" y="40927"/>
                </a:cubicBezTo>
                <a:cubicBezTo>
                  <a:pt x="82851" y="43250"/>
                  <a:pt x="82655" y="45586"/>
                  <a:pt x="82488" y="47937"/>
                </a:cubicBezTo>
                <a:cubicBezTo>
                  <a:pt x="82655" y="48049"/>
                  <a:pt x="82823" y="48105"/>
                  <a:pt x="82991" y="48105"/>
                </a:cubicBezTo>
                <a:cubicBezTo>
                  <a:pt x="83159" y="48105"/>
                  <a:pt x="83327" y="48161"/>
                  <a:pt x="83495" y="48273"/>
                </a:cubicBezTo>
                <a:cubicBezTo>
                  <a:pt x="86237" y="45474"/>
                  <a:pt x="88812" y="43110"/>
                  <a:pt x="91219" y="41179"/>
                </a:cubicBezTo>
                <a:cubicBezTo>
                  <a:pt x="93625" y="39248"/>
                  <a:pt x="95948" y="37667"/>
                  <a:pt x="98187" y="36435"/>
                </a:cubicBezTo>
                <a:cubicBezTo>
                  <a:pt x="100425" y="35204"/>
                  <a:pt x="102650" y="34323"/>
                  <a:pt x="104861" y="33791"/>
                </a:cubicBezTo>
                <a:cubicBezTo>
                  <a:pt x="107072" y="33259"/>
                  <a:pt x="109352" y="32993"/>
                  <a:pt x="111703" y="32993"/>
                </a:cubicBezTo>
                <a:cubicBezTo>
                  <a:pt x="115845" y="32993"/>
                  <a:pt x="119469" y="33539"/>
                  <a:pt x="122575" y="34630"/>
                </a:cubicBezTo>
                <a:cubicBezTo>
                  <a:pt x="125681" y="35722"/>
                  <a:pt x="128270" y="37471"/>
                  <a:pt x="130341" y="39878"/>
                </a:cubicBezTo>
                <a:cubicBezTo>
                  <a:pt x="132411" y="42284"/>
                  <a:pt x="133964" y="45362"/>
                  <a:pt x="135000" y="49112"/>
                </a:cubicBezTo>
                <a:cubicBezTo>
                  <a:pt x="136035" y="52862"/>
                  <a:pt x="136553" y="57368"/>
                  <a:pt x="136553" y="62629"/>
                </a:cubicBezTo>
                <a:lnTo>
                  <a:pt x="136553" y="97301"/>
                </a:lnTo>
                <a:cubicBezTo>
                  <a:pt x="136553" y="100603"/>
                  <a:pt x="136581" y="103150"/>
                  <a:pt x="136637" y="104941"/>
                </a:cubicBezTo>
                <a:cubicBezTo>
                  <a:pt x="136693" y="106732"/>
                  <a:pt x="137029" y="108117"/>
                  <a:pt x="137644" y="109097"/>
                </a:cubicBezTo>
                <a:cubicBezTo>
                  <a:pt x="138260" y="110076"/>
                  <a:pt x="139268" y="110846"/>
                  <a:pt x="140667" y="111405"/>
                </a:cubicBezTo>
                <a:cubicBezTo>
                  <a:pt x="142066" y="111965"/>
                  <a:pt x="144109" y="112609"/>
                  <a:pt x="146795" y="113336"/>
                </a:cubicBezTo>
                <a:lnTo>
                  <a:pt x="146795" y="118709"/>
                </a:lnTo>
                <a:close/>
                <a:moveTo>
                  <a:pt x="196591" y="34756"/>
                </a:moveTo>
                <a:lnTo>
                  <a:pt x="196591" y="40129"/>
                </a:lnTo>
                <a:cubicBezTo>
                  <a:pt x="193121" y="40801"/>
                  <a:pt x="190658" y="41613"/>
                  <a:pt x="189203" y="42564"/>
                </a:cubicBezTo>
                <a:cubicBezTo>
                  <a:pt x="187748" y="43515"/>
                  <a:pt x="187020" y="45027"/>
                  <a:pt x="187020" y="47097"/>
                </a:cubicBezTo>
                <a:cubicBezTo>
                  <a:pt x="187020" y="48553"/>
                  <a:pt x="187230" y="50092"/>
                  <a:pt x="187650" y="51715"/>
                </a:cubicBezTo>
                <a:cubicBezTo>
                  <a:pt x="188070" y="53338"/>
                  <a:pt x="188727" y="55325"/>
                  <a:pt x="189623" y="57675"/>
                </a:cubicBezTo>
                <a:cubicBezTo>
                  <a:pt x="192253" y="64895"/>
                  <a:pt x="194856" y="72073"/>
                  <a:pt x="197431" y="79209"/>
                </a:cubicBezTo>
                <a:cubicBezTo>
                  <a:pt x="200005" y="86345"/>
                  <a:pt x="202608" y="93551"/>
                  <a:pt x="205238" y="100827"/>
                </a:cubicBezTo>
                <a:cubicBezTo>
                  <a:pt x="208316" y="93887"/>
                  <a:pt x="211353" y="87031"/>
                  <a:pt x="214347" y="80259"/>
                </a:cubicBezTo>
                <a:cubicBezTo>
                  <a:pt x="217341" y="73487"/>
                  <a:pt x="220434" y="66630"/>
                  <a:pt x="223624" y="59690"/>
                </a:cubicBezTo>
                <a:cubicBezTo>
                  <a:pt x="224743" y="57060"/>
                  <a:pt x="225583" y="54807"/>
                  <a:pt x="226142" y="52932"/>
                </a:cubicBezTo>
                <a:cubicBezTo>
                  <a:pt x="226702" y="51057"/>
                  <a:pt x="226982" y="49336"/>
                  <a:pt x="226982" y="47769"/>
                </a:cubicBezTo>
                <a:cubicBezTo>
                  <a:pt x="226982" y="45586"/>
                  <a:pt x="226198" y="43893"/>
                  <a:pt x="224631" y="42690"/>
                </a:cubicBezTo>
                <a:cubicBezTo>
                  <a:pt x="223064" y="41487"/>
                  <a:pt x="220517" y="40633"/>
                  <a:pt x="216991" y="40129"/>
                </a:cubicBezTo>
                <a:lnTo>
                  <a:pt x="216991" y="34756"/>
                </a:lnTo>
                <a:lnTo>
                  <a:pt x="251916" y="34756"/>
                </a:lnTo>
                <a:lnTo>
                  <a:pt x="251916" y="40129"/>
                </a:lnTo>
                <a:cubicBezTo>
                  <a:pt x="250237" y="40577"/>
                  <a:pt x="248810" y="41039"/>
                  <a:pt x="247634" y="41515"/>
                </a:cubicBezTo>
                <a:cubicBezTo>
                  <a:pt x="246459" y="41990"/>
                  <a:pt x="245367" y="42732"/>
                  <a:pt x="244360" y="43739"/>
                </a:cubicBezTo>
                <a:cubicBezTo>
                  <a:pt x="243353" y="44747"/>
                  <a:pt x="242331" y="46118"/>
                  <a:pt x="241296" y="47853"/>
                </a:cubicBezTo>
                <a:cubicBezTo>
                  <a:pt x="240260" y="49588"/>
                  <a:pt x="239071" y="51911"/>
                  <a:pt x="237728" y="54821"/>
                </a:cubicBezTo>
                <a:cubicBezTo>
                  <a:pt x="232579" y="65735"/>
                  <a:pt x="227500" y="76523"/>
                  <a:pt x="222490" y="87185"/>
                </a:cubicBezTo>
                <a:cubicBezTo>
                  <a:pt x="217481" y="97847"/>
                  <a:pt x="212430" y="108635"/>
                  <a:pt x="207337" y="119549"/>
                </a:cubicBezTo>
                <a:lnTo>
                  <a:pt x="195667" y="119549"/>
                </a:lnTo>
                <a:cubicBezTo>
                  <a:pt x="191582" y="108635"/>
                  <a:pt x="187510" y="97819"/>
                  <a:pt x="183452" y="87101"/>
                </a:cubicBezTo>
                <a:cubicBezTo>
                  <a:pt x="179395" y="76383"/>
                  <a:pt x="175323" y="65567"/>
                  <a:pt x="171237" y="54653"/>
                </a:cubicBezTo>
                <a:cubicBezTo>
                  <a:pt x="170006" y="51743"/>
                  <a:pt x="168957" y="49406"/>
                  <a:pt x="168089" y="47643"/>
                </a:cubicBezTo>
                <a:cubicBezTo>
                  <a:pt x="167222" y="45880"/>
                  <a:pt x="166340" y="44509"/>
                  <a:pt x="165445" y="43529"/>
                </a:cubicBezTo>
                <a:cubicBezTo>
                  <a:pt x="164549" y="42550"/>
                  <a:pt x="163542" y="41836"/>
                  <a:pt x="162422" y="41389"/>
                </a:cubicBezTo>
                <a:cubicBezTo>
                  <a:pt x="161303" y="40941"/>
                  <a:pt x="159876" y="40521"/>
                  <a:pt x="158141" y="40129"/>
                </a:cubicBezTo>
                <a:lnTo>
                  <a:pt x="158141" y="34756"/>
                </a:lnTo>
                <a:lnTo>
                  <a:pt x="196591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𝑍">
            <a:extLst xmlns:a="http://schemas.openxmlformats.org/drawingml/2006/main">
              <a:ext uri="{FF2B5EF4-FFF2-40B4-BE49-F238E27FC236}">
                <a16:creationId xmlns:a16="http://schemas.microsoft.com/office/drawing/2014/main" id="{1BC45EC8-A380-4767-B15B-5D19EE29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286" y="3317196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0">
            <a:extLst xmlns:a="http://schemas.openxmlformats.org/drawingml/2006/main">
              <a:ext uri="{FF2B5EF4-FFF2-40B4-BE49-F238E27FC236}">
                <a16:creationId xmlns:a16="http://schemas.microsoft.com/office/drawing/2014/main" id="{68299A7D-C4D8-42A2-96A8-077C75D8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813" y="3418296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inv">
            <a:extLst xmlns:a="http://schemas.openxmlformats.org/drawingml/2006/main">
              <a:ext uri="{FF2B5EF4-FFF2-40B4-BE49-F238E27FC236}">
                <a16:creationId xmlns:a16="http://schemas.microsoft.com/office/drawing/2014/main" id="{E39781E4-BC3E-4166-BBBC-8F7E567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960" y="3264171"/>
            <a:ext cx="251917" cy="119549"/>
          </a:xfrm>
          <a:custGeom xmlns:a="http://schemas.openxmlformats.org/drawingml/2006/main">
            <a:pathLst>
              <a:path w="251917" h="119549">
                <a:moveTo>
                  <a:pt x="28292" y="0"/>
                </a:moveTo>
                <a:lnTo>
                  <a:pt x="28292" y="18050"/>
                </a:lnTo>
                <a:lnTo>
                  <a:pt x="10578" y="18050"/>
                </a:lnTo>
                <a:lnTo>
                  <a:pt x="10578" y="0"/>
                </a:lnTo>
                <a:lnTo>
                  <a:pt x="28292" y="0"/>
                </a:lnTo>
                <a:moveTo>
                  <a:pt x="1259" y="113336"/>
                </a:moveTo>
                <a:cubicBezTo>
                  <a:pt x="3498" y="112553"/>
                  <a:pt x="5275" y="111937"/>
                  <a:pt x="6590" y="111489"/>
                </a:cubicBezTo>
                <a:cubicBezTo>
                  <a:pt x="7906" y="111041"/>
                  <a:pt x="8899" y="110356"/>
                  <a:pt x="9571" y="109432"/>
                </a:cubicBezTo>
                <a:cubicBezTo>
                  <a:pt x="10242" y="108509"/>
                  <a:pt x="10676" y="107152"/>
                  <a:pt x="10872" y="105361"/>
                </a:cubicBezTo>
                <a:cubicBezTo>
                  <a:pt x="11068" y="103570"/>
                  <a:pt x="11166" y="100967"/>
                  <a:pt x="11166" y="97553"/>
                </a:cubicBezTo>
                <a:lnTo>
                  <a:pt x="11166" y="58011"/>
                </a:lnTo>
                <a:cubicBezTo>
                  <a:pt x="11166" y="56052"/>
                  <a:pt x="11124" y="54387"/>
                  <a:pt x="11040" y="53016"/>
                </a:cubicBezTo>
                <a:cubicBezTo>
                  <a:pt x="10956" y="51645"/>
                  <a:pt x="10858" y="50484"/>
                  <a:pt x="10746" y="49532"/>
                </a:cubicBezTo>
                <a:cubicBezTo>
                  <a:pt x="10634" y="48189"/>
                  <a:pt x="10438" y="47055"/>
                  <a:pt x="10158" y="46132"/>
                </a:cubicBezTo>
                <a:cubicBezTo>
                  <a:pt x="9878" y="45209"/>
                  <a:pt x="9361" y="44397"/>
                  <a:pt x="8605" y="43697"/>
                </a:cubicBezTo>
                <a:cubicBezTo>
                  <a:pt x="7850" y="42998"/>
                  <a:pt x="6786" y="42396"/>
                  <a:pt x="5415" y="41892"/>
                </a:cubicBezTo>
                <a:cubicBezTo>
                  <a:pt x="4044" y="41389"/>
                  <a:pt x="2239" y="40913"/>
                  <a:pt x="0" y="40465"/>
                </a:cubicBezTo>
                <a:lnTo>
                  <a:pt x="0" y="34756"/>
                </a:lnTo>
                <a:lnTo>
                  <a:pt x="21744" y="33833"/>
                </a:lnTo>
                <a:lnTo>
                  <a:pt x="27788" y="33833"/>
                </a:lnTo>
                <a:lnTo>
                  <a:pt x="27788" y="97301"/>
                </a:lnTo>
                <a:cubicBezTo>
                  <a:pt x="27788" y="100715"/>
                  <a:pt x="27872" y="103318"/>
                  <a:pt x="28040" y="105109"/>
                </a:cubicBezTo>
                <a:cubicBezTo>
                  <a:pt x="28208" y="106900"/>
                  <a:pt x="28642" y="108285"/>
                  <a:pt x="29341" y="109264"/>
                </a:cubicBezTo>
                <a:cubicBezTo>
                  <a:pt x="30041" y="110244"/>
                  <a:pt x="31076" y="110971"/>
                  <a:pt x="32448" y="111447"/>
                </a:cubicBezTo>
                <a:cubicBezTo>
                  <a:pt x="33819" y="111923"/>
                  <a:pt x="35708" y="112553"/>
                  <a:pt x="38115" y="113336"/>
                </a:cubicBezTo>
                <a:lnTo>
                  <a:pt x="38115" y="118709"/>
                </a:lnTo>
                <a:lnTo>
                  <a:pt x="1259" y="118709"/>
                </a:lnTo>
                <a:lnTo>
                  <a:pt x="1259" y="113336"/>
                </a:lnTo>
                <a:close/>
                <a:moveTo>
                  <a:pt x="146796" y="118709"/>
                </a:moveTo>
                <a:lnTo>
                  <a:pt x="109857" y="118709"/>
                </a:lnTo>
                <a:lnTo>
                  <a:pt x="109857" y="113336"/>
                </a:lnTo>
                <a:cubicBezTo>
                  <a:pt x="112152" y="112553"/>
                  <a:pt x="113957" y="111923"/>
                  <a:pt x="115272" y="111447"/>
                </a:cubicBezTo>
                <a:cubicBezTo>
                  <a:pt x="116587" y="110971"/>
                  <a:pt x="117581" y="110272"/>
                  <a:pt x="118252" y="109348"/>
                </a:cubicBezTo>
                <a:cubicBezTo>
                  <a:pt x="118924" y="108425"/>
                  <a:pt x="119358" y="107096"/>
                  <a:pt x="119554" y="105361"/>
                </a:cubicBezTo>
                <a:cubicBezTo>
                  <a:pt x="119750" y="103626"/>
                  <a:pt x="119848" y="101079"/>
                  <a:pt x="119848" y="97721"/>
                </a:cubicBezTo>
                <a:lnTo>
                  <a:pt x="119848" y="74382"/>
                </a:lnTo>
                <a:cubicBezTo>
                  <a:pt x="119848" y="68393"/>
                  <a:pt x="119596" y="63468"/>
                  <a:pt x="119092" y="59606"/>
                </a:cubicBezTo>
                <a:cubicBezTo>
                  <a:pt x="118588" y="55745"/>
                  <a:pt x="117735" y="52708"/>
                  <a:pt x="116531" y="50498"/>
                </a:cubicBezTo>
                <a:cubicBezTo>
                  <a:pt x="115328" y="48287"/>
                  <a:pt x="113733" y="46748"/>
                  <a:pt x="111746" y="45880"/>
                </a:cubicBezTo>
                <a:cubicBezTo>
                  <a:pt x="109759" y="45013"/>
                  <a:pt x="107311" y="44579"/>
                  <a:pt x="104400" y="44579"/>
                </a:cubicBezTo>
                <a:cubicBezTo>
                  <a:pt x="101938" y="44579"/>
                  <a:pt x="99461" y="45195"/>
                  <a:pt x="96970" y="46426"/>
                </a:cubicBezTo>
                <a:cubicBezTo>
                  <a:pt x="94480" y="47657"/>
                  <a:pt x="92241" y="49182"/>
                  <a:pt x="90254" y="51001"/>
                </a:cubicBezTo>
                <a:cubicBezTo>
                  <a:pt x="88267" y="52820"/>
                  <a:pt x="86644" y="54807"/>
                  <a:pt x="85385" y="56962"/>
                </a:cubicBezTo>
                <a:cubicBezTo>
                  <a:pt x="84126" y="59117"/>
                  <a:pt x="83496" y="61118"/>
                  <a:pt x="83496" y="62965"/>
                </a:cubicBezTo>
                <a:lnTo>
                  <a:pt x="83496" y="97301"/>
                </a:lnTo>
                <a:cubicBezTo>
                  <a:pt x="83496" y="100715"/>
                  <a:pt x="83580" y="103318"/>
                  <a:pt x="83748" y="105109"/>
                </a:cubicBezTo>
                <a:cubicBezTo>
                  <a:pt x="83916" y="106900"/>
                  <a:pt x="84350" y="108285"/>
                  <a:pt x="85049" y="109264"/>
                </a:cubicBezTo>
                <a:cubicBezTo>
                  <a:pt x="85749" y="110244"/>
                  <a:pt x="86784" y="110971"/>
                  <a:pt x="88155" y="111447"/>
                </a:cubicBezTo>
                <a:cubicBezTo>
                  <a:pt x="89527" y="111923"/>
                  <a:pt x="91416" y="112553"/>
                  <a:pt x="93822" y="113336"/>
                </a:cubicBezTo>
                <a:lnTo>
                  <a:pt x="93822" y="118709"/>
                </a:lnTo>
                <a:lnTo>
                  <a:pt x="56967" y="118709"/>
                </a:lnTo>
                <a:lnTo>
                  <a:pt x="56967" y="113336"/>
                </a:lnTo>
                <a:cubicBezTo>
                  <a:pt x="59206" y="112553"/>
                  <a:pt x="60983" y="111937"/>
                  <a:pt x="62298" y="111489"/>
                </a:cubicBezTo>
                <a:cubicBezTo>
                  <a:pt x="63613" y="111041"/>
                  <a:pt x="64607" y="110356"/>
                  <a:pt x="65278" y="109432"/>
                </a:cubicBezTo>
                <a:cubicBezTo>
                  <a:pt x="65950" y="108509"/>
                  <a:pt x="66384" y="107152"/>
                  <a:pt x="66580" y="105361"/>
                </a:cubicBezTo>
                <a:cubicBezTo>
                  <a:pt x="66775" y="103570"/>
                  <a:pt x="66873" y="100967"/>
                  <a:pt x="66873" y="97553"/>
                </a:cubicBezTo>
                <a:lnTo>
                  <a:pt x="66873" y="58011"/>
                </a:lnTo>
                <a:cubicBezTo>
                  <a:pt x="66873" y="56052"/>
                  <a:pt x="66831" y="54387"/>
                  <a:pt x="66747" y="53016"/>
                </a:cubicBezTo>
                <a:cubicBezTo>
                  <a:pt x="66664" y="51645"/>
                  <a:pt x="66566" y="50484"/>
                  <a:pt x="66454" y="49532"/>
                </a:cubicBezTo>
                <a:cubicBezTo>
                  <a:pt x="66342" y="48189"/>
                  <a:pt x="66146" y="47055"/>
                  <a:pt x="65866" y="46132"/>
                </a:cubicBezTo>
                <a:cubicBezTo>
                  <a:pt x="65586" y="45209"/>
                  <a:pt x="65068" y="44397"/>
                  <a:pt x="64313" y="43697"/>
                </a:cubicBezTo>
                <a:cubicBezTo>
                  <a:pt x="63557" y="42998"/>
                  <a:pt x="62494" y="42396"/>
                  <a:pt x="61123" y="41892"/>
                </a:cubicBezTo>
                <a:cubicBezTo>
                  <a:pt x="59751" y="41389"/>
                  <a:pt x="57946" y="40913"/>
                  <a:pt x="55708" y="40465"/>
                </a:cubicBezTo>
                <a:lnTo>
                  <a:pt x="55708" y="34756"/>
                </a:lnTo>
                <a:lnTo>
                  <a:pt x="77703" y="33833"/>
                </a:lnTo>
                <a:lnTo>
                  <a:pt x="83664" y="33833"/>
                </a:lnTo>
                <a:cubicBezTo>
                  <a:pt x="83496" y="36240"/>
                  <a:pt x="83300" y="38604"/>
                  <a:pt x="83076" y="40927"/>
                </a:cubicBezTo>
                <a:cubicBezTo>
                  <a:pt x="82852" y="43250"/>
                  <a:pt x="82656" y="45586"/>
                  <a:pt x="82489" y="47937"/>
                </a:cubicBezTo>
                <a:cubicBezTo>
                  <a:pt x="82656" y="48049"/>
                  <a:pt x="82824" y="48105"/>
                  <a:pt x="82992" y="48105"/>
                </a:cubicBezTo>
                <a:cubicBezTo>
                  <a:pt x="83160" y="48105"/>
                  <a:pt x="83328" y="48161"/>
                  <a:pt x="83496" y="48273"/>
                </a:cubicBezTo>
                <a:cubicBezTo>
                  <a:pt x="86238" y="45474"/>
                  <a:pt x="88813" y="43110"/>
                  <a:pt x="91220" y="41179"/>
                </a:cubicBezTo>
                <a:cubicBezTo>
                  <a:pt x="93626" y="39248"/>
                  <a:pt x="95949" y="37667"/>
                  <a:pt x="98188" y="36435"/>
                </a:cubicBezTo>
                <a:cubicBezTo>
                  <a:pt x="100426" y="35204"/>
                  <a:pt x="102651" y="34323"/>
                  <a:pt x="104862" y="33791"/>
                </a:cubicBezTo>
                <a:cubicBezTo>
                  <a:pt x="107073" y="33259"/>
                  <a:pt x="109353" y="32993"/>
                  <a:pt x="111704" y="32993"/>
                </a:cubicBezTo>
                <a:cubicBezTo>
                  <a:pt x="115846" y="32993"/>
                  <a:pt x="119470" y="33539"/>
                  <a:pt x="122576" y="34630"/>
                </a:cubicBezTo>
                <a:cubicBezTo>
                  <a:pt x="125682" y="35722"/>
                  <a:pt x="128271" y="37471"/>
                  <a:pt x="130342" y="39878"/>
                </a:cubicBezTo>
                <a:cubicBezTo>
                  <a:pt x="132412" y="42284"/>
                  <a:pt x="133966" y="45362"/>
                  <a:pt x="135001" y="49112"/>
                </a:cubicBezTo>
                <a:cubicBezTo>
                  <a:pt x="136036" y="52862"/>
                  <a:pt x="136554" y="57368"/>
                  <a:pt x="136554" y="62629"/>
                </a:cubicBezTo>
                <a:lnTo>
                  <a:pt x="136554" y="97301"/>
                </a:lnTo>
                <a:cubicBezTo>
                  <a:pt x="136554" y="100603"/>
                  <a:pt x="136582" y="103150"/>
                  <a:pt x="136638" y="104941"/>
                </a:cubicBezTo>
                <a:cubicBezTo>
                  <a:pt x="136694" y="106732"/>
                  <a:pt x="137030" y="108117"/>
                  <a:pt x="137645" y="109097"/>
                </a:cubicBezTo>
                <a:cubicBezTo>
                  <a:pt x="138261" y="110076"/>
                  <a:pt x="139269" y="110846"/>
                  <a:pt x="140668" y="111405"/>
                </a:cubicBezTo>
                <a:cubicBezTo>
                  <a:pt x="142067" y="111965"/>
                  <a:pt x="144110" y="112609"/>
                  <a:pt x="146796" y="113336"/>
                </a:cubicBezTo>
                <a:lnTo>
                  <a:pt x="146796" y="118709"/>
                </a:lnTo>
                <a:close/>
                <a:moveTo>
                  <a:pt x="196592" y="34756"/>
                </a:moveTo>
                <a:lnTo>
                  <a:pt x="196592" y="40129"/>
                </a:lnTo>
                <a:cubicBezTo>
                  <a:pt x="193122" y="40801"/>
                  <a:pt x="190660" y="41613"/>
                  <a:pt x="189205" y="42564"/>
                </a:cubicBezTo>
                <a:cubicBezTo>
                  <a:pt x="187749" y="43515"/>
                  <a:pt x="187022" y="45027"/>
                  <a:pt x="187022" y="47097"/>
                </a:cubicBezTo>
                <a:cubicBezTo>
                  <a:pt x="187022" y="48553"/>
                  <a:pt x="187232" y="50092"/>
                  <a:pt x="187651" y="51715"/>
                </a:cubicBezTo>
                <a:cubicBezTo>
                  <a:pt x="188071" y="53338"/>
                  <a:pt x="188729" y="55325"/>
                  <a:pt x="189624" y="57675"/>
                </a:cubicBezTo>
                <a:cubicBezTo>
                  <a:pt x="192255" y="64895"/>
                  <a:pt x="194857" y="72073"/>
                  <a:pt x="197432" y="79209"/>
                </a:cubicBezTo>
                <a:cubicBezTo>
                  <a:pt x="200006" y="86345"/>
                  <a:pt x="202609" y="93551"/>
                  <a:pt x="205240" y="100827"/>
                </a:cubicBezTo>
                <a:cubicBezTo>
                  <a:pt x="208318" y="93887"/>
                  <a:pt x="211354" y="87031"/>
                  <a:pt x="214348" y="80259"/>
                </a:cubicBezTo>
                <a:cubicBezTo>
                  <a:pt x="217343" y="73487"/>
                  <a:pt x="220435" y="66630"/>
                  <a:pt x="223625" y="59690"/>
                </a:cubicBezTo>
                <a:cubicBezTo>
                  <a:pt x="224745" y="57060"/>
                  <a:pt x="225584" y="54807"/>
                  <a:pt x="226144" y="52932"/>
                </a:cubicBezTo>
                <a:cubicBezTo>
                  <a:pt x="226703" y="51057"/>
                  <a:pt x="226983" y="49336"/>
                  <a:pt x="226983" y="47769"/>
                </a:cubicBezTo>
                <a:cubicBezTo>
                  <a:pt x="226983" y="45586"/>
                  <a:pt x="226200" y="43893"/>
                  <a:pt x="224633" y="42690"/>
                </a:cubicBezTo>
                <a:cubicBezTo>
                  <a:pt x="223065" y="41487"/>
                  <a:pt x="220519" y="40633"/>
                  <a:pt x="216993" y="40129"/>
                </a:cubicBezTo>
                <a:lnTo>
                  <a:pt x="216993" y="34756"/>
                </a:lnTo>
                <a:lnTo>
                  <a:pt x="251917" y="34756"/>
                </a:lnTo>
                <a:lnTo>
                  <a:pt x="251917" y="40129"/>
                </a:lnTo>
                <a:cubicBezTo>
                  <a:pt x="250238" y="40577"/>
                  <a:pt x="248811" y="41039"/>
                  <a:pt x="247636" y="41515"/>
                </a:cubicBezTo>
                <a:cubicBezTo>
                  <a:pt x="246460" y="41990"/>
                  <a:pt x="245369" y="42732"/>
                  <a:pt x="244361" y="43739"/>
                </a:cubicBezTo>
                <a:cubicBezTo>
                  <a:pt x="243354" y="44747"/>
                  <a:pt x="242333" y="46118"/>
                  <a:pt x="241297" y="47853"/>
                </a:cubicBezTo>
                <a:cubicBezTo>
                  <a:pt x="240262" y="49588"/>
                  <a:pt x="239072" y="51911"/>
                  <a:pt x="237729" y="54821"/>
                </a:cubicBezTo>
                <a:cubicBezTo>
                  <a:pt x="232580" y="65735"/>
                  <a:pt x="227501" y="76523"/>
                  <a:pt x="222492" y="87185"/>
                </a:cubicBezTo>
                <a:cubicBezTo>
                  <a:pt x="217483" y="97847"/>
                  <a:pt x="212431" y="108635"/>
                  <a:pt x="207338" y="119549"/>
                </a:cubicBezTo>
                <a:lnTo>
                  <a:pt x="195669" y="119549"/>
                </a:lnTo>
                <a:cubicBezTo>
                  <a:pt x="191583" y="108635"/>
                  <a:pt x="187512" y="97819"/>
                  <a:pt x="183454" y="87101"/>
                </a:cubicBezTo>
                <a:cubicBezTo>
                  <a:pt x="179396" y="76383"/>
                  <a:pt x="175324" y="65567"/>
                  <a:pt x="171239" y="54653"/>
                </a:cubicBezTo>
                <a:cubicBezTo>
                  <a:pt x="170007" y="51743"/>
                  <a:pt x="168958" y="49406"/>
                  <a:pt x="168090" y="47643"/>
                </a:cubicBezTo>
                <a:cubicBezTo>
                  <a:pt x="167223" y="45880"/>
                  <a:pt x="166341" y="44509"/>
                  <a:pt x="165446" y="43529"/>
                </a:cubicBezTo>
                <a:cubicBezTo>
                  <a:pt x="164550" y="42550"/>
                  <a:pt x="163543" y="41836"/>
                  <a:pt x="162424" y="41389"/>
                </a:cubicBezTo>
                <a:cubicBezTo>
                  <a:pt x="161304" y="40941"/>
                  <a:pt x="159877" y="40521"/>
                  <a:pt x="158142" y="40129"/>
                </a:cubicBezTo>
                <a:lnTo>
                  <a:pt x="158142" y="34756"/>
                </a:lnTo>
                <a:lnTo>
                  <a:pt x="196592" y="347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8CC6A-A33B-4641-8ADA-89DA7397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429" y="3248725"/>
            <a:ext cx="657267" cy="148625"/>
          </a:xfrm>
          <a:custGeom xmlns:a="http://schemas.openxmlformats.org/drawingml/2006/main">
            <a:pathLst>
              <a:path w="657267" h="148625">
                <a:moveTo>
                  <a:pt x="3279" y="0"/>
                </a:moveTo>
                <a:lnTo>
                  <a:pt x="0" y="21100"/>
                </a:lnTo>
                <a:lnTo>
                  <a:pt x="549949" y="106358"/>
                </a:lnTo>
                <a:lnTo>
                  <a:pt x="543392" y="148625"/>
                </a:lnTo>
                <a:lnTo>
                  <a:pt x="657267" y="112164"/>
                </a:lnTo>
                <a:lnTo>
                  <a:pt x="559787" y="42948"/>
                </a:lnTo>
                <a:lnTo>
                  <a:pt x="553228" y="85224"/>
                </a:lnTo>
                <a:lnTo>
                  <a:pt x="3279" y="0"/>
                </a:lnTo>
                <a:close/>
              </a:path>
            </a:pathLst>
          </a:custGeom>
          <a:solidFill xmlns:a="http://schemas.openxmlformats.org/drawingml/2006/main">
            <a:srgbClr val="FF802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𝑍">
            <a:extLst xmlns:a="http://schemas.openxmlformats.org/drawingml/2006/main">
              <a:ext uri="{FF2B5EF4-FFF2-40B4-BE49-F238E27FC236}">
                <a16:creationId xmlns:a16="http://schemas.microsoft.com/office/drawing/2014/main" id="{4B35A5F5-3438-4468-BA75-FEE1925C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619" y="3366132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1">
            <a:extLst xmlns:a="http://schemas.openxmlformats.org/drawingml/2006/main">
              <a:ext uri="{FF2B5EF4-FFF2-40B4-BE49-F238E27FC236}">
                <a16:creationId xmlns:a16="http://schemas.microsoft.com/office/drawing/2014/main" id="{B057CE58-26EF-4119-A403-63C8489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861" y="3467392"/>
            <a:ext cx="71192" cy="108131"/>
          </a:xfrm>
          <a:custGeom xmlns:a="http://schemas.openxmlformats.org/drawingml/2006/main">
            <a:pathLst>
              <a:path w="71192" h="108131">
                <a:moveTo>
                  <a:pt x="46006" y="85968"/>
                </a:moveTo>
                <a:cubicBezTo>
                  <a:pt x="46006" y="87703"/>
                  <a:pt x="46062" y="89200"/>
                  <a:pt x="46174" y="90459"/>
                </a:cubicBezTo>
                <a:cubicBezTo>
                  <a:pt x="46286" y="91718"/>
                  <a:pt x="46468" y="92782"/>
                  <a:pt x="46720" y="93649"/>
                </a:cubicBezTo>
                <a:cubicBezTo>
                  <a:pt x="46972" y="94517"/>
                  <a:pt x="47307" y="95258"/>
                  <a:pt x="47727" y="95874"/>
                </a:cubicBezTo>
                <a:cubicBezTo>
                  <a:pt x="48147" y="96490"/>
                  <a:pt x="48637" y="97021"/>
                  <a:pt x="49196" y="97469"/>
                </a:cubicBezTo>
                <a:cubicBezTo>
                  <a:pt x="49868" y="98141"/>
                  <a:pt x="50763" y="98658"/>
                  <a:pt x="51883" y="99022"/>
                </a:cubicBezTo>
                <a:cubicBezTo>
                  <a:pt x="53002" y="99386"/>
                  <a:pt x="54429" y="99694"/>
                  <a:pt x="56164" y="99946"/>
                </a:cubicBezTo>
                <a:cubicBezTo>
                  <a:pt x="57899" y="100198"/>
                  <a:pt x="59984" y="100393"/>
                  <a:pt x="62419" y="100533"/>
                </a:cubicBezTo>
                <a:cubicBezTo>
                  <a:pt x="64853" y="100673"/>
                  <a:pt x="67778" y="100771"/>
                  <a:pt x="71192" y="100827"/>
                </a:cubicBezTo>
                <a:lnTo>
                  <a:pt x="71192" y="108131"/>
                </a:lnTo>
                <a:lnTo>
                  <a:pt x="4617" y="108131"/>
                </a:lnTo>
                <a:lnTo>
                  <a:pt x="4617" y="100827"/>
                </a:lnTo>
                <a:cubicBezTo>
                  <a:pt x="7920" y="100715"/>
                  <a:pt x="10718" y="100589"/>
                  <a:pt x="13013" y="100449"/>
                </a:cubicBezTo>
                <a:cubicBezTo>
                  <a:pt x="15307" y="100309"/>
                  <a:pt x="17266" y="100114"/>
                  <a:pt x="18889" y="99862"/>
                </a:cubicBezTo>
                <a:cubicBezTo>
                  <a:pt x="20512" y="99610"/>
                  <a:pt x="21814" y="99330"/>
                  <a:pt x="22793" y="99022"/>
                </a:cubicBezTo>
                <a:cubicBezTo>
                  <a:pt x="23773" y="98714"/>
                  <a:pt x="24626" y="98337"/>
                  <a:pt x="25354" y="97889"/>
                </a:cubicBezTo>
                <a:cubicBezTo>
                  <a:pt x="26137" y="97385"/>
                  <a:pt x="26809" y="96839"/>
                  <a:pt x="27369" y="96252"/>
                </a:cubicBezTo>
                <a:cubicBezTo>
                  <a:pt x="27928" y="95664"/>
                  <a:pt x="28376" y="94922"/>
                  <a:pt x="28712" y="94027"/>
                </a:cubicBezTo>
                <a:cubicBezTo>
                  <a:pt x="29048" y="93132"/>
                  <a:pt x="29313" y="92040"/>
                  <a:pt x="29509" y="90753"/>
                </a:cubicBezTo>
                <a:cubicBezTo>
                  <a:pt x="29705" y="89466"/>
                  <a:pt x="29803" y="87870"/>
                  <a:pt x="29803" y="85968"/>
                </a:cubicBezTo>
                <a:lnTo>
                  <a:pt x="29803" y="25773"/>
                </a:lnTo>
                <a:cubicBezTo>
                  <a:pt x="29803" y="23591"/>
                  <a:pt x="29383" y="22052"/>
                  <a:pt x="28544" y="21156"/>
                </a:cubicBezTo>
                <a:cubicBezTo>
                  <a:pt x="27704" y="20261"/>
                  <a:pt x="26501" y="19813"/>
                  <a:pt x="24934" y="19813"/>
                </a:cubicBezTo>
                <a:cubicBezTo>
                  <a:pt x="23199" y="19813"/>
                  <a:pt x="20624" y="20708"/>
                  <a:pt x="17210" y="22499"/>
                </a:cubicBezTo>
                <a:cubicBezTo>
                  <a:pt x="13796" y="24290"/>
                  <a:pt x="9375" y="26949"/>
                  <a:pt x="3946" y="30475"/>
                </a:cubicBezTo>
                <a:cubicBezTo>
                  <a:pt x="3218" y="29188"/>
                  <a:pt x="2547" y="27900"/>
                  <a:pt x="1931" y="26613"/>
                </a:cubicBezTo>
                <a:cubicBezTo>
                  <a:pt x="1315" y="25326"/>
                  <a:pt x="672" y="24010"/>
                  <a:pt x="0" y="22667"/>
                </a:cubicBezTo>
                <a:cubicBezTo>
                  <a:pt x="6940" y="18861"/>
                  <a:pt x="13810" y="15070"/>
                  <a:pt x="20610" y="11292"/>
                </a:cubicBezTo>
                <a:cubicBezTo>
                  <a:pt x="27411" y="7514"/>
                  <a:pt x="34309" y="3750"/>
                  <a:pt x="41305" y="0"/>
                </a:cubicBezTo>
                <a:lnTo>
                  <a:pt x="46426" y="0"/>
                </a:lnTo>
                <a:cubicBezTo>
                  <a:pt x="46314" y="3078"/>
                  <a:pt x="46230" y="5835"/>
                  <a:pt x="46174" y="8269"/>
                </a:cubicBezTo>
                <a:cubicBezTo>
                  <a:pt x="46118" y="10704"/>
                  <a:pt x="46076" y="13069"/>
                  <a:pt x="46048" y="15363"/>
                </a:cubicBezTo>
                <a:cubicBezTo>
                  <a:pt x="46020" y="17658"/>
                  <a:pt x="46006" y="19925"/>
                  <a:pt x="46006" y="22164"/>
                </a:cubicBezTo>
                <a:lnTo>
                  <a:pt x="46006" y="859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FE">
            <a:extLst xmlns:a="http://schemas.openxmlformats.org/drawingml/2006/main">
              <a:ext uri="{FF2B5EF4-FFF2-40B4-BE49-F238E27FC236}">
                <a16:creationId xmlns:a16="http://schemas.microsoft.com/office/drawing/2014/main" id="{9A658EFB-CC6B-42ED-840B-DA3AFE2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896" y="3318076"/>
            <a:ext cx="189187" cy="114595"/>
          </a:xfrm>
          <a:custGeom xmlns:a="http://schemas.openxmlformats.org/drawingml/2006/main">
            <a:pathLst>
              <a:path w="189187" h="114595">
                <a:moveTo>
                  <a:pt x="84205" y="0"/>
                </a:moveTo>
                <a:lnTo>
                  <a:pt x="84205" y="27201"/>
                </a:lnTo>
                <a:lnTo>
                  <a:pt x="74718" y="27201"/>
                </a:lnTo>
                <a:cubicBezTo>
                  <a:pt x="73543" y="23507"/>
                  <a:pt x="72409" y="20484"/>
                  <a:pt x="71318" y="18134"/>
                </a:cubicBezTo>
                <a:cubicBezTo>
                  <a:pt x="70226" y="15783"/>
                  <a:pt x="68981" y="13964"/>
                  <a:pt x="67582" y="12677"/>
                </a:cubicBezTo>
                <a:cubicBezTo>
                  <a:pt x="66183" y="11390"/>
                  <a:pt x="64504" y="10508"/>
                  <a:pt x="62545" y="10032"/>
                </a:cubicBezTo>
                <a:cubicBezTo>
                  <a:pt x="60586" y="9557"/>
                  <a:pt x="58151" y="9319"/>
                  <a:pt x="55241" y="9319"/>
                </a:cubicBezTo>
                <a:lnTo>
                  <a:pt x="28712" y="9319"/>
                </a:lnTo>
                <a:lnTo>
                  <a:pt x="28712" y="52386"/>
                </a:lnTo>
                <a:lnTo>
                  <a:pt x="47433" y="52386"/>
                </a:lnTo>
                <a:cubicBezTo>
                  <a:pt x="49392" y="52386"/>
                  <a:pt x="51029" y="52163"/>
                  <a:pt x="52344" y="51715"/>
                </a:cubicBezTo>
                <a:cubicBezTo>
                  <a:pt x="53660" y="51267"/>
                  <a:pt x="54779" y="50498"/>
                  <a:pt x="55703" y="49406"/>
                </a:cubicBezTo>
                <a:cubicBezTo>
                  <a:pt x="56626" y="48315"/>
                  <a:pt x="57410" y="46860"/>
                  <a:pt x="58053" y="45041"/>
                </a:cubicBezTo>
                <a:cubicBezTo>
                  <a:pt x="58697" y="43222"/>
                  <a:pt x="59271" y="40969"/>
                  <a:pt x="59774" y="38282"/>
                </a:cubicBezTo>
                <a:lnTo>
                  <a:pt x="69177" y="38282"/>
                </a:lnTo>
                <a:lnTo>
                  <a:pt x="69177" y="75138"/>
                </a:lnTo>
                <a:lnTo>
                  <a:pt x="59774" y="75138"/>
                </a:lnTo>
                <a:cubicBezTo>
                  <a:pt x="59159" y="72339"/>
                  <a:pt x="58529" y="70059"/>
                  <a:pt x="57885" y="68296"/>
                </a:cubicBezTo>
                <a:cubicBezTo>
                  <a:pt x="57242" y="66532"/>
                  <a:pt x="56458" y="65147"/>
                  <a:pt x="55535" y="64140"/>
                </a:cubicBezTo>
                <a:cubicBezTo>
                  <a:pt x="54611" y="63132"/>
                  <a:pt x="53506" y="62447"/>
                  <a:pt x="52219" y="62083"/>
                </a:cubicBezTo>
                <a:cubicBezTo>
                  <a:pt x="50931" y="61719"/>
                  <a:pt x="49336" y="61537"/>
                  <a:pt x="47433" y="61537"/>
                </a:cubicBezTo>
                <a:lnTo>
                  <a:pt x="28712" y="61537"/>
                </a:lnTo>
                <a:lnTo>
                  <a:pt x="28712" y="93020"/>
                </a:lnTo>
                <a:cubicBezTo>
                  <a:pt x="28712" y="96210"/>
                  <a:pt x="28866" y="98728"/>
                  <a:pt x="29174" y="100575"/>
                </a:cubicBezTo>
                <a:cubicBezTo>
                  <a:pt x="29481" y="102422"/>
                  <a:pt x="30111" y="103891"/>
                  <a:pt x="31062" y="104983"/>
                </a:cubicBezTo>
                <a:cubicBezTo>
                  <a:pt x="32014" y="106074"/>
                  <a:pt x="33329" y="106900"/>
                  <a:pt x="35008" y="107459"/>
                </a:cubicBezTo>
                <a:cubicBezTo>
                  <a:pt x="36687" y="108019"/>
                  <a:pt x="38926" y="108607"/>
                  <a:pt x="41724" y="109222"/>
                </a:cubicBezTo>
                <a:lnTo>
                  <a:pt x="41724" y="114595"/>
                </a:lnTo>
                <a:lnTo>
                  <a:pt x="0" y="114595"/>
                </a:lnTo>
                <a:lnTo>
                  <a:pt x="0" y="109222"/>
                </a:lnTo>
                <a:cubicBezTo>
                  <a:pt x="2686" y="108383"/>
                  <a:pt x="4757" y="107697"/>
                  <a:pt x="6212" y="107166"/>
                </a:cubicBezTo>
                <a:cubicBezTo>
                  <a:pt x="7668" y="106634"/>
                  <a:pt x="8731" y="105878"/>
                  <a:pt x="9403" y="104899"/>
                </a:cubicBezTo>
                <a:cubicBezTo>
                  <a:pt x="10074" y="103919"/>
                  <a:pt x="10452" y="102548"/>
                  <a:pt x="10536" y="100785"/>
                </a:cubicBezTo>
                <a:cubicBezTo>
                  <a:pt x="10620" y="99022"/>
                  <a:pt x="10662" y="96490"/>
                  <a:pt x="10662" y="93187"/>
                </a:cubicBezTo>
                <a:lnTo>
                  <a:pt x="10662" y="21408"/>
                </a:lnTo>
                <a:cubicBezTo>
                  <a:pt x="10662" y="17994"/>
                  <a:pt x="10592" y="15405"/>
                  <a:pt x="10452" y="13642"/>
                </a:cubicBezTo>
                <a:cubicBezTo>
                  <a:pt x="10312" y="11879"/>
                  <a:pt x="9906" y="10536"/>
                  <a:pt x="9235" y="9613"/>
                </a:cubicBezTo>
                <a:cubicBezTo>
                  <a:pt x="8563" y="8689"/>
                  <a:pt x="7514" y="7989"/>
                  <a:pt x="6087" y="7514"/>
                </a:cubicBezTo>
                <a:cubicBezTo>
                  <a:pt x="4659" y="7038"/>
                  <a:pt x="2631" y="6380"/>
                  <a:pt x="0" y="5541"/>
                </a:cubicBezTo>
                <a:lnTo>
                  <a:pt x="0" y="0"/>
                </a:lnTo>
                <a:lnTo>
                  <a:pt x="84205" y="0"/>
                </a:lnTo>
                <a:close/>
                <a:moveTo>
                  <a:pt x="188180" y="0"/>
                </a:moveTo>
                <a:lnTo>
                  <a:pt x="188180" y="27201"/>
                </a:lnTo>
                <a:lnTo>
                  <a:pt x="178525" y="27201"/>
                </a:lnTo>
                <a:cubicBezTo>
                  <a:pt x="177182" y="23507"/>
                  <a:pt x="175979" y="20498"/>
                  <a:pt x="174915" y="18176"/>
                </a:cubicBezTo>
                <a:cubicBezTo>
                  <a:pt x="173852" y="15853"/>
                  <a:pt x="172648" y="14034"/>
                  <a:pt x="171305" y="12719"/>
                </a:cubicBezTo>
                <a:cubicBezTo>
                  <a:pt x="169962" y="11404"/>
                  <a:pt x="168353" y="10508"/>
                  <a:pt x="166478" y="10032"/>
                </a:cubicBezTo>
                <a:cubicBezTo>
                  <a:pt x="164603" y="9557"/>
                  <a:pt x="162154" y="9319"/>
                  <a:pt x="159132" y="9319"/>
                </a:cubicBezTo>
                <a:lnTo>
                  <a:pt x="130504" y="9319"/>
                </a:lnTo>
                <a:lnTo>
                  <a:pt x="130504" y="50372"/>
                </a:lnTo>
                <a:lnTo>
                  <a:pt x="149981" y="50372"/>
                </a:lnTo>
                <a:cubicBezTo>
                  <a:pt x="151884" y="50372"/>
                  <a:pt x="153493" y="50176"/>
                  <a:pt x="154808" y="49784"/>
                </a:cubicBezTo>
                <a:cubicBezTo>
                  <a:pt x="156124" y="49392"/>
                  <a:pt x="157229" y="48735"/>
                  <a:pt x="158125" y="47811"/>
                </a:cubicBezTo>
                <a:cubicBezTo>
                  <a:pt x="159020" y="46888"/>
                  <a:pt x="159790" y="45628"/>
                  <a:pt x="160433" y="44033"/>
                </a:cubicBezTo>
                <a:cubicBezTo>
                  <a:pt x="161077" y="42438"/>
                  <a:pt x="161679" y="40465"/>
                  <a:pt x="162238" y="38115"/>
                </a:cubicBezTo>
                <a:lnTo>
                  <a:pt x="171725" y="38115"/>
                </a:lnTo>
                <a:lnTo>
                  <a:pt x="171725" y="71947"/>
                </a:lnTo>
                <a:lnTo>
                  <a:pt x="162238" y="71947"/>
                </a:lnTo>
                <a:cubicBezTo>
                  <a:pt x="161679" y="69485"/>
                  <a:pt x="161077" y="67456"/>
                  <a:pt x="160433" y="65861"/>
                </a:cubicBezTo>
                <a:cubicBezTo>
                  <a:pt x="159790" y="64266"/>
                  <a:pt x="159006" y="63006"/>
                  <a:pt x="158083" y="62083"/>
                </a:cubicBezTo>
                <a:cubicBezTo>
                  <a:pt x="157159" y="61160"/>
                  <a:pt x="156040" y="60530"/>
                  <a:pt x="154725" y="60194"/>
                </a:cubicBezTo>
                <a:cubicBezTo>
                  <a:pt x="153409" y="59858"/>
                  <a:pt x="151828" y="59690"/>
                  <a:pt x="149981" y="59690"/>
                </a:cubicBezTo>
                <a:lnTo>
                  <a:pt x="130504" y="59690"/>
                </a:lnTo>
                <a:lnTo>
                  <a:pt x="130504" y="105529"/>
                </a:lnTo>
                <a:lnTo>
                  <a:pt x="158628" y="105529"/>
                </a:lnTo>
                <a:cubicBezTo>
                  <a:pt x="161930" y="105529"/>
                  <a:pt x="164645" y="105249"/>
                  <a:pt x="166772" y="104689"/>
                </a:cubicBezTo>
                <a:cubicBezTo>
                  <a:pt x="168899" y="104129"/>
                  <a:pt x="170690" y="103038"/>
                  <a:pt x="172145" y="101415"/>
                </a:cubicBezTo>
                <a:cubicBezTo>
                  <a:pt x="173600" y="99792"/>
                  <a:pt x="174859" y="97553"/>
                  <a:pt x="175923" y="94699"/>
                </a:cubicBezTo>
                <a:cubicBezTo>
                  <a:pt x="176986" y="91844"/>
                  <a:pt x="178133" y="88094"/>
                  <a:pt x="179365" y="83449"/>
                </a:cubicBezTo>
                <a:lnTo>
                  <a:pt x="189187" y="83449"/>
                </a:lnTo>
                <a:cubicBezTo>
                  <a:pt x="188851" y="88654"/>
                  <a:pt x="188515" y="93859"/>
                  <a:pt x="188180" y="99064"/>
                </a:cubicBezTo>
                <a:cubicBezTo>
                  <a:pt x="187844" y="104269"/>
                  <a:pt x="187536" y="109446"/>
                  <a:pt x="187256" y="114595"/>
                </a:cubicBezTo>
                <a:lnTo>
                  <a:pt x="101792" y="114595"/>
                </a:lnTo>
                <a:lnTo>
                  <a:pt x="101792" y="109222"/>
                </a:lnTo>
                <a:cubicBezTo>
                  <a:pt x="104479" y="108383"/>
                  <a:pt x="106550" y="107697"/>
                  <a:pt x="108005" y="107166"/>
                </a:cubicBezTo>
                <a:cubicBezTo>
                  <a:pt x="109460" y="106634"/>
                  <a:pt x="110523" y="105878"/>
                  <a:pt x="111195" y="104899"/>
                </a:cubicBezTo>
                <a:cubicBezTo>
                  <a:pt x="111867" y="103919"/>
                  <a:pt x="112244" y="102548"/>
                  <a:pt x="112328" y="100785"/>
                </a:cubicBezTo>
                <a:cubicBezTo>
                  <a:pt x="112412" y="99022"/>
                  <a:pt x="112454" y="96490"/>
                  <a:pt x="112454" y="93187"/>
                </a:cubicBezTo>
                <a:lnTo>
                  <a:pt x="112454" y="21576"/>
                </a:lnTo>
                <a:cubicBezTo>
                  <a:pt x="112398" y="18665"/>
                  <a:pt x="112314" y="16329"/>
                  <a:pt x="112202" y="14566"/>
                </a:cubicBezTo>
                <a:cubicBezTo>
                  <a:pt x="112091" y="12803"/>
                  <a:pt x="111713" y="11390"/>
                  <a:pt x="111069" y="10326"/>
                </a:cubicBezTo>
                <a:cubicBezTo>
                  <a:pt x="110425" y="9263"/>
                  <a:pt x="109390" y="8395"/>
                  <a:pt x="107963" y="7724"/>
                </a:cubicBezTo>
                <a:cubicBezTo>
                  <a:pt x="106536" y="7052"/>
                  <a:pt x="104479" y="6324"/>
                  <a:pt x="101792" y="5541"/>
                </a:cubicBezTo>
                <a:lnTo>
                  <a:pt x="101792" y="0"/>
                </a:lnTo>
                <a:lnTo>
                  <a:pt x="1881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9A8A5-3A5C-4075-BCA0-98F96B1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492" y="3212228"/>
            <a:ext cx="101365" cy="100937"/>
          </a:xfrm>
          <a:custGeom xmlns:a="http://schemas.openxmlformats.org/drawingml/2006/main">
            <a:pathLst>
              <a:path w="101365" h="100937">
                <a:moveTo>
                  <a:pt x="0" y="50469"/>
                </a:moveTo>
                <a:cubicBezTo>
                  <a:pt x="0" y="22597"/>
                  <a:pt x="22704" y="0"/>
                  <a:pt x="50682" y="0"/>
                </a:cubicBezTo>
                <a:cubicBezTo>
                  <a:pt x="78661" y="0"/>
                  <a:pt x="101365" y="22597"/>
                  <a:pt x="101365" y="50469"/>
                </a:cubicBezTo>
                <a:cubicBezTo>
                  <a:pt x="101365" y="78340"/>
                  <a:pt x="78661" y="100937"/>
                  <a:pt x="50682" y="100937"/>
                </a:cubicBezTo>
                <a:cubicBezTo>
                  <a:pt x="22704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01292-1FDC-4265-BAB2-CCA075A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500" y="1912878"/>
            <a:ext cx="419074" cy="149873"/>
          </a:xfrm>
          <a:custGeom xmlns:a="http://schemas.openxmlformats.org/drawingml/2006/main">
            <a:pathLst>
              <a:path w="419074" h="149873" fill="none">
                <a:moveTo>
                  <a:pt x="0" y="0"/>
                </a:moveTo>
                <a:lnTo>
                  <a:pt x="419074" y="149873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0AAA3-0A07-4C71-89E5-F31FF03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804" y="1734955"/>
            <a:ext cx="420856" cy="162062"/>
          </a:xfrm>
          <a:custGeom xmlns:a="http://schemas.openxmlformats.org/drawingml/2006/main">
            <a:pathLst>
              <a:path w="420856" h="162062" fill="none">
                <a:moveTo>
                  <a:pt x="0" y="0"/>
                </a:moveTo>
                <a:lnTo>
                  <a:pt x="420856" y="162062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5843A-DF5C-4A33-B03C-ED042C22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027" y="1777725"/>
            <a:ext cx="593860" cy="119292"/>
          </a:xfrm>
          <a:custGeom xmlns:a="http://schemas.openxmlformats.org/drawingml/2006/main">
            <a:pathLst>
              <a:path w="593860" h="119292" fill="none">
                <a:moveTo>
                  <a:pt x="0" y="119292"/>
                </a:moveTo>
                <a:lnTo>
                  <a:pt x="593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BBFD9-315A-4B4E-B875-B1FD3764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043" y="2032634"/>
            <a:ext cx="593860" cy="119292"/>
          </a:xfrm>
          <a:custGeom xmlns:a="http://schemas.openxmlformats.org/drawingml/2006/main">
            <a:pathLst>
              <a:path w="593860" h="119292" fill="none">
                <a:moveTo>
                  <a:pt x="0" y="119292"/>
                </a:moveTo>
                <a:lnTo>
                  <a:pt x="593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E19D4-C806-47B1-938F-FE2FDD8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645" y="2074121"/>
            <a:ext cx="168763" cy="1131977"/>
          </a:xfrm>
          <a:custGeom xmlns:a="http://schemas.openxmlformats.org/drawingml/2006/main">
            <a:pathLst>
              <a:path w="168763" h="1131977" fill="none">
                <a:moveTo>
                  <a:pt x="168763" y="11319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C07EF-C469-40B7-BDC6-4C911BA7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062" y="2171208"/>
            <a:ext cx="147271" cy="1142242"/>
          </a:xfrm>
          <a:custGeom xmlns:a="http://schemas.openxmlformats.org/drawingml/2006/main">
            <a:pathLst>
              <a:path w="147271" h="1142242" fill="none">
                <a:moveTo>
                  <a:pt x="147271" y="11422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DAEA3-B752-4616-AFA8-7CB490B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908" y="1684915"/>
            <a:ext cx="101365" cy="100937"/>
          </a:xfrm>
          <a:custGeom xmlns:a="http://schemas.openxmlformats.org/drawingml/2006/main">
            <a:pathLst>
              <a:path w="101365" h="100937">
                <a:moveTo>
                  <a:pt x="0" y="50469"/>
                </a:moveTo>
                <a:cubicBezTo>
                  <a:pt x="0" y="22597"/>
                  <a:pt x="22704" y="0"/>
                  <a:pt x="50682" y="0"/>
                </a:cubicBezTo>
                <a:cubicBezTo>
                  <a:pt x="78661" y="0"/>
                  <a:pt x="101365" y="22597"/>
                  <a:pt x="101365" y="50469"/>
                </a:cubicBezTo>
                <a:cubicBezTo>
                  <a:pt x="101365" y="78340"/>
                  <a:pt x="78661" y="100937"/>
                  <a:pt x="50682" y="100937"/>
                </a:cubicBezTo>
                <a:cubicBezTo>
                  <a:pt x="22704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F8152-130F-447D-97E1-A32F95F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205" y="1727257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1ECA8-1C7D-4F44-B635-46B9111E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690" y="3205813"/>
            <a:ext cx="100937" cy="101365"/>
          </a:xfrm>
          <a:custGeom xmlns:a="http://schemas.openxmlformats.org/drawingml/2006/main">
            <a:pathLst>
              <a:path w="100937" h="101365">
                <a:moveTo>
                  <a:pt x="0" y="50682"/>
                </a:moveTo>
                <a:cubicBezTo>
                  <a:pt x="0" y="22704"/>
                  <a:pt x="22597" y="0"/>
                  <a:pt x="50469" y="0"/>
                </a:cubicBezTo>
                <a:cubicBezTo>
                  <a:pt x="78340" y="0"/>
                  <a:pt x="100937" y="22704"/>
                  <a:pt x="100937" y="50682"/>
                </a:cubicBezTo>
                <a:cubicBezTo>
                  <a:pt x="100937" y="78661"/>
                  <a:pt x="78340" y="101365"/>
                  <a:pt x="50469" y="101365"/>
                </a:cubicBezTo>
                <a:cubicBezTo>
                  <a:pt x="22597" y="101365"/>
                  <a:pt x="0" y="78661"/>
                  <a:pt x="0" y="50682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733B8-A96F-491D-8099-E82E5E3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548" y="3041576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CA3C1-B3BE-4C70-9F5A-E6E5537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956" y="1553611"/>
            <a:ext cx="379939" cy="477597"/>
          </a:xfrm>
          <a:custGeom xmlns:a="http://schemas.openxmlformats.org/drawingml/2006/main">
            <a:pathLst>
              <a:path w="379939" h="477597" fill="none">
                <a:moveTo>
                  <a:pt x="0" y="477597"/>
                </a:moveTo>
                <a:lnTo>
                  <a:pt x="3799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51FD9A-747B-4F3D-91BE-C5C0923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771" y="1542134"/>
            <a:ext cx="249598" cy="451330"/>
          </a:xfrm>
          <a:custGeom xmlns:a="http://schemas.openxmlformats.org/drawingml/2006/main">
            <a:pathLst>
              <a:path w="249598" h="451330">
                <a:moveTo>
                  <a:pt x="18819" y="0"/>
                </a:moveTo>
                <a:lnTo>
                  <a:pt x="0" y="10122"/>
                </a:lnTo>
                <a:lnTo>
                  <a:pt x="189497" y="362248"/>
                </a:lnTo>
                <a:lnTo>
                  <a:pt x="151833" y="382506"/>
                </a:lnTo>
                <a:lnTo>
                  <a:pt x="249598" y="451330"/>
                </a:lnTo>
                <a:lnTo>
                  <a:pt x="245998" y="331859"/>
                </a:lnTo>
                <a:lnTo>
                  <a:pt x="208330" y="352119"/>
                </a:lnTo>
                <a:lnTo>
                  <a:pt x="18819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131BD-9F68-4C69-8B38-050EA3B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8356" y="1699456"/>
            <a:ext cx="527246" cy="333855"/>
          </a:xfrm>
          <a:custGeom xmlns:a="http://schemas.openxmlformats.org/drawingml/2006/main">
            <a:pathLst>
              <a:path w="527246" h="333855" fill="none">
                <a:moveTo>
                  <a:pt x="527246" y="3338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BFD9B-48F8-4916-9AF3-B8EB649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032" y="2060862"/>
            <a:ext cx="545744" cy="330611"/>
          </a:xfrm>
          <a:custGeom xmlns:a="http://schemas.openxmlformats.org/drawingml/2006/main">
            <a:pathLst>
              <a:path w="545744" h="330611" fill="none">
                <a:moveTo>
                  <a:pt x="545744" y="3306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4C3D3-DC4B-4D8C-9898-7414A73C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5017" y="2416280"/>
            <a:ext cx="190683" cy="625367"/>
          </a:xfrm>
          <a:custGeom xmlns:a="http://schemas.openxmlformats.org/drawingml/2006/main">
            <a:pathLst>
              <a:path w="190683" h="625367" fill="none">
                <a:moveTo>
                  <a:pt x="0" y="625367"/>
                </a:moveTo>
                <a:lnTo>
                  <a:pt x="1906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DC780-9B50-40E4-AC7C-A8E5DA14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467" y="1987726"/>
            <a:ext cx="357022" cy="482124"/>
          </a:xfrm>
          <a:custGeom xmlns:a="http://schemas.openxmlformats.org/drawingml/2006/main">
            <a:pathLst>
              <a:path w="357022" h="482124" fill="none">
                <a:moveTo>
                  <a:pt x="0" y="482124"/>
                </a:moveTo>
                <a:lnTo>
                  <a:pt x="357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D5718-7FEF-4E93-AACF-ADB25A5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612" y="2475303"/>
            <a:ext cx="202088" cy="667531"/>
          </a:xfrm>
          <a:custGeom xmlns:a="http://schemas.openxmlformats.org/drawingml/2006/main">
            <a:pathLst>
              <a:path w="202088" h="667531" fill="none">
                <a:moveTo>
                  <a:pt x="0" y="667531"/>
                </a:moveTo>
                <a:lnTo>
                  <a:pt x="2020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385" cap="flat">
            <a:solidFill>
              <a:srgbClr val="7F7F7F"/>
            </a:solidFill>
            <a:custDash>
              <a:ds d="300000" sp="100000"/>
            </a:custDash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DE9D9-9B2A-4E53-98B5-6B647E5C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389" y="1613489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B7725-542D-4FD9-828A-8AB4885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4712" y="1491595"/>
            <a:ext cx="100937" cy="100937"/>
          </a:xfrm>
          <a:custGeom xmlns:a="http://schemas.openxmlformats.org/drawingml/2006/main">
            <a:pathLst>
              <a:path w="100937" h="100937">
                <a:moveTo>
                  <a:pt x="0" y="50469"/>
                </a:moveTo>
                <a:cubicBezTo>
                  <a:pt x="0" y="22597"/>
                  <a:pt x="22597" y="0"/>
                  <a:pt x="50469" y="0"/>
                </a:cubicBezTo>
                <a:cubicBezTo>
                  <a:pt x="78340" y="0"/>
                  <a:pt x="100937" y="22597"/>
                  <a:pt x="100937" y="50469"/>
                </a:cubicBezTo>
                <a:cubicBezTo>
                  <a:pt x="100937" y="78340"/>
                  <a:pt x="78340" y="100937"/>
                  <a:pt x="50469" y="100937"/>
                </a:cubicBezTo>
                <a:cubicBezTo>
                  <a:pt x="22597" y="100937"/>
                  <a:pt x="0" y="78340"/>
                  <a:pt x="0" y="50469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መ">
            <a:extLst xmlns:a="http://schemas.openxmlformats.org/drawingml/2006/main">
              <a:ext uri="{FF2B5EF4-FFF2-40B4-BE49-F238E27FC236}">
                <a16:creationId xmlns:a16="http://schemas.microsoft.com/office/drawing/2014/main" id="{4309A6B2-358C-4B17-893F-ED41D7C1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242" y="2925475"/>
            <a:ext cx="69146" cy="35837"/>
          </a:xfrm>
          <a:custGeom xmlns:a="http://schemas.openxmlformats.org/drawingml/2006/main">
            <a:pathLst>
              <a:path w="69146" h="35837">
                <a:moveTo>
                  <a:pt x="42958" y="0"/>
                </a:moveTo>
                <a:lnTo>
                  <a:pt x="69146" y="29175"/>
                </a:lnTo>
                <a:lnTo>
                  <a:pt x="62599" y="35837"/>
                </a:lnTo>
                <a:lnTo>
                  <a:pt x="35262" y="14587"/>
                </a:lnTo>
                <a:lnTo>
                  <a:pt x="33999" y="14587"/>
                </a:lnTo>
                <a:lnTo>
                  <a:pt x="6432" y="35837"/>
                </a:lnTo>
                <a:lnTo>
                  <a:pt x="0" y="29175"/>
                </a:lnTo>
                <a:lnTo>
                  <a:pt x="27567" y="0"/>
                </a:lnTo>
                <a:lnTo>
                  <a:pt x="429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𝑍">
            <a:extLst xmlns:a="http://schemas.openxmlformats.org/drawingml/2006/main">
              <a:ext uri="{FF2B5EF4-FFF2-40B4-BE49-F238E27FC236}">
                <a16:creationId xmlns:a16="http://schemas.microsoft.com/office/drawing/2014/main" id="{7E076E67-6833-45CD-94B3-A64F0544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152" y="2972221"/>
            <a:ext cx="134731" cy="156785"/>
          </a:xfrm>
          <a:custGeom xmlns:a="http://schemas.openxmlformats.org/drawingml/2006/main">
            <a:pathLst>
              <a:path w="134731" h="156785">
                <a:moveTo>
                  <a:pt x="28945" y="146218"/>
                </a:moveTo>
                <a:lnTo>
                  <a:pt x="65700" y="146218"/>
                </a:lnTo>
                <a:cubicBezTo>
                  <a:pt x="69606" y="146218"/>
                  <a:pt x="72764" y="145892"/>
                  <a:pt x="75176" y="145241"/>
                </a:cubicBezTo>
                <a:cubicBezTo>
                  <a:pt x="77588" y="144590"/>
                  <a:pt x="79713" y="143614"/>
                  <a:pt x="81551" y="142312"/>
                </a:cubicBezTo>
                <a:cubicBezTo>
                  <a:pt x="83389" y="141011"/>
                  <a:pt x="85265" y="139249"/>
                  <a:pt x="87179" y="137029"/>
                </a:cubicBezTo>
                <a:cubicBezTo>
                  <a:pt x="89094" y="134808"/>
                  <a:pt x="91027" y="132071"/>
                  <a:pt x="92980" y="128816"/>
                </a:cubicBezTo>
                <a:cubicBezTo>
                  <a:pt x="94932" y="125562"/>
                  <a:pt x="97172" y="121025"/>
                  <a:pt x="99699" y="115205"/>
                </a:cubicBezTo>
                <a:lnTo>
                  <a:pt x="110726" y="115205"/>
                </a:lnTo>
                <a:lnTo>
                  <a:pt x="101881" y="156785"/>
                </a:lnTo>
                <a:lnTo>
                  <a:pt x="0" y="156785"/>
                </a:lnTo>
                <a:lnTo>
                  <a:pt x="1149" y="151157"/>
                </a:lnTo>
                <a:lnTo>
                  <a:pt x="105442" y="10567"/>
                </a:lnTo>
                <a:lnTo>
                  <a:pt x="70180" y="10567"/>
                </a:lnTo>
                <a:cubicBezTo>
                  <a:pt x="65892" y="10567"/>
                  <a:pt x="62484" y="10950"/>
                  <a:pt x="59957" y="11716"/>
                </a:cubicBezTo>
                <a:cubicBezTo>
                  <a:pt x="57430" y="12482"/>
                  <a:pt x="55076" y="13841"/>
                  <a:pt x="52893" y="15793"/>
                </a:cubicBezTo>
                <a:cubicBezTo>
                  <a:pt x="50711" y="17746"/>
                  <a:pt x="48433" y="20464"/>
                  <a:pt x="46059" y="23948"/>
                </a:cubicBezTo>
                <a:cubicBezTo>
                  <a:pt x="43685" y="27433"/>
                  <a:pt x="40929" y="32391"/>
                  <a:pt x="37789" y="38823"/>
                </a:cubicBezTo>
                <a:lnTo>
                  <a:pt x="26763" y="38823"/>
                </a:lnTo>
                <a:lnTo>
                  <a:pt x="35262" y="0"/>
                </a:lnTo>
                <a:lnTo>
                  <a:pt x="134731" y="0"/>
                </a:lnTo>
                <a:lnTo>
                  <a:pt x="133468" y="5513"/>
                </a:lnTo>
                <a:lnTo>
                  <a:pt x="28945" y="146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0">
            <a:extLst xmlns:a="http://schemas.openxmlformats.org/drawingml/2006/main">
              <a:ext uri="{FF2B5EF4-FFF2-40B4-BE49-F238E27FC236}">
                <a16:creationId xmlns:a16="http://schemas.microsoft.com/office/drawing/2014/main" id="{48D31A95-DFDC-4BBB-9552-D84FB748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51" y="3073749"/>
            <a:ext cx="75390" cy="110482"/>
          </a:xfrm>
          <a:custGeom xmlns:a="http://schemas.openxmlformats.org/drawingml/2006/main">
            <a:pathLst>
              <a:path w="75390" h="110482">
                <a:moveTo>
                  <a:pt x="36771" y="110482"/>
                </a:moveTo>
                <a:cubicBezTo>
                  <a:pt x="24346" y="110482"/>
                  <a:pt x="15111" y="105976"/>
                  <a:pt x="9067" y="96965"/>
                </a:cubicBezTo>
                <a:cubicBezTo>
                  <a:pt x="3022" y="87954"/>
                  <a:pt x="0" y="74298"/>
                  <a:pt x="0" y="55996"/>
                </a:cubicBezTo>
                <a:cubicBezTo>
                  <a:pt x="0" y="46426"/>
                  <a:pt x="937" y="38142"/>
                  <a:pt x="2812" y="31146"/>
                </a:cubicBezTo>
                <a:cubicBezTo>
                  <a:pt x="4687" y="24150"/>
                  <a:pt x="7318" y="18344"/>
                  <a:pt x="10704" y="13726"/>
                </a:cubicBezTo>
                <a:cubicBezTo>
                  <a:pt x="14090" y="9109"/>
                  <a:pt x="18106" y="5667"/>
                  <a:pt x="22751" y="3400"/>
                </a:cubicBezTo>
                <a:cubicBezTo>
                  <a:pt x="27397" y="1133"/>
                  <a:pt x="32490" y="0"/>
                  <a:pt x="38031" y="0"/>
                </a:cubicBezTo>
                <a:cubicBezTo>
                  <a:pt x="44691" y="0"/>
                  <a:pt x="50386" y="1245"/>
                  <a:pt x="55115" y="3736"/>
                </a:cubicBezTo>
                <a:cubicBezTo>
                  <a:pt x="59844" y="6226"/>
                  <a:pt x="63706" y="9780"/>
                  <a:pt x="66700" y="14398"/>
                </a:cubicBezTo>
                <a:cubicBezTo>
                  <a:pt x="69695" y="19015"/>
                  <a:pt x="71891" y="24654"/>
                  <a:pt x="73291" y="31314"/>
                </a:cubicBezTo>
                <a:cubicBezTo>
                  <a:pt x="74690" y="37975"/>
                  <a:pt x="75390" y="45502"/>
                  <a:pt x="75390" y="53898"/>
                </a:cubicBezTo>
                <a:cubicBezTo>
                  <a:pt x="75390" y="72535"/>
                  <a:pt x="72087" y="86625"/>
                  <a:pt x="65483" y="96168"/>
                </a:cubicBezTo>
                <a:cubicBezTo>
                  <a:pt x="58879" y="105710"/>
                  <a:pt x="49308" y="110482"/>
                  <a:pt x="36771" y="110482"/>
                </a:cubicBezTo>
                <a:moveTo>
                  <a:pt x="17378" y="53982"/>
                </a:moveTo>
                <a:cubicBezTo>
                  <a:pt x="17378" y="62321"/>
                  <a:pt x="17784" y="69527"/>
                  <a:pt x="18596" y="75599"/>
                </a:cubicBezTo>
                <a:cubicBezTo>
                  <a:pt x="19407" y="81672"/>
                  <a:pt x="20666" y="86667"/>
                  <a:pt x="22373" y="90585"/>
                </a:cubicBezTo>
                <a:cubicBezTo>
                  <a:pt x="24080" y="94503"/>
                  <a:pt x="26221" y="97385"/>
                  <a:pt x="28796" y="99232"/>
                </a:cubicBezTo>
                <a:cubicBezTo>
                  <a:pt x="31370" y="101079"/>
                  <a:pt x="34449" y="102002"/>
                  <a:pt x="38031" y="102002"/>
                </a:cubicBezTo>
                <a:cubicBezTo>
                  <a:pt x="41389" y="102002"/>
                  <a:pt x="44327" y="101135"/>
                  <a:pt x="46846" y="99400"/>
                </a:cubicBezTo>
                <a:cubicBezTo>
                  <a:pt x="49364" y="97665"/>
                  <a:pt x="51449" y="94964"/>
                  <a:pt x="53100" y="91299"/>
                </a:cubicBezTo>
                <a:cubicBezTo>
                  <a:pt x="54751" y="87633"/>
                  <a:pt x="55996" y="82987"/>
                  <a:pt x="56836" y="77362"/>
                </a:cubicBezTo>
                <a:cubicBezTo>
                  <a:pt x="57675" y="71738"/>
                  <a:pt x="58095" y="65091"/>
                  <a:pt x="58095" y="57424"/>
                </a:cubicBezTo>
                <a:cubicBezTo>
                  <a:pt x="58095" y="48804"/>
                  <a:pt x="57634" y="41389"/>
                  <a:pt x="56710" y="35176"/>
                </a:cubicBezTo>
                <a:cubicBezTo>
                  <a:pt x="55787" y="28964"/>
                  <a:pt x="54485" y="23857"/>
                  <a:pt x="52806" y="19855"/>
                </a:cubicBezTo>
                <a:cubicBezTo>
                  <a:pt x="51127" y="15853"/>
                  <a:pt x="49014" y="12901"/>
                  <a:pt x="46468" y="10998"/>
                </a:cubicBezTo>
                <a:cubicBezTo>
                  <a:pt x="43921" y="9095"/>
                  <a:pt x="40997" y="8143"/>
                  <a:pt x="37695" y="8143"/>
                </a:cubicBezTo>
                <a:cubicBezTo>
                  <a:pt x="33777" y="8143"/>
                  <a:pt x="30503" y="9165"/>
                  <a:pt x="27872" y="11208"/>
                </a:cubicBezTo>
                <a:cubicBezTo>
                  <a:pt x="25242" y="13251"/>
                  <a:pt x="23157" y="16245"/>
                  <a:pt x="21618" y="20191"/>
                </a:cubicBezTo>
                <a:cubicBezTo>
                  <a:pt x="20079" y="24136"/>
                  <a:pt x="18987" y="28950"/>
                  <a:pt x="18344" y="34630"/>
                </a:cubicBezTo>
                <a:cubicBezTo>
                  <a:pt x="17700" y="40311"/>
                  <a:pt x="17378" y="46762"/>
                  <a:pt x="17378" y="539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src">
            <a:extLst xmlns:a="http://schemas.openxmlformats.org/drawingml/2006/main">
              <a:ext uri="{FF2B5EF4-FFF2-40B4-BE49-F238E27FC236}">
                <a16:creationId xmlns:a16="http://schemas.microsoft.com/office/drawing/2014/main" id="{38034237-9F9D-468B-8D4C-93B22A0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8" y="2951762"/>
            <a:ext cx="235330" cy="87227"/>
          </a:xfrm>
          <a:custGeom xmlns:a="http://schemas.openxmlformats.org/drawingml/2006/main">
            <a:pathLst>
              <a:path w="235330" h="87227">
                <a:moveTo>
                  <a:pt x="62377" y="21828"/>
                </a:moveTo>
                <a:lnTo>
                  <a:pt x="52722" y="21828"/>
                </a:lnTo>
                <a:cubicBezTo>
                  <a:pt x="51883" y="19477"/>
                  <a:pt x="50889" y="17448"/>
                  <a:pt x="49742" y="15741"/>
                </a:cubicBezTo>
                <a:cubicBezTo>
                  <a:pt x="48595" y="14034"/>
                  <a:pt x="47265" y="12635"/>
                  <a:pt x="45754" y="11543"/>
                </a:cubicBezTo>
                <a:cubicBezTo>
                  <a:pt x="44243" y="10452"/>
                  <a:pt x="42494" y="9641"/>
                  <a:pt x="40507" y="9109"/>
                </a:cubicBezTo>
                <a:cubicBezTo>
                  <a:pt x="38520" y="8577"/>
                  <a:pt x="36240" y="8311"/>
                  <a:pt x="33665" y="8311"/>
                </a:cubicBezTo>
                <a:cubicBezTo>
                  <a:pt x="28852" y="8311"/>
                  <a:pt x="25046" y="9319"/>
                  <a:pt x="22247" y="11334"/>
                </a:cubicBezTo>
                <a:cubicBezTo>
                  <a:pt x="19449" y="13348"/>
                  <a:pt x="18050" y="16231"/>
                  <a:pt x="18050" y="19981"/>
                </a:cubicBezTo>
                <a:cubicBezTo>
                  <a:pt x="18050" y="21548"/>
                  <a:pt x="18246" y="22947"/>
                  <a:pt x="18637" y="24178"/>
                </a:cubicBezTo>
                <a:cubicBezTo>
                  <a:pt x="19029" y="25410"/>
                  <a:pt x="19897" y="26655"/>
                  <a:pt x="21240" y="27914"/>
                </a:cubicBezTo>
                <a:cubicBezTo>
                  <a:pt x="22583" y="29174"/>
                  <a:pt x="24570" y="30503"/>
                  <a:pt x="27201" y="31902"/>
                </a:cubicBezTo>
                <a:cubicBezTo>
                  <a:pt x="29831" y="33301"/>
                  <a:pt x="33385" y="34924"/>
                  <a:pt x="37863" y="36771"/>
                </a:cubicBezTo>
                <a:cubicBezTo>
                  <a:pt x="42340" y="38562"/>
                  <a:pt x="46174" y="40297"/>
                  <a:pt x="49364" y="41976"/>
                </a:cubicBezTo>
                <a:cubicBezTo>
                  <a:pt x="52554" y="43655"/>
                  <a:pt x="55185" y="45446"/>
                  <a:pt x="57256" y="47349"/>
                </a:cubicBezTo>
                <a:cubicBezTo>
                  <a:pt x="59327" y="49252"/>
                  <a:pt x="60838" y="51379"/>
                  <a:pt x="61789" y="53730"/>
                </a:cubicBezTo>
                <a:cubicBezTo>
                  <a:pt x="62741" y="56080"/>
                  <a:pt x="63216" y="58795"/>
                  <a:pt x="63216" y="61873"/>
                </a:cubicBezTo>
                <a:cubicBezTo>
                  <a:pt x="63216" y="66239"/>
                  <a:pt x="62447" y="70003"/>
                  <a:pt x="60908" y="73165"/>
                </a:cubicBezTo>
                <a:cubicBezTo>
                  <a:pt x="59369" y="76327"/>
                  <a:pt x="57144" y="78957"/>
                  <a:pt x="54233" y="81056"/>
                </a:cubicBezTo>
                <a:cubicBezTo>
                  <a:pt x="51323" y="83155"/>
                  <a:pt x="47769" y="84708"/>
                  <a:pt x="43571" y="85716"/>
                </a:cubicBezTo>
                <a:cubicBezTo>
                  <a:pt x="39374" y="86723"/>
                  <a:pt x="34644" y="87227"/>
                  <a:pt x="29383" y="87227"/>
                </a:cubicBezTo>
                <a:cubicBezTo>
                  <a:pt x="19365" y="87227"/>
                  <a:pt x="9571" y="85856"/>
                  <a:pt x="0" y="83113"/>
                </a:cubicBezTo>
                <a:lnTo>
                  <a:pt x="0" y="63972"/>
                </a:lnTo>
                <a:lnTo>
                  <a:pt x="9487" y="63972"/>
                </a:lnTo>
                <a:cubicBezTo>
                  <a:pt x="11166" y="69289"/>
                  <a:pt x="13600" y="73137"/>
                  <a:pt x="16791" y="75515"/>
                </a:cubicBezTo>
                <a:cubicBezTo>
                  <a:pt x="19981" y="77894"/>
                  <a:pt x="24402" y="79083"/>
                  <a:pt x="30055" y="79083"/>
                </a:cubicBezTo>
                <a:cubicBezTo>
                  <a:pt x="32462" y="79083"/>
                  <a:pt x="34686" y="78832"/>
                  <a:pt x="36729" y="78328"/>
                </a:cubicBezTo>
                <a:cubicBezTo>
                  <a:pt x="38772" y="77824"/>
                  <a:pt x="40549" y="77041"/>
                  <a:pt x="42060" y="75977"/>
                </a:cubicBezTo>
                <a:cubicBezTo>
                  <a:pt x="43571" y="74914"/>
                  <a:pt x="44761" y="73571"/>
                  <a:pt x="45628" y="71947"/>
                </a:cubicBezTo>
                <a:cubicBezTo>
                  <a:pt x="46496" y="70324"/>
                  <a:pt x="46930" y="68393"/>
                  <a:pt x="46930" y="66155"/>
                </a:cubicBezTo>
                <a:cubicBezTo>
                  <a:pt x="46930" y="64811"/>
                  <a:pt x="46790" y="63622"/>
                  <a:pt x="46510" y="62587"/>
                </a:cubicBezTo>
                <a:cubicBezTo>
                  <a:pt x="46230" y="61551"/>
                  <a:pt x="45796" y="60586"/>
                  <a:pt x="45209" y="59690"/>
                </a:cubicBezTo>
                <a:cubicBezTo>
                  <a:pt x="44621" y="58795"/>
                  <a:pt x="43865" y="57941"/>
                  <a:pt x="42942" y="57130"/>
                </a:cubicBezTo>
                <a:cubicBezTo>
                  <a:pt x="42018" y="56318"/>
                  <a:pt x="40913" y="55521"/>
                  <a:pt x="39626" y="54737"/>
                </a:cubicBezTo>
                <a:cubicBezTo>
                  <a:pt x="36603" y="53002"/>
                  <a:pt x="33567" y="51449"/>
                  <a:pt x="30517" y="50078"/>
                </a:cubicBezTo>
                <a:cubicBezTo>
                  <a:pt x="27467" y="48707"/>
                  <a:pt x="24542" y="47363"/>
                  <a:pt x="21744" y="46048"/>
                </a:cubicBezTo>
                <a:cubicBezTo>
                  <a:pt x="18945" y="44733"/>
                  <a:pt x="16329" y="43404"/>
                  <a:pt x="13894" y="42060"/>
                </a:cubicBezTo>
                <a:cubicBezTo>
                  <a:pt x="11460" y="40717"/>
                  <a:pt x="9333" y="39192"/>
                  <a:pt x="7514" y="37485"/>
                </a:cubicBezTo>
                <a:cubicBezTo>
                  <a:pt x="5695" y="35778"/>
                  <a:pt x="4268" y="33833"/>
                  <a:pt x="3232" y="31650"/>
                </a:cubicBezTo>
                <a:cubicBezTo>
                  <a:pt x="2197" y="29467"/>
                  <a:pt x="1679" y="26921"/>
                  <a:pt x="1679" y="24010"/>
                </a:cubicBezTo>
                <a:cubicBezTo>
                  <a:pt x="1679" y="19925"/>
                  <a:pt x="2547" y="16371"/>
                  <a:pt x="4282" y="13348"/>
                </a:cubicBezTo>
                <a:cubicBezTo>
                  <a:pt x="6017" y="10326"/>
                  <a:pt x="8423" y="7836"/>
                  <a:pt x="11502" y="5877"/>
                </a:cubicBezTo>
                <a:cubicBezTo>
                  <a:pt x="14580" y="3918"/>
                  <a:pt x="18218" y="2449"/>
                  <a:pt x="22415" y="1469"/>
                </a:cubicBezTo>
                <a:cubicBezTo>
                  <a:pt x="26613" y="490"/>
                  <a:pt x="31174" y="0"/>
                  <a:pt x="36100" y="0"/>
                </a:cubicBezTo>
                <a:cubicBezTo>
                  <a:pt x="38059" y="0"/>
                  <a:pt x="39975" y="42"/>
                  <a:pt x="41850" y="126"/>
                </a:cubicBezTo>
                <a:cubicBezTo>
                  <a:pt x="43725" y="210"/>
                  <a:pt x="45684" y="378"/>
                  <a:pt x="47727" y="630"/>
                </a:cubicBezTo>
                <a:cubicBezTo>
                  <a:pt x="49770" y="882"/>
                  <a:pt x="51981" y="1203"/>
                  <a:pt x="54359" y="1595"/>
                </a:cubicBezTo>
                <a:cubicBezTo>
                  <a:pt x="56738" y="1987"/>
                  <a:pt x="59411" y="2491"/>
                  <a:pt x="62377" y="3106"/>
                </a:cubicBezTo>
                <a:lnTo>
                  <a:pt x="62377" y="21828"/>
                </a:lnTo>
                <a:close/>
                <a:moveTo>
                  <a:pt x="109766" y="15783"/>
                </a:moveTo>
                <a:cubicBezTo>
                  <a:pt x="109934" y="15895"/>
                  <a:pt x="110074" y="15965"/>
                  <a:pt x="110186" y="15993"/>
                </a:cubicBezTo>
                <a:cubicBezTo>
                  <a:pt x="110298" y="16021"/>
                  <a:pt x="110438" y="16091"/>
                  <a:pt x="110606" y="16203"/>
                </a:cubicBezTo>
                <a:cubicBezTo>
                  <a:pt x="113292" y="13293"/>
                  <a:pt x="115769" y="10802"/>
                  <a:pt x="118035" y="8731"/>
                </a:cubicBezTo>
                <a:cubicBezTo>
                  <a:pt x="120302" y="6660"/>
                  <a:pt x="122597" y="4981"/>
                  <a:pt x="124920" y="3694"/>
                </a:cubicBezTo>
                <a:cubicBezTo>
                  <a:pt x="127242" y="2407"/>
                  <a:pt x="129649" y="1469"/>
                  <a:pt x="132139" y="882"/>
                </a:cubicBezTo>
                <a:cubicBezTo>
                  <a:pt x="134630" y="294"/>
                  <a:pt x="137415" y="0"/>
                  <a:pt x="140493" y="0"/>
                </a:cubicBezTo>
                <a:cubicBezTo>
                  <a:pt x="143963" y="0"/>
                  <a:pt x="147265" y="336"/>
                  <a:pt x="150399" y="1007"/>
                </a:cubicBezTo>
                <a:lnTo>
                  <a:pt x="150399" y="21828"/>
                </a:lnTo>
                <a:lnTo>
                  <a:pt x="139653" y="21828"/>
                </a:lnTo>
                <a:cubicBezTo>
                  <a:pt x="139038" y="20261"/>
                  <a:pt x="138394" y="18903"/>
                  <a:pt x="137722" y="17756"/>
                </a:cubicBezTo>
                <a:cubicBezTo>
                  <a:pt x="137051" y="16609"/>
                  <a:pt x="136281" y="15657"/>
                  <a:pt x="135414" y="14902"/>
                </a:cubicBezTo>
                <a:cubicBezTo>
                  <a:pt x="134546" y="14146"/>
                  <a:pt x="133539" y="13586"/>
                  <a:pt x="132391" y="13223"/>
                </a:cubicBezTo>
                <a:cubicBezTo>
                  <a:pt x="131244" y="12859"/>
                  <a:pt x="129887" y="12677"/>
                  <a:pt x="128320" y="12677"/>
                </a:cubicBezTo>
                <a:cubicBezTo>
                  <a:pt x="126697" y="12677"/>
                  <a:pt x="124864" y="13195"/>
                  <a:pt x="122821" y="14230"/>
                </a:cubicBezTo>
                <a:cubicBezTo>
                  <a:pt x="120778" y="15265"/>
                  <a:pt x="118861" y="16679"/>
                  <a:pt x="117070" y="18470"/>
                </a:cubicBezTo>
                <a:cubicBezTo>
                  <a:pt x="115279" y="20261"/>
                  <a:pt x="113782" y="22331"/>
                  <a:pt x="112579" y="24682"/>
                </a:cubicBezTo>
                <a:cubicBezTo>
                  <a:pt x="111375" y="27033"/>
                  <a:pt x="110774" y="29523"/>
                  <a:pt x="110774" y="32154"/>
                </a:cubicBezTo>
                <a:lnTo>
                  <a:pt x="110774" y="64308"/>
                </a:lnTo>
                <a:cubicBezTo>
                  <a:pt x="110774" y="67834"/>
                  <a:pt x="110927" y="70534"/>
                  <a:pt x="111235" y="72409"/>
                </a:cubicBezTo>
                <a:cubicBezTo>
                  <a:pt x="111543" y="74284"/>
                  <a:pt x="112117" y="75697"/>
                  <a:pt x="112956" y="76649"/>
                </a:cubicBezTo>
                <a:cubicBezTo>
                  <a:pt x="113796" y="77600"/>
                  <a:pt x="114943" y="78286"/>
                  <a:pt x="116398" y="78706"/>
                </a:cubicBezTo>
                <a:cubicBezTo>
                  <a:pt x="117854" y="79125"/>
                  <a:pt x="119756" y="79671"/>
                  <a:pt x="122107" y="80343"/>
                </a:cubicBezTo>
                <a:lnTo>
                  <a:pt x="122107" y="85716"/>
                </a:lnTo>
                <a:lnTo>
                  <a:pt x="84244" y="85716"/>
                </a:lnTo>
                <a:lnTo>
                  <a:pt x="84244" y="80343"/>
                </a:lnTo>
                <a:cubicBezTo>
                  <a:pt x="86427" y="79559"/>
                  <a:pt x="88176" y="78944"/>
                  <a:pt x="89492" y="78496"/>
                </a:cubicBezTo>
                <a:cubicBezTo>
                  <a:pt x="90807" y="78048"/>
                  <a:pt x="91814" y="77362"/>
                  <a:pt x="92514" y="76439"/>
                </a:cubicBezTo>
                <a:cubicBezTo>
                  <a:pt x="93213" y="75515"/>
                  <a:pt x="93661" y="74158"/>
                  <a:pt x="93857" y="72367"/>
                </a:cubicBezTo>
                <a:cubicBezTo>
                  <a:pt x="94053" y="70576"/>
                  <a:pt x="94151" y="67974"/>
                  <a:pt x="94151" y="64560"/>
                </a:cubicBezTo>
                <a:lnTo>
                  <a:pt x="94151" y="28460"/>
                </a:lnTo>
                <a:cubicBezTo>
                  <a:pt x="94151" y="24598"/>
                  <a:pt x="94137" y="21436"/>
                  <a:pt x="94109" y="18973"/>
                </a:cubicBezTo>
                <a:cubicBezTo>
                  <a:pt x="94081" y="16511"/>
                  <a:pt x="93745" y="14510"/>
                  <a:pt x="93101" y="12971"/>
                </a:cubicBezTo>
                <a:cubicBezTo>
                  <a:pt x="92458" y="11432"/>
                  <a:pt x="91366" y="10256"/>
                  <a:pt x="89827" y="9445"/>
                </a:cubicBezTo>
                <a:cubicBezTo>
                  <a:pt x="88288" y="8633"/>
                  <a:pt x="86007" y="7976"/>
                  <a:pt x="82985" y="7472"/>
                </a:cubicBezTo>
                <a:lnTo>
                  <a:pt x="82985" y="1763"/>
                </a:lnTo>
                <a:lnTo>
                  <a:pt x="104981" y="840"/>
                </a:lnTo>
                <a:lnTo>
                  <a:pt x="110941" y="840"/>
                </a:lnTo>
                <a:lnTo>
                  <a:pt x="109766" y="15783"/>
                </a:lnTo>
                <a:close/>
                <a:moveTo>
                  <a:pt x="234323" y="22919"/>
                </a:moveTo>
                <a:lnTo>
                  <a:pt x="221982" y="22919"/>
                </a:lnTo>
                <a:cubicBezTo>
                  <a:pt x="220638" y="17714"/>
                  <a:pt x="218707" y="13978"/>
                  <a:pt x="216189" y="11711"/>
                </a:cubicBezTo>
                <a:cubicBezTo>
                  <a:pt x="213670" y="9445"/>
                  <a:pt x="210172" y="8311"/>
                  <a:pt x="205695" y="8311"/>
                </a:cubicBezTo>
                <a:cubicBezTo>
                  <a:pt x="202449" y="8311"/>
                  <a:pt x="199496" y="9067"/>
                  <a:pt x="196838" y="10578"/>
                </a:cubicBezTo>
                <a:cubicBezTo>
                  <a:pt x="194179" y="12089"/>
                  <a:pt x="191913" y="14300"/>
                  <a:pt x="190038" y="17210"/>
                </a:cubicBezTo>
                <a:cubicBezTo>
                  <a:pt x="188163" y="20121"/>
                  <a:pt x="186707" y="23717"/>
                  <a:pt x="185672" y="27998"/>
                </a:cubicBezTo>
                <a:cubicBezTo>
                  <a:pt x="184637" y="32280"/>
                  <a:pt x="184119" y="37191"/>
                  <a:pt x="184119" y="42732"/>
                </a:cubicBezTo>
                <a:cubicBezTo>
                  <a:pt x="184119" y="48049"/>
                  <a:pt x="184525" y="52764"/>
                  <a:pt x="185336" y="56878"/>
                </a:cubicBezTo>
                <a:cubicBezTo>
                  <a:pt x="186148" y="60992"/>
                  <a:pt x="187449" y="64448"/>
                  <a:pt x="189240" y="67246"/>
                </a:cubicBezTo>
                <a:cubicBezTo>
                  <a:pt x="191031" y="70045"/>
                  <a:pt x="193340" y="72171"/>
                  <a:pt x="196166" y="73626"/>
                </a:cubicBezTo>
                <a:cubicBezTo>
                  <a:pt x="198993" y="75082"/>
                  <a:pt x="202393" y="75809"/>
                  <a:pt x="206366" y="75809"/>
                </a:cubicBezTo>
                <a:cubicBezTo>
                  <a:pt x="210564" y="75809"/>
                  <a:pt x="214524" y="74928"/>
                  <a:pt x="218246" y="73165"/>
                </a:cubicBezTo>
                <a:cubicBezTo>
                  <a:pt x="221968" y="71402"/>
                  <a:pt x="225843" y="68533"/>
                  <a:pt x="229873" y="64560"/>
                </a:cubicBezTo>
                <a:cubicBezTo>
                  <a:pt x="230713" y="65679"/>
                  <a:pt x="231622" y="66756"/>
                  <a:pt x="232602" y="67792"/>
                </a:cubicBezTo>
                <a:cubicBezTo>
                  <a:pt x="233581" y="68827"/>
                  <a:pt x="234491" y="69877"/>
                  <a:pt x="235330" y="70940"/>
                </a:cubicBezTo>
                <a:cubicBezTo>
                  <a:pt x="232476" y="73962"/>
                  <a:pt x="229733" y="76509"/>
                  <a:pt x="227103" y="78580"/>
                </a:cubicBezTo>
                <a:cubicBezTo>
                  <a:pt x="224472" y="80651"/>
                  <a:pt x="221828" y="82330"/>
                  <a:pt x="219169" y="83617"/>
                </a:cubicBezTo>
                <a:cubicBezTo>
                  <a:pt x="216511" y="84904"/>
                  <a:pt x="213754" y="85828"/>
                  <a:pt x="210900" y="86387"/>
                </a:cubicBezTo>
                <a:cubicBezTo>
                  <a:pt x="208045" y="86947"/>
                  <a:pt x="204967" y="87227"/>
                  <a:pt x="201665" y="87227"/>
                </a:cubicBezTo>
                <a:cubicBezTo>
                  <a:pt x="190192" y="87227"/>
                  <a:pt x="181390" y="83533"/>
                  <a:pt x="175262" y="76145"/>
                </a:cubicBezTo>
                <a:cubicBezTo>
                  <a:pt x="169133" y="68757"/>
                  <a:pt x="166069" y="58039"/>
                  <a:pt x="166069" y="43991"/>
                </a:cubicBezTo>
                <a:cubicBezTo>
                  <a:pt x="166069" y="37443"/>
                  <a:pt x="167063" y="31468"/>
                  <a:pt x="169049" y="26067"/>
                </a:cubicBezTo>
                <a:cubicBezTo>
                  <a:pt x="171036" y="20666"/>
                  <a:pt x="173835" y="16035"/>
                  <a:pt x="177445" y="12173"/>
                </a:cubicBezTo>
                <a:cubicBezTo>
                  <a:pt x="181055" y="8311"/>
                  <a:pt x="185392" y="5317"/>
                  <a:pt x="190457" y="3190"/>
                </a:cubicBezTo>
                <a:cubicBezTo>
                  <a:pt x="195523" y="1063"/>
                  <a:pt x="201105" y="0"/>
                  <a:pt x="207206" y="0"/>
                </a:cubicBezTo>
                <a:cubicBezTo>
                  <a:pt x="209948" y="0"/>
                  <a:pt x="212523" y="84"/>
                  <a:pt x="214930" y="252"/>
                </a:cubicBezTo>
                <a:cubicBezTo>
                  <a:pt x="217336" y="420"/>
                  <a:pt x="219631" y="672"/>
                  <a:pt x="221814" y="1007"/>
                </a:cubicBezTo>
                <a:cubicBezTo>
                  <a:pt x="223996" y="1343"/>
                  <a:pt x="226123" y="1749"/>
                  <a:pt x="228194" y="2225"/>
                </a:cubicBezTo>
                <a:cubicBezTo>
                  <a:pt x="230265" y="2700"/>
                  <a:pt x="232308" y="3218"/>
                  <a:pt x="234323" y="3778"/>
                </a:cubicBezTo>
                <a:lnTo>
                  <a:pt x="234323" y="2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29284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2026-09-05T18:11:44.5770000Z</dcterms:created>
  <dcterms:modified xsi:type="dcterms:W3CDTF">2026-09-05T18:11:44.5770000Z</dcterms:modified>
</coreProperties>
</file>