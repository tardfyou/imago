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e755f9f8454625" /><Relationship Type="http://schemas.openxmlformats.org/officeDocument/2006/relationships/extended-properties" Target="/docProps/app.xml" Id="Rd72eafbcb23446b5" /><Relationship Type="http://schemas.openxmlformats.org/officeDocument/2006/relationships/officeDocument" Target="/ppt/presentation.xml" Id="R1695b0c95af24c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42a1bb75f84bc4"/>
  </p:sldMasterIdLst>
  <p:notesMasterIdLst>
    <p:notesMasterId xmlns:r="http://schemas.openxmlformats.org/officeDocument/2006/relationships" r:id="R124d12294e304734"/>
  </p:notesMasterIdLst>
  <p:sldIdLst>
    <p:sldId xmlns:r="http://schemas.openxmlformats.org/officeDocument/2006/relationships" id="256" r:id="Rc853bbe9fd024de3"/>
  </p:sldIdLst>
  <p:sldSz cx="8001000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936e175084f67" /><Relationship Type="http://schemas.openxmlformats.org/officeDocument/2006/relationships/slideMaster" Target="/ppt/slideMasters/slideMaster1.xml" Id="R1842a1bb75f84bc4" /><Relationship Type="http://schemas.openxmlformats.org/officeDocument/2006/relationships/notesMaster" Target="/ppt/notesMasters/notesMaster1.xml" Id="R124d12294e304734" /><Relationship Type="http://schemas.openxmlformats.org/officeDocument/2006/relationships/presProps" Target="/ppt/presProps.xml" Id="R1581635799eb48ee" /><Relationship Type="http://schemas.openxmlformats.org/officeDocument/2006/relationships/tableStyles" Target="/ppt/tableStyles.xml" Id="Rf41a198e2e244045" /><Relationship Type="http://schemas.openxmlformats.org/officeDocument/2006/relationships/slide" Target="/ppt/slides/slide1.xml" Id="Rc853bbe9fd02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c4d69afada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765e0665d244c8" /><Relationship Type="http://schemas.openxmlformats.org/officeDocument/2006/relationships/notesMaster" Target="/ppt/notesMasters/notesMaster1.xml" Id="R29887b0e7e524d2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素材ID：AI-049</ns1:t>
            </ns1:r>
          </ns1:p>
          <ns1:p>
            <ns1:r>
              <ns1:t>论文：Protein Discovery with Discrete Walk-Jump Sampling</ns1:t>
            </ns1:r>
          </ns1:p>
          <ns1:p>
            <ns1:r>
              <ns1:t>会议：ICLR 2024</ns1:t>
            </ns1:r>
          </ns1:p>
          <ns1:p>
            <ns1:r>
              <ns1:t>奖项：Outstanding Paper</ns1:t>
            </ns1:r>
          </ns1:p>
          <ns1:p>
            <ns1:r>
              <ns1:t>图号：Figure 2，PDF第4页</ns1:t>
            </ns1:r>
          </ns1:p>
          <ns1:p>
            <ns1:r>
              <ns1:t>类型：方法细节</ns1:t>
            </ns1:r>
          </ns1:p>
          <ns1:p>
            <ns1:r>
              <ns1:t>借鉴点：将加噪/去噪空间、独立walk/jump两种操作和能量网络结构拆成四个互补子图。</ns1:t>
            </ns1:r>
          </ns1:p>
          <ns1:p>
            <ns1:r>
              <ns1:t>论文URL：https://arxiv.org/abs/2306.12360</ns1:t>
            </ns1:r>
          </ns1:p>
          <ns1:p>
            <ns1:r>
              <ns1:t>官方获奖URL：https://blog.iclr.cc/2024/05/06/iclr-2024-outstanding-paper-awards/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39c32ed46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881409ce9f423d" /><Relationship Type="http://schemas.openxmlformats.org/officeDocument/2006/relationships/slideLayout" Target="/ppt/slideLayouts/slideLayout1.xml" Id="R1f9a137632234b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9a137632234b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53a848fa84d4d" /><Relationship Type="http://schemas.openxmlformats.org/officeDocument/2006/relationships/image" Target="/ppt/media/image.png" Id="R9232c33717e54bbe" /><Relationship Type="http://schemas.openxmlformats.org/officeDocument/2006/relationships/image" Target="/ppt/media/image2.png" Id="Ra7db890d07f14d80" /><Relationship Type="http://schemas.openxmlformats.org/officeDocument/2006/relationships/notesSlide" Target="/ppt/notesSlides/notesSlide1.xml" Id="R8e4011b1c9c948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AI-049-1">
            <a:extLst xmlns:a="http://schemas.openxmlformats.org/drawingml/2006/main">
              <a:ext uri="{FF2B5EF4-FFF2-40B4-BE49-F238E27FC236}">
                <a16:creationId xmlns:a16="http://schemas.microsoft.com/office/drawing/2014/main" id="{DA48985A-2E9E-4834-9DFA-40FCC2E4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1809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AI-049-2">
            <a:extLst xmlns:a="http://schemas.openxmlformats.org/drawingml/2006/main">
              <a:ext uri="{FF2B5EF4-FFF2-40B4-BE49-F238E27FC236}">
                <a16:creationId xmlns:a16="http://schemas.microsoft.com/office/drawing/2014/main" id="{84CE47D1-6CDC-4ACF-B3BE-EA93D82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1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+𝒩(0, σ² I</a:t>
            </a:r>
          </a:p>
        </p:txBody>
      </p:sp>
      <p:sp>
        <p:nvSpPr>
          <p:cNvPr id="3" name="AI-049-3">
            <a:extLst xmlns:a="http://schemas.openxmlformats.org/drawingml/2006/main">
              <a:ext uri="{FF2B5EF4-FFF2-40B4-BE49-F238E27FC236}">
                <a16:creationId xmlns:a16="http://schemas.microsoft.com/office/drawing/2014/main" id="{F2D8A03D-583F-459E-B02F-D6873AE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238125"/>
            <a:ext cx="1047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" name="AI-049-4">
            <a:extLst xmlns:a="http://schemas.openxmlformats.org/drawingml/2006/main">
              <a:ext uri="{FF2B5EF4-FFF2-40B4-BE49-F238E27FC236}">
                <a16:creationId xmlns:a16="http://schemas.microsoft.com/office/drawing/2014/main" id="{1FD86530-890C-4AA4-B7C4-A98B8B0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57150"/>
            <a:ext cx="9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35928BF1-ABF2-44F9-A5FE-C7B92D5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78" y="486141"/>
            <a:ext cx="619918" cy="255249"/>
          </a:xfrm>
          <a:custGeom xmlns:a="http://schemas.openxmlformats.org/drawingml/2006/main">
            <a:pathLst>
              <a:path w="619918" h="255249">
                <a:moveTo>
                  <a:pt x="0" y="87528"/>
                </a:moveTo>
                <a:lnTo>
                  <a:pt x="9023" y="81809"/>
                </a:lnTo>
                <a:lnTo>
                  <a:pt x="18169" y="76290"/>
                </a:lnTo>
                <a:lnTo>
                  <a:pt x="27434" y="70973"/>
                </a:lnTo>
                <a:lnTo>
                  <a:pt x="36814" y="65861"/>
                </a:lnTo>
                <a:lnTo>
                  <a:pt x="46304" y="60956"/>
                </a:lnTo>
                <a:lnTo>
                  <a:pt x="55900" y="56261"/>
                </a:lnTo>
                <a:lnTo>
                  <a:pt x="65596" y="51779"/>
                </a:lnTo>
                <a:lnTo>
                  <a:pt x="75389" y="47511"/>
                </a:lnTo>
                <a:lnTo>
                  <a:pt x="85273" y="43459"/>
                </a:lnTo>
                <a:lnTo>
                  <a:pt x="95244" y="39625"/>
                </a:lnTo>
                <a:lnTo>
                  <a:pt x="105297" y="36012"/>
                </a:lnTo>
                <a:lnTo>
                  <a:pt x="115427" y="32621"/>
                </a:lnTo>
                <a:lnTo>
                  <a:pt x="125629" y="29453"/>
                </a:lnTo>
                <a:lnTo>
                  <a:pt x="135898" y="26510"/>
                </a:lnTo>
                <a:lnTo>
                  <a:pt x="146230" y="23794"/>
                </a:lnTo>
                <a:lnTo>
                  <a:pt x="156619" y="21306"/>
                </a:lnTo>
                <a:lnTo>
                  <a:pt x="167060" y="19046"/>
                </a:lnTo>
                <a:lnTo>
                  <a:pt x="177548" y="17017"/>
                </a:lnTo>
                <a:lnTo>
                  <a:pt x="188078" y="15219"/>
                </a:lnTo>
                <a:lnTo>
                  <a:pt x="198645" y="13653"/>
                </a:lnTo>
                <a:lnTo>
                  <a:pt x="209244" y="12320"/>
                </a:lnTo>
                <a:lnTo>
                  <a:pt x="219870" y="11220"/>
                </a:lnTo>
                <a:lnTo>
                  <a:pt x="230517" y="10354"/>
                </a:lnTo>
                <a:lnTo>
                  <a:pt x="241181" y="9722"/>
                </a:lnTo>
                <a:lnTo>
                  <a:pt x="251856" y="9325"/>
                </a:lnTo>
                <a:lnTo>
                  <a:pt x="262537" y="9163"/>
                </a:lnTo>
                <a:lnTo>
                  <a:pt x="273220" y="9235"/>
                </a:lnTo>
                <a:lnTo>
                  <a:pt x="283898" y="9543"/>
                </a:lnTo>
                <a:lnTo>
                  <a:pt x="294566" y="10085"/>
                </a:lnTo>
                <a:lnTo>
                  <a:pt x="305221" y="10862"/>
                </a:lnTo>
                <a:lnTo>
                  <a:pt x="315855" y="11873"/>
                </a:lnTo>
                <a:lnTo>
                  <a:pt x="326465" y="13118"/>
                </a:lnTo>
                <a:lnTo>
                  <a:pt x="337045" y="14595"/>
                </a:lnTo>
                <a:lnTo>
                  <a:pt x="347590" y="16305"/>
                </a:lnTo>
                <a:lnTo>
                  <a:pt x="358094" y="18246"/>
                </a:lnTo>
                <a:lnTo>
                  <a:pt x="368554" y="20418"/>
                </a:lnTo>
                <a:lnTo>
                  <a:pt x="378963" y="22819"/>
                </a:lnTo>
                <a:lnTo>
                  <a:pt x="389317" y="25449"/>
                </a:lnTo>
                <a:lnTo>
                  <a:pt x="399610" y="28305"/>
                </a:lnTo>
                <a:lnTo>
                  <a:pt x="409839" y="31387"/>
                </a:lnTo>
                <a:lnTo>
                  <a:pt x="419997" y="34694"/>
                </a:lnTo>
                <a:lnTo>
                  <a:pt x="430079" y="38223"/>
                </a:lnTo>
                <a:lnTo>
                  <a:pt x="440082" y="41973"/>
                </a:lnTo>
                <a:lnTo>
                  <a:pt x="450000" y="45942"/>
                </a:lnTo>
                <a:lnTo>
                  <a:pt x="459828" y="50128"/>
                </a:lnTo>
                <a:lnTo>
                  <a:pt x="469562" y="54529"/>
                </a:lnTo>
                <a:lnTo>
                  <a:pt x="479197" y="59143"/>
                </a:lnTo>
                <a:lnTo>
                  <a:pt x="488728" y="63968"/>
                </a:lnTo>
                <a:lnTo>
                  <a:pt x="498150" y="69001"/>
                </a:lnTo>
                <a:lnTo>
                  <a:pt x="507460" y="74240"/>
                </a:lnTo>
                <a:lnTo>
                  <a:pt x="550322" y="0"/>
                </a:lnTo>
                <a:lnTo>
                  <a:pt x="619918" y="255249"/>
                </a:lnTo>
                <a:lnTo>
                  <a:pt x="416972" y="230969"/>
                </a:lnTo>
                <a:lnTo>
                  <a:pt x="450310" y="173227"/>
                </a:lnTo>
                <a:lnTo>
                  <a:pt x="443190" y="169220"/>
                </a:lnTo>
                <a:lnTo>
                  <a:pt x="435985" y="165371"/>
                </a:lnTo>
                <a:lnTo>
                  <a:pt x="428697" y="161682"/>
                </a:lnTo>
                <a:lnTo>
                  <a:pt x="421329" y="158153"/>
                </a:lnTo>
                <a:lnTo>
                  <a:pt x="413886" y="154788"/>
                </a:lnTo>
                <a:lnTo>
                  <a:pt x="406370" y="151587"/>
                </a:lnTo>
                <a:lnTo>
                  <a:pt x="398786" y="148552"/>
                </a:lnTo>
                <a:lnTo>
                  <a:pt x="391136" y="145684"/>
                </a:lnTo>
                <a:lnTo>
                  <a:pt x="383426" y="142986"/>
                </a:lnTo>
                <a:lnTo>
                  <a:pt x="375658" y="140457"/>
                </a:lnTo>
                <a:lnTo>
                  <a:pt x="367837" y="138100"/>
                </a:lnTo>
                <a:lnTo>
                  <a:pt x="359965" y="135916"/>
                </a:lnTo>
                <a:lnTo>
                  <a:pt x="352047" y="133905"/>
                </a:lnTo>
                <a:lnTo>
                  <a:pt x="344088" y="132069"/>
                </a:lnTo>
                <a:lnTo>
                  <a:pt x="336089" y="130408"/>
                </a:lnTo>
                <a:lnTo>
                  <a:pt x="328056" y="128923"/>
                </a:lnTo>
                <a:lnTo>
                  <a:pt x="319992" y="127616"/>
                </a:lnTo>
                <a:lnTo>
                  <a:pt x="311902" y="126486"/>
                </a:lnTo>
                <a:lnTo>
                  <a:pt x="303789" y="125534"/>
                </a:lnTo>
                <a:lnTo>
                  <a:pt x="295656" y="124761"/>
                </a:lnTo>
                <a:lnTo>
                  <a:pt x="287509" y="124167"/>
                </a:lnTo>
                <a:lnTo>
                  <a:pt x="279350" y="123753"/>
                </a:lnTo>
                <a:lnTo>
                  <a:pt x="271185" y="123517"/>
                </a:lnTo>
                <a:lnTo>
                  <a:pt x="263016" y="123462"/>
                </a:lnTo>
                <a:lnTo>
                  <a:pt x="254848" y="123586"/>
                </a:lnTo>
                <a:lnTo>
                  <a:pt x="246685" y="123889"/>
                </a:lnTo>
                <a:lnTo>
                  <a:pt x="238530" y="124372"/>
                </a:lnTo>
                <a:lnTo>
                  <a:pt x="230388" y="125035"/>
                </a:lnTo>
                <a:lnTo>
                  <a:pt x="222262" y="125876"/>
                </a:lnTo>
                <a:lnTo>
                  <a:pt x="214157" y="126895"/>
                </a:lnTo>
                <a:lnTo>
                  <a:pt x="206076" y="128093"/>
                </a:lnTo>
                <a:lnTo>
                  <a:pt x="198024" y="129468"/>
                </a:lnTo>
                <a:lnTo>
                  <a:pt x="190004" y="131020"/>
                </a:lnTo>
                <a:lnTo>
                  <a:pt x="182019" y="132747"/>
                </a:lnTo>
                <a:lnTo>
                  <a:pt x="174075" y="134650"/>
                </a:lnTo>
                <a:lnTo>
                  <a:pt x="166175" y="136727"/>
                </a:lnTo>
                <a:lnTo>
                  <a:pt x="158322" y="138978"/>
                </a:lnTo>
                <a:lnTo>
                  <a:pt x="150520" y="141400"/>
                </a:lnTo>
                <a:lnTo>
                  <a:pt x="142774" y="143994"/>
                </a:lnTo>
                <a:lnTo>
                  <a:pt x="135086" y="146757"/>
                </a:lnTo>
                <a:lnTo>
                  <a:pt x="127461" y="149688"/>
                </a:lnTo>
                <a:lnTo>
                  <a:pt x="119903" y="152787"/>
                </a:lnTo>
                <a:lnTo>
                  <a:pt x="112414" y="156051"/>
                </a:lnTo>
                <a:lnTo>
                  <a:pt x="104999" y="159478"/>
                </a:lnTo>
                <a:lnTo>
                  <a:pt x="97661" y="163068"/>
                </a:lnTo>
                <a:lnTo>
                  <a:pt x="90404" y="166819"/>
                </a:lnTo>
                <a:lnTo>
                  <a:pt x="83231" y="170728"/>
                </a:lnTo>
                <a:lnTo>
                  <a:pt x="76146" y="174794"/>
                </a:lnTo>
                <a:lnTo>
                  <a:pt x="69152" y="179015"/>
                </a:lnTo>
                <a:lnTo>
                  <a:pt x="62252" y="18338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426E9D"/>
              </a:gs>
            </a:gsLst>
            <a:lin ang="0"/>
          </a:gradFill>
          <a:ln xmlns:a="http://schemas.openxmlformats.org/drawingml/2006/main" w="0">
            <a:noFill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2c33717e54bbe"/>
          <a:stretch xmlns:a="http://schemas.openxmlformats.org/drawingml/2006/main"/>
        </p:blipFill>
        <p:spPr>
          <a:xfrm xmlns:a="http://schemas.openxmlformats.org/drawingml/2006/main">
            <a:off x="228600" y="857250"/>
            <a:ext cx="1866900" cy="7524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b890d07f14d80"/>
          <a:stretch xmlns:a="http://schemas.openxmlformats.org/drawingml/2006/main"/>
        </p:blipFill>
        <p:spPr>
          <a:xfrm xmlns:a="http://schemas.openxmlformats.org/drawingml/2006/main">
            <a:off x="2352675" y="895350"/>
            <a:ext cx="638175" cy="695325"/>
          </a:xfrm>
          <a:prstGeom xmlns:a="http://schemas.openxmlformats.org/drawingml/2006/main" prst="rect">
            <a:avLst/>
          </a:prstGeom>
        </p:spPr>
      </p:pic>
      <p:sp>
        <p:nvSpPr>
          <p:cNvPr id="8" name="path-6">
            <a:extLst xmlns:a="http://schemas.openxmlformats.org/drawingml/2006/main">
              <a:ext uri="{FF2B5EF4-FFF2-40B4-BE49-F238E27FC236}">
                <a16:creationId xmlns:a16="http://schemas.microsoft.com/office/drawing/2014/main" id="{B2B33C48-5055-4C2E-AA6B-83BFA6D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45" y="1811147"/>
            <a:ext cx="651079" cy="255778"/>
          </a:xfrm>
          <a:custGeom xmlns:a="http://schemas.openxmlformats.org/drawingml/2006/main">
            <a:pathLst>
              <a:path w="651079" h="255778">
                <a:moveTo>
                  <a:pt x="0" y="146585"/>
                </a:moveTo>
                <a:lnTo>
                  <a:pt x="9334" y="154215"/>
                </a:lnTo>
                <a:lnTo>
                  <a:pt x="18863" y="161600"/>
                </a:lnTo>
                <a:lnTo>
                  <a:pt x="28579" y="168737"/>
                </a:lnTo>
                <a:lnTo>
                  <a:pt x="38476" y="175621"/>
                </a:lnTo>
                <a:lnTo>
                  <a:pt x="48547" y="182247"/>
                </a:lnTo>
                <a:lnTo>
                  <a:pt x="58787" y="188610"/>
                </a:lnTo>
                <a:lnTo>
                  <a:pt x="69187" y="194707"/>
                </a:lnTo>
                <a:lnTo>
                  <a:pt x="79741" y="200534"/>
                </a:lnTo>
                <a:lnTo>
                  <a:pt x="90442" y="206085"/>
                </a:lnTo>
                <a:lnTo>
                  <a:pt x="101283" y="211359"/>
                </a:lnTo>
                <a:lnTo>
                  <a:pt x="112257" y="216350"/>
                </a:lnTo>
                <a:lnTo>
                  <a:pt x="123356" y="221057"/>
                </a:lnTo>
                <a:lnTo>
                  <a:pt x="134572" y="225475"/>
                </a:lnTo>
                <a:lnTo>
                  <a:pt x="145899" y="229603"/>
                </a:lnTo>
                <a:lnTo>
                  <a:pt x="157329" y="233436"/>
                </a:lnTo>
                <a:lnTo>
                  <a:pt x="168855" y="236973"/>
                </a:lnTo>
                <a:lnTo>
                  <a:pt x="180467" y="240211"/>
                </a:lnTo>
                <a:lnTo>
                  <a:pt x="192159" y="243148"/>
                </a:lnTo>
                <a:lnTo>
                  <a:pt x="203924" y="245781"/>
                </a:lnTo>
                <a:lnTo>
                  <a:pt x="215752" y="248111"/>
                </a:lnTo>
                <a:lnTo>
                  <a:pt x="227637" y="250134"/>
                </a:lnTo>
                <a:lnTo>
                  <a:pt x="239570" y="251849"/>
                </a:lnTo>
                <a:lnTo>
                  <a:pt x="251543" y="253255"/>
                </a:lnTo>
                <a:lnTo>
                  <a:pt x="263549" y="254352"/>
                </a:lnTo>
                <a:lnTo>
                  <a:pt x="275579" y="255139"/>
                </a:lnTo>
                <a:lnTo>
                  <a:pt x="287625" y="255614"/>
                </a:lnTo>
                <a:lnTo>
                  <a:pt x="299679" y="255778"/>
                </a:lnTo>
                <a:lnTo>
                  <a:pt x="311734" y="255631"/>
                </a:lnTo>
                <a:lnTo>
                  <a:pt x="323781" y="255172"/>
                </a:lnTo>
                <a:lnTo>
                  <a:pt x="335812" y="254403"/>
                </a:lnTo>
                <a:lnTo>
                  <a:pt x="347819" y="253323"/>
                </a:lnTo>
                <a:lnTo>
                  <a:pt x="359794" y="251933"/>
                </a:lnTo>
                <a:lnTo>
                  <a:pt x="371729" y="250234"/>
                </a:lnTo>
                <a:lnTo>
                  <a:pt x="383617" y="248228"/>
                </a:lnTo>
                <a:lnTo>
                  <a:pt x="395448" y="245915"/>
                </a:lnTo>
                <a:lnTo>
                  <a:pt x="407216" y="243298"/>
                </a:lnTo>
                <a:lnTo>
                  <a:pt x="418913" y="240377"/>
                </a:lnTo>
                <a:lnTo>
                  <a:pt x="430530" y="237155"/>
                </a:lnTo>
                <a:lnTo>
                  <a:pt x="442060" y="233635"/>
                </a:lnTo>
                <a:lnTo>
                  <a:pt x="453495" y="229817"/>
                </a:lnTo>
                <a:lnTo>
                  <a:pt x="464828" y="225706"/>
                </a:lnTo>
                <a:lnTo>
                  <a:pt x="476051" y="221303"/>
                </a:lnTo>
                <a:lnTo>
                  <a:pt x="487156" y="216612"/>
                </a:lnTo>
                <a:lnTo>
                  <a:pt x="498137" y="211636"/>
                </a:lnTo>
                <a:lnTo>
                  <a:pt x="508985" y="206377"/>
                </a:lnTo>
                <a:lnTo>
                  <a:pt x="519694" y="200841"/>
                </a:lnTo>
                <a:lnTo>
                  <a:pt x="530257" y="195029"/>
                </a:lnTo>
                <a:lnTo>
                  <a:pt x="540665" y="188947"/>
                </a:lnTo>
                <a:lnTo>
                  <a:pt x="550914" y="182598"/>
                </a:lnTo>
                <a:lnTo>
                  <a:pt x="560994" y="175986"/>
                </a:lnTo>
                <a:lnTo>
                  <a:pt x="608931" y="247055"/>
                </a:lnTo>
                <a:lnTo>
                  <a:pt x="651079" y="0"/>
                </a:lnTo>
                <a:lnTo>
                  <a:pt x="459794" y="25951"/>
                </a:lnTo>
                <a:lnTo>
                  <a:pt x="497079" y="81227"/>
                </a:lnTo>
                <a:lnTo>
                  <a:pt x="489467" y="86219"/>
                </a:lnTo>
                <a:lnTo>
                  <a:pt x="481728" y="91014"/>
                </a:lnTo>
                <a:lnTo>
                  <a:pt x="473869" y="95606"/>
                </a:lnTo>
                <a:lnTo>
                  <a:pt x="465893" y="99995"/>
                </a:lnTo>
                <a:lnTo>
                  <a:pt x="457807" y="104176"/>
                </a:lnTo>
                <a:lnTo>
                  <a:pt x="449615" y="108146"/>
                </a:lnTo>
                <a:lnTo>
                  <a:pt x="441323" y="111904"/>
                </a:lnTo>
                <a:lnTo>
                  <a:pt x="432938" y="115446"/>
                </a:lnTo>
                <a:lnTo>
                  <a:pt x="424463" y="118771"/>
                </a:lnTo>
                <a:lnTo>
                  <a:pt x="415906" y="121875"/>
                </a:lnTo>
                <a:lnTo>
                  <a:pt x="407271" y="124758"/>
                </a:lnTo>
                <a:lnTo>
                  <a:pt x="398565" y="127416"/>
                </a:lnTo>
                <a:lnTo>
                  <a:pt x="389793" y="129849"/>
                </a:lnTo>
                <a:lnTo>
                  <a:pt x="380961" y="132054"/>
                </a:lnTo>
                <a:lnTo>
                  <a:pt x="372075" y="134031"/>
                </a:lnTo>
                <a:lnTo>
                  <a:pt x="363140" y="135777"/>
                </a:lnTo>
                <a:lnTo>
                  <a:pt x="354164" y="137292"/>
                </a:lnTo>
                <a:lnTo>
                  <a:pt x="345152" y="138575"/>
                </a:lnTo>
                <a:lnTo>
                  <a:pt x="336109" y="139624"/>
                </a:lnTo>
                <a:lnTo>
                  <a:pt x="327043" y="140440"/>
                </a:lnTo>
                <a:lnTo>
                  <a:pt x="317958" y="141021"/>
                </a:lnTo>
                <a:lnTo>
                  <a:pt x="308862" y="141367"/>
                </a:lnTo>
                <a:lnTo>
                  <a:pt x="299759" y="141478"/>
                </a:lnTo>
                <a:lnTo>
                  <a:pt x="290657" y="141354"/>
                </a:lnTo>
                <a:lnTo>
                  <a:pt x="281561" y="140995"/>
                </a:lnTo>
                <a:lnTo>
                  <a:pt x="272477" y="140402"/>
                </a:lnTo>
                <a:lnTo>
                  <a:pt x="263411" y="139573"/>
                </a:lnTo>
                <a:lnTo>
                  <a:pt x="254370" y="138511"/>
                </a:lnTo>
                <a:lnTo>
                  <a:pt x="245360" y="137216"/>
                </a:lnTo>
                <a:lnTo>
                  <a:pt x="236386" y="135688"/>
                </a:lnTo>
                <a:lnTo>
                  <a:pt x="227454" y="133930"/>
                </a:lnTo>
                <a:lnTo>
                  <a:pt x="218571" y="131941"/>
                </a:lnTo>
                <a:lnTo>
                  <a:pt x="209742" y="129723"/>
                </a:lnTo>
                <a:lnTo>
                  <a:pt x="200973" y="127278"/>
                </a:lnTo>
                <a:lnTo>
                  <a:pt x="192270" y="124607"/>
                </a:lnTo>
                <a:lnTo>
                  <a:pt x="183640" y="121713"/>
                </a:lnTo>
                <a:lnTo>
                  <a:pt x="175087" y="118597"/>
                </a:lnTo>
                <a:lnTo>
                  <a:pt x="166617" y="115260"/>
                </a:lnTo>
                <a:lnTo>
                  <a:pt x="158236" y="111706"/>
                </a:lnTo>
                <a:lnTo>
                  <a:pt x="149950" y="107937"/>
                </a:lnTo>
                <a:lnTo>
                  <a:pt x="141764" y="103955"/>
                </a:lnTo>
                <a:lnTo>
                  <a:pt x="133683" y="99763"/>
                </a:lnTo>
                <a:lnTo>
                  <a:pt x="125714" y="95363"/>
                </a:lnTo>
                <a:lnTo>
                  <a:pt x="117860" y="90760"/>
                </a:lnTo>
                <a:lnTo>
                  <a:pt x="110129" y="85955"/>
                </a:lnTo>
                <a:lnTo>
                  <a:pt x="102524" y="80951"/>
                </a:lnTo>
                <a:lnTo>
                  <a:pt x="95050" y="75753"/>
                </a:lnTo>
                <a:lnTo>
                  <a:pt x="87714" y="70364"/>
                </a:lnTo>
                <a:lnTo>
                  <a:pt x="80519" y="64787"/>
                </a:lnTo>
                <a:lnTo>
                  <a:pt x="73471" y="59026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426E9D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AI-049-7">
            <a:extLst xmlns:a="http://schemas.openxmlformats.org/drawingml/2006/main">
              <a:ext uri="{FF2B5EF4-FFF2-40B4-BE49-F238E27FC236}">
                <a16:creationId xmlns:a16="http://schemas.microsoft.com/office/drawing/2014/main" id="{EE8398F9-4BD1-4AA3-ABFE-EB081DF0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009775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+σ²∇ log p(y)</a:t>
            </a:r>
          </a:p>
        </p:txBody>
      </p:sp>
      <p:sp>
        <p:nvSpPr>
          <p:cNvPr id="10" name="AI-049-8">
            <a:extLst xmlns:a="http://schemas.openxmlformats.org/drawingml/2006/main">
              <a:ext uri="{FF2B5EF4-FFF2-40B4-BE49-F238E27FC236}">
                <a16:creationId xmlns:a16="http://schemas.microsoft.com/office/drawing/2014/main" id="{707C1838-A907-4803-9767-991A87D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1809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1" name="AI-049-9">
            <a:extLst xmlns:a="http://schemas.openxmlformats.org/drawingml/2006/main">
              <a:ext uri="{FF2B5EF4-FFF2-40B4-BE49-F238E27FC236}">
                <a16:creationId xmlns:a16="http://schemas.microsoft.com/office/drawing/2014/main" id="{FFB76DBB-2010-4B26-A614-B254FC3B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542925"/>
            <a:ext cx="24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2" name="AI-049-10">
            <a:extLst xmlns:a="http://schemas.openxmlformats.org/drawingml/2006/main">
              <a:ext uri="{FF2B5EF4-FFF2-40B4-BE49-F238E27FC236}">
                <a16:creationId xmlns:a16="http://schemas.microsoft.com/office/drawing/2014/main" id="{40F222CB-5C6B-4902-A498-83AF0AA4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33375"/>
            <a:ext cx="1619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" name="line-11">
            <a:extLst xmlns:a="http://schemas.openxmlformats.org/drawingml/2006/main">
              <a:ext uri="{FF2B5EF4-FFF2-40B4-BE49-F238E27FC236}">
                <a16:creationId xmlns:a16="http://schemas.microsoft.com/office/drawing/2014/main" id="{8E2C84D1-819D-4FF6-86BB-079EB526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260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4" name="line-12">
            <a:extLst xmlns:a="http://schemas.openxmlformats.org/drawingml/2006/main">
              <a:ext uri="{FF2B5EF4-FFF2-40B4-BE49-F238E27FC236}">
                <a16:creationId xmlns:a16="http://schemas.microsoft.com/office/drawing/2014/main" id="{0F562C04-267E-4C31-878C-1A4271C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31825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5" name="line-13">
            <a:extLst xmlns:a="http://schemas.openxmlformats.org/drawingml/2006/main">
              <a:ext uri="{FF2B5EF4-FFF2-40B4-BE49-F238E27FC236}">
                <a16:creationId xmlns:a16="http://schemas.microsoft.com/office/drawing/2014/main" id="{2EE8A448-AF7D-436C-BDC4-BB4E215F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8105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6" name="line-14">
            <a:extLst xmlns:a="http://schemas.openxmlformats.org/drawingml/2006/main">
              <a:ext uri="{FF2B5EF4-FFF2-40B4-BE49-F238E27FC236}">
                <a16:creationId xmlns:a16="http://schemas.microsoft.com/office/drawing/2014/main" id="{940B8B8F-D7A5-42DB-82BC-651E458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30275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7" name="line-15">
            <a:extLst xmlns:a="http://schemas.openxmlformats.org/drawingml/2006/main">
              <a:ext uri="{FF2B5EF4-FFF2-40B4-BE49-F238E27FC236}">
                <a16:creationId xmlns:a16="http://schemas.microsoft.com/office/drawing/2014/main" id="{8787E029-F80E-420F-BF88-56D673BB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7950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" name="AI-049-16">
            <a:extLst xmlns:a="http://schemas.openxmlformats.org/drawingml/2006/main">
              <a:ext uri="{FF2B5EF4-FFF2-40B4-BE49-F238E27FC236}">
                <a16:creationId xmlns:a16="http://schemas.microsoft.com/office/drawing/2014/main" id="{3074A14D-0D08-4E48-BBC3-EE81F52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33375"/>
            <a:ext cx="1619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9" name="line-17">
            <a:extLst xmlns:a="http://schemas.openxmlformats.org/drawingml/2006/main">
              <a:ext uri="{FF2B5EF4-FFF2-40B4-BE49-F238E27FC236}">
                <a16:creationId xmlns:a16="http://schemas.microsoft.com/office/drawing/2014/main" id="{43F316F9-07CE-4145-8B5D-6E01070B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260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0" name="line-18">
            <a:extLst xmlns:a="http://schemas.openxmlformats.org/drawingml/2006/main">
              <a:ext uri="{FF2B5EF4-FFF2-40B4-BE49-F238E27FC236}">
                <a16:creationId xmlns:a16="http://schemas.microsoft.com/office/drawing/2014/main" id="{FEAE2915-CD45-468C-837C-CEB24C9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1825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1" name="line-19">
            <a:extLst xmlns:a="http://schemas.openxmlformats.org/drawingml/2006/main">
              <a:ext uri="{FF2B5EF4-FFF2-40B4-BE49-F238E27FC236}">
                <a16:creationId xmlns:a16="http://schemas.microsoft.com/office/drawing/2014/main" id="{53FCA5A2-3013-4455-B373-26F0F36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2" name="line-20">
            <a:extLst xmlns:a="http://schemas.openxmlformats.org/drawingml/2006/main">
              <a:ext uri="{FF2B5EF4-FFF2-40B4-BE49-F238E27FC236}">
                <a16:creationId xmlns:a16="http://schemas.microsoft.com/office/drawing/2014/main" id="{C33D6546-44DA-4657-84C3-69C079F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30275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" name="line-21">
            <a:extLst xmlns:a="http://schemas.openxmlformats.org/drawingml/2006/main">
              <a:ext uri="{FF2B5EF4-FFF2-40B4-BE49-F238E27FC236}">
                <a16:creationId xmlns:a16="http://schemas.microsoft.com/office/drawing/2014/main" id="{8261A96A-7C3A-4501-934B-22C7D756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7950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4" name="AI-049-22">
            <a:extLst xmlns:a="http://schemas.openxmlformats.org/drawingml/2006/main">
              <a:ext uri="{FF2B5EF4-FFF2-40B4-BE49-F238E27FC236}">
                <a16:creationId xmlns:a16="http://schemas.microsoft.com/office/drawing/2014/main" id="{7A0E9CDF-1A34-4A77-8721-0895D82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2385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+𝒩(0, σ² I</a:t>
            </a:r>
          </a:p>
        </p:txBody>
      </p:sp>
      <p:sp>
        <p:nvSpPr>
          <p:cNvPr id="25" name="AI-049-23">
            <a:extLst xmlns:a="http://schemas.openxmlformats.org/drawingml/2006/main">
              <a:ext uri="{FF2B5EF4-FFF2-40B4-BE49-F238E27FC236}">
                <a16:creationId xmlns:a16="http://schemas.microsoft.com/office/drawing/2014/main" id="{A71060B3-F183-4D6C-AAA3-A2A2BFE8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466725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6" name="AI-049-24">
            <a:extLst xmlns:a="http://schemas.openxmlformats.org/drawingml/2006/main">
              <a:ext uri="{FF2B5EF4-FFF2-40B4-BE49-F238E27FC236}">
                <a16:creationId xmlns:a16="http://schemas.microsoft.com/office/drawing/2014/main" id="{851F70F7-D724-4507-ACC1-C229664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3238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7" name="line-25">
            <a:extLst xmlns:a="http://schemas.openxmlformats.org/drawingml/2006/main">
              <a:ext uri="{FF2B5EF4-FFF2-40B4-BE49-F238E27FC236}">
                <a16:creationId xmlns:a16="http://schemas.microsoft.com/office/drawing/2014/main" id="{17814EFC-A609-4EA9-AB00-A5F13D73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81050"/>
            <a:ext cx="238125" cy="10"/>
          </a:xfrm>
          <a:custGeom xmlns:a="http://schemas.openxmlformats.org/drawingml/2006/main">
            <a:pathLst>
              <a:path w="238125" h="10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28" name="path-26">
            <a:extLst xmlns:a="http://schemas.openxmlformats.org/drawingml/2006/main">
              <a:ext uri="{FF2B5EF4-FFF2-40B4-BE49-F238E27FC236}">
                <a16:creationId xmlns:a16="http://schemas.microsoft.com/office/drawing/2014/main" id="{46EDCB3F-039F-4769-9324-8DEC89C2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070" y="753255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29" name="AI-049-27">
            <a:extLst xmlns:a="http://schemas.openxmlformats.org/drawingml/2006/main">
              <a:ext uri="{FF2B5EF4-FFF2-40B4-BE49-F238E27FC236}">
                <a16:creationId xmlns:a16="http://schemas.microsoft.com/office/drawing/2014/main" id="{9A91F9E0-D34F-4987-A101-7BE086B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42925"/>
            <a:ext cx="25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30" name="line-28">
            <a:extLst xmlns:a="http://schemas.openxmlformats.org/drawingml/2006/main">
              <a:ext uri="{FF2B5EF4-FFF2-40B4-BE49-F238E27FC236}">
                <a16:creationId xmlns:a16="http://schemas.microsoft.com/office/drawing/2014/main" id="{801C6040-15E0-414A-BB49-537B8BBC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81050"/>
            <a:ext cx="247650" cy="10"/>
          </a:xfrm>
          <a:custGeom xmlns:a="http://schemas.openxmlformats.org/drawingml/2006/main">
            <a:pathLst>
              <a:path w="247650" h="1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31" name="path-29">
            <a:extLst xmlns:a="http://schemas.openxmlformats.org/drawingml/2006/main">
              <a:ext uri="{FF2B5EF4-FFF2-40B4-BE49-F238E27FC236}">
                <a16:creationId xmlns:a16="http://schemas.microsoft.com/office/drawing/2014/main" id="{75780ECC-7E84-4EBC-B788-71099D6C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45" y="753255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32" name="AI-049-30">
            <a:extLst xmlns:a="http://schemas.openxmlformats.org/drawingml/2006/main">
              <a:ext uri="{FF2B5EF4-FFF2-40B4-BE49-F238E27FC236}">
                <a16:creationId xmlns:a16="http://schemas.microsoft.com/office/drawing/2014/main" id="{E59D6AA8-0D4F-4482-AAFF-666D5012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619125"/>
            <a:ext cx="76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" name="AI-049-31">
            <a:extLst xmlns:a="http://schemas.openxmlformats.org/drawingml/2006/main">
              <a:ext uri="{FF2B5EF4-FFF2-40B4-BE49-F238E27FC236}">
                <a16:creationId xmlns:a16="http://schemas.microsoft.com/office/drawing/2014/main" id="{CCCE689B-0B4A-476A-94BD-34EC4B7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6191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dEBM</a:t>
            </a:r>
          </a:p>
        </p:txBody>
      </p:sp>
      <p:sp>
        <p:nvSpPr>
          <p:cNvPr id="34" name="line-32">
            <a:extLst xmlns:a="http://schemas.openxmlformats.org/drawingml/2006/main">
              <a:ext uri="{FF2B5EF4-FFF2-40B4-BE49-F238E27FC236}">
                <a16:creationId xmlns:a16="http://schemas.microsoft.com/office/drawing/2014/main" id="{CC3E2F81-EED9-468F-98A5-4BFF18B1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81050"/>
            <a:ext cx="238125" cy="10"/>
          </a:xfrm>
          <a:custGeom xmlns:a="http://schemas.openxmlformats.org/drawingml/2006/main">
            <a:pathLst>
              <a:path w="238125" h="10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35" name="path-33">
            <a:extLst xmlns:a="http://schemas.openxmlformats.org/drawingml/2006/main">
              <a:ext uri="{FF2B5EF4-FFF2-40B4-BE49-F238E27FC236}">
                <a16:creationId xmlns:a16="http://schemas.microsoft.com/office/drawing/2014/main" id="{F88D9C49-AE90-45AE-9DCF-E453611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145" y="753255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36" name="AI-049-34">
            <a:extLst xmlns:a="http://schemas.openxmlformats.org/drawingml/2006/main">
              <a:ext uri="{FF2B5EF4-FFF2-40B4-BE49-F238E27FC236}">
                <a16:creationId xmlns:a16="http://schemas.microsoft.com/office/drawing/2014/main" id="{0B6FF108-B11A-4790-BAF2-428C1C29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552450"/>
            <a:ext cx="142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37" name="AI-049-35">
            <a:extLst xmlns:a="http://schemas.openxmlformats.org/drawingml/2006/main">
              <a:ext uri="{FF2B5EF4-FFF2-40B4-BE49-F238E27FC236}">
                <a16:creationId xmlns:a16="http://schemas.microsoft.com/office/drawing/2014/main" id="{C2B27A76-922A-4DD5-8F14-7ED60FA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723900"/>
            <a:ext cx="142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38" name="AI-049-36">
            <a:extLst xmlns:a="http://schemas.openxmlformats.org/drawingml/2006/main">
              <a:ext uri="{FF2B5EF4-FFF2-40B4-BE49-F238E27FC236}">
                <a16:creationId xmlns:a16="http://schemas.microsoft.com/office/drawing/2014/main" id="{FF36290F-6330-4909-83A7-43C7C972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5715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(y)</a:t>
            </a:r>
          </a:p>
        </p:txBody>
      </p:sp>
      <p:sp>
        <p:nvSpPr>
          <p:cNvPr id="39" name="AI-049-37">
            <a:extLst xmlns:a="http://schemas.openxmlformats.org/drawingml/2006/main">
              <a:ext uri="{FF2B5EF4-FFF2-40B4-BE49-F238E27FC236}">
                <a16:creationId xmlns:a16="http://schemas.microsoft.com/office/drawing/2014/main" id="{96B9A7B4-5A05-41F6-99E3-9C85D4E9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716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 ∼ e</a:t>
            </a:r>
          </a:p>
        </p:txBody>
      </p:sp>
      <p:sp>
        <p:nvSpPr>
          <p:cNvPr id="40" name="AI-049-38">
            <a:extLst xmlns:a="http://schemas.openxmlformats.org/drawingml/2006/main">
              <a:ext uri="{FF2B5EF4-FFF2-40B4-BE49-F238E27FC236}">
                <a16:creationId xmlns:a16="http://schemas.microsoft.com/office/drawing/2014/main" id="{D25724EE-26FE-4193-A4B3-B20CB2E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14382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−f</a:t>
            </a:r>
          </a:p>
        </p:txBody>
      </p:sp>
      <p:sp>
        <p:nvSpPr>
          <p:cNvPr id="41" name="AI-049-39">
            <a:extLst xmlns:a="http://schemas.openxmlformats.org/drawingml/2006/main">
              <a:ext uri="{FF2B5EF4-FFF2-40B4-BE49-F238E27FC236}">
                <a16:creationId xmlns:a16="http://schemas.microsoft.com/office/drawing/2014/main" id="{88E4175D-6A56-4CCC-B29B-9092BC2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15811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42" name="AI-049-40">
            <a:extLst xmlns:a="http://schemas.openxmlformats.org/drawingml/2006/main">
              <a:ext uri="{FF2B5EF4-FFF2-40B4-BE49-F238E27FC236}">
                <a16:creationId xmlns:a16="http://schemas.microsoft.com/office/drawing/2014/main" id="{15FF18BF-E18F-4085-9968-291EFBA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438275"/>
            <a:ext cx="409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(y)</a:t>
            </a:r>
          </a:p>
        </p:txBody>
      </p:sp>
      <p:sp>
        <p:nvSpPr>
          <p:cNvPr id="43" name="line-41">
            <a:extLst xmlns:a="http://schemas.openxmlformats.org/drawingml/2006/main">
              <a:ext uri="{FF2B5EF4-FFF2-40B4-BE49-F238E27FC236}">
                <a16:creationId xmlns:a16="http://schemas.microsoft.com/office/drawing/2014/main" id="{44D5A1A1-AE59-47B9-9A13-9D1A1E6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19275"/>
            <a:ext cx="257175" cy="10"/>
          </a:xfrm>
          <a:custGeom xmlns:a="http://schemas.openxmlformats.org/drawingml/2006/main">
            <a:pathLst>
              <a:path w="257175" h="10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44" name="path-42">
            <a:extLst xmlns:a="http://schemas.openxmlformats.org/drawingml/2006/main">
              <a:ext uri="{FF2B5EF4-FFF2-40B4-BE49-F238E27FC236}">
                <a16:creationId xmlns:a16="http://schemas.microsoft.com/office/drawing/2014/main" id="{A04E533A-7D36-4CB3-84E9-1B0F42C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70" y="1791480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45" name="AI-049-43">
            <a:extLst xmlns:a="http://schemas.openxmlformats.org/drawingml/2006/main">
              <a:ext uri="{FF2B5EF4-FFF2-40B4-BE49-F238E27FC236}">
                <a16:creationId xmlns:a16="http://schemas.microsoft.com/office/drawing/2014/main" id="{9FEF65BB-72FD-4B53-B814-7C097F71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1657350"/>
            <a:ext cx="771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6" name="AI-049-44">
            <a:extLst xmlns:a="http://schemas.openxmlformats.org/drawingml/2006/main">
              <a:ext uri="{FF2B5EF4-FFF2-40B4-BE49-F238E27FC236}">
                <a16:creationId xmlns:a16="http://schemas.microsoft.com/office/drawing/2014/main" id="{31F9DB95-2218-4F0C-B0CF-513947F1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1657350"/>
            <a:ext cx="771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ByteNet</a:t>
            </a:r>
          </a:p>
        </p:txBody>
      </p:sp>
      <p:sp>
        <p:nvSpPr>
          <p:cNvPr id="47" name="line-45">
            <a:extLst xmlns:a="http://schemas.openxmlformats.org/drawingml/2006/main">
              <a:ext uri="{FF2B5EF4-FFF2-40B4-BE49-F238E27FC236}">
                <a16:creationId xmlns:a16="http://schemas.microsoft.com/office/drawing/2014/main" id="{790C2F90-B0B7-446A-87D1-585751DF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19275"/>
            <a:ext cx="276225" cy="10"/>
          </a:xfrm>
          <a:custGeom xmlns:a="http://schemas.openxmlformats.org/drawingml/2006/main">
            <a:pathLst>
              <a:path w="276225" h="10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48" name="path-46">
            <a:extLst xmlns:a="http://schemas.openxmlformats.org/drawingml/2006/main">
              <a:ext uri="{FF2B5EF4-FFF2-40B4-BE49-F238E27FC236}">
                <a16:creationId xmlns:a16="http://schemas.microsoft.com/office/drawing/2014/main" id="{9B86F304-5582-4E8F-9EA5-0840C83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20" y="1791480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4288">
            <a:solidFill>
              <a:srgbClr val="5D5D5D"/>
            </a:solidFill>
          </a:ln>
        </p:spPr>
      </p:sp>
      <p:sp>
        <p:nvSpPr>
          <p:cNvPr id="49" name="AI-049-47">
            <a:extLst xmlns:a="http://schemas.openxmlformats.org/drawingml/2006/main">
              <a:ext uri="{FF2B5EF4-FFF2-40B4-BE49-F238E27FC236}">
                <a16:creationId xmlns:a16="http://schemas.microsoft.com/office/drawing/2014/main" id="{F991E89A-B2CC-4188-830C-79918D6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1628775"/>
            <a:ext cx="161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x̂</a:t>
            </a:r>
          </a:p>
        </p:txBody>
      </p:sp>
      <p:sp>
        <p:nvSpPr>
          <p:cNvPr id="50" name="AI-049-48">
            <a:extLst xmlns:a="http://schemas.openxmlformats.org/drawingml/2006/main">
              <a:ext uri="{FF2B5EF4-FFF2-40B4-BE49-F238E27FC236}">
                <a16:creationId xmlns:a16="http://schemas.microsoft.com/office/drawing/2014/main" id="{17232441-1661-4B16-B5C0-48EB4F4B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79070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ϕ</a:t>
            </a:r>
          </a:p>
        </p:txBody>
      </p:sp>
      <p:sp>
        <p:nvSpPr>
          <p:cNvPr id="51" name="AI-049-49">
            <a:extLst xmlns:a="http://schemas.openxmlformats.org/drawingml/2006/main">
              <a:ext uri="{FF2B5EF4-FFF2-40B4-BE49-F238E27FC236}">
                <a16:creationId xmlns:a16="http://schemas.microsoft.com/office/drawing/2014/main" id="{F4A7B2FB-6B48-4AAB-AD16-C1C4288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4275" y="1628775"/>
            <a:ext cx="400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(y)</a:t>
            </a:r>
          </a:p>
        </p:txBody>
      </p:sp>
      <p:sp>
        <p:nvSpPr>
          <p:cNvPr id="52" name="AI-049-50">
            <a:extLst xmlns:a="http://schemas.openxmlformats.org/drawingml/2006/main">
              <a:ext uri="{FF2B5EF4-FFF2-40B4-BE49-F238E27FC236}">
                <a16:creationId xmlns:a16="http://schemas.microsoft.com/office/drawing/2014/main" id="{4708D48B-915F-49C0-817D-847DB782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23526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3" name="AI-049-51">
            <a:extLst xmlns:a="http://schemas.openxmlformats.org/drawingml/2006/main">
              <a:ext uri="{FF2B5EF4-FFF2-40B4-BE49-F238E27FC236}">
                <a16:creationId xmlns:a16="http://schemas.microsoft.com/office/drawing/2014/main" id="{D6210668-A5C8-449F-9209-27F1194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54" name="AI-049-52">
            <a:extLst xmlns:a="http://schemas.openxmlformats.org/drawingml/2006/main">
              <a:ext uri="{FF2B5EF4-FFF2-40B4-BE49-F238E27FC236}">
                <a16:creationId xmlns:a16="http://schemas.microsoft.com/office/drawing/2014/main" id="{533A7CC0-FB66-496B-8A94-42DFDBA0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0985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55" name="AI-049-53">
            <a:extLst xmlns:a="http://schemas.openxmlformats.org/drawingml/2006/main">
              <a:ext uri="{FF2B5EF4-FFF2-40B4-BE49-F238E27FC236}">
                <a16:creationId xmlns:a16="http://schemas.microsoft.com/office/drawing/2014/main" id="{3E8EF556-D456-45AE-AC14-CFB3D2C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7527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k−1</a:t>
            </a:r>
          </a:p>
        </p:txBody>
      </p:sp>
      <p:sp>
        <p:nvSpPr>
          <p:cNvPr id="56" name="line-54">
            <a:extLst xmlns:a="http://schemas.openxmlformats.org/drawingml/2006/main">
              <a:ext uri="{FF2B5EF4-FFF2-40B4-BE49-F238E27FC236}">
                <a16:creationId xmlns:a16="http://schemas.microsoft.com/office/drawing/2014/main" id="{78433A82-6EFB-4CF8-B987-2546227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33675"/>
            <a:ext cx="209550" cy="10"/>
          </a:xfrm>
          <a:custGeom xmlns:a="http://schemas.openxmlformats.org/drawingml/2006/main">
            <a:pathLst>
              <a:path w="209550" h="10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D5D5D"/>
            </a:solidFill>
          </a:ln>
        </p:spPr>
      </p:sp>
      <p:sp>
        <p:nvSpPr>
          <p:cNvPr id="57" name="path-55">
            <a:extLst xmlns:a="http://schemas.openxmlformats.org/drawingml/2006/main">
              <a:ext uri="{FF2B5EF4-FFF2-40B4-BE49-F238E27FC236}">
                <a16:creationId xmlns:a16="http://schemas.microsoft.com/office/drawing/2014/main" id="{11DE7D6C-BB23-4C49-AE3B-D5029DA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96" y="269396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6193">
            <a:solidFill>
              <a:srgbClr val="5D5D5D"/>
            </a:solidFill>
          </a:ln>
        </p:spPr>
      </p:sp>
      <p:sp>
        <p:nvSpPr>
          <p:cNvPr id="58" name="line-56">
            <a:extLst xmlns:a="http://schemas.openxmlformats.org/drawingml/2006/main">
              <a:ext uri="{FF2B5EF4-FFF2-40B4-BE49-F238E27FC236}">
                <a16:creationId xmlns:a16="http://schemas.microsoft.com/office/drawing/2014/main" id="{63BD4AE8-5F49-4039-93C6-8E8B2AF5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9900"/>
            <a:ext cx="10" cy="342900"/>
          </a:xfrm>
          <a:custGeom xmlns:a="http://schemas.openxmlformats.org/drawingml/2006/main">
            <a:pathLst>
              <a:path w="10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D5D5D"/>
            </a:solidFill>
            <a:prstDash val="dash"/>
          </a:ln>
        </p:spPr>
      </p:sp>
      <p:sp>
        <p:nvSpPr>
          <p:cNvPr id="59" name="path-57">
            <a:extLst xmlns:a="http://schemas.openxmlformats.org/drawingml/2006/main">
              <a:ext uri="{FF2B5EF4-FFF2-40B4-BE49-F238E27FC236}">
                <a16:creationId xmlns:a16="http://schemas.microsoft.com/office/drawing/2014/main" id="{738977B4-ADF6-4FD3-BD8A-2196726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95250" cy="123825"/>
          </a:xfrm>
          <a:custGeom xmlns:a="http://schemas.openxmlformats.org/drawingml/2006/main">
            <a:pathLst>
              <a:path w="95250" h="123825">
                <a:moveTo>
                  <a:pt x="0" y="0"/>
                </a:moveTo>
                <a:lnTo>
                  <a:pt x="47625" y="12382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60" name="AI-049-58">
            <a:extLst xmlns:a="http://schemas.openxmlformats.org/drawingml/2006/main">
              <a:ext uri="{FF2B5EF4-FFF2-40B4-BE49-F238E27FC236}">
                <a16:creationId xmlns:a16="http://schemas.microsoft.com/office/drawing/2014/main" id="{244DCF79-1790-4A20-AF92-12F175F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61" name="AI-049-59">
            <a:extLst xmlns:a="http://schemas.openxmlformats.org/drawingml/2006/main">
              <a:ext uri="{FF2B5EF4-FFF2-40B4-BE49-F238E27FC236}">
                <a16:creationId xmlns:a16="http://schemas.microsoft.com/office/drawing/2014/main" id="{4A994F43-E259-4DBB-B2C8-8C71FDA5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60985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62" name="AI-049-60">
            <a:extLst xmlns:a="http://schemas.openxmlformats.org/drawingml/2006/main">
              <a:ext uri="{FF2B5EF4-FFF2-40B4-BE49-F238E27FC236}">
                <a16:creationId xmlns:a16="http://schemas.microsoft.com/office/drawing/2014/main" id="{01D84E27-7437-48F8-B626-4B66699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7527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63" name="line-61">
            <a:extLst xmlns:a="http://schemas.openxmlformats.org/drawingml/2006/main">
              <a:ext uri="{FF2B5EF4-FFF2-40B4-BE49-F238E27FC236}">
                <a16:creationId xmlns:a16="http://schemas.microsoft.com/office/drawing/2014/main" id="{EC12597F-8A64-44E4-AB53-72B8D113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733675"/>
            <a:ext cx="209550" cy="10"/>
          </a:xfrm>
          <a:custGeom xmlns:a="http://schemas.openxmlformats.org/drawingml/2006/main">
            <a:pathLst>
              <a:path w="209550" h="10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5D5D5D"/>
            </a:solidFill>
          </a:ln>
        </p:spPr>
      </p:sp>
      <p:sp>
        <p:nvSpPr>
          <p:cNvPr id="64" name="path-62">
            <a:extLst xmlns:a="http://schemas.openxmlformats.org/drawingml/2006/main">
              <a:ext uri="{FF2B5EF4-FFF2-40B4-BE49-F238E27FC236}">
                <a16:creationId xmlns:a16="http://schemas.microsoft.com/office/drawing/2014/main" id="{8748FA2B-D246-4B7D-BC2E-C7CBD032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946" y="2693968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16193">
            <a:solidFill>
              <a:srgbClr val="5D5D5D"/>
            </a:solidFill>
          </a:ln>
        </p:spPr>
      </p:sp>
      <p:sp>
        <p:nvSpPr>
          <p:cNvPr id="65" name="line-63">
            <a:extLst xmlns:a="http://schemas.openxmlformats.org/drawingml/2006/main">
              <a:ext uri="{FF2B5EF4-FFF2-40B4-BE49-F238E27FC236}">
                <a16:creationId xmlns:a16="http://schemas.microsoft.com/office/drawing/2014/main" id="{2F14B518-9ECC-4318-A532-29A0878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09900"/>
            <a:ext cx="10" cy="342900"/>
          </a:xfrm>
          <a:custGeom xmlns:a="http://schemas.openxmlformats.org/drawingml/2006/main">
            <a:pathLst>
              <a:path w="10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D5D5D"/>
            </a:solidFill>
            <a:prstDash val="dash"/>
          </a:ln>
        </p:spPr>
      </p:sp>
      <p:sp>
        <p:nvSpPr>
          <p:cNvPr id="66" name="path-64">
            <a:extLst xmlns:a="http://schemas.openxmlformats.org/drawingml/2006/main">
              <a:ext uri="{FF2B5EF4-FFF2-40B4-BE49-F238E27FC236}">
                <a16:creationId xmlns:a16="http://schemas.microsoft.com/office/drawing/2014/main" id="{5A90F932-BD9D-4E33-BFD9-87FEA204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28975"/>
            <a:ext cx="95250" cy="123825"/>
          </a:xfrm>
          <a:custGeom xmlns:a="http://schemas.openxmlformats.org/drawingml/2006/main">
            <a:pathLst>
              <a:path w="95250" h="123825">
                <a:moveTo>
                  <a:pt x="0" y="0"/>
                </a:moveTo>
                <a:lnTo>
                  <a:pt x="47625" y="12382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67" name="AI-049-65">
            <a:extLst xmlns:a="http://schemas.openxmlformats.org/drawingml/2006/main">
              <a:ext uri="{FF2B5EF4-FFF2-40B4-BE49-F238E27FC236}">
                <a16:creationId xmlns:a16="http://schemas.microsoft.com/office/drawing/2014/main" id="{E543F842-D9DA-4B76-8436-C7F917E1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68" name="AI-049-66">
            <a:extLst xmlns:a="http://schemas.openxmlformats.org/drawingml/2006/main">
              <a:ext uri="{FF2B5EF4-FFF2-40B4-BE49-F238E27FC236}">
                <a16:creationId xmlns:a16="http://schemas.microsoft.com/office/drawing/2014/main" id="{DFC8BF4F-02D0-4133-A985-92150BEC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260985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69" name="AI-049-67">
            <a:extLst xmlns:a="http://schemas.openxmlformats.org/drawingml/2006/main">
              <a:ext uri="{FF2B5EF4-FFF2-40B4-BE49-F238E27FC236}">
                <a16:creationId xmlns:a16="http://schemas.microsoft.com/office/drawing/2014/main" id="{4A421BCA-45A1-43C0-8F19-093805A2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7527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k+1</a:t>
            </a:r>
          </a:p>
        </p:txBody>
      </p:sp>
      <p:sp>
        <p:nvSpPr>
          <p:cNvPr id="70" name="line-68">
            <a:extLst xmlns:a="http://schemas.openxmlformats.org/drawingml/2006/main">
              <a:ext uri="{FF2B5EF4-FFF2-40B4-BE49-F238E27FC236}">
                <a16:creationId xmlns:a16="http://schemas.microsoft.com/office/drawing/2014/main" id="{281F3B94-6469-4F94-BF6B-F5E6224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9900"/>
            <a:ext cx="10" cy="342900"/>
          </a:xfrm>
          <a:custGeom xmlns:a="http://schemas.openxmlformats.org/drawingml/2006/main">
            <a:pathLst>
              <a:path w="10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D5D5D"/>
            </a:solidFill>
            <a:prstDash val="dash"/>
          </a:ln>
        </p:spPr>
      </p:sp>
      <p:sp>
        <p:nvSpPr>
          <p:cNvPr id="71" name="path-69">
            <a:extLst xmlns:a="http://schemas.openxmlformats.org/drawingml/2006/main">
              <a:ext uri="{FF2B5EF4-FFF2-40B4-BE49-F238E27FC236}">
                <a16:creationId xmlns:a16="http://schemas.microsoft.com/office/drawing/2014/main" id="{DC2BDC99-DAFF-4D0E-9C19-6780C7AE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28975"/>
            <a:ext cx="95250" cy="123825"/>
          </a:xfrm>
          <a:custGeom xmlns:a="http://schemas.openxmlformats.org/drawingml/2006/main">
            <a:pathLst>
              <a:path w="95250" h="123825">
                <a:moveTo>
                  <a:pt x="0" y="0"/>
                </a:moveTo>
                <a:lnTo>
                  <a:pt x="47625" y="12382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D5D5D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72" name="AI-049-70">
            <a:extLst xmlns:a="http://schemas.openxmlformats.org/drawingml/2006/main">
              <a:ext uri="{FF2B5EF4-FFF2-40B4-BE49-F238E27FC236}">
                <a16:creationId xmlns:a16="http://schemas.microsoft.com/office/drawing/2014/main" id="{FF6DC5C8-7595-4AF8-A94B-EF96C206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3371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73" name="AI-049-71">
            <a:extLst xmlns:a="http://schemas.openxmlformats.org/drawingml/2006/main">
              <a:ext uri="{FF2B5EF4-FFF2-40B4-BE49-F238E27FC236}">
                <a16:creationId xmlns:a16="http://schemas.microsoft.com/office/drawing/2014/main" id="{3E09A01B-B95F-4021-A32D-CB4C220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50520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x̂</a:t>
            </a:r>
          </a:p>
        </p:txBody>
      </p:sp>
      <p:sp>
        <p:nvSpPr>
          <p:cNvPr id="74" name="AI-049-72">
            <a:extLst xmlns:a="http://schemas.openxmlformats.org/drawingml/2006/main">
              <a:ext uri="{FF2B5EF4-FFF2-40B4-BE49-F238E27FC236}">
                <a16:creationId xmlns:a16="http://schemas.microsoft.com/office/drawing/2014/main" id="{71063CDF-A313-4F27-8FC9-B5B2C81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6480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k−1</a:t>
            </a:r>
          </a:p>
        </p:txBody>
      </p:sp>
      <p:sp>
        <p:nvSpPr>
          <p:cNvPr id="75" name="AI-049-73">
            <a:extLst xmlns:a="http://schemas.openxmlformats.org/drawingml/2006/main">
              <a:ext uri="{FF2B5EF4-FFF2-40B4-BE49-F238E27FC236}">
                <a16:creationId xmlns:a16="http://schemas.microsoft.com/office/drawing/2014/main" id="{FF3073AC-68D0-4CD2-A568-B887410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371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76" name="AI-049-74">
            <a:extLst xmlns:a="http://schemas.openxmlformats.org/drawingml/2006/main">
              <a:ext uri="{FF2B5EF4-FFF2-40B4-BE49-F238E27FC236}">
                <a16:creationId xmlns:a16="http://schemas.microsoft.com/office/drawing/2014/main" id="{0DF78577-439B-45F4-81A4-41746A80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50520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x̂</a:t>
            </a:r>
          </a:p>
        </p:txBody>
      </p:sp>
      <p:sp>
        <p:nvSpPr>
          <p:cNvPr id="77" name="AI-049-75">
            <a:extLst xmlns:a="http://schemas.openxmlformats.org/drawingml/2006/main">
              <a:ext uri="{FF2B5EF4-FFF2-40B4-BE49-F238E27FC236}">
                <a16:creationId xmlns:a16="http://schemas.microsoft.com/office/drawing/2014/main" id="{AA90219C-9B83-4EE7-8902-99752C74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6480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78" name="AI-049-76">
            <a:extLst xmlns:a="http://schemas.openxmlformats.org/drawingml/2006/main">
              <a:ext uri="{FF2B5EF4-FFF2-40B4-BE49-F238E27FC236}">
                <a16:creationId xmlns:a16="http://schemas.microsoft.com/office/drawing/2014/main" id="{6B18267D-6E73-4C2E-BE9C-FFFDE6A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3371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5D5D5D"/>
            </a:solidFill>
          </a:ln>
        </p:spPr>
      </p:sp>
      <p:sp>
        <p:nvSpPr>
          <p:cNvPr id="79" name="AI-049-77">
            <a:extLst xmlns:a="http://schemas.openxmlformats.org/drawingml/2006/main">
              <a:ext uri="{FF2B5EF4-FFF2-40B4-BE49-F238E27FC236}">
                <a16:creationId xmlns:a16="http://schemas.microsoft.com/office/drawing/2014/main" id="{B877BD15-DF6B-4752-BBEA-3E89A75E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350520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x̂</a:t>
            </a:r>
          </a:p>
        </p:txBody>
      </p:sp>
      <p:sp>
        <p:nvSpPr>
          <p:cNvPr id="80" name="AI-049-78">
            <a:extLst xmlns:a="http://schemas.openxmlformats.org/drawingml/2006/main">
              <a:ext uri="{FF2B5EF4-FFF2-40B4-BE49-F238E27FC236}">
                <a16:creationId xmlns:a16="http://schemas.microsoft.com/office/drawing/2014/main" id="{FC825FE8-04E5-49CD-AD4D-F66E027E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6480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k+1</a:t>
            </a:r>
          </a:p>
        </p:txBody>
      </p:sp>
      <p:sp>
        <p:nvSpPr>
          <p:cNvPr id="81" name="AI-049-79">
            <a:extLst xmlns:a="http://schemas.openxmlformats.org/drawingml/2006/main">
              <a:ext uri="{FF2B5EF4-FFF2-40B4-BE49-F238E27FC236}">
                <a16:creationId xmlns:a16="http://schemas.microsoft.com/office/drawing/2014/main" id="{C4A66773-5317-4664-A1E1-8304FD41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26003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Walk</a:t>
            </a:r>
          </a:p>
        </p:txBody>
      </p:sp>
      <p:sp>
        <p:nvSpPr>
          <p:cNvPr id="82" name="AI-049-80">
            <a:extLst xmlns:a="http://schemas.openxmlformats.org/drawingml/2006/main">
              <a:ext uri="{FF2B5EF4-FFF2-40B4-BE49-F238E27FC236}">
                <a16:creationId xmlns:a16="http://schemas.microsoft.com/office/drawing/2014/main" id="{86CF54D4-BE04-48A0-81FB-2A1B1EDA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35147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Jump</a:t>
            </a:r>
          </a:p>
        </p:txBody>
      </p:sp>
      <p:sp>
        <p:nvSpPr>
          <p:cNvPr id="83" name="AI-049-81">
            <a:extLst xmlns:a="http://schemas.openxmlformats.org/drawingml/2006/main">
              <a:ext uri="{FF2B5EF4-FFF2-40B4-BE49-F238E27FC236}">
                <a16:creationId xmlns:a16="http://schemas.microsoft.com/office/drawing/2014/main" id="{7A890AA1-6CD2-471D-868D-B33D65FB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23526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84" name="AI-049-82">
            <a:extLst xmlns:a="http://schemas.openxmlformats.org/drawingml/2006/main">
              <a:ext uri="{FF2B5EF4-FFF2-40B4-BE49-F238E27FC236}">
                <a16:creationId xmlns:a16="http://schemas.microsoft.com/office/drawing/2014/main" id="{18C1C06E-10C3-4EFA-B6E3-17ED22E5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2333625"/>
            <a:ext cx="431482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8573">
            <a:solidFill>
              <a:srgbClr val="666666"/>
            </a:solidFill>
          </a:ln>
        </p:spPr>
      </p:sp>
      <p:sp>
        <p:nvSpPr>
          <p:cNvPr id="85" name="AI-049-83">
            <a:extLst xmlns:a="http://schemas.openxmlformats.org/drawingml/2006/main">
              <a:ext uri="{FF2B5EF4-FFF2-40B4-BE49-F238E27FC236}">
                <a16:creationId xmlns:a16="http://schemas.microsoft.com/office/drawing/2014/main" id="{084FE886-0DF4-4B2B-9612-3F1838D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2390775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dEBM</a:t>
            </a:r>
          </a:p>
        </p:txBody>
      </p:sp>
      <p:sp>
        <p:nvSpPr>
          <p:cNvPr id="86" name="AI-049-84">
            <a:extLst xmlns:a="http://schemas.openxmlformats.org/drawingml/2006/main">
              <a:ext uri="{FF2B5EF4-FFF2-40B4-BE49-F238E27FC236}">
                <a16:creationId xmlns:a16="http://schemas.microsoft.com/office/drawing/2014/main" id="{D5C5232A-7FB2-43FC-B758-8E0A0609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476500"/>
            <a:ext cx="161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F7A"/>
          </a:solidFill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7" name="line-85">
            <a:extLst xmlns:a="http://schemas.openxmlformats.org/drawingml/2006/main">
              <a:ext uri="{FF2B5EF4-FFF2-40B4-BE49-F238E27FC236}">
                <a16:creationId xmlns:a16="http://schemas.microsoft.com/office/drawing/2014/main" id="{63BC72C0-D1E6-402F-A7D8-994F06F5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5725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8" name="line-86">
            <a:extLst xmlns:a="http://schemas.openxmlformats.org/drawingml/2006/main">
              <a:ext uri="{FF2B5EF4-FFF2-40B4-BE49-F238E27FC236}">
                <a16:creationId xmlns:a16="http://schemas.microsoft.com/office/drawing/2014/main" id="{3A1D34E7-0A0F-4CC2-A85D-B0B7D32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7495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9" name="AI-049-87">
            <a:extLst xmlns:a="http://schemas.openxmlformats.org/drawingml/2006/main">
              <a:ext uri="{FF2B5EF4-FFF2-40B4-BE49-F238E27FC236}">
                <a16:creationId xmlns:a16="http://schemas.microsoft.com/office/drawing/2014/main" id="{77952404-AAF8-48FA-86DC-4DDE9748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2505075"/>
            <a:ext cx="200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90" name="AI-049-88">
            <a:extLst xmlns:a="http://schemas.openxmlformats.org/drawingml/2006/main">
              <a:ext uri="{FF2B5EF4-FFF2-40B4-BE49-F238E27FC236}">
                <a16:creationId xmlns:a16="http://schemas.microsoft.com/office/drawing/2014/main" id="{3588264A-D288-44FF-9DBD-004DC67D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162300"/>
            <a:ext cx="161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F7A"/>
          </a:solidFill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91" name="line-89">
            <a:extLst xmlns:a="http://schemas.openxmlformats.org/drawingml/2006/main">
              <a:ext uri="{FF2B5EF4-FFF2-40B4-BE49-F238E27FC236}">
                <a16:creationId xmlns:a16="http://schemas.microsoft.com/office/drawing/2014/main" id="{FFF8CE7B-FD6B-4588-89CA-94CC7AA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11525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92" name="line-90">
            <a:extLst xmlns:a="http://schemas.openxmlformats.org/drawingml/2006/main">
              <a:ext uri="{FF2B5EF4-FFF2-40B4-BE49-F238E27FC236}">
                <a16:creationId xmlns:a16="http://schemas.microsoft.com/office/drawing/2014/main" id="{E10644EA-4AD4-4AFF-A46D-A0DACF3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075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93" name="AI-049-91">
            <a:extLst xmlns:a="http://schemas.openxmlformats.org/drawingml/2006/main">
              <a:ext uri="{FF2B5EF4-FFF2-40B4-BE49-F238E27FC236}">
                <a16:creationId xmlns:a16="http://schemas.microsoft.com/office/drawing/2014/main" id="{3FC63EB1-DDB5-4FA6-BEFE-08F5257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190875"/>
            <a:ext cx="200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94" name="line-92">
            <a:extLst xmlns:a="http://schemas.openxmlformats.org/drawingml/2006/main">
              <a:ext uri="{FF2B5EF4-FFF2-40B4-BE49-F238E27FC236}">
                <a16:creationId xmlns:a16="http://schemas.microsoft.com/office/drawing/2014/main" id="{EB467FCE-E2C9-4F92-B128-E5C8A20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95575"/>
            <a:ext cx="266700" cy="10"/>
          </a:xfrm>
          <a:custGeom xmlns:a="http://schemas.openxmlformats.org/drawingml/2006/main">
            <a:pathLst>
              <a:path w="266700" h="10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95" name="AI-049-93">
            <a:extLst xmlns:a="http://schemas.openxmlformats.org/drawingml/2006/main">
              <a:ext uri="{FF2B5EF4-FFF2-40B4-BE49-F238E27FC236}">
                <a16:creationId xmlns:a16="http://schemas.microsoft.com/office/drawing/2014/main" id="{923B96C8-235A-47EB-8B8E-89FB917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2533650"/>
            <a:ext cx="771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7620">
            <a:solidFill>
              <a:srgbClr val="F1BF7A"/>
            </a:solidFill>
          </a:ln>
        </p:spPr>
      </p:sp>
      <p:sp>
        <p:nvSpPr>
          <p:cNvPr id="96" name="AI-049-94">
            <a:extLst xmlns:a="http://schemas.openxmlformats.org/drawingml/2006/main">
              <a:ext uri="{FF2B5EF4-FFF2-40B4-BE49-F238E27FC236}">
                <a16:creationId xmlns:a16="http://schemas.microsoft.com/office/drawing/2014/main" id="{17507935-AB11-4509-9D95-CBDE6719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2533650"/>
            <a:ext cx="771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97" name="line-95">
            <a:extLst xmlns:a="http://schemas.openxmlformats.org/drawingml/2006/main">
              <a:ext uri="{FF2B5EF4-FFF2-40B4-BE49-F238E27FC236}">
                <a16:creationId xmlns:a16="http://schemas.microsoft.com/office/drawing/2014/main" id="{1A9CFEE7-12A0-4DB2-8DFC-A0DFC19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95575"/>
            <a:ext cx="257175" cy="10"/>
          </a:xfrm>
          <a:custGeom xmlns:a="http://schemas.openxmlformats.org/drawingml/2006/main">
            <a:pathLst>
              <a:path w="257175" h="10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98" name="AI-049-96">
            <a:extLst xmlns:a="http://schemas.openxmlformats.org/drawingml/2006/main">
              <a:ext uri="{FF2B5EF4-FFF2-40B4-BE49-F238E27FC236}">
                <a16:creationId xmlns:a16="http://schemas.microsoft.com/office/drawing/2014/main" id="{E319FC7E-E651-479A-9653-F8302ED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4765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99" name="AI-049-97">
            <a:extLst xmlns:a="http://schemas.openxmlformats.org/drawingml/2006/main">
              <a:ext uri="{FF2B5EF4-FFF2-40B4-BE49-F238E27FC236}">
                <a16:creationId xmlns:a16="http://schemas.microsoft.com/office/drawing/2014/main" id="{7FE2BDD3-C7DA-4267-B7E6-433CEEF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2647950"/>
            <a:ext cx="114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00" name="line-98">
            <a:extLst xmlns:a="http://schemas.openxmlformats.org/drawingml/2006/main">
              <a:ext uri="{FF2B5EF4-FFF2-40B4-BE49-F238E27FC236}">
                <a16:creationId xmlns:a16="http://schemas.microsoft.com/office/drawing/2014/main" id="{55388E28-77DA-471E-A294-E65D6D66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95575"/>
            <a:ext cx="238125" cy="10"/>
          </a:xfrm>
          <a:custGeom xmlns:a="http://schemas.openxmlformats.org/drawingml/2006/main">
            <a:pathLst>
              <a:path w="238125" h="10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01" name="path-99">
            <a:extLst xmlns:a="http://schemas.openxmlformats.org/drawingml/2006/main">
              <a:ext uri="{FF2B5EF4-FFF2-40B4-BE49-F238E27FC236}">
                <a16:creationId xmlns:a16="http://schemas.microsoft.com/office/drawing/2014/main" id="{D35C7668-E3C5-4CE4-A86E-AF77C886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954" y="265983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BF7A"/>
          </a:solidFill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02" name="AI-049-100">
            <a:extLst xmlns:a="http://schemas.openxmlformats.org/drawingml/2006/main">
              <a:ext uri="{FF2B5EF4-FFF2-40B4-BE49-F238E27FC236}">
                <a16:creationId xmlns:a16="http://schemas.microsoft.com/office/drawing/2014/main" id="{B6D51A9C-406E-4748-B347-3B02B35F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225" y="25908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5D5D5D"/>
            </a:solidFill>
          </a:ln>
        </p:spPr>
      </p:sp>
      <p:sp>
        <p:nvSpPr>
          <p:cNvPr id="103" name="line-101">
            <a:extLst xmlns:a="http://schemas.openxmlformats.org/drawingml/2006/main">
              <a:ext uri="{FF2B5EF4-FFF2-40B4-BE49-F238E27FC236}">
                <a16:creationId xmlns:a16="http://schemas.microsoft.com/office/drawing/2014/main" id="{29CD984B-3D41-4CB3-9A5F-C0FF3F9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695575"/>
            <a:ext cx="209550" cy="10"/>
          </a:xfrm>
          <a:custGeom xmlns:a="http://schemas.openxmlformats.org/drawingml/2006/main">
            <a:pathLst>
              <a:path w="209550" h="10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D5D5D"/>
            </a:solidFill>
          </a:ln>
        </p:spPr>
      </p:sp>
      <p:sp>
        <p:nvSpPr>
          <p:cNvPr id="104" name="line-102">
            <a:extLst xmlns:a="http://schemas.openxmlformats.org/drawingml/2006/main">
              <a:ext uri="{FF2B5EF4-FFF2-40B4-BE49-F238E27FC236}">
                <a16:creationId xmlns:a16="http://schemas.microsoft.com/office/drawing/2014/main" id="{4387DEAB-93A5-4D98-BA12-1F3067B3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10" cy="209550"/>
          </a:xfrm>
          <a:custGeom xmlns:a="http://schemas.openxmlformats.org/drawingml/2006/main">
            <a:pathLst>
              <a:path w="10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D5D5D"/>
            </a:solidFill>
          </a:ln>
        </p:spPr>
      </p:sp>
      <p:sp>
        <p:nvSpPr>
          <p:cNvPr id="105" name="line-103">
            <a:extLst xmlns:a="http://schemas.openxmlformats.org/drawingml/2006/main">
              <a:ext uri="{FF2B5EF4-FFF2-40B4-BE49-F238E27FC236}">
                <a16:creationId xmlns:a16="http://schemas.microsoft.com/office/drawing/2014/main" id="{3BA770A5-49F6-4479-BA31-5CED08D1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228600" cy="10"/>
          </a:xfrm>
          <a:custGeom xmlns:a="http://schemas.openxmlformats.org/drawingml/2006/main">
            <a:pathLst>
              <a:path w="228600" h="10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06" name="path-104">
            <a:extLst xmlns:a="http://schemas.openxmlformats.org/drawingml/2006/main">
              <a:ext uri="{FF2B5EF4-FFF2-40B4-BE49-F238E27FC236}">
                <a16:creationId xmlns:a16="http://schemas.microsoft.com/office/drawing/2014/main" id="{EFE3BF9A-C000-4C30-86E5-9976A6F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137" y="266380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BF7A"/>
          </a:solidFill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07" name="AI-049-105">
            <a:extLst xmlns:a="http://schemas.openxmlformats.org/drawingml/2006/main">
              <a:ext uri="{FF2B5EF4-FFF2-40B4-BE49-F238E27FC236}">
                <a16:creationId xmlns:a16="http://schemas.microsoft.com/office/drawing/2014/main" id="{3000B001-941B-4D5D-AAC9-8F4ADD82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246697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08" name="AI-049-106">
            <a:extLst xmlns:a="http://schemas.openxmlformats.org/drawingml/2006/main">
              <a:ext uri="{FF2B5EF4-FFF2-40B4-BE49-F238E27FC236}">
                <a16:creationId xmlns:a16="http://schemas.microsoft.com/office/drawing/2014/main" id="{553B0C33-827D-4E0E-9160-086FF5DA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29565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5D5D5D"/>
            </a:solidFill>
          </a:ln>
        </p:spPr>
      </p:sp>
      <p:sp>
        <p:nvSpPr>
          <p:cNvPr id="109" name="line-107">
            <a:extLst xmlns:a="http://schemas.openxmlformats.org/drawingml/2006/main">
              <a:ext uri="{FF2B5EF4-FFF2-40B4-BE49-F238E27FC236}">
                <a16:creationId xmlns:a16="http://schemas.microsoft.com/office/drawing/2014/main" id="{B0679114-156E-4BC8-8FCC-49420A16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0425"/>
            <a:ext cx="209550" cy="10"/>
          </a:xfrm>
          <a:custGeom xmlns:a="http://schemas.openxmlformats.org/drawingml/2006/main">
            <a:pathLst>
              <a:path w="209550" h="10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D5D5D"/>
            </a:solidFill>
          </a:ln>
        </p:spPr>
      </p:sp>
      <p:sp>
        <p:nvSpPr>
          <p:cNvPr id="110" name="line-108">
            <a:extLst xmlns:a="http://schemas.openxmlformats.org/drawingml/2006/main">
              <a:ext uri="{FF2B5EF4-FFF2-40B4-BE49-F238E27FC236}">
                <a16:creationId xmlns:a16="http://schemas.microsoft.com/office/drawing/2014/main" id="{252FF15A-529E-4180-A4CB-3284AD6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95650"/>
            <a:ext cx="10" cy="209550"/>
          </a:xfrm>
          <a:custGeom xmlns:a="http://schemas.openxmlformats.org/drawingml/2006/main">
            <a:pathLst>
              <a:path w="10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5D5D5D"/>
            </a:solidFill>
          </a:ln>
        </p:spPr>
      </p:sp>
      <p:sp>
        <p:nvSpPr>
          <p:cNvPr id="111" name="AI-049-109">
            <a:extLst xmlns:a="http://schemas.openxmlformats.org/drawingml/2006/main">
              <a:ext uri="{FF2B5EF4-FFF2-40B4-BE49-F238E27FC236}">
                <a16:creationId xmlns:a16="http://schemas.microsoft.com/office/drawing/2014/main" id="{3A291B59-8B13-4706-9600-08F101E3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32099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12" name="AI-049-110">
            <a:extLst xmlns:a="http://schemas.openxmlformats.org/drawingml/2006/main">
              <a:ext uri="{FF2B5EF4-FFF2-40B4-BE49-F238E27FC236}">
                <a16:creationId xmlns:a16="http://schemas.microsoft.com/office/drawing/2014/main" id="{F039B371-E4C8-4CDF-9529-F551499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3371850"/>
            <a:ext cx="228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1d</a:t>
            </a:r>
          </a:p>
        </p:txBody>
      </p:sp>
      <p:sp>
        <p:nvSpPr>
          <p:cNvPr id="113" name="line-111">
            <a:extLst xmlns:a="http://schemas.openxmlformats.org/drawingml/2006/main">
              <a:ext uri="{FF2B5EF4-FFF2-40B4-BE49-F238E27FC236}">
                <a16:creationId xmlns:a16="http://schemas.microsoft.com/office/drawing/2014/main" id="{119D1609-9428-41E1-B2AC-17AA4E2F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00425"/>
            <a:ext cx="257175" cy="10"/>
          </a:xfrm>
          <a:custGeom xmlns:a="http://schemas.openxmlformats.org/drawingml/2006/main">
            <a:pathLst>
              <a:path w="257175" h="10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14" name="AI-049-112">
            <a:extLst xmlns:a="http://schemas.openxmlformats.org/drawingml/2006/main">
              <a:ext uri="{FF2B5EF4-FFF2-40B4-BE49-F238E27FC236}">
                <a16:creationId xmlns:a16="http://schemas.microsoft.com/office/drawing/2014/main" id="{BAF59568-48EE-4DC7-BEC8-42CFF212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238500"/>
            <a:ext cx="571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7620">
            <a:solidFill>
              <a:srgbClr val="F1BF7A"/>
            </a:solidFill>
          </a:ln>
        </p:spPr>
      </p:sp>
      <p:sp>
        <p:nvSpPr>
          <p:cNvPr id="115" name="AI-049-113">
            <a:extLst xmlns:a="http://schemas.openxmlformats.org/drawingml/2006/main">
              <a:ext uri="{FF2B5EF4-FFF2-40B4-BE49-F238E27FC236}">
                <a16:creationId xmlns:a16="http://schemas.microsoft.com/office/drawing/2014/main" id="{6EFFE9CF-17A9-4086-AA8E-71F35AC3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238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16" name="line-114">
            <a:extLst xmlns:a="http://schemas.openxmlformats.org/drawingml/2006/main">
              <a:ext uri="{FF2B5EF4-FFF2-40B4-BE49-F238E27FC236}">
                <a16:creationId xmlns:a16="http://schemas.microsoft.com/office/drawing/2014/main" id="{D606193F-4C40-4AAE-90AB-FB89DD9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0425"/>
            <a:ext cx="295275" cy="10"/>
          </a:xfrm>
          <a:custGeom xmlns:a="http://schemas.openxmlformats.org/drawingml/2006/main">
            <a:pathLst>
              <a:path w="295275" h="10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17" name="AI-049-115">
            <a:extLst xmlns:a="http://schemas.openxmlformats.org/drawingml/2006/main">
              <a:ext uri="{FF2B5EF4-FFF2-40B4-BE49-F238E27FC236}">
                <a16:creationId xmlns:a16="http://schemas.microsoft.com/office/drawing/2014/main" id="{7A810E0A-2BCD-4B30-94C6-F6410645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3238500"/>
            <a:ext cx="590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7620">
            <a:solidFill>
              <a:srgbClr val="F1BF7A"/>
            </a:solidFill>
          </a:ln>
        </p:spPr>
      </p:sp>
      <p:sp>
        <p:nvSpPr>
          <p:cNvPr id="118" name="AI-049-116">
            <a:extLst xmlns:a="http://schemas.openxmlformats.org/drawingml/2006/main">
              <a:ext uri="{FF2B5EF4-FFF2-40B4-BE49-F238E27FC236}">
                <a16:creationId xmlns:a16="http://schemas.microsoft.com/office/drawing/2014/main" id="{9105BA2D-5D38-4F1B-A6DC-6EE26D3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323850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CNN</a:t>
            </a:r>
          </a:p>
        </p:txBody>
      </p:sp>
      <p:sp>
        <p:nvSpPr>
          <p:cNvPr id="119" name="line-117">
            <a:extLst xmlns:a="http://schemas.openxmlformats.org/drawingml/2006/main">
              <a:ext uri="{FF2B5EF4-FFF2-40B4-BE49-F238E27FC236}">
                <a16:creationId xmlns:a16="http://schemas.microsoft.com/office/drawing/2014/main" id="{F78134CE-A0A4-42B0-AE69-07926089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10" cy="314325"/>
          </a:xfrm>
          <a:custGeom xmlns:a="http://schemas.openxmlformats.org/drawingml/2006/main">
            <a:pathLst>
              <a:path w="10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20" name="path-118">
            <a:extLst xmlns:a="http://schemas.openxmlformats.org/drawingml/2006/main">
              <a:ext uri="{FF2B5EF4-FFF2-40B4-BE49-F238E27FC236}">
                <a16:creationId xmlns:a16="http://schemas.microsoft.com/office/drawing/2014/main" id="{78F1A0C9-7BBB-4DAE-9870-FB56DF6B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264" y="2924175"/>
            <a:ext cx="71472" cy="77921"/>
          </a:xfrm>
          <a:custGeom xmlns:a="http://schemas.openxmlformats.org/drawingml/2006/main">
            <a:pathLst>
              <a:path w="71472" h="77921">
                <a:moveTo>
                  <a:pt x="35736" y="0"/>
                </a:moveTo>
                <a:lnTo>
                  <a:pt x="71472" y="77921"/>
                </a:lnTo>
                <a:lnTo>
                  <a:pt x="0" y="77921"/>
                </a:lnTo>
                <a:close/>
              </a:path>
            </a:pathLst>
          </a:custGeom>
          <a:solidFill xmlns:a="http://schemas.openxmlformats.org/drawingml/2006/main">
            <a:srgbClr val="F1BF7A"/>
          </a:solidFill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21" name="line-119">
            <a:extLst xmlns:a="http://schemas.openxmlformats.org/drawingml/2006/main">
              <a:ext uri="{FF2B5EF4-FFF2-40B4-BE49-F238E27FC236}">
                <a16:creationId xmlns:a16="http://schemas.microsoft.com/office/drawing/2014/main" id="{8D5B200A-BAE8-4909-A7D2-B0D03762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10" cy="323850"/>
          </a:xfrm>
          <a:custGeom xmlns:a="http://schemas.openxmlformats.org/drawingml/2006/main">
            <a:pathLst>
              <a:path w="10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22" name="AI-049-120">
            <a:extLst xmlns:a="http://schemas.openxmlformats.org/drawingml/2006/main">
              <a:ext uri="{FF2B5EF4-FFF2-40B4-BE49-F238E27FC236}">
                <a16:creationId xmlns:a16="http://schemas.microsoft.com/office/drawing/2014/main" id="{9A260581-DB67-48CC-8B60-531BA97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3143250"/>
            <a:ext cx="571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7620">
            <a:solidFill>
              <a:srgbClr val="F1BF7A"/>
            </a:solidFill>
          </a:ln>
        </p:spPr>
      </p:sp>
      <p:sp>
        <p:nvSpPr>
          <p:cNvPr id="123" name="AI-049-121">
            <a:extLst xmlns:a="http://schemas.openxmlformats.org/drawingml/2006/main">
              <a:ext uri="{FF2B5EF4-FFF2-40B4-BE49-F238E27FC236}">
                <a16:creationId xmlns:a16="http://schemas.microsoft.com/office/drawing/2014/main" id="{E2F43230-2E30-4A3D-9A78-04CC0619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3143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24" name="line-122">
            <a:extLst xmlns:a="http://schemas.openxmlformats.org/drawingml/2006/main">
              <a:ext uri="{FF2B5EF4-FFF2-40B4-BE49-F238E27FC236}">
                <a16:creationId xmlns:a16="http://schemas.microsoft.com/office/drawing/2014/main" id="{19259337-1913-4749-82EA-C27A7A37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05175"/>
            <a:ext cx="247650" cy="10"/>
          </a:xfrm>
          <a:custGeom xmlns:a="http://schemas.openxmlformats.org/drawingml/2006/main">
            <a:pathLst>
              <a:path w="247650" h="1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25" name="path-123">
            <a:extLst xmlns:a="http://schemas.openxmlformats.org/drawingml/2006/main">
              <a:ext uri="{FF2B5EF4-FFF2-40B4-BE49-F238E27FC236}">
                <a16:creationId xmlns:a16="http://schemas.microsoft.com/office/drawing/2014/main" id="{D7CFB4E4-47C3-4938-873C-42867CE0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329" y="3269439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BF7A"/>
          </a:solidFill>
          <a:ln xmlns:a="http://schemas.openxmlformats.org/drawingml/2006/main" w="14288">
            <a:solidFill>
              <a:srgbClr val="F1BF7A"/>
            </a:solidFill>
          </a:ln>
        </p:spPr>
      </p:sp>
      <p:sp>
        <p:nvSpPr>
          <p:cNvPr id="126" name="AI-049-124">
            <a:extLst xmlns:a="http://schemas.openxmlformats.org/drawingml/2006/main">
              <a:ext uri="{FF2B5EF4-FFF2-40B4-BE49-F238E27FC236}">
                <a16:creationId xmlns:a16="http://schemas.microsoft.com/office/drawing/2014/main" id="{E655EF30-1C8E-4AA1-8601-58CC4B2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3143250"/>
            <a:ext cx="11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27" name="AI-049-125">
            <a:extLst xmlns:a="http://schemas.openxmlformats.org/drawingml/2006/main">
              <a:ext uri="{FF2B5EF4-FFF2-40B4-BE49-F238E27FC236}">
                <a16:creationId xmlns:a16="http://schemas.microsoft.com/office/drawing/2014/main" id="{74CDBA87-0127-498C-88DD-C666DF48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295650"/>
            <a:ext cx="104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128" name="AI-049-126">
            <a:extLst xmlns:a="http://schemas.openxmlformats.org/drawingml/2006/main">
              <a:ext uri="{FF2B5EF4-FFF2-40B4-BE49-F238E27FC236}">
                <a16:creationId xmlns:a16="http://schemas.microsoft.com/office/drawing/2014/main" id="{ADC37082-A29B-4739-9F22-B9C1C60A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(y)</a:t>
            </a:r>
          </a:p>
        </p:txBody>
      </p:sp>
      <p:sp>
        <p:nvSpPr>
          <p:cNvPr id="129" name="AI-049-127">
            <a:extLst xmlns:a="http://schemas.openxmlformats.org/drawingml/2006/main">
              <a:ext uri="{FF2B5EF4-FFF2-40B4-BE49-F238E27FC236}">
                <a16:creationId xmlns:a16="http://schemas.microsoft.com/office/drawing/2014/main" id="{9FD6B1AE-752E-4DE2-918F-24E6EA9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68617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D5D5D"/>
            </a:solidFill>
          </a:ln>
        </p:spPr>
      </p:sp>
      <p:sp>
        <p:nvSpPr>
          <p:cNvPr id="130" name="line-128">
            <a:extLst xmlns:a="http://schemas.openxmlformats.org/drawingml/2006/main">
              <a:ext uri="{FF2B5EF4-FFF2-40B4-BE49-F238E27FC236}">
                <a16:creationId xmlns:a16="http://schemas.microsoft.com/office/drawing/2014/main" id="{D73B2508-3FEE-48C3-9A81-B81BFD76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62375"/>
            <a:ext cx="152400" cy="10"/>
          </a:xfrm>
          <a:custGeom xmlns:a="http://schemas.openxmlformats.org/drawingml/2006/main">
            <a:pathLst>
              <a:path w="152400" h="10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D5D5D"/>
            </a:solidFill>
          </a:ln>
        </p:spPr>
      </p:sp>
      <p:sp>
        <p:nvSpPr>
          <p:cNvPr id="131" name="line-129">
            <a:extLst xmlns:a="http://schemas.openxmlformats.org/drawingml/2006/main">
              <a:ext uri="{FF2B5EF4-FFF2-40B4-BE49-F238E27FC236}">
                <a16:creationId xmlns:a16="http://schemas.microsoft.com/office/drawing/2014/main" id="{E012DB13-6082-4A37-BF64-0DFF41EF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86175"/>
            <a:ext cx="10" cy="152400"/>
          </a:xfrm>
          <a:custGeom xmlns:a="http://schemas.openxmlformats.org/drawingml/2006/main">
            <a:pathLst>
              <a:path w="1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D5D5D"/>
            </a:solidFill>
          </a:ln>
        </p:spPr>
      </p:sp>
      <p:sp>
        <p:nvSpPr>
          <p:cNvPr id="132" name="AI-049-130">
            <a:extLst xmlns:a="http://schemas.openxmlformats.org/drawingml/2006/main">
              <a:ext uri="{FF2B5EF4-FFF2-40B4-BE49-F238E27FC236}">
                <a16:creationId xmlns:a16="http://schemas.microsoft.com/office/drawing/2014/main" id="{DA9D4E50-A37C-4451-9B09-F6DB292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6480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Concatenate</a:t>
            </a:r>
          </a:p>
        </p:txBody>
      </p:sp>
    </p:spTree>
    <p:extLst>
      <p:ext uri="{BB962C8B-B14F-4D97-AF65-F5344CB8AC3E}">
        <p14:creationId xmlns:p14="http://schemas.microsoft.com/office/powerpoint/2010/main" val="551178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2026-09-05T18:01:22.9250000Z</dcterms:created>
  <dcterms:modified xsi:type="dcterms:W3CDTF">2026-09-05T18:01:22.9250000Z</dcterms:modified>
</coreProperties>
</file>