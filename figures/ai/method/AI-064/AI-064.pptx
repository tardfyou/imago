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649f22a668403a" /><Relationship Type="http://schemas.openxmlformats.org/officeDocument/2006/relationships/extended-properties" Target="/docProps/app.xml" Id="R610eed8e5a364478" /><Relationship Type="http://schemas.openxmlformats.org/officeDocument/2006/relationships/officeDocument" Target="/ppt/presentation.xml" Id="R8d58369a3a6a48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838f02a4f74109"/>
  </p:sldMasterIdLst>
  <p:notesMasterIdLst>
    <p:notesMasterId xmlns:r="http://schemas.openxmlformats.org/officeDocument/2006/relationships" r:id="Raa6372f769884b9b"/>
  </p:notesMasterIdLst>
  <p:sldIdLst>
    <p:sldId xmlns:r="http://schemas.openxmlformats.org/officeDocument/2006/relationships" id="256" r:id="Rf75f03b1ed1743e6"/>
  </p:sldIdLst>
  <p:sldSz cx="11058525" cy="3657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e8b01a32a94eba" /><Relationship Type="http://schemas.openxmlformats.org/officeDocument/2006/relationships/slideMaster" Target="/ppt/slideMasters/slideMaster1.xml" Id="R02838f02a4f74109" /><Relationship Type="http://schemas.openxmlformats.org/officeDocument/2006/relationships/notesMaster" Target="/ppt/notesMasters/notesMaster1.xml" Id="Raa6372f769884b9b" /><Relationship Type="http://schemas.openxmlformats.org/officeDocument/2006/relationships/presProps" Target="/ppt/presProps.xml" Id="R33040c9ec9974ee0" /><Relationship Type="http://schemas.openxmlformats.org/officeDocument/2006/relationships/tableStyles" Target="/ppt/tableStyles.xml" Id="R406efd5afbda4e01" /><Relationship Type="http://schemas.openxmlformats.org/officeDocument/2006/relationships/slide" Target="/ppt/slides/slide1.xml" Id="Rf75f03b1ed1743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44541cd084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9c1acca68245f5" /><Relationship Type="http://schemas.openxmlformats.org/officeDocument/2006/relationships/notesMaster" Target="/ppt/notesMasters/notesMaster1.xml" Id="Rce8e9eb0f6c24f1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素材ID：AI-064</ns1:t>
            </ns1:r>
          </ns1:p>
          <ns1:p>
            <ns1:r>
              <ns1:t>论文：GeoRA: Geometry-Aware Low-Rank Adaptation for RLVR</ns1:t>
            </ns1:r>
          </ns1:p>
          <ns1:p>
            <ns1:r>
              <ns1:t>会议：ACL 2026</ns1:t>
            </ns1:r>
          </ns1:p>
          <ns1:p>
            <ns1:r>
              <ns1:t>奖项：Outstanding Paper</ns1:t>
            </ns1:r>
          </ns1:p>
          <ns1:p>
            <ns1:r>
              <ns1:t>图号：Figure 2，PDF第3页</ns1:t>
            </ns1:r>
          </ns1:p>
          <ns1:p>
            <ns1:r>
              <ns1:t>类型：方法细节</ns1:t>
            </ns1:r>
          </ns1:p>
          <ns1:p>
            <ns1:r>
              <ns1:t>借鉴点：通过带具体数值的小矩阵逐步解释低曲率、近零权重两种条件如何形成组合掩码与目标权重。</ns1:t>
            </ns1:r>
          </ns1:p>
          <ns1:p>
            <ns1:r>
              <ns1:t>论文URL：https://aclanthology.org/2026.acl-long.1110/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f040b3bea49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a205624f38407c" /><Relationship Type="http://schemas.openxmlformats.org/officeDocument/2006/relationships/slideLayout" Target="/ppt/slideLayouts/slideLayout1.xml" Id="R433edcefc1ee42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3edcefc1ee42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0f7068f4045fe" /><Relationship Type="http://schemas.openxmlformats.org/officeDocument/2006/relationships/image" Target="/ppt/media/image.png" Id="R9b5b36e771ff4f82" /><Relationship Type="http://schemas.openxmlformats.org/officeDocument/2006/relationships/image" Target="/ppt/media/image2.png" Id="R4339006870124ecf" /><Relationship Type="http://schemas.openxmlformats.org/officeDocument/2006/relationships/image" Target="/ppt/media/image3.png" Id="R90c61f08543f461c" /><Relationship Type="http://schemas.openxmlformats.org/officeDocument/2006/relationships/image" Target="/ppt/media/image4.png" Id="Rea1f459f643d41eb" /><Relationship Type="http://schemas.openxmlformats.org/officeDocument/2006/relationships/image" Target="/ppt/media/image5.png" Id="R63527a4f48a94e75" /><Relationship Type="http://schemas.openxmlformats.org/officeDocument/2006/relationships/image" Target="/ppt/media/image6.png" Id="R920edabfdc9e42ce" /><Relationship Type="http://schemas.openxmlformats.org/officeDocument/2006/relationships/image" Target="/ppt/media/image7.png" Id="Rde9a5dde8fd64e76" /><Relationship Type="http://schemas.openxmlformats.org/officeDocument/2006/relationships/image" Target="/ppt/media/image8.png" Id="R9f88d651372645b2" /><Relationship Type="http://schemas.openxmlformats.org/officeDocument/2006/relationships/image" Target="/ppt/media/image9.png" Id="Reb772f6112964dfb" /><Relationship Type="http://schemas.openxmlformats.org/officeDocument/2006/relationships/image" Target="/ppt/media/image10.png" Id="Ra8fc25f168a74906" /><Relationship Type="http://schemas.openxmlformats.org/officeDocument/2006/relationships/image" Target="/ppt/media/image11.png" Id="R77ee9b0eaf964eae" /><Relationship Type="http://schemas.openxmlformats.org/officeDocument/2006/relationships/image" Target="/ppt/media/image12.png" Id="R4c9c37fbbe8c441d" /><Relationship Type="http://schemas.openxmlformats.org/officeDocument/2006/relationships/image" Target="/ppt/media/image13.png" Id="R000ddb0aaa8e45fc" /><Relationship Type="http://schemas.openxmlformats.org/officeDocument/2006/relationships/image" Target="/ppt/media/image14.png" Id="Rc0852fa5e9014820" /><Relationship Type="http://schemas.openxmlformats.org/officeDocument/2006/relationships/image" Target="/ppt/media/image15.png" Id="R188f1ad6b5d74c4d" /><Relationship Type="http://schemas.openxmlformats.org/officeDocument/2006/relationships/notesSlide" Target="/ppt/notesSlides/notesSlide1.xml" Id="R14d82d2ea3d147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78156-BAD8-4066-8683-EFF10B25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058525" cy="3579343"/>
          </a:xfrm>
          <a:custGeom xmlns:a="http://schemas.openxmlformats.org/drawingml/2006/main">
            <a:pathLst>
              <a:path w="11058525" h="3579343">
                <a:moveTo>
                  <a:pt x="11058525" y="0"/>
                </a:moveTo>
                <a:lnTo>
                  <a:pt x="11058525" y="3579343"/>
                </a:lnTo>
                <a:lnTo>
                  <a:pt x="0" y="3579343"/>
                </a:lnTo>
                <a:lnTo>
                  <a:pt x="0" y="0"/>
                </a:lnTo>
                <a:lnTo>
                  <a:pt x="1105852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b36e771ff4f82"/>
          <a:stretch xmlns:a="http://schemas.openxmlformats.org/drawingml/2006/main"/>
        </p:blipFill>
        <p:spPr>
          <a:xfrm xmlns:a="http://schemas.openxmlformats.org/drawingml/2006/main">
            <a:off x="8725861" y="1955024"/>
            <a:ext cx="356934" cy="377083"/>
          </a:xfrm>
          <a:prstGeom xmlns:a="http://schemas.openxmlformats.org/drawingml/2006/main" prst="rect">
            <a:avLst/>
          </a:prstGeom>
        </p:spPr>
      </p:pic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9006870124ecf"/>
          <a:stretch xmlns:a="http://schemas.openxmlformats.org/drawingml/2006/main"/>
        </p:blipFill>
        <p:spPr>
          <a:xfrm xmlns:a="http://schemas.openxmlformats.org/drawingml/2006/main">
            <a:off x="5894458" y="1909821"/>
            <a:ext cx="356934" cy="377083"/>
          </a:xfrm>
          <a:prstGeom xmlns:a="http://schemas.openxmlformats.org/drawingml/2006/main" prst="rect">
            <a:avLst/>
          </a:prstGeom>
        </p:spPr>
      </p:pic>
      <p:sp>
        <p:nvSpPr>
          <p:cNvPr id="4" name="Text U">
            <a:extLst xmlns:a="http://schemas.openxmlformats.org/drawingml/2006/main">
              <a:ext uri="{FF2B5EF4-FFF2-40B4-BE49-F238E27FC236}">
                <a16:creationId xmlns:a16="http://schemas.microsoft.com/office/drawing/2014/main" id="{E59D50DC-414C-40F0-9CCC-1E819D1C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355" y="2014534"/>
            <a:ext cx="144033" cy="138057"/>
          </a:xfrm>
          <a:custGeom xmlns:a="http://schemas.openxmlformats.org/drawingml/2006/main">
            <a:pathLst>
              <a:path w="144033" h="138057">
                <a:moveTo>
                  <a:pt x="96221" y="3785"/>
                </a:moveTo>
                <a:lnTo>
                  <a:pt x="96221" y="0"/>
                </a:lnTo>
                <a:lnTo>
                  <a:pt x="144033" y="0"/>
                </a:lnTo>
                <a:lnTo>
                  <a:pt x="144033" y="3785"/>
                </a:lnTo>
                <a:lnTo>
                  <a:pt x="138953" y="3785"/>
                </a:lnTo>
                <a:cubicBezTo>
                  <a:pt x="133641" y="3785"/>
                  <a:pt x="129557" y="5999"/>
                  <a:pt x="126701" y="10428"/>
                </a:cubicBezTo>
                <a:cubicBezTo>
                  <a:pt x="125307" y="12476"/>
                  <a:pt x="124610" y="17234"/>
                  <a:pt x="124610" y="24703"/>
                </a:cubicBezTo>
                <a:lnTo>
                  <a:pt x="124610" y="79391"/>
                </a:lnTo>
                <a:cubicBezTo>
                  <a:pt x="124610" y="92915"/>
                  <a:pt x="123265" y="103406"/>
                  <a:pt x="120576" y="110864"/>
                </a:cubicBezTo>
                <a:cubicBezTo>
                  <a:pt x="117886" y="118320"/>
                  <a:pt x="112607" y="124717"/>
                  <a:pt x="104738" y="130054"/>
                </a:cubicBezTo>
                <a:cubicBezTo>
                  <a:pt x="96869" y="135389"/>
                  <a:pt x="86161" y="138057"/>
                  <a:pt x="72614" y="138057"/>
                </a:cubicBezTo>
                <a:cubicBezTo>
                  <a:pt x="57872" y="138057"/>
                  <a:pt x="46683" y="135505"/>
                  <a:pt x="39046" y="130402"/>
                </a:cubicBezTo>
                <a:cubicBezTo>
                  <a:pt x="31410" y="125298"/>
                  <a:pt x="25998" y="118436"/>
                  <a:pt x="22810" y="109818"/>
                </a:cubicBezTo>
                <a:cubicBezTo>
                  <a:pt x="20685" y="103918"/>
                  <a:pt x="19623" y="92847"/>
                  <a:pt x="19623" y="76605"/>
                </a:cubicBezTo>
                <a:lnTo>
                  <a:pt x="19623" y="23906"/>
                </a:lnTo>
                <a:cubicBezTo>
                  <a:pt x="19623" y="15647"/>
                  <a:pt x="18477" y="10229"/>
                  <a:pt x="16186" y="7651"/>
                </a:cubicBezTo>
                <a:cubicBezTo>
                  <a:pt x="13895" y="5074"/>
                  <a:pt x="10193" y="3785"/>
                  <a:pt x="5080" y="3785"/>
                </a:cubicBezTo>
                <a:lnTo>
                  <a:pt x="0" y="3785"/>
                </a:lnTo>
                <a:lnTo>
                  <a:pt x="0" y="0"/>
                </a:lnTo>
                <a:lnTo>
                  <a:pt x="58370" y="0"/>
                </a:lnTo>
                <a:lnTo>
                  <a:pt x="58370" y="3785"/>
                </a:lnTo>
                <a:lnTo>
                  <a:pt x="53191" y="3785"/>
                </a:lnTo>
                <a:cubicBezTo>
                  <a:pt x="47613" y="3785"/>
                  <a:pt x="43628" y="5537"/>
                  <a:pt x="41238" y="9039"/>
                </a:cubicBezTo>
                <a:cubicBezTo>
                  <a:pt x="39578" y="11418"/>
                  <a:pt x="38748" y="16373"/>
                  <a:pt x="38748" y="23906"/>
                </a:cubicBezTo>
                <a:lnTo>
                  <a:pt x="38748" y="82662"/>
                </a:lnTo>
                <a:cubicBezTo>
                  <a:pt x="38748" y="87900"/>
                  <a:pt x="39229" y="93899"/>
                  <a:pt x="40192" y="100660"/>
                </a:cubicBezTo>
                <a:cubicBezTo>
                  <a:pt x="41155" y="107419"/>
                  <a:pt x="42898" y="112688"/>
                  <a:pt x="45421" y="116467"/>
                </a:cubicBezTo>
                <a:cubicBezTo>
                  <a:pt x="47945" y="120243"/>
                  <a:pt x="51580" y="123358"/>
                  <a:pt x="56328" y="125811"/>
                </a:cubicBezTo>
                <a:cubicBezTo>
                  <a:pt x="61076" y="128264"/>
                  <a:pt x="66903" y="129490"/>
                  <a:pt x="73810" y="129490"/>
                </a:cubicBezTo>
                <a:cubicBezTo>
                  <a:pt x="82641" y="129490"/>
                  <a:pt x="90544" y="127569"/>
                  <a:pt x="97516" y="123726"/>
                </a:cubicBezTo>
                <a:cubicBezTo>
                  <a:pt x="104489" y="119880"/>
                  <a:pt x="109253" y="114959"/>
                  <a:pt x="111810" y="108962"/>
                </a:cubicBezTo>
                <a:cubicBezTo>
                  <a:pt x="114367" y="102963"/>
                  <a:pt x="115645" y="92805"/>
                  <a:pt x="115645" y="78488"/>
                </a:cubicBezTo>
                <a:lnTo>
                  <a:pt x="115645" y="23906"/>
                </a:lnTo>
                <a:cubicBezTo>
                  <a:pt x="115645" y="15514"/>
                  <a:pt x="114715" y="10261"/>
                  <a:pt x="112856" y="8146"/>
                </a:cubicBezTo>
                <a:cubicBezTo>
                  <a:pt x="110266" y="5239"/>
                  <a:pt x="106415" y="3785"/>
                  <a:pt x="101301" y="3785"/>
                </a:cubicBezTo>
                <a:lnTo>
                  <a:pt x="96221" y="3785"/>
                </a:lnTo>
                <a:close/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E2177-7BAD-4623-83E7-C8187ACA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37" y="1421438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460A9-4F87-4699-A650-E6235698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96" y="1421438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67C55-45A9-456A-B786-28CD39F7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72" y="1421438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FB8F1-7EF4-4E9E-A88D-438090C5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092" y="1421438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5F17B-3DDE-43BB-A5E2-55D5284A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37" y="1752386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EC2C6-9FDE-4E37-A2EF-768892DB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96" y="1752386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AFC9E-2168-4ADE-8064-613D25B8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72" y="1752386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1A575-21B7-4EEF-AD98-A26FBFB9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092" y="1752386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D114B-EEC8-473E-BC81-370EDC5C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37" y="2083334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2E39F4-6598-4349-8062-D8F95B03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96" y="2083334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310D3-B4A1-4261-B36B-2E267A98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72" y="2083334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9A6DD-2B4D-4981-8026-A2249113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092" y="2083334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9AB2C-17E1-42D7-97C5-CDF5A375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37" y="2414283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1EA42-43F9-407B-949A-7D47A2C8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96" y="2414283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1AC73-6772-40DF-87A1-2140F2D8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72" y="2414283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7F06C-2AAD-462C-A5B3-455DC808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092" y="2414283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6F444-AF60-4858-A47F-C5084581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0" y="1417384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27F5F-6AC9-4A1E-966D-D5D2C64B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0" y="1748332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33856-2BAD-43D5-9FF8-3E73B00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72" y="1421762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6D367-E635-4812-BFB6-41F6D85D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93" y="1421762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0CBC4-EDE9-469F-938C-A4711F17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06" y="1421762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C7451-C14F-4872-A010-FC3FD1D4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27" y="1421762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572D5-2A17-469B-BD02-55249862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648" y="1421762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4F5C1-82B7-42FE-B2EA-0B3C923B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0" y="2079281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8484D-27A4-4D8E-8281-CD9024B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0" y="2410229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F0AEA-0394-4AA4-AE8C-17E9E9E7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0" y="2741177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-4">
            <a:extLst xmlns:a="http://schemas.openxmlformats.org/drawingml/2006/main">
              <a:ext uri="{FF2B5EF4-FFF2-40B4-BE49-F238E27FC236}">
                <a16:creationId xmlns:a16="http://schemas.microsoft.com/office/drawing/2014/main" id="{6789C293-13F4-4F4E-8FA0-CACF2268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27" y="1537422"/>
            <a:ext cx="114128" cy="101470"/>
          </a:xfrm>
          <a:custGeom xmlns:a="http://schemas.openxmlformats.org/drawingml/2006/main">
            <a:pathLst>
              <a:path w="114128" h="101470">
                <a:moveTo>
                  <a:pt x="0" y="62173"/>
                </a:moveTo>
                <a:lnTo>
                  <a:pt x="37905" y="62173"/>
                </a:lnTo>
                <a:lnTo>
                  <a:pt x="37905" y="73317"/>
                </a:lnTo>
                <a:lnTo>
                  <a:pt x="0" y="73317"/>
                </a:lnTo>
                <a:lnTo>
                  <a:pt x="0" y="62173"/>
                </a:lnTo>
                <a:close/>
                <a:moveTo>
                  <a:pt x="114128" y="64812"/>
                </a:moveTo>
                <a:lnTo>
                  <a:pt x="114128" y="75223"/>
                </a:lnTo>
                <a:lnTo>
                  <a:pt x="100785" y="75223"/>
                </a:lnTo>
                <a:lnTo>
                  <a:pt x="100785" y="101470"/>
                </a:lnTo>
                <a:lnTo>
                  <a:pt x="88687" y="101470"/>
                </a:lnTo>
                <a:lnTo>
                  <a:pt x="88687" y="75223"/>
                </a:lnTo>
                <a:lnTo>
                  <a:pt x="46604" y="75223"/>
                </a:lnTo>
                <a:lnTo>
                  <a:pt x="46604" y="65838"/>
                </a:lnTo>
                <a:lnTo>
                  <a:pt x="92720" y="0"/>
                </a:lnTo>
                <a:lnTo>
                  <a:pt x="100785" y="0"/>
                </a:lnTo>
                <a:lnTo>
                  <a:pt x="100785" y="64812"/>
                </a:lnTo>
                <a:lnTo>
                  <a:pt x="114128" y="64812"/>
                </a:lnTo>
                <a:moveTo>
                  <a:pt x="88687" y="64812"/>
                </a:moveTo>
                <a:lnTo>
                  <a:pt x="88687" y="15497"/>
                </a:lnTo>
                <a:lnTo>
                  <a:pt x="53789" y="64812"/>
                </a:lnTo>
                <a:lnTo>
                  <a:pt x="88687" y="64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0">
            <a:extLst xmlns:a="http://schemas.openxmlformats.org/drawingml/2006/main">
              <a:ext uri="{FF2B5EF4-FFF2-40B4-BE49-F238E27FC236}">
                <a16:creationId xmlns:a16="http://schemas.microsoft.com/office/drawing/2014/main" id="{093F3017-90E7-4A33-9C86-18A880E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86" y="1537422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2">
            <a:extLst xmlns:a="http://schemas.openxmlformats.org/drawingml/2006/main">
              <a:ext uri="{FF2B5EF4-FFF2-40B4-BE49-F238E27FC236}">
                <a16:creationId xmlns:a16="http://schemas.microsoft.com/office/drawing/2014/main" id="{764C4E02-9690-4E77-A5FD-B34BFD74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23" y="1537422"/>
            <a:ext cx="65618" cy="101470"/>
          </a:xfrm>
          <a:custGeom xmlns:a="http://schemas.openxmlformats.org/drawingml/2006/main">
            <a:pathLst>
              <a:path w="65618" h="101470">
                <a:moveTo>
                  <a:pt x="65618" y="82115"/>
                </a:moveTo>
                <a:lnTo>
                  <a:pt x="58653" y="101470"/>
                </a:lnTo>
                <a:lnTo>
                  <a:pt x="0" y="101470"/>
                </a:lnTo>
                <a:lnTo>
                  <a:pt x="0" y="98703"/>
                </a:lnTo>
                <a:cubicBezTo>
                  <a:pt x="17254" y="82981"/>
                  <a:pt x="29400" y="70140"/>
                  <a:pt x="36438" y="60179"/>
                </a:cubicBezTo>
                <a:cubicBezTo>
                  <a:pt x="43477" y="50217"/>
                  <a:pt x="46996" y="41106"/>
                  <a:pt x="46996" y="32846"/>
                </a:cubicBezTo>
                <a:cubicBezTo>
                  <a:pt x="46996" y="26562"/>
                  <a:pt x="45065" y="21399"/>
                  <a:pt x="41204" y="17355"/>
                </a:cubicBezTo>
                <a:cubicBezTo>
                  <a:pt x="37343" y="13312"/>
                  <a:pt x="32724" y="11291"/>
                  <a:pt x="27347" y="11291"/>
                </a:cubicBezTo>
                <a:cubicBezTo>
                  <a:pt x="22459" y="11291"/>
                  <a:pt x="18073" y="12708"/>
                  <a:pt x="14187" y="15543"/>
                </a:cubicBezTo>
                <a:cubicBezTo>
                  <a:pt x="10301" y="18377"/>
                  <a:pt x="7429" y="22531"/>
                  <a:pt x="5572" y="28007"/>
                </a:cubicBezTo>
                <a:lnTo>
                  <a:pt x="2859" y="28007"/>
                </a:lnTo>
                <a:cubicBezTo>
                  <a:pt x="4081" y="18987"/>
                  <a:pt x="7222" y="12065"/>
                  <a:pt x="12281" y="7240"/>
                </a:cubicBezTo>
                <a:cubicBezTo>
                  <a:pt x="17339" y="2413"/>
                  <a:pt x="23657" y="0"/>
                  <a:pt x="31233" y="0"/>
                </a:cubicBezTo>
                <a:cubicBezTo>
                  <a:pt x="39298" y="0"/>
                  <a:pt x="46031" y="2591"/>
                  <a:pt x="51432" y="7772"/>
                </a:cubicBezTo>
                <a:cubicBezTo>
                  <a:pt x="56833" y="12953"/>
                  <a:pt x="59533" y="19062"/>
                  <a:pt x="59533" y="26101"/>
                </a:cubicBezTo>
                <a:cubicBezTo>
                  <a:pt x="59533" y="31135"/>
                  <a:pt x="58360" y="36170"/>
                  <a:pt x="56014" y="41204"/>
                </a:cubicBezTo>
                <a:cubicBezTo>
                  <a:pt x="52397" y="49122"/>
                  <a:pt x="46532" y="57505"/>
                  <a:pt x="38418" y="66352"/>
                </a:cubicBezTo>
                <a:cubicBezTo>
                  <a:pt x="26247" y="79619"/>
                  <a:pt x="18647" y="87561"/>
                  <a:pt x="15616" y="90179"/>
                </a:cubicBezTo>
                <a:lnTo>
                  <a:pt x="41571" y="90179"/>
                </a:lnTo>
                <a:cubicBezTo>
                  <a:pt x="46849" y="90179"/>
                  <a:pt x="50552" y="89984"/>
                  <a:pt x="52678" y="89593"/>
                </a:cubicBezTo>
                <a:cubicBezTo>
                  <a:pt x="54804" y="89202"/>
                  <a:pt x="56723" y="88408"/>
                  <a:pt x="58433" y="87210"/>
                </a:cubicBezTo>
                <a:cubicBezTo>
                  <a:pt x="60144" y="86013"/>
                  <a:pt x="61635" y="84314"/>
                  <a:pt x="62906" y="82115"/>
                </a:cubicBezTo>
                <a:lnTo>
                  <a:pt x="65618" y="82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5">
            <a:extLst xmlns:a="http://schemas.openxmlformats.org/drawingml/2006/main">
              <a:ext uri="{FF2B5EF4-FFF2-40B4-BE49-F238E27FC236}">
                <a16:creationId xmlns:a16="http://schemas.microsoft.com/office/drawing/2014/main" id="{5BBE4464-81F3-4A3F-99E2-B2595E7E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33" y="1539474"/>
            <a:ext cx="57993" cy="101177"/>
          </a:xfrm>
          <a:custGeom xmlns:a="http://schemas.openxmlformats.org/drawingml/2006/main">
            <a:pathLst>
              <a:path w="57993" h="101177">
                <a:moveTo>
                  <a:pt x="57993" y="0"/>
                </a:moveTo>
                <a:lnTo>
                  <a:pt x="52275" y="12464"/>
                </a:lnTo>
                <a:lnTo>
                  <a:pt x="22362" y="12464"/>
                </a:lnTo>
                <a:lnTo>
                  <a:pt x="15836" y="25642"/>
                </a:lnTo>
                <a:cubicBezTo>
                  <a:pt x="28789" y="27553"/>
                  <a:pt x="39053" y="32378"/>
                  <a:pt x="46629" y="40118"/>
                </a:cubicBezTo>
                <a:cubicBezTo>
                  <a:pt x="53130" y="46779"/>
                  <a:pt x="56380" y="54616"/>
                  <a:pt x="56380" y="63630"/>
                </a:cubicBezTo>
                <a:cubicBezTo>
                  <a:pt x="56380" y="68872"/>
                  <a:pt x="55317" y="73721"/>
                  <a:pt x="53191" y="78178"/>
                </a:cubicBezTo>
                <a:cubicBezTo>
                  <a:pt x="51065" y="82635"/>
                  <a:pt x="48389" y="86432"/>
                  <a:pt x="45163" y="89568"/>
                </a:cubicBezTo>
                <a:cubicBezTo>
                  <a:pt x="41937" y="92702"/>
                  <a:pt x="38345" y="95225"/>
                  <a:pt x="34385" y="97135"/>
                </a:cubicBezTo>
                <a:cubicBezTo>
                  <a:pt x="28765" y="99830"/>
                  <a:pt x="22997" y="101177"/>
                  <a:pt x="17083" y="101177"/>
                </a:cubicBezTo>
                <a:cubicBezTo>
                  <a:pt x="11120" y="101177"/>
                  <a:pt x="6782" y="100163"/>
                  <a:pt x="4069" y="98134"/>
                </a:cubicBezTo>
                <a:cubicBezTo>
                  <a:pt x="1356" y="96106"/>
                  <a:pt x="0" y="93870"/>
                  <a:pt x="0" y="91426"/>
                </a:cubicBezTo>
                <a:cubicBezTo>
                  <a:pt x="0" y="90057"/>
                  <a:pt x="562" y="88848"/>
                  <a:pt x="1686" y="87797"/>
                </a:cubicBezTo>
                <a:cubicBezTo>
                  <a:pt x="2810" y="86746"/>
                  <a:pt x="4228" y="86220"/>
                  <a:pt x="5939" y="86220"/>
                </a:cubicBezTo>
                <a:cubicBezTo>
                  <a:pt x="7209" y="86220"/>
                  <a:pt x="8321" y="86416"/>
                  <a:pt x="9275" y="86807"/>
                </a:cubicBezTo>
                <a:cubicBezTo>
                  <a:pt x="10228" y="87198"/>
                  <a:pt x="11853" y="88200"/>
                  <a:pt x="14150" y="89813"/>
                </a:cubicBezTo>
                <a:cubicBezTo>
                  <a:pt x="17816" y="92355"/>
                  <a:pt x="21531" y="93650"/>
                  <a:pt x="25294" y="93699"/>
                </a:cubicBezTo>
                <a:cubicBezTo>
                  <a:pt x="31013" y="93699"/>
                  <a:pt x="36035" y="91530"/>
                  <a:pt x="40361" y="87194"/>
                </a:cubicBezTo>
                <a:cubicBezTo>
                  <a:pt x="44686" y="82856"/>
                  <a:pt x="46849" y="77575"/>
                  <a:pt x="46849" y="71351"/>
                </a:cubicBezTo>
                <a:cubicBezTo>
                  <a:pt x="46849" y="65324"/>
                  <a:pt x="44919" y="59700"/>
                  <a:pt x="41057" y="54481"/>
                </a:cubicBezTo>
                <a:cubicBezTo>
                  <a:pt x="37196" y="49260"/>
                  <a:pt x="31868" y="45229"/>
                  <a:pt x="25074" y="42386"/>
                </a:cubicBezTo>
                <a:cubicBezTo>
                  <a:pt x="19747" y="40182"/>
                  <a:pt x="12488" y="38908"/>
                  <a:pt x="3299" y="38565"/>
                </a:cubicBezTo>
                <a:lnTo>
                  <a:pt x="22362" y="0"/>
                </a:lnTo>
                <a:lnTo>
                  <a:pt x="579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6">
            <a:extLst xmlns:a="http://schemas.openxmlformats.org/drawingml/2006/main">
              <a:ext uri="{FF2B5EF4-FFF2-40B4-BE49-F238E27FC236}">
                <a16:creationId xmlns:a16="http://schemas.microsoft.com/office/drawing/2014/main" id="{E1EED05C-ACDC-426A-BF94-389373FD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46" y="1868370"/>
            <a:ext cx="62832" cy="103230"/>
          </a:xfrm>
          <a:custGeom xmlns:a="http://schemas.openxmlformats.org/drawingml/2006/main">
            <a:pathLst>
              <a:path w="62832" h="103230">
                <a:moveTo>
                  <a:pt x="60853" y="0"/>
                </a:moveTo>
                <a:lnTo>
                  <a:pt x="60853" y="2933"/>
                </a:lnTo>
                <a:cubicBezTo>
                  <a:pt x="54401" y="3563"/>
                  <a:pt x="49134" y="4838"/>
                  <a:pt x="45053" y="6757"/>
                </a:cubicBezTo>
                <a:cubicBezTo>
                  <a:pt x="40972" y="8674"/>
                  <a:pt x="36939" y="11599"/>
                  <a:pt x="32956" y="15532"/>
                </a:cubicBezTo>
                <a:cubicBezTo>
                  <a:pt x="28972" y="19463"/>
                  <a:pt x="25673" y="23845"/>
                  <a:pt x="23058" y="28676"/>
                </a:cubicBezTo>
                <a:cubicBezTo>
                  <a:pt x="20443" y="33506"/>
                  <a:pt x="18256" y="39247"/>
                  <a:pt x="16496" y="45899"/>
                </a:cubicBezTo>
                <a:cubicBezTo>
                  <a:pt x="23535" y="41009"/>
                  <a:pt x="30597" y="38565"/>
                  <a:pt x="37685" y="38565"/>
                </a:cubicBezTo>
                <a:cubicBezTo>
                  <a:pt x="44479" y="38565"/>
                  <a:pt x="50369" y="41308"/>
                  <a:pt x="55354" y="46794"/>
                </a:cubicBezTo>
                <a:cubicBezTo>
                  <a:pt x="60340" y="52281"/>
                  <a:pt x="62832" y="59335"/>
                  <a:pt x="62832" y="67958"/>
                </a:cubicBezTo>
                <a:cubicBezTo>
                  <a:pt x="62832" y="76285"/>
                  <a:pt x="60315" y="83879"/>
                  <a:pt x="55281" y="90738"/>
                </a:cubicBezTo>
                <a:cubicBezTo>
                  <a:pt x="49220" y="99066"/>
                  <a:pt x="41204" y="103230"/>
                  <a:pt x="31233" y="103230"/>
                </a:cubicBezTo>
                <a:cubicBezTo>
                  <a:pt x="24439" y="103230"/>
                  <a:pt x="18671" y="100981"/>
                  <a:pt x="13930" y="96485"/>
                </a:cubicBezTo>
                <a:cubicBezTo>
                  <a:pt x="4643" y="87736"/>
                  <a:pt x="0" y="76396"/>
                  <a:pt x="0" y="62466"/>
                </a:cubicBezTo>
                <a:cubicBezTo>
                  <a:pt x="0" y="53570"/>
                  <a:pt x="1784" y="45114"/>
                  <a:pt x="5352" y="37098"/>
                </a:cubicBezTo>
                <a:cubicBezTo>
                  <a:pt x="8920" y="29082"/>
                  <a:pt x="14016" y="21971"/>
                  <a:pt x="20639" y="15763"/>
                </a:cubicBezTo>
                <a:cubicBezTo>
                  <a:pt x="27262" y="9556"/>
                  <a:pt x="33603" y="5377"/>
                  <a:pt x="39664" y="3226"/>
                </a:cubicBezTo>
                <a:cubicBezTo>
                  <a:pt x="45725" y="1075"/>
                  <a:pt x="51371" y="0"/>
                  <a:pt x="56600" y="0"/>
                </a:cubicBezTo>
                <a:lnTo>
                  <a:pt x="60853" y="0"/>
                </a:lnTo>
                <a:moveTo>
                  <a:pt x="15250" y="51257"/>
                </a:moveTo>
                <a:cubicBezTo>
                  <a:pt x="14370" y="57865"/>
                  <a:pt x="13930" y="63200"/>
                  <a:pt x="13930" y="67261"/>
                </a:cubicBezTo>
                <a:cubicBezTo>
                  <a:pt x="13930" y="71960"/>
                  <a:pt x="14798" y="77062"/>
                  <a:pt x="16533" y="82568"/>
                </a:cubicBezTo>
                <a:cubicBezTo>
                  <a:pt x="18268" y="88075"/>
                  <a:pt x="20846" y="92443"/>
                  <a:pt x="24268" y="95674"/>
                </a:cubicBezTo>
                <a:cubicBezTo>
                  <a:pt x="26761" y="97974"/>
                  <a:pt x="29791" y="99124"/>
                  <a:pt x="33359" y="99124"/>
                </a:cubicBezTo>
                <a:cubicBezTo>
                  <a:pt x="37611" y="99124"/>
                  <a:pt x="41412" y="97118"/>
                  <a:pt x="44760" y="93105"/>
                </a:cubicBezTo>
                <a:cubicBezTo>
                  <a:pt x="48108" y="89091"/>
                  <a:pt x="49782" y="83364"/>
                  <a:pt x="49782" y="75924"/>
                </a:cubicBezTo>
                <a:cubicBezTo>
                  <a:pt x="49782" y="67555"/>
                  <a:pt x="48120" y="60312"/>
                  <a:pt x="44796" y="54195"/>
                </a:cubicBezTo>
                <a:cubicBezTo>
                  <a:pt x="41473" y="48076"/>
                  <a:pt x="36756" y="45016"/>
                  <a:pt x="30646" y="45016"/>
                </a:cubicBezTo>
                <a:cubicBezTo>
                  <a:pt x="28789" y="45016"/>
                  <a:pt x="26797" y="45408"/>
                  <a:pt x="24671" y="46192"/>
                </a:cubicBezTo>
                <a:cubicBezTo>
                  <a:pt x="22545" y="46974"/>
                  <a:pt x="19404" y="48662"/>
                  <a:pt x="15250" y="512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2">
            <a:extLst xmlns:a="http://schemas.openxmlformats.org/drawingml/2006/main">
              <a:ext uri="{FF2B5EF4-FFF2-40B4-BE49-F238E27FC236}">
                <a16:creationId xmlns:a16="http://schemas.microsoft.com/office/drawing/2014/main" id="{9F627526-84A3-4F7C-99F4-008576FD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87" y="1868370"/>
            <a:ext cx="65618" cy="101470"/>
          </a:xfrm>
          <a:custGeom xmlns:a="http://schemas.openxmlformats.org/drawingml/2006/main">
            <a:pathLst>
              <a:path w="65618" h="101470">
                <a:moveTo>
                  <a:pt x="65618" y="82115"/>
                </a:moveTo>
                <a:lnTo>
                  <a:pt x="58653" y="101470"/>
                </a:lnTo>
                <a:lnTo>
                  <a:pt x="0" y="101470"/>
                </a:lnTo>
                <a:lnTo>
                  <a:pt x="0" y="98703"/>
                </a:lnTo>
                <a:cubicBezTo>
                  <a:pt x="17254" y="82981"/>
                  <a:pt x="29400" y="70140"/>
                  <a:pt x="36438" y="60179"/>
                </a:cubicBezTo>
                <a:cubicBezTo>
                  <a:pt x="43477" y="50217"/>
                  <a:pt x="46996" y="41106"/>
                  <a:pt x="46996" y="32846"/>
                </a:cubicBezTo>
                <a:cubicBezTo>
                  <a:pt x="46996" y="26562"/>
                  <a:pt x="45065" y="21399"/>
                  <a:pt x="41204" y="17355"/>
                </a:cubicBezTo>
                <a:cubicBezTo>
                  <a:pt x="37343" y="13312"/>
                  <a:pt x="32724" y="11291"/>
                  <a:pt x="27347" y="11291"/>
                </a:cubicBezTo>
                <a:cubicBezTo>
                  <a:pt x="22459" y="11291"/>
                  <a:pt x="18073" y="12708"/>
                  <a:pt x="14187" y="15543"/>
                </a:cubicBezTo>
                <a:cubicBezTo>
                  <a:pt x="10301" y="18377"/>
                  <a:pt x="7429" y="22531"/>
                  <a:pt x="5572" y="28007"/>
                </a:cubicBezTo>
                <a:lnTo>
                  <a:pt x="2859" y="28007"/>
                </a:lnTo>
                <a:cubicBezTo>
                  <a:pt x="4081" y="18987"/>
                  <a:pt x="7222" y="12065"/>
                  <a:pt x="12281" y="7240"/>
                </a:cubicBezTo>
                <a:cubicBezTo>
                  <a:pt x="17339" y="2413"/>
                  <a:pt x="23657" y="0"/>
                  <a:pt x="31233" y="0"/>
                </a:cubicBezTo>
                <a:cubicBezTo>
                  <a:pt x="39298" y="0"/>
                  <a:pt x="46031" y="2591"/>
                  <a:pt x="51432" y="7772"/>
                </a:cubicBezTo>
                <a:cubicBezTo>
                  <a:pt x="56833" y="12953"/>
                  <a:pt x="59533" y="19062"/>
                  <a:pt x="59533" y="26101"/>
                </a:cubicBezTo>
                <a:cubicBezTo>
                  <a:pt x="59533" y="31135"/>
                  <a:pt x="58360" y="36170"/>
                  <a:pt x="56014" y="41204"/>
                </a:cubicBezTo>
                <a:cubicBezTo>
                  <a:pt x="52397" y="49122"/>
                  <a:pt x="46532" y="57505"/>
                  <a:pt x="38418" y="66352"/>
                </a:cubicBezTo>
                <a:cubicBezTo>
                  <a:pt x="26247" y="79619"/>
                  <a:pt x="18647" y="87561"/>
                  <a:pt x="15616" y="90179"/>
                </a:cubicBezTo>
                <a:lnTo>
                  <a:pt x="41571" y="90179"/>
                </a:lnTo>
                <a:cubicBezTo>
                  <a:pt x="46849" y="90179"/>
                  <a:pt x="50552" y="89984"/>
                  <a:pt x="52678" y="89593"/>
                </a:cubicBezTo>
                <a:cubicBezTo>
                  <a:pt x="54804" y="89202"/>
                  <a:pt x="56723" y="88408"/>
                  <a:pt x="58433" y="87210"/>
                </a:cubicBezTo>
                <a:cubicBezTo>
                  <a:pt x="60144" y="86013"/>
                  <a:pt x="61635" y="84314"/>
                  <a:pt x="62906" y="82115"/>
                </a:cubicBezTo>
                <a:lnTo>
                  <a:pt x="65618" y="82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8">
            <a:extLst xmlns:a="http://schemas.openxmlformats.org/drawingml/2006/main">
              <a:ext uri="{FF2B5EF4-FFF2-40B4-BE49-F238E27FC236}">
                <a16:creationId xmlns:a16="http://schemas.microsoft.com/office/drawing/2014/main" id="{69C34133-55D7-4139-80CF-A6F19130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88" y="1868370"/>
            <a:ext cx="57334" cy="103230"/>
          </a:xfrm>
          <a:custGeom xmlns:a="http://schemas.openxmlformats.org/drawingml/2006/main">
            <a:pathLst>
              <a:path w="57334" h="103230">
                <a:moveTo>
                  <a:pt x="19722" y="51395"/>
                </a:moveTo>
                <a:cubicBezTo>
                  <a:pt x="11853" y="44943"/>
                  <a:pt x="6782" y="39762"/>
                  <a:pt x="4509" y="35852"/>
                </a:cubicBezTo>
                <a:cubicBezTo>
                  <a:pt x="2236" y="31942"/>
                  <a:pt x="1100" y="27885"/>
                  <a:pt x="1100" y="23681"/>
                </a:cubicBezTo>
                <a:cubicBezTo>
                  <a:pt x="1100" y="17229"/>
                  <a:pt x="3593" y="11670"/>
                  <a:pt x="8578" y="7002"/>
                </a:cubicBezTo>
                <a:cubicBezTo>
                  <a:pt x="13564" y="2334"/>
                  <a:pt x="20187" y="0"/>
                  <a:pt x="28447" y="0"/>
                </a:cubicBezTo>
                <a:cubicBezTo>
                  <a:pt x="36463" y="0"/>
                  <a:pt x="42915" y="2175"/>
                  <a:pt x="47802" y="6525"/>
                </a:cubicBezTo>
                <a:cubicBezTo>
                  <a:pt x="52690" y="10875"/>
                  <a:pt x="55134" y="15836"/>
                  <a:pt x="55134" y="21408"/>
                </a:cubicBezTo>
                <a:cubicBezTo>
                  <a:pt x="55134" y="25123"/>
                  <a:pt x="53814" y="28911"/>
                  <a:pt x="51175" y="32773"/>
                </a:cubicBezTo>
                <a:cubicBezTo>
                  <a:pt x="48536" y="36634"/>
                  <a:pt x="43037" y="41180"/>
                  <a:pt x="34679" y="46409"/>
                </a:cubicBezTo>
                <a:cubicBezTo>
                  <a:pt x="43281" y="53057"/>
                  <a:pt x="48976" y="58287"/>
                  <a:pt x="51762" y="62099"/>
                </a:cubicBezTo>
                <a:cubicBezTo>
                  <a:pt x="55476" y="67085"/>
                  <a:pt x="57334" y="72339"/>
                  <a:pt x="57334" y="77862"/>
                </a:cubicBezTo>
                <a:cubicBezTo>
                  <a:pt x="57334" y="84852"/>
                  <a:pt x="54670" y="90827"/>
                  <a:pt x="49342" y="95788"/>
                </a:cubicBezTo>
                <a:cubicBezTo>
                  <a:pt x="44014" y="100749"/>
                  <a:pt x="37025" y="103230"/>
                  <a:pt x="28374" y="103230"/>
                </a:cubicBezTo>
                <a:cubicBezTo>
                  <a:pt x="18940" y="103230"/>
                  <a:pt x="11584" y="100273"/>
                  <a:pt x="6305" y="94359"/>
                </a:cubicBezTo>
                <a:cubicBezTo>
                  <a:pt x="2102" y="89617"/>
                  <a:pt x="0" y="84436"/>
                  <a:pt x="0" y="78815"/>
                </a:cubicBezTo>
                <a:cubicBezTo>
                  <a:pt x="0" y="74416"/>
                  <a:pt x="1479" y="70054"/>
                  <a:pt x="4436" y="65728"/>
                </a:cubicBezTo>
                <a:cubicBezTo>
                  <a:pt x="7393" y="61403"/>
                  <a:pt x="12488" y="56625"/>
                  <a:pt x="19722" y="51395"/>
                </a:cubicBezTo>
                <a:moveTo>
                  <a:pt x="31233" y="43550"/>
                </a:moveTo>
                <a:cubicBezTo>
                  <a:pt x="37098" y="38251"/>
                  <a:pt x="40813" y="34069"/>
                  <a:pt x="42377" y="31004"/>
                </a:cubicBezTo>
                <a:cubicBezTo>
                  <a:pt x="43941" y="27937"/>
                  <a:pt x="44723" y="24466"/>
                  <a:pt x="44723" y="20591"/>
                </a:cubicBezTo>
                <a:cubicBezTo>
                  <a:pt x="44723" y="15438"/>
                  <a:pt x="43281" y="11403"/>
                  <a:pt x="40397" y="8484"/>
                </a:cubicBezTo>
                <a:cubicBezTo>
                  <a:pt x="37514" y="5565"/>
                  <a:pt x="33579" y="4106"/>
                  <a:pt x="28593" y="4106"/>
                </a:cubicBezTo>
                <a:cubicBezTo>
                  <a:pt x="23608" y="4106"/>
                  <a:pt x="19551" y="5553"/>
                  <a:pt x="16423" y="8447"/>
                </a:cubicBezTo>
                <a:cubicBezTo>
                  <a:pt x="13295" y="11342"/>
                  <a:pt x="11731" y="14727"/>
                  <a:pt x="11731" y="18604"/>
                </a:cubicBezTo>
                <a:cubicBezTo>
                  <a:pt x="11731" y="21155"/>
                  <a:pt x="12378" y="23706"/>
                  <a:pt x="13674" y="26257"/>
                </a:cubicBezTo>
                <a:cubicBezTo>
                  <a:pt x="14969" y="28807"/>
                  <a:pt x="16814" y="31236"/>
                  <a:pt x="19209" y="33542"/>
                </a:cubicBezTo>
                <a:lnTo>
                  <a:pt x="31233" y="43550"/>
                </a:lnTo>
                <a:moveTo>
                  <a:pt x="23168" y="54181"/>
                </a:moveTo>
                <a:cubicBezTo>
                  <a:pt x="19111" y="57592"/>
                  <a:pt x="16105" y="61307"/>
                  <a:pt x="14150" y="65327"/>
                </a:cubicBezTo>
                <a:cubicBezTo>
                  <a:pt x="12195" y="69346"/>
                  <a:pt x="11217" y="73694"/>
                  <a:pt x="11217" y="78371"/>
                </a:cubicBezTo>
                <a:cubicBezTo>
                  <a:pt x="11217" y="84655"/>
                  <a:pt x="12940" y="89685"/>
                  <a:pt x="16386" y="93460"/>
                </a:cubicBezTo>
                <a:cubicBezTo>
                  <a:pt x="19832" y="97236"/>
                  <a:pt x="24219" y="99124"/>
                  <a:pt x="29547" y="99124"/>
                </a:cubicBezTo>
                <a:cubicBezTo>
                  <a:pt x="34825" y="99124"/>
                  <a:pt x="39053" y="97639"/>
                  <a:pt x="42230" y="94668"/>
                </a:cubicBezTo>
                <a:cubicBezTo>
                  <a:pt x="45407" y="91695"/>
                  <a:pt x="46996" y="88090"/>
                  <a:pt x="46996" y="83851"/>
                </a:cubicBezTo>
                <a:cubicBezTo>
                  <a:pt x="46996" y="80343"/>
                  <a:pt x="46067" y="77200"/>
                  <a:pt x="44210" y="74423"/>
                </a:cubicBezTo>
                <a:cubicBezTo>
                  <a:pt x="40740" y="69259"/>
                  <a:pt x="33726" y="62512"/>
                  <a:pt x="23168" y="541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0">
            <a:extLst xmlns:a="http://schemas.openxmlformats.org/drawingml/2006/main">
              <a:ext uri="{FF2B5EF4-FFF2-40B4-BE49-F238E27FC236}">
                <a16:creationId xmlns:a16="http://schemas.microsoft.com/office/drawing/2014/main" id="{F7ACBB70-4C20-413E-9B36-BD89CA6A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74" y="1868370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4">
            <a:extLst xmlns:a="http://schemas.openxmlformats.org/drawingml/2006/main">
              <a:ext uri="{FF2B5EF4-FFF2-40B4-BE49-F238E27FC236}">
                <a16:creationId xmlns:a16="http://schemas.microsoft.com/office/drawing/2014/main" id="{FD44CC4B-29A5-4DA8-8B13-56F77311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40" y="2199318"/>
            <a:ext cx="67525" cy="101470"/>
          </a:xfrm>
          <a:custGeom xmlns:a="http://schemas.openxmlformats.org/drawingml/2006/main">
            <a:pathLst>
              <a:path w="67525" h="101470">
                <a:moveTo>
                  <a:pt x="67525" y="64812"/>
                </a:moveTo>
                <a:lnTo>
                  <a:pt x="67525" y="75223"/>
                </a:lnTo>
                <a:lnTo>
                  <a:pt x="54181" y="75223"/>
                </a:lnTo>
                <a:lnTo>
                  <a:pt x="54181" y="101470"/>
                </a:lnTo>
                <a:lnTo>
                  <a:pt x="42084" y="101470"/>
                </a:lnTo>
                <a:lnTo>
                  <a:pt x="42084" y="75223"/>
                </a:lnTo>
                <a:lnTo>
                  <a:pt x="0" y="75223"/>
                </a:lnTo>
                <a:lnTo>
                  <a:pt x="0" y="65838"/>
                </a:lnTo>
                <a:lnTo>
                  <a:pt x="46116" y="0"/>
                </a:lnTo>
                <a:lnTo>
                  <a:pt x="54181" y="0"/>
                </a:lnTo>
                <a:lnTo>
                  <a:pt x="54181" y="64812"/>
                </a:lnTo>
                <a:lnTo>
                  <a:pt x="67525" y="64812"/>
                </a:lnTo>
                <a:moveTo>
                  <a:pt x="42084" y="64812"/>
                </a:moveTo>
                <a:lnTo>
                  <a:pt x="42084" y="15497"/>
                </a:lnTo>
                <a:lnTo>
                  <a:pt x="7185" y="64812"/>
                </a:lnTo>
                <a:lnTo>
                  <a:pt x="42084" y="64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3">
            <a:extLst xmlns:a="http://schemas.openxmlformats.org/drawingml/2006/main">
              <a:ext uri="{FF2B5EF4-FFF2-40B4-BE49-F238E27FC236}">
                <a16:creationId xmlns:a16="http://schemas.microsoft.com/office/drawing/2014/main" id="{257CA158-8A3F-403A-BB4F-1E355626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6" y="2199318"/>
            <a:ext cx="56527" cy="103230"/>
          </a:xfrm>
          <a:custGeom xmlns:a="http://schemas.openxmlformats.org/drawingml/2006/main">
            <a:pathLst>
              <a:path w="56527" h="103230">
                <a:moveTo>
                  <a:pt x="1540" y="20969"/>
                </a:moveTo>
                <a:cubicBezTo>
                  <a:pt x="4375" y="14272"/>
                  <a:pt x="7955" y="9103"/>
                  <a:pt x="12281" y="5462"/>
                </a:cubicBezTo>
                <a:cubicBezTo>
                  <a:pt x="16606" y="1821"/>
                  <a:pt x="21995" y="0"/>
                  <a:pt x="28447" y="0"/>
                </a:cubicBezTo>
                <a:cubicBezTo>
                  <a:pt x="36414" y="0"/>
                  <a:pt x="42524" y="2591"/>
                  <a:pt x="46776" y="7772"/>
                </a:cubicBezTo>
                <a:cubicBezTo>
                  <a:pt x="50002" y="11633"/>
                  <a:pt x="51615" y="15763"/>
                  <a:pt x="51615" y="20162"/>
                </a:cubicBezTo>
                <a:cubicBezTo>
                  <a:pt x="51615" y="27396"/>
                  <a:pt x="47069" y="34874"/>
                  <a:pt x="37978" y="42597"/>
                </a:cubicBezTo>
                <a:cubicBezTo>
                  <a:pt x="44088" y="44992"/>
                  <a:pt x="48707" y="48413"/>
                  <a:pt x="51835" y="52861"/>
                </a:cubicBezTo>
                <a:cubicBezTo>
                  <a:pt x="54963" y="57309"/>
                  <a:pt x="56527" y="62539"/>
                  <a:pt x="56527" y="68551"/>
                </a:cubicBezTo>
                <a:cubicBezTo>
                  <a:pt x="56527" y="77154"/>
                  <a:pt x="53790" y="84607"/>
                  <a:pt x="48316" y="90913"/>
                </a:cubicBezTo>
                <a:cubicBezTo>
                  <a:pt x="41180" y="99124"/>
                  <a:pt x="30842" y="103230"/>
                  <a:pt x="17303" y="103230"/>
                </a:cubicBezTo>
                <a:cubicBezTo>
                  <a:pt x="10606" y="103230"/>
                  <a:pt x="6049" y="102399"/>
                  <a:pt x="3629" y="100737"/>
                </a:cubicBezTo>
                <a:cubicBezTo>
                  <a:pt x="1210" y="99075"/>
                  <a:pt x="0" y="97291"/>
                  <a:pt x="0" y="95385"/>
                </a:cubicBezTo>
                <a:cubicBezTo>
                  <a:pt x="0" y="93967"/>
                  <a:pt x="574" y="92721"/>
                  <a:pt x="1723" y="91646"/>
                </a:cubicBezTo>
                <a:cubicBezTo>
                  <a:pt x="2872" y="90570"/>
                  <a:pt x="4252" y="90033"/>
                  <a:pt x="5865" y="90033"/>
                </a:cubicBezTo>
                <a:cubicBezTo>
                  <a:pt x="7087" y="90033"/>
                  <a:pt x="8334" y="90226"/>
                  <a:pt x="9604" y="90612"/>
                </a:cubicBezTo>
                <a:cubicBezTo>
                  <a:pt x="10435" y="90855"/>
                  <a:pt x="12317" y="91738"/>
                  <a:pt x="15250" y="93261"/>
                </a:cubicBezTo>
                <a:cubicBezTo>
                  <a:pt x="18183" y="94784"/>
                  <a:pt x="20211" y="95690"/>
                  <a:pt x="21335" y="95981"/>
                </a:cubicBezTo>
                <a:cubicBezTo>
                  <a:pt x="23144" y="96512"/>
                  <a:pt x="25074" y="96778"/>
                  <a:pt x="27127" y="96778"/>
                </a:cubicBezTo>
                <a:cubicBezTo>
                  <a:pt x="32113" y="96778"/>
                  <a:pt x="36451" y="94847"/>
                  <a:pt x="40141" y="90986"/>
                </a:cubicBezTo>
                <a:cubicBezTo>
                  <a:pt x="43831" y="87125"/>
                  <a:pt x="45676" y="82555"/>
                  <a:pt x="45676" y="77276"/>
                </a:cubicBezTo>
                <a:cubicBezTo>
                  <a:pt x="45676" y="73414"/>
                  <a:pt x="44821" y="69651"/>
                  <a:pt x="43110" y="65985"/>
                </a:cubicBezTo>
                <a:cubicBezTo>
                  <a:pt x="41839" y="63248"/>
                  <a:pt x="40446" y="61171"/>
                  <a:pt x="38931" y="59753"/>
                </a:cubicBezTo>
                <a:cubicBezTo>
                  <a:pt x="36829" y="57798"/>
                  <a:pt x="33946" y="56026"/>
                  <a:pt x="30280" y="54438"/>
                </a:cubicBezTo>
                <a:cubicBezTo>
                  <a:pt x="26614" y="52849"/>
                  <a:pt x="22875" y="52055"/>
                  <a:pt x="19062" y="52055"/>
                </a:cubicBezTo>
                <a:lnTo>
                  <a:pt x="16716" y="52055"/>
                </a:lnTo>
                <a:lnTo>
                  <a:pt x="16716" y="49855"/>
                </a:lnTo>
                <a:cubicBezTo>
                  <a:pt x="20578" y="49368"/>
                  <a:pt x="24451" y="47978"/>
                  <a:pt x="28337" y="45685"/>
                </a:cubicBezTo>
                <a:cubicBezTo>
                  <a:pt x="32223" y="43391"/>
                  <a:pt x="35045" y="40634"/>
                  <a:pt x="36805" y="37414"/>
                </a:cubicBezTo>
                <a:cubicBezTo>
                  <a:pt x="38565" y="34195"/>
                  <a:pt x="39444" y="30657"/>
                  <a:pt x="39444" y="26802"/>
                </a:cubicBezTo>
                <a:cubicBezTo>
                  <a:pt x="39444" y="21778"/>
                  <a:pt x="37868" y="17717"/>
                  <a:pt x="34715" y="14620"/>
                </a:cubicBezTo>
                <a:cubicBezTo>
                  <a:pt x="31563" y="11521"/>
                  <a:pt x="27640" y="9971"/>
                  <a:pt x="22948" y="9971"/>
                </a:cubicBezTo>
                <a:cubicBezTo>
                  <a:pt x="15372" y="9971"/>
                  <a:pt x="9042" y="14028"/>
                  <a:pt x="3959" y="22142"/>
                </a:cubicBezTo>
                <a:lnTo>
                  <a:pt x="1540" y="20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-1">
            <a:extLst xmlns:a="http://schemas.openxmlformats.org/drawingml/2006/main">
              <a:ext uri="{FF2B5EF4-FFF2-40B4-BE49-F238E27FC236}">
                <a16:creationId xmlns:a16="http://schemas.microsoft.com/office/drawing/2014/main" id="{56BD93AF-A890-47D4-82EA-5E6FEDC3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92" y="2199318"/>
            <a:ext cx="101004" cy="101470"/>
          </a:xfrm>
          <a:custGeom xmlns:a="http://schemas.openxmlformats.org/drawingml/2006/main">
            <a:pathLst>
              <a:path w="101004" h="101470">
                <a:moveTo>
                  <a:pt x="0" y="62173"/>
                </a:moveTo>
                <a:lnTo>
                  <a:pt x="37905" y="62173"/>
                </a:lnTo>
                <a:lnTo>
                  <a:pt x="37905" y="73317"/>
                </a:lnTo>
                <a:lnTo>
                  <a:pt x="0" y="73317"/>
                </a:lnTo>
                <a:lnTo>
                  <a:pt x="0" y="62173"/>
                </a:lnTo>
                <a:close/>
                <a:moveTo>
                  <a:pt x="61853" y="11731"/>
                </a:moveTo>
                <a:lnTo>
                  <a:pt x="86048" y="0"/>
                </a:lnTo>
                <a:lnTo>
                  <a:pt x="88467" y="0"/>
                </a:lnTo>
                <a:lnTo>
                  <a:pt x="88467" y="83874"/>
                </a:lnTo>
                <a:cubicBezTo>
                  <a:pt x="88467" y="89446"/>
                  <a:pt x="88699" y="92917"/>
                  <a:pt x="89164" y="94285"/>
                </a:cubicBezTo>
                <a:cubicBezTo>
                  <a:pt x="89628" y="95654"/>
                  <a:pt x="90593" y="96705"/>
                  <a:pt x="92060" y="97438"/>
                </a:cubicBezTo>
                <a:cubicBezTo>
                  <a:pt x="93526" y="98171"/>
                  <a:pt x="96508" y="98586"/>
                  <a:pt x="101004" y="98684"/>
                </a:cubicBezTo>
                <a:lnTo>
                  <a:pt x="101004" y="101470"/>
                </a:lnTo>
                <a:lnTo>
                  <a:pt x="63613" y="101470"/>
                </a:lnTo>
                <a:lnTo>
                  <a:pt x="63613" y="98684"/>
                </a:lnTo>
                <a:cubicBezTo>
                  <a:pt x="68305" y="98586"/>
                  <a:pt x="71336" y="98183"/>
                  <a:pt x="72704" y="97474"/>
                </a:cubicBezTo>
                <a:cubicBezTo>
                  <a:pt x="74073" y="96766"/>
                  <a:pt x="75026" y="95813"/>
                  <a:pt x="75563" y="94615"/>
                </a:cubicBezTo>
                <a:cubicBezTo>
                  <a:pt x="76101" y="93418"/>
                  <a:pt x="76370" y="89837"/>
                  <a:pt x="76370" y="83874"/>
                </a:cubicBezTo>
                <a:lnTo>
                  <a:pt x="76370" y="30206"/>
                </a:lnTo>
                <a:cubicBezTo>
                  <a:pt x="76370" y="23005"/>
                  <a:pt x="76126" y="18383"/>
                  <a:pt x="75637" y="16340"/>
                </a:cubicBezTo>
                <a:cubicBezTo>
                  <a:pt x="75295" y="14782"/>
                  <a:pt x="74671" y="13637"/>
                  <a:pt x="73767" y="12904"/>
                </a:cubicBezTo>
                <a:cubicBezTo>
                  <a:pt x="72863" y="12171"/>
                  <a:pt x="71775" y="11804"/>
                  <a:pt x="70505" y="11804"/>
                </a:cubicBezTo>
                <a:cubicBezTo>
                  <a:pt x="68696" y="11804"/>
                  <a:pt x="66179" y="12562"/>
                  <a:pt x="62953" y="14077"/>
                </a:cubicBezTo>
                <a:lnTo>
                  <a:pt x="61853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2">
            <a:extLst xmlns:a="http://schemas.openxmlformats.org/drawingml/2006/main">
              <a:ext uri="{FF2B5EF4-FFF2-40B4-BE49-F238E27FC236}">
                <a16:creationId xmlns:a16="http://schemas.microsoft.com/office/drawing/2014/main" id="{86320FA7-F51F-44CA-92BB-F9AF3957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374" y="2199318"/>
            <a:ext cx="65618" cy="101470"/>
          </a:xfrm>
          <a:custGeom xmlns:a="http://schemas.openxmlformats.org/drawingml/2006/main">
            <a:pathLst>
              <a:path w="65618" h="101470">
                <a:moveTo>
                  <a:pt x="65618" y="82115"/>
                </a:moveTo>
                <a:lnTo>
                  <a:pt x="58653" y="101470"/>
                </a:lnTo>
                <a:lnTo>
                  <a:pt x="0" y="101470"/>
                </a:lnTo>
                <a:lnTo>
                  <a:pt x="0" y="98703"/>
                </a:lnTo>
                <a:cubicBezTo>
                  <a:pt x="17254" y="82981"/>
                  <a:pt x="29400" y="70140"/>
                  <a:pt x="36438" y="60179"/>
                </a:cubicBezTo>
                <a:cubicBezTo>
                  <a:pt x="43477" y="50217"/>
                  <a:pt x="46996" y="41106"/>
                  <a:pt x="46996" y="32846"/>
                </a:cubicBezTo>
                <a:cubicBezTo>
                  <a:pt x="46996" y="26562"/>
                  <a:pt x="45065" y="21399"/>
                  <a:pt x="41204" y="17355"/>
                </a:cubicBezTo>
                <a:cubicBezTo>
                  <a:pt x="37343" y="13312"/>
                  <a:pt x="32724" y="11291"/>
                  <a:pt x="27347" y="11291"/>
                </a:cubicBezTo>
                <a:cubicBezTo>
                  <a:pt x="22459" y="11291"/>
                  <a:pt x="18073" y="12708"/>
                  <a:pt x="14187" y="15543"/>
                </a:cubicBezTo>
                <a:cubicBezTo>
                  <a:pt x="10301" y="18377"/>
                  <a:pt x="7429" y="22531"/>
                  <a:pt x="5572" y="28007"/>
                </a:cubicBezTo>
                <a:lnTo>
                  <a:pt x="2859" y="28007"/>
                </a:lnTo>
                <a:cubicBezTo>
                  <a:pt x="4081" y="18987"/>
                  <a:pt x="7222" y="12065"/>
                  <a:pt x="12281" y="7240"/>
                </a:cubicBezTo>
                <a:cubicBezTo>
                  <a:pt x="17339" y="2413"/>
                  <a:pt x="23657" y="0"/>
                  <a:pt x="31233" y="0"/>
                </a:cubicBezTo>
                <a:cubicBezTo>
                  <a:pt x="39298" y="0"/>
                  <a:pt x="46031" y="2591"/>
                  <a:pt x="51432" y="7772"/>
                </a:cubicBezTo>
                <a:cubicBezTo>
                  <a:pt x="56833" y="12953"/>
                  <a:pt x="59533" y="19062"/>
                  <a:pt x="59533" y="26101"/>
                </a:cubicBezTo>
                <a:cubicBezTo>
                  <a:pt x="59533" y="31135"/>
                  <a:pt x="58360" y="36170"/>
                  <a:pt x="56014" y="41204"/>
                </a:cubicBezTo>
                <a:cubicBezTo>
                  <a:pt x="52397" y="49122"/>
                  <a:pt x="46532" y="57505"/>
                  <a:pt x="38418" y="66352"/>
                </a:cubicBezTo>
                <a:cubicBezTo>
                  <a:pt x="26247" y="79619"/>
                  <a:pt x="18647" y="87561"/>
                  <a:pt x="15616" y="90179"/>
                </a:cubicBezTo>
                <a:lnTo>
                  <a:pt x="41571" y="90179"/>
                </a:lnTo>
                <a:cubicBezTo>
                  <a:pt x="46849" y="90179"/>
                  <a:pt x="50552" y="89984"/>
                  <a:pt x="52678" y="89593"/>
                </a:cubicBezTo>
                <a:cubicBezTo>
                  <a:pt x="54804" y="89202"/>
                  <a:pt x="56723" y="88408"/>
                  <a:pt x="58433" y="87210"/>
                </a:cubicBezTo>
                <a:cubicBezTo>
                  <a:pt x="60144" y="86013"/>
                  <a:pt x="61635" y="84314"/>
                  <a:pt x="62906" y="82115"/>
                </a:cubicBezTo>
                <a:lnTo>
                  <a:pt x="65618" y="82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-3">
            <a:extLst xmlns:a="http://schemas.openxmlformats.org/drawingml/2006/main">
              <a:ext uri="{FF2B5EF4-FFF2-40B4-BE49-F238E27FC236}">
                <a16:creationId xmlns:a16="http://schemas.microsoft.com/office/drawing/2014/main" id="{267D9561-5B56-46FE-B9DF-13F20C5D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27" y="2530266"/>
            <a:ext cx="106870" cy="103230"/>
          </a:xfrm>
          <a:custGeom xmlns:a="http://schemas.openxmlformats.org/drawingml/2006/main">
            <a:pathLst>
              <a:path w="106870" h="103230">
                <a:moveTo>
                  <a:pt x="0" y="62173"/>
                </a:moveTo>
                <a:lnTo>
                  <a:pt x="37905" y="62173"/>
                </a:lnTo>
                <a:lnTo>
                  <a:pt x="37905" y="73317"/>
                </a:lnTo>
                <a:lnTo>
                  <a:pt x="0" y="73317"/>
                </a:lnTo>
                <a:lnTo>
                  <a:pt x="0" y="62173"/>
                </a:lnTo>
                <a:close/>
                <a:moveTo>
                  <a:pt x="51882" y="20969"/>
                </a:moveTo>
                <a:cubicBezTo>
                  <a:pt x="54717" y="14272"/>
                  <a:pt x="58298" y="9103"/>
                  <a:pt x="62623" y="5462"/>
                </a:cubicBezTo>
                <a:cubicBezTo>
                  <a:pt x="66949" y="1821"/>
                  <a:pt x="72338" y="0"/>
                  <a:pt x="78790" y="0"/>
                </a:cubicBezTo>
                <a:cubicBezTo>
                  <a:pt x="86757" y="0"/>
                  <a:pt x="92866" y="2591"/>
                  <a:pt x="97119" y="7772"/>
                </a:cubicBezTo>
                <a:cubicBezTo>
                  <a:pt x="100345" y="11633"/>
                  <a:pt x="101958" y="15763"/>
                  <a:pt x="101958" y="20162"/>
                </a:cubicBezTo>
                <a:cubicBezTo>
                  <a:pt x="101958" y="27396"/>
                  <a:pt x="97412" y="34874"/>
                  <a:pt x="88321" y="42597"/>
                </a:cubicBezTo>
                <a:cubicBezTo>
                  <a:pt x="94430" y="44992"/>
                  <a:pt x="99049" y="48413"/>
                  <a:pt x="102178" y="52861"/>
                </a:cubicBezTo>
                <a:cubicBezTo>
                  <a:pt x="105306" y="57309"/>
                  <a:pt x="106870" y="62539"/>
                  <a:pt x="106870" y="68551"/>
                </a:cubicBezTo>
                <a:cubicBezTo>
                  <a:pt x="106870" y="77154"/>
                  <a:pt x="104133" y="84607"/>
                  <a:pt x="98658" y="90913"/>
                </a:cubicBezTo>
                <a:cubicBezTo>
                  <a:pt x="91522" y="99124"/>
                  <a:pt x="81185" y="103230"/>
                  <a:pt x="67645" y="103230"/>
                </a:cubicBezTo>
                <a:cubicBezTo>
                  <a:pt x="60949" y="103230"/>
                  <a:pt x="56391" y="102399"/>
                  <a:pt x="53972" y="100737"/>
                </a:cubicBezTo>
                <a:cubicBezTo>
                  <a:pt x="51552" y="99075"/>
                  <a:pt x="50343" y="97291"/>
                  <a:pt x="50343" y="95385"/>
                </a:cubicBezTo>
                <a:cubicBezTo>
                  <a:pt x="50343" y="93967"/>
                  <a:pt x="50917" y="92721"/>
                  <a:pt x="52066" y="91646"/>
                </a:cubicBezTo>
                <a:cubicBezTo>
                  <a:pt x="53214" y="90570"/>
                  <a:pt x="54595" y="90033"/>
                  <a:pt x="56208" y="90033"/>
                </a:cubicBezTo>
                <a:cubicBezTo>
                  <a:pt x="57430" y="90033"/>
                  <a:pt x="58676" y="90226"/>
                  <a:pt x="59947" y="90612"/>
                </a:cubicBezTo>
                <a:cubicBezTo>
                  <a:pt x="60778" y="90855"/>
                  <a:pt x="62660" y="91738"/>
                  <a:pt x="65593" y="93261"/>
                </a:cubicBezTo>
                <a:cubicBezTo>
                  <a:pt x="68525" y="94784"/>
                  <a:pt x="70554" y="95690"/>
                  <a:pt x="71678" y="95981"/>
                </a:cubicBezTo>
                <a:cubicBezTo>
                  <a:pt x="73486" y="96512"/>
                  <a:pt x="75417" y="96778"/>
                  <a:pt x="77470" y="96778"/>
                </a:cubicBezTo>
                <a:cubicBezTo>
                  <a:pt x="82455" y="96778"/>
                  <a:pt x="86793" y="94847"/>
                  <a:pt x="90484" y="90986"/>
                </a:cubicBezTo>
                <a:cubicBezTo>
                  <a:pt x="94174" y="87125"/>
                  <a:pt x="96019" y="82555"/>
                  <a:pt x="96019" y="77276"/>
                </a:cubicBezTo>
                <a:cubicBezTo>
                  <a:pt x="96019" y="73414"/>
                  <a:pt x="95164" y="69651"/>
                  <a:pt x="93453" y="65985"/>
                </a:cubicBezTo>
                <a:cubicBezTo>
                  <a:pt x="92182" y="63248"/>
                  <a:pt x="90789" y="61171"/>
                  <a:pt x="89274" y="59753"/>
                </a:cubicBezTo>
                <a:cubicBezTo>
                  <a:pt x="87172" y="57798"/>
                  <a:pt x="84288" y="56026"/>
                  <a:pt x="80622" y="54438"/>
                </a:cubicBezTo>
                <a:cubicBezTo>
                  <a:pt x="76957" y="52849"/>
                  <a:pt x="73217" y="52055"/>
                  <a:pt x="69405" y="52055"/>
                </a:cubicBezTo>
                <a:lnTo>
                  <a:pt x="67059" y="52055"/>
                </a:lnTo>
                <a:lnTo>
                  <a:pt x="67059" y="49855"/>
                </a:lnTo>
                <a:cubicBezTo>
                  <a:pt x="70920" y="49368"/>
                  <a:pt x="74794" y="47978"/>
                  <a:pt x="78680" y="45685"/>
                </a:cubicBezTo>
                <a:cubicBezTo>
                  <a:pt x="82565" y="43391"/>
                  <a:pt x="85388" y="40634"/>
                  <a:pt x="87148" y="37414"/>
                </a:cubicBezTo>
                <a:cubicBezTo>
                  <a:pt x="88907" y="34195"/>
                  <a:pt x="89787" y="30657"/>
                  <a:pt x="89787" y="26802"/>
                </a:cubicBezTo>
                <a:cubicBezTo>
                  <a:pt x="89787" y="21778"/>
                  <a:pt x="88211" y="17717"/>
                  <a:pt x="85058" y="14620"/>
                </a:cubicBezTo>
                <a:cubicBezTo>
                  <a:pt x="81906" y="11521"/>
                  <a:pt x="77983" y="9971"/>
                  <a:pt x="73291" y="9971"/>
                </a:cubicBezTo>
                <a:cubicBezTo>
                  <a:pt x="65715" y="9971"/>
                  <a:pt x="59385" y="14028"/>
                  <a:pt x="54302" y="22142"/>
                </a:cubicBezTo>
                <a:lnTo>
                  <a:pt x="51882" y="20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1">
            <a:extLst xmlns:a="http://schemas.openxmlformats.org/drawingml/2006/main">
              <a:ext uri="{FF2B5EF4-FFF2-40B4-BE49-F238E27FC236}">
                <a16:creationId xmlns:a16="http://schemas.microsoft.com/office/drawing/2014/main" id="{C37D1F80-61AD-4783-9DC7-9AB803D2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57" y="2530266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0">
            <a:extLst xmlns:a="http://schemas.openxmlformats.org/drawingml/2006/main">
              <a:ext uri="{FF2B5EF4-FFF2-40B4-BE49-F238E27FC236}">
                <a16:creationId xmlns:a16="http://schemas.microsoft.com/office/drawing/2014/main" id="{9B335681-4070-4904-8F45-7FDBB7CE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22" y="2530266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2">
            <a:extLst xmlns:a="http://schemas.openxmlformats.org/drawingml/2006/main">
              <a:ext uri="{FF2B5EF4-FFF2-40B4-BE49-F238E27FC236}">
                <a16:creationId xmlns:a16="http://schemas.microsoft.com/office/drawing/2014/main" id="{53E50529-B81F-4EA9-B5E6-02CF8B3B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374" y="2530266"/>
            <a:ext cx="65618" cy="101470"/>
          </a:xfrm>
          <a:custGeom xmlns:a="http://schemas.openxmlformats.org/drawingml/2006/main">
            <a:pathLst>
              <a:path w="65618" h="101470">
                <a:moveTo>
                  <a:pt x="65618" y="82115"/>
                </a:moveTo>
                <a:lnTo>
                  <a:pt x="58653" y="101470"/>
                </a:lnTo>
                <a:lnTo>
                  <a:pt x="0" y="101470"/>
                </a:lnTo>
                <a:lnTo>
                  <a:pt x="0" y="98703"/>
                </a:lnTo>
                <a:cubicBezTo>
                  <a:pt x="17254" y="82981"/>
                  <a:pt x="29400" y="70140"/>
                  <a:pt x="36438" y="60179"/>
                </a:cubicBezTo>
                <a:cubicBezTo>
                  <a:pt x="43477" y="50217"/>
                  <a:pt x="46996" y="41106"/>
                  <a:pt x="46996" y="32846"/>
                </a:cubicBezTo>
                <a:cubicBezTo>
                  <a:pt x="46996" y="26562"/>
                  <a:pt x="45065" y="21399"/>
                  <a:pt x="41204" y="17355"/>
                </a:cubicBezTo>
                <a:cubicBezTo>
                  <a:pt x="37343" y="13312"/>
                  <a:pt x="32724" y="11291"/>
                  <a:pt x="27347" y="11291"/>
                </a:cubicBezTo>
                <a:cubicBezTo>
                  <a:pt x="22459" y="11291"/>
                  <a:pt x="18073" y="12708"/>
                  <a:pt x="14187" y="15543"/>
                </a:cubicBezTo>
                <a:cubicBezTo>
                  <a:pt x="10301" y="18377"/>
                  <a:pt x="7429" y="22531"/>
                  <a:pt x="5572" y="28007"/>
                </a:cubicBezTo>
                <a:lnTo>
                  <a:pt x="2859" y="28007"/>
                </a:lnTo>
                <a:cubicBezTo>
                  <a:pt x="4081" y="18987"/>
                  <a:pt x="7222" y="12065"/>
                  <a:pt x="12281" y="7240"/>
                </a:cubicBezTo>
                <a:cubicBezTo>
                  <a:pt x="17339" y="2413"/>
                  <a:pt x="23657" y="0"/>
                  <a:pt x="31233" y="0"/>
                </a:cubicBezTo>
                <a:cubicBezTo>
                  <a:pt x="39298" y="0"/>
                  <a:pt x="46031" y="2591"/>
                  <a:pt x="51432" y="7772"/>
                </a:cubicBezTo>
                <a:cubicBezTo>
                  <a:pt x="56833" y="12953"/>
                  <a:pt x="59533" y="19062"/>
                  <a:pt x="59533" y="26101"/>
                </a:cubicBezTo>
                <a:cubicBezTo>
                  <a:pt x="59533" y="31135"/>
                  <a:pt x="58360" y="36170"/>
                  <a:pt x="56014" y="41204"/>
                </a:cubicBezTo>
                <a:cubicBezTo>
                  <a:pt x="52397" y="49122"/>
                  <a:pt x="46532" y="57505"/>
                  <a:pt x="38418" y="66352"/>
                </a:cubicBezTo>
                <a:cubicBezTo>
                  <a:pt x="26247" y="79619"/>
                  <a:pt x="18647" y="87561"/>
                  <a:pt x="15616" y="90179"/>
                </a:cubicBezTo>
                <a:lnTo>
                  <a:pt x="41571" y="90179"/>
                </a:lnTo>
                <a:cubicBezTo>
                  <a:pt x="46849" y="90179"/>
                  <a:pt x="50552" y="89984"/>
                  <a:pt x="52678" y="89593"/>
                </a:cubicBezTo>
                <a:cubicBezTo>
                  <a:pt x="54804" y="89202"/>
                  <a:pt x="56723" y="88408"/>
                  <a:pt x="58433" y="87210"/>
                </a:cubicBezTo>
                <a:cubicBezTo>
                  <a:pt x="60144" y="86013"/>
                  <a:pt x="61635" y="84314"/>
                  <a:pt x="62906" y="82115"/>
                </a:cubicBezTo>
                <a:lnTo>
                  <a:pt x="65618" y="82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C5DE2-EB5F-44D7-8724-3E2F649A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683" y="715415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3C3B8-D73F-4FC9-8792-F48117CB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137" y="715415"/>
            <a:ext cx="383480" cy="330948"/>
          </a:xfrm>
          <a:custGeom xmlns:a="http://schemas.openxmlformats.org/drawingml/2006/main">
            <a:pathLst>
              <a:path w="383480" h="330948">
                <a:moveTo>
                  <a:pt x="0" y="0"/>
                </a:moveTo>
                <a:lnTo>
                  <a:pt x="383480" y="0"/>
                </a:lnTo>
                <a:lnTo>
                  <a:pt x="38348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D3D63-FD1A-4094-9453-0BD41110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16" y="715415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6F5C56-467F-45F3-9BAA-323469A9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683" y="1046363"/>
            <a:ext cx="362467" cy="329898"/>
          </a:xfrm>
          <a:custGeom xmlns:a="http://schemas.openxmlformats.org/drawingml/2006/main">
            <a:pathLst>
              <a:path w="362467" h="329898">
                <a:moveTo>
                  <a:pt x="0" y="0"/>
                </a:moveTo>
                <a:lnTo>
                  <a:pt x="362467" y="0"/>
                </a:lnTo>
                <a:lnTo>
                  <a:pt x="362467" y="329898"/>
                </a:lnTo>
                <a:lnTo>
                  <a:pt x="0" y="3298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9E8E1-836F-439B-B5E2-2CE5243F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151" y="1046363"/>
            <a:ext cx="393986" cy="329898"/>
          </a:xfrm>
          <a:custGeom xmlns:a="http://schemas.openxmlformats.org/drawingml/2006/main">
            <a:pathLst>
              <a:path w="393986" h="329898">
                <a:moveTo>
                  <a:pt x="0" y="0"/>
                </a:moveTo>
                <a:lnTo>
                  <a:pt x="393986" y="0"/>
                </a:lnTo>
                <a:lnTo>
                  <a:pt x="393986" y="329898"/>
                </a:lnTo>
                <a:lnTo>
                  <a:pt x="0" y="3298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5AE62-BD69-4DCE-8B9C-50320D0B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137" y="1046363"/>
            <a:ext cx="383480" cy="329898"/>
          </a:xfrm>
          <a:custGeom xmlns:a="http://schemas.openxmlformats.org/drawingml/2006/main">
            <a:pathLst>
              <a:path w="383480" h="329898">
                <a:moveTo>
                  <a:pt x="0" y="0"/>
                </a:moveTo>
                <a:lnTo>
                  <a:pt x="383480" y="0"/>
                </a:lnTo>
                <a:lnTo>
                  <a:pt x="383480" y="329898"/>
                </a:lnTo>
                <a:lnTo>
                  <a:pt x="0" y="3298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9E2BAD-5EA3-44D9-BBCD-67983DD6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683" y="1376261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3BB47-3B39-4DAE-8389-48C7E3CA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137" y="1376261"/>
            <a:ext cx="383480" cy="330948"/>
          </a:xfrm>
          <a:custGeom xmlns:a="http://schemas.openxmlformats.org/drawingml/2006/main">
            <a:pathLst>
              <a:path w="383480" h="330948">
                <a:moveTo>
                  <a:pt x="0" y="0"/>
                </a:moveTo>
                <a:lnTo>
                  <a:pt x="383480" y="0"/>
                </a:lnTo>
                <a:lnTo>
                  <a:pt x="38348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97625-B9CB-428A-BC99-B3A79C78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16" y="1376261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B8B68-3147-40C6-BEE8-7CA6B763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683" y="1707209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A4682-23BB-4E01-8D52-5A1BAA2F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16" y="1707209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17DDB3-BF45-4F2C-847F-0F8A17FF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151" y="715415"/>
            <a:ext cx="393986" cy="330948"/>
          </a:xfrm>
          <a:custGeom xmlns:a="http://schemas.openxmlformats.org/drawingml/2006/main">
            <a:pathLst>
              <a:path w="393986" h="330948">
                <a:moveTo>
                  <a:pt x="0" y="0"/>
                </a:moveTo>
                <a:lnTo>
                  <a:pt x="393986" y="0"/>
                </a:lnTo>
                <a:lnTo>
                  <a:pt x="39398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18851-405D-4C9A-BC05-44D416DB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16" y="1046363"/>
            <a:ext cx="362467" cy="329898"/>
          </a:xfrm>
          <a:custGeom xmlns:a="http://schemas.openxmlformats.org/drawingml/2006/main">
            <a:pathLst>
              <a:path w="362467" h="329898">
                <a:moveTo>
                  <a:pt x="0" y="0"/>
                </a:moveTo>
                <a:lnTo>
                  <a:pt x="362467" y="0"/>
                </a:lnTo>
                <a:lnTo>
                  <a:pt x="362467" y="329898"/>
                </a:lnTo>
                <a:lnTo>
                  <a:pt x="0" y="3298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370343-8D09-4376-9CDD-497F5257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151" y="1376261"/>
            <a:ext cx="393986" cy="330948"/>
          </a:xfrm>
          <a:custGeom xmlns:a="http://schemas.openxmlformats.org/drawingml/2006/main">
            <a:pathLst>
              <a:path w="393986" h="330948">
                <a:moveTo>
                  <a:pt x="0" y="0"/>
                </a:moveTo>
                <a:lnTo>
                  <a:pt x="393986" y="0"/>
                </a:lnTo>
                <a:lnTo>
                  <a:pt x="39398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3C630-C32D-4C41-814B-FE6006C9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151" y="1707209"/>
            <a:ext cx="393986" cy="330948"/>
          </a:xfrm>
          <a:custGeom xmlns:a="http://schemas.openxmlformats.org/drawingml/2006/main">
            <a:pathLst>
              <a:path w="393986" h="330948">
                <a:moveTo>
                  <a:pt x="0" y="0"/>
                </a:moveTo>
                <a:lnTo>
                  <a:pt x="393986" y="0"/>
                </a:lnTo>
                <a:lnTo>
                  <a:pt x="39398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723EE-BB47-42B4-9F15-4B12EB76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137" y="1707209"/>
            <a:ext cx="383480" cy="330948"/>
          </a:xfrm>
          <a:custGeom xmlns:a="http://schemas.openxmlformats.org/drawingml/2006/main">
            <a:pathLst>
              <a:path w="383480" h="330948">
                <a:moveTo>
                  <a:pt x="0" y="0"/>
                </a:moveTo>
                <a:lnTo>
                  <a:pt x="383480" y="0"/>
                </a:lnTo>
                <a:lnTo>
                  <a:pt x="38348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9A816-BAA5-4F73-9C81-B8E5AC98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736" y="711221"/>
            <a:ext cx="1502400" cy="8755"/>
          </a:xfrm>
          <a:custGeom xmlns:a="http://schemas.openxmlformats.org/drawingml/2006/main">
            <a:pathLst>
              <a:path w="1502400" h="8755">
                <a:moveTo>
                  <a:pt x="0" y="0"/>
                </a:moveTo>
                <a:lnTo>
                  <a:pt x="1502400" y="0"/>
                </a:lnTo>
                <a:lnTo>
                  <a:pt x="1502400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9795E-BEE6-4378-862D-0419CC6C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736" y="1041731"/>
            <a:ext cx="1502400" cy="8755"/>
          </a:xfrm>
          <a:custGeom xmlns:a="http://schemas.openxmlformats.org/drawingml/2006/main">
            <a:pathLst>
              <a:path w="1502400" h="8755">
                <a:moveTo>
                  <a:pt x="0" y="0"/>
                </a:moveTo>
                <a:lnTo>
                  <a:pt x="1502400" y="0"/>
                </a:lnTo>
                <a:lnTo>
                  <a:pt x="1502400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8ADD5-DE04-423A-9E2C-1647C6F3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358" y="715599"/>
            <a:ext cx="8755" cy="1322042"/>
          </a:xfrm>
          <a:custGeom xmlns:a="http://schemas.openxmlformats.org/drawingml/2006/main">
            <a:pathLst>
              <a:path w="8755" h="1322042">
                <a:moveTo>
                  <a:pt x="8755" y="0"/>
                </a:moveTo>
                <a:lnTo>
                  <a:pt x="8755" y="1322042"/>
                </a:lnTo>
                <a:lnTo>
                  <a:pt x="0" y="1322042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8B643-C84A-434C-9F5C-246F3387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263" y="715599"/>
            <a:ext cx="8755" cy="1322042"/>
          </a:xfrm>
          <a:custGeom xmlns:a="http://schemas.openxmlformats.org/drawingml/2006/main">
            <a:pathLst>
              <a:path w="8755" h="1322042">
                <a:moveTo>
                  <a:pt x="8755" y="0"/>
                </a:moveTo>
                <a:lnTo>
                  <a:pt x="8755" y="1322042"/>
                </a:lnTo>
                <a:lnTo>
                  <a:pt x="0" y="1322042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89B42-CAB0-4CB9-98CE-0A02EB68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811" y="715599"/>
            <a:ext cx="8755" cy="1322042"/>
          </a:xfrm>
          <a:custGeom xmlns:a="http://schemas.openxmlformats.org/drawingml/2006/main">
            <a:pathLst>
              <a:path w="8755" h="1322042">
                <a:moveTo>
                  <a:pt x="8755" y="0"/>
                </a:moveTo>
                <a:lnTo>
                  <a:pt x="8755" y="1322042"/>
                </a:lnTo>
                <a:lnTo>
                  <a:pt x="0" y="1322042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8F4B88-9C40-4484-AA3D-8CF3CA9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53" y="715599"/>
            <a:ext cx="8755" cy="1322042"/>
          </a:xfrm>
          <a:custGeom xmlns:a="http://schemas.openxmlformats.org/drawingml/2006/main">
            <a:pathLst>
              <a:path w="8755" h="1322042">
                <a:moveTo>
                  <a:pt x="8755" y="0"/>
                </a:moveTo>
                <a:lnTo>
                  <a:pt x="8755" y="1322042"/>
                </a:lnTo>
                <a:lnTo>
                  <a:pt x="0" y="1322042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6D01F-D380-4419-A666-A6300F64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758" y="715599"/>
            <a:ext cx="8755" cy="1322042"/>
          </a:xfrm>
          <a:custGeom xmlns:a="http://schemas.openxmlformats.org/drawingml/2006/main">
            <a:pathLst>
              <a:path w="8755" h="1322042">
                <a:moveTo>
                  <a:pt x="8755" y="0"/>
                </a:moveTo>
                <a:lnTo>
                  <a:pt x="8755" y="1322042"/>
                </a:lnTo>
                <a:lnTo>
                  <a:pt x="0" y="1322042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5F934-D3CE-4120-B318-73CFCBEE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736" y="1372242"/>
            <a:ext cx="1502400" cy="8755"/>
          </a:xfrm>
          <a:custGeom xmlns:a="http://schemas.openxmlformats.org/drawingml/2006/main">
            <a:pathLst>
              <a:path w="1502400" h="8755">
                <a:moveTo>
                  <a:pt x="0" y="0"/>
                </a:moveTo>
                <a:lnTo>
                  <a:pt x="1502400" y="0"/>
                </a:lnTo>
                <a:lnTo>
                  <a:pt x="1502400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896B7-466B-4283-804F-3138EE3C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736" y="1702753"/>
            <a:ext cx="1502400" cy="8755"/>
          </a:xfrm>
          <a:custGeom xmlns:a="http://schemas.openxmlformats.org/drawingml/2006/main">
            <a:pathLst>
              <a:path w="1502400" h="8755">
                <a:moveTo>
                  <a:pt x="0" y="0"/>
                </a:moveTo>
                <a:lnTo>
                  <a:pt x="1502400" y="0"/>
                </a:lnTo>
                <a:lnTo>
                  <a:pt x="1502400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BF5B2-5CA0-4F6F-82A7-9CC1E8BA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736" y="2033263"/>
            <a:ext cx="1502400" cy="8755"/>
          </a:xfrm>
          <a:custGeom xmlns:a="http://schemas.openxmlformats.org/drawingml/2006/main">
            <a:pathLst>
              <a:path w="1502400" h="8755">
                <a:moveTo>
                  <a:pt x="0" y="0"/>
                </a:moveTo>
                <a:lnTo>
                  <a:pt x="1502400" y="0"/>
                </a:lnTo>
                <a:lnTo>
                  <a:pt x="1502400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4.40.12.34.4">
            <a:extLst xmlns:a="http://schemas.openxmlformats.org/drawingml/2006/main">
              <a:ext uri="{FF2B5EF4-FFF2-40B4-BE49-F238E27FC236}">
                <a16:creationId xmlns:a16="http://schemas.microsoft.com/office/drawing/2014/main" id="{D507E016-2AEF-472A-A3A3-3F49C5B6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197" y="830821"/>
            <a:ext cx="1319962" cy="103523"/>
          </a:xfrm>
          <a:custGeom xmlns:a="http://schemas.openxmlformats.org/drawingml/2006/main">
            <a:pathLst>
              <a:path w="1319962" h="103523">
                <a:moveTo>
                  <a:pt x="67525" y="64812"/>
                </a:moveTo>
                <a:lnTo>
                  <a:pt x="67525" y="75223"/>
                </a:lnTo>
                <a:lnTo>
                  <a:pt x="54181" y="75223"/>
                </a:lnTo>
                <a:lnTo>
                  <a:pt x="54181" y="101470"/>
                </a:lnTo>
                <a:lnTo>
                  <a:pt x="42084" y="101470"/>
                </a:lnTo>
                <a:lnTo>
                  <a:pt x="42084" y="75223"/>
                </a:lnTo>
                <a:lnTo>
                  <a:pt x="0" y="75223"/>
                </a:lnTo>
                <a:lnTo>
                  <a:pt x="0" y="65838"/>
                </a:lnTo>
                <a:lnTo>
                  <a:pt x="46116" y="0"/>
                </a:lnTo>
                <a:lnTo>
                  <a:pt x="54181" y="0"/>
                </a:lnTo>
                <a:lnTo>
                  <a:pt x="54181" y="64812"/>
                </a:lnTo>
                <a:lnTo>
                  <a:pt x="67525" y="64812"/>
                </a:lnTo>
                <a:moveTo>
                  <a:pt x="42084" y="64812"/>
                </a:moveTo>
                <a:lnTo>
                  <a:pt x="42084" y="15497"/>
                </a:lnTo>
                <a:lnTo>
                  <a:pt x="7185" y="64812"/>
                </a:lnTo>
                <a:lnTo>
                  <a:pt x="42084" y="64812"/>
                </a:lnTo>
                <a:close/>
                <a:moveTo>
                  <a:pt x="91718" y="87247"/>
                </a:moveTo>
                <a:cubicBezTo>
                  <a:pt x="94015" y="87247"/>
                  <a:pt x="95946" y="88041"/>
                  <a:pt x="97510" y="89630"/>
                </a:cubicBezTo>
                <a:cubicBezTo>
                  <a:pt x="99074" y="91218"/>
                  <a:pt x="99856" y="93137"/>
                  <a:pt x="99856" y="95385"/>
                </a:cubicBezTo>
                <a:cubicBezTo>
                  <a:pt x="99856" y="97633"/>
                  <a:pt x="99062" y="99552"/>
                  <a:pt x="97473" y="101140"/>
                </a:cubicBezTo>
                <a:cubicBezTo>
                  <a:pt x="95885" y="102729"/>
                  <a:pt x="93966" y="103523"/>
                  <a:pt x="91718" y="103523"/>
                </a:cubicBezTo>
                <a:cubicBezTo>
                  <a:pt x="89470" y="103523"/>
                  <a:pt x="87551" y="102729"/>
                  <a:pt x="85963" y="101140"/>
                </a:cubicBezTo>
                <a:cubicBezTo>
                  <a:pt x="84374" y="99552"/>
                  <a:pt x="83580" y="97633"/>
                  <a:pt x="83580" y="95385"/>
                </a:cubicBezTo>
                <a:cubicBezTo>
                  <a:pt x="83580" y="93088"/>
                  <a:pt x="84374" y="91157"/>
                  <a:pt x="85963" y="89593"/>
                </a:cubicBezTo>
                <a:cubicBezTo>
                  <a:pt x="87551" y="88029"/>
                  <a:pt x="89470" y="87247"/>
                  <a:pt x="91718" y="87247"/>
                </a:cubicBezTo>
                <a:close/>
                <a:moveTo>
                  <a:pt x="180467" y="64812"/>
                </a:moveTo>
                <a:lnTo>
                  <a:pt x="180467" y="75223"/>
                </a:lnTo>
                <a:lnTo>
                  <a:pt x="167124" y="75223"/>
                </a:lnTo>
                <a:lnTo>
                  <a:pt x="167124" y="101470"/>
                </a:lnTo>
                <a:lnTo>
                  <a:pt x="155026" y="101470"/>
                </a:lnTo>
                <a:lnTo>
                  <a:pt x="155026" y="75223"/>
                </a:lnTo>
                <a:lnTo>
                  <a:pt x="112943" y="75223"/>
                </a:lnTo>
                <a:lnTo>
                  <a:pt x="112943" y="65838"/>
                </a:lnTo>
                <a:lnTo>
                  <a:pt x="159059" y="0"/>
                </a:lnTo>
                <a:lnTo>
                  <a:pt x="167124" y="0"/>
                </a:lnTo>
                <a:lnTo>
                  <a:pt x="167124" y="64812"/>
                </a:lnTo>
                <a:lnTo>
                  <a:pt x="180467" y="64812"/>
                </a:lnTo>
                <a:moveTo>
                  <a:pt x="155026" y="64812"/>
                </a:moveTo>
                <a:lnTo>
                  <a:pt x="155026" y="15497"/>
                </a:lnTo>
                <a:lnTo>
                  <a:pt x="120128" y="64812"/>
                </a:lnTo>
                <a:lnTo>
                  <a:pt x="155026" y="64812"/>
                </a:lnTo>
                <a:close/>
                <a:moveTo>
                  <a:pt x="381306" y="52348"/>
                </a:moveTo>
                <a:cubicBezTo>
                  <a:pt x="381306" y="41008"/>
                  <a:pt x="383017" y="31245"/>
                  <a:pt x="386438" y="23058"/>
                </a:cubicBezTo>
                <a:cubicBezTo>
                  <a:pt x="389860" y="14871"/>
                  <a:pt x="394405" y="8774"/>
                  <a:pt x="400075" y="4766"/>
                </a:cubicBezTo>
                <a:cubicBezTo>
                  <a:pt x="404474" y="1589"/>
                  <a:pt x="409020" y="0"/>
                  <a:pt x="413712" y="0"/>
                </a:cubicBezTo>
                <a:cubicBezTo>
                  <a:pt x="421337" y="0"/>
                  <a:pt x="428180" y="3886"/>
                  <a:pt x="434241" y="11657"/>
                </a:cubicBezTo>
                <a:cubicBezTo>
                  <a:pt x="441817" y="21286"/>
                  <a:pt x="445605" y="34337"/>
                  <a:pt x="445605" y="50808"/>
                </a:cubicBezTo>
                <a:cubicBezTo>
                  <a:pt x="445605" y="62344"/>
                  <a:pt x="443943" y="72144"/>
                  <a:pt x="440619" y="80208"/>
                </a:cubicBezTo>
                <a:cubicBezTo>
                  <a:pt x="437295" y="88273"/>
                  <a:pt x="433055" y="94126"/>
                  <a:pt x="427899" y="97768"/>
                </a:cubicBezTo>
                <a:cubicBezTo>
                  <a:pt x="422742" y="101409"/>
                  <a:pt x="417769" y="103230"/>
                  <a:pt x="412979" y="103230"/>
                </a:cubicBezTo>
                <a:cubicBezTo>
                  <a:pt x="403497" y="103230"/>
                  <a:pt x="395603" y="97633"/>
                  <a:pt x="389298" y="86440"/>
                </a:cubicBezTo>
                <a:cubicBezTo>
                  <a:pt x="383970" y="77007"/>
                  <a:pt x="381306" y="65643"/>
                  <a:pt x="381306" y="52348"/>
                </a:cubicBezTo>
                <a:moveTo>
                  <a:pt x="395676" y="54142"/>
                </a:moveTo>
                <a:cubicBezTo>
                  <a:pt x="395676" y="67817"/>
                  <a:pt x="397362" y="78977"/>
                  <a:pt x="400735" y="87623"/>
                </a:cubicBezTo>
                <a:cubicBezTo>
                  <a:pt x="403521" y="94899"/>
                  <a:pt x="407676" y="98538"/>
                  <a:pt x="413199" y="98538"/>
                </a:cubicBezTo>
                <a:cubicBezTo>
                  <a:pt x="415838" y="98538"/>
                  <a:pt x="418575" y="97353"/>
                  <a:pt x="421410" y="94984"/>
                </a:cubicBezTo>
                <a:cubicBezTo>
                  <a:pt x="424245" y="92615"/>
                  <a:pt x="426396" y="88647"/>
                  <a:pt x="427862" y="83079"/>
                </a:cubicBezTo>
                <a:cubicBezTo>
                  <a:pt x="430110" y="74680"/>
                  <a:pt x="431235" y="62836"/>
                  <a:pt x="431235" y="47548"/>
                </a:cubicBezTo>
                <a:cubicBezTo>
                  <a:pt x="431235" y="36218"/>
                  <a:pt x="430062" y="26767"/>
                  <a:pt x="427715" y="19198"/>
                </a:cubicBezTo>
                <a:cubicBezTo>
                  <a:pt x="425956" y="13581"/>
                  <a:pt x="423683" y="9601"/>
                  <a:pt x="420897" y="7256"/>
                </a:cubicBezTo>
                <a:cubicBezTo>
                  <a:pt x="418893" y="5645"/>
                  <a:pt x="416474" y="4839"/>
                  <a:pt x="413639" y="4839"/>
                </a:cubicBezTo>
                <a:cubicBezTo>
                  <a:pt x="410315" y="4839"/>
                  <a:pt x="407358" y="6328"/>
                  <a:pt x="404767" y="9307"/>
                </a:cubicBezTo>
                <a:cubicBezTo>
                  <a:pt x="401248" y="13360"/>
                  <a:pt x="398853" y="19734"/>
                  <a:pt x="397582" y="28429"/>
                </a:cubicBezTo>
                <a:cubicBezTo>
                  <a:pt x="396311" y="37121"/>
                  <a:pt x="395676" y="45692"/>
                  <a:pt x="395676" y="54142"/>
                </a:cubicBezTo>
                <a:close/>
                <a:moveTo>
                  <a:pt x="469945" y="87247"/>
                </a:moveTo>
                <a:cubicBezTo>
                  <a:pt x="472242" y="87247"/>
                  <a:pt x="474173" y="88041"/>
                  <a:pt x="475737" y="89630"/>
                </a:cubicBezTo>
                <a:cubicBezTo>
                  <a:pt x="477301" y="91218"/>
                  <a:pt x="478083" y="93137"/>
                  <a:pt x="478083" y="95385"/>
                </a:cubicBezTo>
                <a:cubicBezTo>
                  <a:pt x="478083" y="97633"/>
                  <a:pt x="477289" y="99552"/>
                  <a:pt x="475700" y="101140"/>
                </a:cubicBezTo>
                <a:cubicBezTo>
                  <a:pt x="474112" y="102729"/>
                  <a:pt x="472193" y="103523"/>
                  <a:pt x="469945" y="103523"/>
                </a:cubicBezTo>
                <a:cubicBezTo>
                  <a:pt x="467696" y="103523"/>
                  <a:pt x="465778" y="102729"/>
                  <a:pt x="464189" y="101140"/>
                </a:cubicBezTo>
                <a:cubicBezTo>
                  <a:pt x="462601" y="99552"/>
                  <a:pt x="461807" y="97633"/>
                  <a:pt x="461807" y="95385"/>
                </a:cubicBezTo>
                <a:cubicBezTo>
                  <a:pt x="461807" y="93088"/>
                  <a:pt x="462601" y="91157"/>
                  <a:pt x="464189" y="89593"/>
                </a:cubicBezTo>
                <a:cubicBezTo>
                  <a:pt x="465778" y="88029"/>
                  <a:pt x="467696" y="87247"/>
                  <a:pt x="469945" y="87247"/>
                </a:cubicBezTo>
                <a:close/>
                <a:moveTo>
                  <a:pt x="506419" y="11731"/>
                </a:moveTo>
                <a:lnTo>
                  <a:pt x="530614" y="0"/>
                </a:lnTo>
                <a:lnTo>
                  <a:pt x="533033" y="0"/>
                </a:lnTo>
                <a:lnTo>
                  <a:pt x="533033" y="83874"/>
                </a:lnTo>
                <a:cubicBezTo>
                  <a:pt x="533033" y="89446"/>
                  <a:pt x="533265" y="92917"/>
                  <a:pt x="533730" y="94285"/>
                </a:cubicBezTo>
                <a:cubicBezTo>
                  <a:pt x="534194" y="95654"/>
                  <a:pt x="535159" y="96705"/>
                  <a:pt x="536626" y="97438"/>
                </a:cubicBezTo>
                <a:cubicBezTo>
                  <a:pt x="538092" y="98171"/>
                  <a:pt x="541074" y="98586"/>
                  <a:pt x="545570" y="98684"/>
                </a:cubicBezTo>
                <a:lnTo>
                  <a:pt x="545570" y="101470"/>
                </a:lnTo>
                <a:lnTo>
                  <a:pt x="508179" y="101470"/>
                </a:lnTo>
                <a:lnTo>
                  <a:pt x="508179" y="98684"/>
                </a:lnTo>
                <a:cubicBezTo>
                  <a:pt x="512871" y="98586"/>
                  <a:pt x="515902" y="98183"/>
                  <a:pt x="517270" y="97474"/>
                </a:cubicBezTo>
                <a:cubicBezTo>
                  <a:pt x="518639" y="96766"/>
                  <a:pt x="519592" y="95813"/>
                  <a:pt x="520129" y="94615"/>
                </a:cubicBezTo>
                <a:cubicBezTo>
                  <a:pt x="520667" y="93418"/>
                  <a:pt x="520936" y="89837"/>
                  <a:pt x="520936" y="83874"/>
                </a:cubicBezTo>
                <a:lnTo>
                  <a:pt x="520936" y="30206"/>
                </a:lnTo>
                <a:cubicBezTo>
                  <a:pt x="520936" y="23005"/>
                  <a:pt x="520692" y="18383"/>
                  <a:pt x="520203" y="16340"/>
                </a:cubicBezTo>
                <a:cubicBezTo>
                  <a:pt x="519861" y="14782"/>
                  <a:pt x="519237" y="13637"/>
                  <a:pt x="518333" y="12904"/>
                </a:cubicBezTo>
                <a:cubicBezTo>
                  <a:pt x="517429" y="12171"/>
                  <a:pt x="516341" y="11804"/>
                  <a:pt x="515071" y="11804"/>
                </a:cubicBezTo>
                <a:cubicBezTo>
                  <a:pt x="513262" y="11804"/>
                  <a:pt x="510745" y="12562"/>
                  <a:pt x="507519" y="14077"/>
                </a:cubicBezTo>
                <a:lnTo>
                  <a:pt x="506419" y="11731"/>
                </a:lnTo>
                <a:close/>
                <a:moveTo>
                  <a:pt x="833020" y="82115"/>
                </a:moveTo>
                <a:lnTo>
                  <a:pt x="826055" y="101470"/>
                </a:lnTo>
                <a:lnTo>
                  <a:pt x="767401" y="101470"/>
                </a:lnTo>
                <a:lnTo>
                  <a:pt x="767401" y="98703"/>
                </a:lnTo>
                <a:cubicBezTo>
                  <a:pt x="784655" y="82981"/>
                  <a:pt x="796801" y="70140"/>
                  <a:pt x="803840" y="60179"/>
                </a:cubicBezTo>
                <a:cubicBezTo>
                  <a:pt x="810878" y="50217"/>
                  <a:pt x="814397" y="41106"/>
                  <a:pt x="814397" y="32846"/>
                </a:cubicBezTo>
                <a:cubicBezTo>
                  <a:pt x="814397" y="26562"/>
                  <a:pt x="812467" y="21399"/>
                  <a:pt x="808605" y="17355"/>
                </a:cubicBezTo>
                <a:cubicBezTo>
                  <a:pt x="804744" y="13312"/>
                  <a:pt x="800125" y="11291"/>
                  <a:pt x="794748" y="11291"/>
                </a:cubicBezTo>
                <a:cubicBezTo>
                  <a:pt x="789861" y="11291"/>
                  <a:pt x="785474" y="12708"/>
                  <a:pt x="781588" y="15543"/>
                </a:cubicBezTo>
                <a:cubicBezTo>
                  <a:pt x="777702" y="18377"/>
                  <a:pt x="774831" y="22531"/>
                  <a:pt x="772973" y="28007"/>
                </a:cubicBezTo>
                <a:lnTo>
                  <a:pt x="770261" y="28007"/>
                </a:lnTo>
                <a:cubicBezTo>
                  <a:pt x="771483" y="18987"/>
                  <a:pt x="774623" y="12065"/>
                  <a:pt x="779682" y="7240"/>
                </a:cubicBezTo>
                <a:cubicBezTo>
                  <a:pt x="784741" y="2413"/>
                  <a:pt x="791058" y="0"/>
                  <a:pt x="798634" y="0"/>
                </a:cubicBezTo>
                <a:cubicBezTo>
                  <a:pt x="806699" y="0"/>
                  <a:pt x="813432" y="2591"/>
                  <a:pt x="818833" y="7772"/>
                </a:cubicBezTo>
                <a:cubicBezTo>
                  <a:pt x="824234" y="12953"/>
                  <a:pt x="826934" y="19062"/>
                  <a:pt x="826934" y="26101"/>
                </a:cubicBezTo>
                <a:cubicBezTo>
                  <a:pt x="826934" y="31135"/>
                  <a:pt x="825761" y="36170"/>
                  <a:pt x="823415" y="41204"/>
                </a:cubicBezTo>
                <a:cubicBezTo>
                  <a:pt x="819798" y="49122"/>
                  <a:pt x="813933" y="57505"/>
                  <a:pt x="805819" y="66352"/>
                </a:cubicBezTo>
                <a:cubicBezTo>
                  <a:pt x="793649" y="79619"/>
                  <a:pt x="786048" y="87561"/>
                  <a:pt x="783018" y="90179"/>
                </a:cubicBezTo>
                <a:lnTo>
                  <a:pt x="808972" y="90179"/>
                </a:lnTo>
                <a:cubicBezTo>
                  <a:pt x="814251" y="90179"/>
                  <a:pt x="817953" y="89984"/>
                  <a:pt x="820079" y="89593"/>
                </a:cubicBezTo>
                <a:cubicBezTo>
                  <a:pt x="822206" y="89202"/>
                  <a:pt x="824124" y="88408"/>
                  <a:pt x="825835" y="87210"/>
                </a:cubicBezTo>
                <a:cubicBezTo>
                  <a:pt x="827545" y="86013"/>
                  <a:pt x="829036" y="84314"/>
                  <a:pt x="830307" y="82115"/>
                </a:cubicBezTo>
                <a:lnTo>
                  <a:pt x="833020" y="82115"/>
                </a:lnTo>
                <a:close/>
                <a:moveTo>
                  <a:pt x="858240" y="87247"/>
                </a:moveTo>
                <a:cubicBezTo>
                  <a:pt x="860537" y="87247"/>
                  <a:pt x="862468" y="88041"/>
                  <a:pt x="864032" y="89630"/>
                </a:cubicBezTo>
                <a:cubicBezTo>
                  <a:pt x="865596" y="91218"/>
                  <a:pt x="866378" y="93137"/>
                  <a:pt x="866378" y="95385"/>
                </a:cubicBezTo>
                <a:cubicBezTo>
                  <a:pt x="866378" y="97633"/>
                  <a:pt x="865583" y="99552"/>
                  <a:pt x="863995" y="101140"/>
                </a:cubicBezTo>
                <a:cubicBezTo>
                  <a:pt x="862406" y="102729"/>
                  <a:pt x="860488" y="103523"/>
                  <a:pt x="858240" y="103523"/>
                </a:cubicBezTo>
                <a:cubicBezTo>
                  <a:pt x="855991" y="103523"/>
                  <a:pt x="854073" y="102729"/>
                  <a:pt x="852484" y="101140"/>
                </a:cubicBezTo>
                <a:cubicBezTo>
                  <a:pt x="850896" y="99552"/>
                  <a:pt x="850101" y="97633"/>
                  <a:pt x="850101" y="95385"/>
                </a:cubicBezTo>
                <a:cubicBezTo>
                  <a:pt x="850101" y="93088"/>
                  <a:pt x="850896" y="91157"/>
                  <a:pt x="852484" y="89593"/>
                </a:cubicBezTo>
                <a:cubicBezTo>
                  <a:pt x="854073" y="88029"/>
                  <a:pt x="855991" y="87247"/>
                  <a:pt x="858240" y="87247"/>
                </a:cubicBezTo>
                <a:close/>
                <a:moveTo>
                  <a:pt x="884743" y="20969"/>
                </a:moveTo>
                <a:cubicBezTo>
                  <a:pt x="887578" y="14272"/>
                  <a:pt x="891158" y="9103"/>
                  <a:pt x="895484" y="5462"/>
                </a:cubicBezTo>
                <a:cubicBezTo>
                  <a:pt x="899810" y="1821"/>
                  <a:pt x="905198" y="0"/>
                  <a:pt x="911650" y="0"/>
                </a:cubicBezTo>
                <a:cubicBezTo>
                  <a:pt x="919617" y="0"/>
                  <a:pt x="925727" y="2591"/>
                  <a:pt x="929979" y="7772"/>
                </a:cubicBezTo>
                <a:cubicBezTo>
                  <a:pt x="933205" y="11633"/>
                  <a:pt x="934818" y="15763"/>
                  <a:pt x="934818" y="20162"/>
                </a:cubicBezTo>
                <a:cubicBezTo>
                  <a:pt x="934818" y="27396"/>
                  <a:pt x="930273" y="34874"/>
                  <a:pt x="921181" y="42597"/>
                </a:cubicBezTo>
                <a:cubicBezTo>
                  <a:pt x="927291" y="44992"/>
                  <a:pt x="931910" y="48413"/>
                  <a:pt x="935038" y="52861"/>
                </a:cubicBezTo>
                <a:cubicBezTo>
                  <a:pt x="938166" y="57309"/>
                  <a:pt x="939731" y="62539"/>
                  <a:pt x="939731" y="68551"/>
                </a:cubicBezTo>
                <a:cubicBezTo>
                  <a:pt x="939731" y="77154"/>
                  <a:pt x="936993" y="84607"/>
                  <a:pt x="931519" y="90913"/>
                </a:cubicBezTo>
                <a:cubicBezTo>
                  <a:pt x="924383" y="99124"/>
                  <a:pt x="914045" y="103230"/>
                  <a:pt x="900506" y="103230"/>
                </a:cubicBezTo>
                <a:cubicBezTo>
                  <a:pt x="893810" y="103230"/>
                  <a:pt x="889252" y="102399"/>
                  <a:pt x="886833" y="100737"/>
                </a:cubicBezTo>
                <a:cubicBezTo>
                  <a:pt x="884413" y="99075"/>
                  <a:pt x="883203" y="97291"/>
                  <a:pt x="883203" y="95385"/>
                </a:cubicBezTo>
                <a:cubicBezTo>
                  <a:pt x="883203" y="93967"/>
                  <a:pt x="883778" y="92721"/>
                  <a:pt x="884926" y="91646"/>
                </a:cubicBezTo>
                <a:cubicBezTo>
                  <a:pt x="886075" y="90570"/>
                  <a:pt x="887456" y="90033"/>
                  <a:pt x="889069" y="90033"/>
                </a:cubicBezTo>
                <a:cubicBezTo>
                  <a:pt x="890291" y="90033"/>
                  <a:pt x="891537" y="90226"/>
                  <a:pt x="892808" y="90612"/>
                </a:cubicBezTo>
                <a:cubicBezTo>
                  <a:pt x="893639" y="90855"/>
                  <a:pt x="895521" y="91738"/>
                  <a:pt x="898453" y="93261"/>
                </a:cubicBezTo>
                <a:cubicBezTo>
                  <a:pt x="901386" y="94784"/>
                  <a:pt x="903414" y="95690"/>
                  <a:pt x="904539" y="95981"/>
                </a:cubicBezTo>
                <a:cubicBezTo>
                  <a:pt x="906347" y="96512"/>
                  <a:pt x="908278" y="96778"/>
                  <a:pt x="910331" y="96778"/>
                </a:cubicBezTo>
                <a:cubicBezTo>
                  <a:pt x="915316" y="96778"/>
                  <a:pt x="919654" y="94847"/>
                  <a:pt x="923344" y="90986"/>
                </a:cubicBezTo>
                <a:cubicBezTo>
                  <a:pt x="927035" y="87125"/>
                  <a:pt x="928880" y="82555"/>
                  <a:pt x="928880" y="77276"/>
                </a:cubicBezTo>
                <a:cubicBezTo>
                  <a:pt x="928880" y="73414"/>
                  <a:pt x="928024" y="69651"/>
                  <a:pt x="926314" y="65985"/>
                </a:cubicBezTo>
                <a:cubicBezTo>
                  <a:pt x="925043" y="63248"/>
                  <a:pt x="923650" y="61171"/>
                  <a:pt x="922135" y="59753"/>
                </a:cubicBezTo>
                <a:cubicBezTo>
                  <a:pt x="920033" y="57798"/>
                  <a:pt x="917149" y="56026"/>
                  <a:pt x="913483" y="54438"/>
                </a:cubicBezTo>
                <a:cubicBezTo>
                  <a:pt x="909817" y="52849"/>
                  <a:pt x="906078" y="52055"/>
                  <a:pt x="902266" y="52055"/>
                </a:cubicBezTo>
                <a:lnTo>
                  <a:pt x="899920" y="52055"/>
                </a:lnTo>
                <a:lnTo>
                  <a:pt x="899920" y="49855"/>
                </a:lnTo>
                <a:cubicBezTo>
                  <a:pt x="903781" y="49368"/>
                  <a:pt x="907654" y="47978"/>
                  <a:pt x="911540" y="45685"/>
                </a:cubicBezTo>
                <a:cubicBezTo>
                  <a:pt x="915426" y="43391"/>
                  <a:pt x="918249" y="40634"/>
                  <a:pt x="920008" y="37414"/>
                </a:cubicBezTo>
                <a:cubicBezTo>
                  <a:pt x="921768" y="34195"/>
                  <a:pt x="922648" y="30657"/>
                  <a:pt x="922648" y="26802"/>
                </a:cubicBezTo>
                <a:cubicBezTo>
                  <a:pt x="922648" y="21778"/>
                  <a:pt x="921071" y="17717"/>
                  <a:pt x="917919" y="14620"/>
                </a:cubicBezTo>
                <a:cubicBezTo>
                  <a:pt x="914766" y="11521"/>
                  <a:pt x="910844" y="9971"/>
                  <a:pt x="906151" y="9971"/>
                </a:cubicBezTo>
                <a:cubicBezTo>
                  <a:pt x="898575" y="9971"/>
                  <a:pt x="892246" y="14028"/>
                  <a:pt x="887162" y="22142"/>
                </a:cubicBezTo>
                <a:lnTo>
                  <a:pt x="884743" y="20969"/>
                </a:lnTo>
                <a:close/>
                <a:moveTo>
                  <a:pt x="1207020" y="64812"/>
                </a:moveTo>
                <a:lnTo>
                  <a:pt x="1207020" y="75223"/>
                </a:lnTo>
                <a:lnTo>
                  <a:pt x="1193676" y="75223"/>
                </a:lnTo>
                <a:lnTo>
                  <a:pt x="1193676" y="101470"/>
                </a:lnTo>
                <a:lnTo>
                  <a:pt x="1181579" y="101470"/>
                </a:lnTo>
                <a:lnTo>
                  <a:pt x="1181579" y="75223"/>
                </a:lnTo>
                <a:lnTo>
                  <a:pt x="1139495" y="75223"/>
                </a:lnTo>
                <a:lnTo>
                  <a:pt x="1139495" y="65838"/>
                </a:lnTo>
                <a:lnTo>
                  <a:pt x="1185611" y="0"/>
                </a:lnTo>
                <a:lnTo>
                  <a:pt x="1193676" y="0"/>
                </a:lnTo>
                <a:lnTo>
                  <a:pt x="1193676" y="64812"/>
                </a:lnTo>
                <a:lnTo>
                  <a:pt x="1207020" y="64812"/>
                </a:lnTo>
                <a:moveTo>
                  <a:pt x="1181579" y="64812"/>
                </a:moveTo>
                <a:lnTo>
                  <a:pt x="1181579" y="15497"/>
                </a:lnTo>
                <a:lnTo>
                  <a:pt x="1146680" y="64812"/>
                </a:lnTo>
                <a:lnTo>
                  <a:pt x="1181579" y="64812"/>
                </a:lnTo>
                <a:close/>
                <a:moveTo>
                  <a:pt x="1231213" y="87247"/>
                </a:moveTo>
                <a:cubicBezTo>
                  <a:pt x="1233511" y="87247"/>
                  <a:pt x="1235441" y="88041"/>
                  <a:pt x="1237005" y="89630"/>
                </a:cubicBezTo>
                <a:cubicBezTo>
                  <a:pt x="1238569" y="91218"/>
                  <a:pt x="1239352" y="93137"/>
                  <a:pt x="1239352" y="95385"/>
                </a:cubicBezTo>
                <a:cubicBezTo>
                  <a:pt x="1239352" y="97633"/>
                  <a:pt x="1238557" y="99552"/>
                  <a:pt x="1236969" y="101140"/>
                </a:cubicBezTo>
                <a:cubicBezTo>
                  <a:pt x="1235380" y="102729"/>
                  <a:pt x="1233462" y="103523"/>
                  <a:pt x="1231213" y="103523"/>
                </a:cubicBezTo>
                <a:cubicBezTo>
                  <a:pt x="1228965" y="103523"/>
                  <a:pt x="1227047" y="102729"/>
                  <a:pt x="1225458" y="101140"/>
                </a:cubicBezTo>
                <a:cubicBezTo>
                  <a:pt x="1223869" y="99552"/>
                  <a:pt x="1223075" y="97633"/>
                  <a:pt x="1223075" y="95385"/>
                </a:cubicBezTo>
                <a:cubicBezTo>
                  <a:pt x="1223075" y="93088"/>
                  <a:pt x="1223869" y="91157"/>
                  <a:pt x="1225458" y="89593"/>
                </a:cubicBezTo>
                <a:cubicBezTo>
                  <a:pt x="1227047" y="88029"/>
                  <a:pt x="1228965" y="87247"/>
                  <a:pt x="1231213" y="87247"/>
                </a:cubicBezTo>
                <a:close/>
                <a:moveTo>
                  <a:pt x="1319962" y="64812"/>
                </a:moveTo>
                <a:lnTo>
                  <a:pt x="1319962" y="75223"/>
                </a:lnTo>
                <a:lnTo>
                  <a:pt x="1306619" y="75223"/>
                </a:lnTo>
                <a:lnTo>
                  <a:pt x="1306619" y="101470"/>
                </a:lnTo>
                <a:lnTo>
                  <a:pt x="1294521" y="101470"/>
                </a:lnTo>
                <a:lnTo>
                  <a:pt x="1294521" y="75223"/>
                </a:lnTo>
                <a:lnTo>
                  <a:pt x="1252438" y="75223"/>
                </a:lnTo>
                <a:lnTo>
                  <a:pt x="1252438" y="65838"/>
                </a:lnTo>
                <a:lnTo>
                  <a:pt x="1298554" y="0"/>
                </a:lnTo>
                <a:lnTo>
                  <a:pt x="1306619" y="0"/>
                </a:lnTo>
                <a:lnTo>
                  <a:pt x="1306619" y="64812"/>
                </a:lnTo>
                <a:lnTo>
                  <a:pt x="1319962" y="64812"/>
                </a:lnTo>
                <a:moveTo>
                  <a:pt x="1294521" y="64812"/>
                </a:moveTo>
                <a:lnTo>
                  <a:pt x="1294521" y="15497"/>
                </a:lnTo>
                <a:lnTo>
                  <a:pt x="1259623" y="64812"/>
                </a:lnTo>
                <a:lnTo>
                  <a:pt x="1294521" y="64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6.42.57.40.6">
            <a:extLst xmlns:a="http://schemas.openxmlformats.org/drawingml/2006/main">
              <a:ext uri="{FF2B5EF4-FFF2-40B4-BE49-F238E27FC236}">
                <a16:creationId xmlns:a16="http://schemas.microsoft.com/office/drawing/2014/main" id="{43FD606B-ECCA-4AF3-AF89-F9E0DDD6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302" y="1161331"/>
            <a:ext cx="1315270" cy="103523"/>
          </a:xfrm>
          <a:custGeom xmlns:a="http://schemas.openxmlformats.org/drawingml/2006/main">
            <a:pathLst>
              <a:path w="1315270" h="103523">
                <a:moveTo>
                  <a:pt x="60853" y="0"/>
                </a:moveTo>
                <a:lnTo>
                  <a:pt x="60853" y="2933"/>
                </a:lnTo>
                <a:cubicBezTo>
                  <a:pt x="54401" y="3563"/>
                  <a:pt x="49134" y="4838"/>
                  <a:pt x="45053" y="6757"/>
                </a:cubicBezTo>
                <a:cubicBezTo>
                  <a:pt x="40972" y="8674"/>
                  <a:pt x="36939" y="11599"/>
                  <a:pt x="32956" y="15532"/>
                </a:cubicBezTo>
                <a:cubicBezTo>
                  <a:pt x="28972" y="19463"/>
                  <a:pt x="25673" y="23845"/>
                  <a:pt x="23058" y="28676"/>
                </a:cubicBezTo>
                <a:cubicBezTo>
                  <a:pt x="20443" y="33506"/>
                  <a:pt x="18256" y="39247"/>
                  <a:pt x="16496" y="45899"/>
                </a:cubicBezTo>
                <a:cubicBezTo>
                  <a:pt x="23535" y="41009"/>
                  <a:pt x="30597" y="38565"/>
                  <a:pt x="37685" y="38565"/>
                </a:cubicBezTo>
                <a:cubicBezTo>
                  <a:pt x="44479" y="38565"/>
                  <a:pt x="50369" y="41308"/>
                  <a:pt x="55354" y="46794"/>
                </a:cubicBezTo>
                <a:cubicBezTo>
                  <a:pt x="60340" y="52281"/>
                  <a:pt x="62832" y="59335"/>
                  <a:pt x="62832" y="67958"/>
                </a:cubicBezTo>
                <a:cubicBezTo>
                  <a:pt x="62832" y="76285"/>
                  <a:pt x="60315" y="83879"/>
                  <a:pt x="55281" y="90738"/>
                </a:cubicBezTo>
                <a:cubicBezTo>
                  <a:pt x="49220" y="99066"/>
                  <a:pt x="41204" y="103230"/>
                  <a:pt x="31233" y="103230"/>
                </a:cubicBezTo>
                <a:cubicBezTo>
                  <a:pt x="24439" y="103230"/>
                  <a:pt x="18671" y="100981"/>
                  <a:pt x="13930" y="96485"/>
                </a:cubicBezTo>
                <a:cubicBezTo>
                  <a:pt x="4643" y="87736"/>
                  <a:pt x="0" y="76396"/>
                  <a:pt x="0" y="62466"/>
                </a:cubicBezTo>
                <a:cubicBezTo>
                  <a:pt x="0" y="53570"/>
                  <a:pt x="1784" y="45114"/>
                  <a:pt x="5352" y="37098"/>
                </a:cubicBezTo>
                <a:cubicBezTo>
                  <a:pt x="8920" y="29082"/>
                  <a:pt x="14016" y="21971"/>
                  <a:pt x="20639" y="15763"/>
                </a:cubicBezTo>
                <a:cubicBezTo>
                  <a:pt x="27262" y="9556"/>
                  <a:pt x="33603" y="5377"/>
                  <a:pt x="39664" y="3226"/>
                </a:cubicBezTo>
                <a:cubicBezTo>
                  <a:pt x="45725" y="1075"/>
                  <a:pt x="51371" y="0"/>
                  <a:pt x="56600" y="0"/>
                </a:cubicBezTo>
                <a:lnTo>
                  <a:pt x="60853" y="0"/>
                </a:lnTo>
                <a:moveTo>
                  <a:pt x="15250" y="51257"/>
                </a:moveTo>
                <a:cubicBezTo>
                  <a:pt x="14370" y="57865"/>
                  <a:pt x="13930" y="63200"/>
                  <a:pt x="13930" y="67261"/>
                </a:cubicBezTo>
                <a:cubicBezTo>
                  <a:pt x="13930" y="71960"/>
                  <a:pt x="14798" y="77062"/>
                  <a:pt x="16533" y="82568"/>
                </a:cubicBezTo>
                <a:cubicBezTo>
                  <a:pt x="18268" y="88075"/>
                  <a:pt x="20846" y="92443"/>
                  <a:pt x="24268" y="95674"/>
                </a:cubicBezTo>
                <a:cubicBezTo>
                  <a:pt x="26761" y="97974"/>
                  <a:pt x="29791" y="99124"/>
                  <a:pt x="33359" y="99124"/>
                </a:cubicBezTo>
                <a:cubicBezTo>
                  <a:pt x="37611" y="99124"/>
                  <a:pt x="41412" y="97118"/>
                  <a:pt x="44760" y="93105"/>
                </a:cubicBezTo>
                <a:cubicBezTo>
                  <a:pt x="48108" y="89091"/>
                  <a:pt x="49782" y="83364"/>
                  <a:pt x="49782" y="75924"/>
                </a:cubicBezTo>
                <a:cubicBezTo>
                  <a:pt x="49782" y="67555"/>
                  <a:pt x="48120" y="60312"/>
                  <a:pt x="44796" y="54195"/>
                </a:cubicBezTo>
                <a:cubicBezTo>
                  <a:pt x="41473" y="48076"/>
                  <a:pt x="36756" y="45016"/>
                  <a:pt x="30646" y="45016"/>
                </a:cubicBezTo>
                <a:cubicBezTo>
                  <a:pt x="28789" y="45016"/>
                  <a:pt x="26797" y="45408"/>
                  <a:pt x="24671" y="46192"/>
                </a:cubicBezTo>
                <a:cubicBezTo>
                  <a:pt x="22545" y="46974"/>
                  <a:pt x="19404" y="48662"/>
                  <a:pt x="15250" y="51257"/>
                </a:cubicBezTo>
                <a:close/>
                <a:moveTo>
                  <a:pt x="87612" y="87247"/>
                </a:moveTo>
                <a:cubicBezTo>
                  <a:pt x="89910" y="87247"/>
                  <a:pt x="91840" y="88041"/>
                  <a:pt x="93404" y="89630"/>
                </a:cubicBezTo>
                <a:cubicBezTo>
                  <a:pt x="94968" y="91218"/>
                  <a:pt x="95750" y="93137"/>
                  <a:pt x="95750" y="95385"/>
                </a:cubicBezTo>
                <a:cubicBezTo>
                  <a:pt x="95750" y="97633"/>
                  <a:pt x="94956" y="99552"/>
                  <a:pt x="93368" y="101140"/>
                </a:cubicBezTo>
                <a:cubicBezTo>
                  <a:pt x="91779" y="102729"/>
                  <a:pt x="89861" y="103523"/>
                  <a:pt x="87612" y="103523"/>
                </a:cubicBezTo>
                <a:cubicBezTo>
                  <a:pt x="85364" y="103523"/>
                  <a:pt x="83446" y="102729"/>
                  <a:pt x="81857" y="101140"/>
                </a:cubicBezTo>
                <a:cubicBezTo>
                  <a:pt x="80268" y="99552"/>
                  <a:pt x="79474" y="97633"/>
                  <a:pt x="79474" y="95385"/>
                </a:cubicBezTo>
                <a:cubicBezTo>
                  <a:pt x="79474" y="93088"/>
                  <a:pt x="80268" y="91157"/>
                  <a:pt x="81857" y="89593"/>
                </a:cubicBezTo>
                <a:cubicBezTo>
                  <a:pt x="83446" y="88029"/>
                  <a:pt x="85364" y="87247"/>
                  <a:pt x="87612" y="87247"/>
                </a:cubicBezTo>
                <a:close/>
                <a:moveTo>
                  <a:pt x="176362" y="64812"/>
                </a:moveTo>
                <a:lnTo>
                  <a:pt x="176362" y="75223"/>
                </a:lnTo>
                <a:lnTo>
                  <a:pt x="163018" y="75223"/>
                </a:lnTo>
                <a:lnTo>
                  <a:pt x="163018" y="101470"/>
                </a:lnTo>
                <a:lnTo>
                  <a:pt x="150921" y="101470"/>
                </a:lnTo>
                <a:lnTo>
                  <a:pt x="150921" y="75223"/>
                </a:lnTo>
                <a:lnTo>
                  <a:pt x="108837" y="75223"/>
                </a:lnTo>
                <a:lnTo>
                  <a:pt x="108837" y="65838"/>
                </a:lnTo>
                <a:lnTo>
                  <a:pt x="154953" y="0"/>
                </a:lnTo>
                <a:lnTo>
                  <a:pt x="163018" y="0"/>
                </a:lnTo>
                <a:lnTo>
                  <a:pt x="163018" y="64812"/>
                </a:lnTo>
                <a:lnTo>
                  <a:pt x="176362" y="64812"/>
                </a:lnTo>
                <a:moveTo>
                  <a:pt x="150921" y="64812"/>
                </a:moveTo>
                <a:lnTo>
                  <a:pt x="150921" y="15497"/>
                </a:lnTo>
                <a:lnTo>
                  <a:pt x="116022" y="64812"/>
                </a:lnTo>
                <a:lnTo>
                  <a:pt x="150921" y="64812"/>
                </a:lnTo>
                <a:close/>
                <a:moveTo>
                  <a:pt x="440619" y="82115"/>
                </a:moveTo>
                <a:lnTo>
                  <a:pt x="433654" y="101470"/>
                </a:lnTo>
                <a:lnTo>
                  <a:pt x="375001" y="101470"/>
                </a:lnTo>
                <a:lnTo>
                  <a:pt x="375001" y="98703"/>
                </a:lnTo>
                <a:cubicBezTo>
                  <a:pt x="392255" y="82981"/>
                  <a:pt x="404401" y="70140"/>
                  <a:pt x="411439" y="60179"/>
                </a:cubicBezTo>
                <a:cubicBezTo>
                  <a:pt x="418478" y="50217"/>
                  <a:pt x="421997" y="41106"/>
                  <a:pt x="421997" y="32846"/>
                </a:cubicBezTo>
                <a:cubicBezTo>
                  <a:pt x="421997" y="26562"/>
                  <a:pt x="420066" y="21399"/>
                  <a:pt x="416205" y="17355"/>
                </a:cubicBezTo>
                <a:cubicBezTo>
                  <a:pt x="412343" y="13312"/>
                  <a:pt x="407724" y="11291"/>
                  <a:pt x="402348" y="11291"/>
                </a:cubicBezTo>
                <a:cubicBezTo>
                  <a:pt x="397460" y="11291"/>
                  <a:pt x="393073" y="12708"/>
                  <a:pt x="389188" y="15543"/>
                </a:cubicBezTo>
                <a:cubicBezTo>
                  <a:pt x="385302" y="18377"/>
                  <a:pt x="382430" y="22531"/>
                  <a:pt x="380573" y="28007"/>
                </a:cubicBezTo>
                <a:lnTo>
                  <a:pt x="377860" y="28007"/>
                </a:lnTo>
                <a:cubicBezTo>
                  <a:pt x="379082" y="18987"/>
                  <a:pt x="382222" y="12065"/>
                  <a:pt x="387281" y="7240"/>
                </a:cubicBezTo>
                <a:cubicBezTo>
                  <a:pt x="392340" y="2413"/>
                  <a:pt x="398658" y="0"/>
                  <a:pt x="406234" y="0"/>
                </a:cubicBezTo>
                <a:cubicBezTo>
                  <a:pt x="414299" y="0"/>
                  <a:pt x="421031" y="2591"/>
                  <a:pt x="426432" y="7772"/>
                </a:cubicBezTo>
                <a:cubicBezTo>
                  <a:pt x="431833" y="12953"/>
                  <a:pt x="434534" y="19062"/>
                  <a:pt x="434534" y="26101"/>
                </a:cubicBezTo>
                <a:cubicBezTo>
                  <a:pt x="434534" y="31135"/>
                  <a:pt x="433361" y="36170"/>
                  <a:pt x="431015" y="41204"/>
                </a:cubicBezTo>
                <a:cubicBezTo>
                  <a:pt x="427398" y="49122"/>
                  <a:pt x="421532" y="57505"/>
                  <a:pt x="413419" y="66352"/>
                </a:cubicBezTo>
                <a:cubicBezTo>
                  <a:pt x="401248" y="79619"/>
                  <a:pt x="393648" y="87561"/>
                  <a:pt x="390617" y="90179"/>
                </a:cubicBezTo>
                <a:lnTo>
                  <a:pt x="416571" y="90179"/>
                </a:lnTo>
                <a:cubicBezTo>
                  <a:pt x="421850" y="90179"/>
                  <a:pt x="425553" y="89984"/>
                  <a:pt x="427679" y="89593"/>
                </a:cubicBezTo>
                <a:cubicBezTo>
                  <a:pt x="429805" y="89202"/>
                  <a:pt x="431723" y="88408"/>
                  <a:pt x="433434" y="87210"/>
                </a:cubicBezTo>
                <a:cubicBezTo>
                  <a:pt x="435145" y="86013"/>
                  <a:pt x="436636" y="84314"/>
                  <a:pt x="437906" y="82115"/>
                </a:cubicBezTo>
                <a:lnTo>
                  <a:pt x="440619" y="82115"/>
                </a:lnTo>
                <a:close/>
                <a:moveTo>
                  <a:pt x="465839" y="87247"/>
                </a:moveTo>
                <a:cubicBezTo>
                  <a:pt x="468136" y="87247"/>
                  <a:pt x="470067" y="88041"/>
                  <a:pt x="471631" y="89630"/>
                </a:cubicBezTo>
                <a:cubicBezTo>
                  <a:pt x="473195" y="91218"/>
                  <a:pt x="473977" y="93137"/>
                  <a:pt x="473977" y="95385"/>
                </a:cubicBezTo>
                <a:cubicBezTo>
                  <a:pt x="473977" y="97633"/>
                  <a:pt x="473183" y="99552"/>
                  <a:pt x="471594" y="101140"/>
                </a:cubicBezTo>
                <a:cubicBezTo>
                  <a:pt x="470006" y="102729"/>
                  <a:pt x="468087" y="103523"/>
                  <a:pt x="465839" y="103523"/>
                </a:cubicBezTo>
                <a:cubicBezTo>
                  <a:pt x="463591" y="103523"/>
                  <a:pt x="461672" y="102729"/>
                  <a:pt x="460084" y="101140"/>
                </a:cubicBezTo>
                <a:cubicBezTo>
                  <a:pt x="458495" y="99552"/>
                  <a:pt x="457701" y="97633"/>
                  <a:pt x="457701" y="95385"/>
                </a:cubicBezTo>
                <a:cubicBezTo>
                  <a:pt x="457701" y="93088"/>
                  <a:pt x="458495" y="91157"/>
                  <a:pt x="460084" y="89593"/>
                </a:cubicBezTo>
                <a:cubicBezTo>
                  <a:pt x="461672" y="88029"/>
                  <a:pt x="463591" y="87247"/>
                  <a:pt x="465839" y="87247"/>
                </a:cubicBezTo>
                <a:close/>
                <a:moveTo>
                  <a:pt x="549896" y="2053"/>
                </a:moveTo>
                <a:lnTo>
                  <a:pt x="544177" y="14517"/>
                </a:lnTo>
                <a:lnTo>
                  <a:pt x="514264" y="14517"/>
                </a:lnTo>
                <a:lnTo>
                  <a:pt x="507739" y="27695"/>
                </a:lnTo>
                <a:cubicBezTo>
                  <a:pt x="520692" y="29606"/>
                  <a:pt x="530956" y="34431"/>
                  <a:pt x="538532" y="42171"/>
                </a:cubicBezTo>
                <a:cubicBezTo>
                  <a:pt x="545033" y="48832"/>
                  <a:pt x="548283" y="56669"/>
                  <a:pt x="548283" y="65683"/>
                </a:cubicBezTo>
                <a:cubicBezTo>
                  <a:pt x="548283" y="70925"/>
                  <a:pt x="547220" y="75774"/>
                  <a:pt x="545094" y="80231"/>
                </a:cubicBezTo>
                <a:cubicBezTo>
                  <a:pt x="542968" y="84688"/>
                  <a:pt x="540292" y="88485"/>
                  <a:pt x="537066" y="91621"/>
                </a:cubicBezTo>
                <a:cubicBezTo>
                  <a:pt x="533840" y="94755"/>
                  <a:pt x="530247" y="97277"/>
                  <a:pt x="526288" y="99188"/>
                </a:cubicBezTo>
                <a:cubicBezTo>
                  <a:pt x="520667" y="101883"/>
                  <a:pt x="514900" y="103230"/>
                  <a:pt x="508985" y="103230"/>
                </a:cubicBezTo>
                <a:cubicBezTo>
                  <a:pt x="503022" y="103230"/>
                  <a:pt x="498684" y="102216"/>
                  <a:pt x="495972" y="100187"/>
                </a:cubicBezTo>
                <a:cubicBezTo>
                  <a:pt x="493259" y="98159"/>
                  <a:pt x="491903" y="95923"/>
                  <a:pt x="491903" y="93479"/>
                </a:cubicBezTo>
                <a:cubicBezTo>
                  <a:pt x="491903" y="92110"/>
                  <a:pt x="492465" y="90900"/>
                  <a:pt x="493589" y="89850"/>
                </a:cubicBezTo>
                <a:cubicBezTo>
                  <a:pt x="494713" y="88799"/>
                  <a:pt x="496131" y="88273"/>
                  <a:pt x="497841" y="88273"/>
                </a:cubicBezTo>
                <a:cubicBezTo>
                  <a:pt x="499112" y="88273"/>
                  <a:pt x="500224" y="88469"/>
                  <a:pt x="501177" y="88860"/>
                </a:cubicBezTo>
                <a:cubicBezTo>
                  <a:pt x="502130" y="89251"/>
                  <a:pt x="503755" y="90253"/>
                  <a:pt x="506053" y="91866"/>
                </a:cubicBezTo>
                <a:cubicBezTo>
                  <a:pt x="509719" y="94407"/>
                  <a:pt x="513433" y="95703"/>
                  <a:pt x="517197" y="95752"/>
                </a:cubicBezTo>
                <a:cubicBezTo>
                  <a:pt x="522916" y="95752"/>
                  <a:pt x="527938" y="93583"/>
                  <a:pt x="532263" y="89247"/>
                </a:cubicBezTo>
                <a:cubicBezTo>
                  <a:pt x="536589" y="84909"/>
                  <a:pt x="538752" y="79628"/>
                  <a:pt x="538752" y="73404"/>
                </a:cubicBezTo>
                <a:cubicBezTo>
                  <a:pt x="538752" y="67376"/>
                  <a:pt x="536821" y="61753"/>
                  <a:pt x="532960" y="56534"/>
                </a:cubicBezTo>
                <a:cubicBezTo>
                  <a:pt x="529099" y="51313"/>
                  <a:pt x="523771" y="47282"/>
                  <a:pt x="516977" y="44439"/>
                </a:cubicBezTo>
                <a:cubicBezTo>
                  <a:pt x="511649" y="42235"/>
                  <a:pt x="504391" y="40961"/>
                  <a:pt x="495202" y="40617"/>
                </a:cubicBezTo>
                <a:lnTo>
                  <a:pt x="514264" y="2053"/>
                </a:lnTo>
                <a:lnTo>
                  <a:pt x="549896" y="2053"/>
                </a:lnTo>
                <a:close/>
                <a:moveTo>
                  <a:pt x="775173" y="2053"/>
                </a:moveTo>
                <a:lnTo>
                  <a:pt x="828474" y="2053"/>
                </a:lnTo>
                <a:lnTo>
                  <a:pt x="828474" y="4816"/>
                </a:lnTo>
                <a:lnTo>
                  <a:pt x="795335" y="103523"/>
                </a:lnTo>
                <a:lnTo>
                  <a:pt x="787124" y="103523"/>
                </a:lnTo>
                <a:lnTo>
                  <a:pt x="816817" y="14077"/>
                </a:lnTo>
                <a:lnTo>
                  <a:pt x="789470" y="14077"/>
                </a:lnTo>
                <a:cubicBezTo>
                  <a:pt x="783946" y="14077"/>
                  <a:pt x="780012" y="14737"/>
                  <a:pt x="777666" y="16056"/>
                </a:cubicBezTo>
                <a:cubicBezTo>
                  <a:pt x="773560" y="18305"/>
                  <a:pt x="770261" y="21775"/>
                  <a:pt x="767768" y="26467"/>
                </a:cubicBezTo>
                <a:lnTo>
                  <a:pt x="765642" y="25661"/>
                </a:lnTo>
                <a:lnTo>
                  <a:pt x="775173" y="2053"/>
                </a:lnTo>
                <a:close/>
                <a:moveTo>
                  <a:pt x="854134" y="87247"/>
                </a:moveTo>
                <a:cubicBezTo>
                  <a:pt x="856431" y="87247"/>
                  <a:pt x="858362" y="88041"/>
                  <a:pt x="859926" y="89630"/>
                </a:cubicBezTo>
                <a:cubicBezTo>
                  <a:pt x="861490" y="91218"/>
                  <a:pt x="862272" y="93137"/>
                  <a:pt x="862272" y="95385"/>
                </a:cubicBezTo>
                <a:cubicBezTo>
                  <a:pt x="862272" y="97633"/>
                  <a:pt x="861478" y="99552"/>
                  <a:pt x="859889" y="101140"/>
                </a:cubicBezTo>
                <a:cubicBezTo>
                  <a:pt x="858301" y="102729"/>
                  <a:pt x="856382" y="103523"/>
                  <a:pt x="854134" y="103523"/>
                </a:cubicBezTo>
                <a:cubicBezTo>
                  <a:pt x="851885" y="103523"/>
                  <a:pt x="849967" y="102729"/>
                  <a:pt x="848379" y="101140"/>
                </a:cubicBezTo>
                <a:cubicBezTo>
                  <a:pt x="846790" y="99552"/>
                  <a:pt x="845996" y="97633"/>
                  <a:pt x="845996" y="95385"/>
                </a:cubicBezTo>
                <a:cubicBezTo>
                  <a:pt x="845996" y="93088"/>
                  <a:pt x="846790" y="91157"/>
                  <a:pt x="848379" y="89593"/>
                </a:cubicBezTo>
                <a:cubicBezTo>
                  <a:pt x="849967" y="88029"/>
                  <a:pt x="851885" y="87247"/>
                  <a:pt x="854134" y="87247"/>
                </a:cubicBezTo>
                <a:close/>
                <a:moveTo>
                  <a:pt x="942883" y="64812"/>
                </a:moveTo>
                <a:lnTo>
                  <a:pt x="942883" y="75223"/>
                </a:lnTo>
                <a:lnTo>
                  <a:pt x="929539" y="75223"/>
                </a:lnTo>
                <a:lnTo>
                  <a:pt x="929539" y="101470"/>
                </a:lnTo>
                <a:lnTo>
                  <a:pt x="917442" y="101470"/>
                </a:lnTo>
                <a:lnTo>
                  <a:pt x="917442" y="75223"/>
                </a:lnTo>
                <a:lnTo>
                  <a:pt x="875359" y="75223"/>
                </a:lnTo>
                <a:lnTo>
                  <a:pt x="875359" y="65838"/>
                </a:lnTo>
                <a:lnTo>
                  <a:pt x="921475" y="0"/>
                </a:lnTo>
                <a:lnTo>
                  <a:pt x="929539" y="0"/>
                </a:lnTo>
                <a:lnTo>
                  <a:pt x="929539" y="64812"/>
                </a:lnTo>
                <a:lnTo>
                  <a:pt x="942883" y="64812"/>
                </a:lnTo>
                <a:moveTo>
                  <a:pt x="917442" y="64812"/>
                </a:moveTo>
                <a:lnTo>
                  <a:pt x="917442" y="15497"/>
                </a:lnTo>
                <a:lnTo>
                  <a:pt x="882544" y="64812"/>
                </a:lnTo>
                <a:lnTo>
                  <a:pt x="917442" y="64812"/>
                </a:lnTo>
                <a:close/>
                <a:moveTo>
                  <a:pt x="1138469" y="52348"/>
                </a:moveTo>
                <a:cubicBezTo>
                  <a:pt x="1138469" y="41008"/>
                  <a:pt x="1140179" y="31245"/>
                  <a:pt x="1143601" y="23058"/>
                </a:cubicBezTo>
                <a:cubicBezTo>
                  <a:pt x="1147022" y="14871"/>
                  <a:pt x="1151568" y="8774"/>
                  <a:pt x="1157238" y="4766"/>
                </a:cubicBezTo>
                <a:cubicBezTo>
                  <a:pt x="1161637" y="1589"/>
                  <a:pt x="1166182" y="0"/>
                  <a:pt x="1170875" y="0"/>
                </a:cubicBezTo>
                <a:cubicBezTo>
                  <a:pt x="1178499" y="0"/>
                  <a:pt x="1185342" y="3886"/>
                  <a:pt x="1191403" y="11657"/>
                </a:cubicBezTo>
                <a:cubicBezTo>
                  <a:pt x="1198979" y="21286"/>
                  <a:pt x="1202767" y="34337"/>
                  <a:pt x="1202767" y="50808"/>
                </a:cubicBezTo>
                <a:cubicBezTo>
                  <a:pt x="1202767" y="62344"/>
                  <a:pt x="1201105" y="72144"/>
                  <a:pt x="1197782" y="80208"/>
                </a:cubicBezTo>
                <a:cubicBezTo>
                  <a:pt x="1194458" y="88273"/>
                  <a:pt x="1190218" y="94126"/>
                  <a:pt x="1185061" y="97768"/>
                </a:cubicBezTo>
                <a:cubicBezTo>
                  <a:pt x="1179905" y="101409"/>
                  <a:pt x="1174931" y="103230"/>
                  <a:pt x="1170141" y="103230"/>
                </a:cubicBezTo>
                <a:cubicBezTo>
                  <a:pt x="1160659" y="103230"/>
                  <a:pt x="1152765" y="97633"/>
                  <a:pt x="1146460" y="86440"/>
                </a:cubicBezTo>
                <a:cubicBezTo>
                  <a:pt x="1141132" y="77007"/>
                  <a:pt x="1138469" y="65643"/>
                  <a:pt x="1138469" y="52348"/>
                </a:cubicBezTo>
                <a:moveTo>
                  <a:pt x="1152839" y="54142"/>
                </a:moveTo>
                <a:cubicBezTo>
                  <a:pt x="1152839" y="67817"/>
                  <a:pt x="1154525" y="78977"/>
                  <a:pt x="1157897" y="87623"/>
                </a:cubicBezTo>
                <a:cubicBezTo>
                  <a:pt x="1160684" y="94899"/>
                  <a:pt x="1164838" y="98538"/>
                  <a:pt x="1170361" y="98538"/>
                </a:cubicBezTo>
                <a:cubicBezTo>
                  <a:pt x="1173001" y="98538"/>
                  <a:pt x="1175738" y="97353"/>
                  <a:pt x="1178573" y="94984"/>
                </a:cubicBezTo>
                <a:cubicBezTo>
                  <a:pt x="1181408" y="92615"/>
                  <a:pt x="1183558" y="88647"/>
                  <a:pt x="1185025" y="83079"/>
                </a:cubicBezTo>
                <a:cubicBezTo>
                  <a:pt x="1187273" y="74680"/>
                  <a:pt x="1188397" y="62836"/>
                  <a:pt x="1188397" y="47548"/>
                </a:cubicBezTo>
                <a:cubicBezTo>
                  <a:pt x="1188397" y="36218"/>
                  <a:pt x="1187224" y="26767"/>
                  <a:pt x="1184878" y="19198"/>
                </a:cubicBezTo>
                <a:cubicBezTo>
                  <a:pt x="1183118" y="13581"/>
                  <a:pt x="1180846" y="9601"/>
                  <a:pt x="1178060" y="7256"/>
                </a:cubicBezTo>
                <a:cubicBezTo>
                  <a:pt x="1176056" y="5645"/>
                  <a:pt x="1173636" y="4839"/>
                  <a:pt x="1170801" y="4839"/>
                </a:cubicBezTo>
                <a:cubicBezTo>
                  <a:pt x="1167478" y="4839"/>
                  <a:pt x="1164520" y="6328"/>
                  <a:pt x="1161930" y="9307"/>
                </a:cubicBezTo>
                <a:cubicBezTo>
                  <a:pt x="1158411" y="13360"/>
                  <a:pt x="1156016" y="19734"/>
                  <a:pt x="1154745" y="28429"/>
                </a:cubicBezTo>
                <a:cubicBezTo>
                  <a:pt x="1153474" y="37121"/>
                  <a:pt x="1152839" y="45692"/>
                  <a:pt x="1152839" y="54142"/>
                </a:cubicBezTo>
                <a:close/>
                <a:moveTo>
                  <a:pt x="1227108" y="87247"/>
                </a:moveTo>
                <a:cubicBezTo>
                  <a:pt x="1229405" y="87247"/>
                  <a:pt x="1231336" y="88041"/>
                  <a:pt x="1232900" y="89630"/>
                </a:cubicBezTo>
                <a:cubicBezTo>
                  <a:pt x="1234464" y="91218"/>
                  <a:pt x="1235246" y="93137"/>
                  <a:pt x="1235246" y="95385"/>
                </a:cubicBezTo>
                <a:cubicBezTo>
                  <a:pt x="1235246" y="97633"/>
                  <a:pt x="1234452" y="99552"/>
                  <a:pt x="1232863" y="101140"/>
                </a:cubicBezTo>
                <a:cubicBezTo>
                  <a:pt x="1231274" y="102729"/>
                  <a:pt x="1229356" y="103523"/>
                  <a:pt x="1227108" y="103523"/>
                </a:cubicBezTo>
                <a:cubicBezTo>
                  <a:pt x="1224859" y="103523"/>
                  <a:pt x="1222941" y="102729"/>
                  <a:pt x="1221352" y="101140"/>
                </a:cubicBezTo>
                <a:cubicBezTo>
                  <a:pt x="1219764" y="99552"/>
                  <a:pt x="1218969" y="97633"/>
                  <a:pt x="1218969" y="95385"/>
                </a:cubicBezTo>
                <a:cubicBezTo>
                  <a:pt x="1218969" y="93088"/>
                  <a:pt x="1219764" y="91157"/>
                  <a:pt x="1221352" y="89593"/>
                </a:cubicBezTo>
                <a:cubicBezTo>
                  <a:pt x="1222941" y="88029"/>
                  <a:pt x="1224859" y="87247"/>
                  <a:pt x="1227108" y="87247"/>
                </a:cubicBezTo>
                <a:close/>
                <a:moveTo>
                  <a:pt x="1313291" y="0"/>
                </a:moveTo>
                <a:lnTo>
                  <a:pt x="1313291" y="2933"/>
                </a:lnTo>
                <a:cubicBezTo>
                  <a:pt x="1306839" y="3563"/>
                  <a:pt x="1301572" y="4838"/>
                  <a:pt x="1297491" y="6757"/>
                </a:cubicBezTo>
                <a:cubicBezTo>
                  <a:pt x="1293409" y="8674"/>
                  <a:pt x="1289377" y="11599"/>
                  <a:pt x="1285394" y="15532"/>
                </a:cubicBezTo>
                <a:cubicBezTo>
                  <a:pt x="1281410" y="19463"/>
                  <a:pt x="1278111" y="23845"/>
                  <a:pt x="1275496" y="28676"/>
                </a:cubicBezTo>
                <a:cubicBezTo>
                  <a:pt x="1272881" y="33506"/>
                  <a:pt x="1270694" y="39247"/>
                  <a:pt x="1268934" y="45899"/>
                </a:cubicBezTo>
                <a:cubicBezTo>
                  <a:pt x="1275972" y="41009"/>
                  <a:pt x="1283035" y="38565"/>
                  <a:pt x="1290122" y="38565"/>
                </a:cubicBezTo>
                <a:cubicBezTo>
                  <a:pt x="1296916" y="38565"/>
                  <a:pt x="1302806" y="41308"/>
                  <a:pt x="1307792" y="46794"/>
                </a:cubicBezTo>
                <a:cubicBezTo>
                  <a:pt x="1312777" y="52281"/>
                  <a:pt x="1315270" y="59335"/>
                  <a:pt x="1315270" y="67958"/>
                </a:cubicBezTo>
                <a:cubicBezTo>
                  <a:pt x="1315270" y="76285"/>
                  <a:pt x="1312753" y="83879"/>
                  <a:pt x="1307718" y="90738"/>
                </a:cubicBezTo>
                <a:cubicBezTo>
                  <a:pt x="1301658" y="99066"/>
                  <a:pt x="1293642" y="103230"/>
                  <a:pt x="1283671" y="103230"/>
                </a:cubicBezTo>
                <a:cubicBezTo>
                  <a:pt x="1276877" y="103230"/>
                  <a:pt x="1271109" y="100981"/>
                  <a:pt x="1266368" y="96485"/>
                </a:cubicBezTo>
                <a:cubicBezTo>
                  <a:pt x="1257081" y="87736"/>
                  <a:pt x="1252438" y="76396"/>
                  <a:pt x="1252438" y="62466"/>
                </a:cubicBezTo>
                <a:cubicBezTo>
                  <a:pt x="1252438" y="53570"/>
                  <a:pt x="1254222" y="45114"/>
                  <a:pt x="1257790" y="37098"/>
                </a:cubicBezTo>
                <a:cubicBezTo>
                  <a:pt x="1261358" y="29082"/>
                  <a:pt x="1266453" y="21971"/>
                  <a:pt x="1273076" y="15763"/>
                </a:cubicBezTo>
                <a:cubicBezTo>
                  <a:pt x="1279699" y="9556"/>
                  <a:pt x="1286041" y="5377"/>
                  <a:pt x="1292102" y="3226"/>
                </a:cubicBezTo>
                <a:cubicBezTo>
                  <a:pt x="1298163" y="1075"/>
                  <a:pt x="1303808" y="0"/>
                  <a:pt x="1309038" y="0"/>
                </a:cubicBezTo>
                <a:lnTo>
                  <a:pt x="1313291" y="0"/>
                </a:lnTo>
                <a:moveTo>
                  <a:pt x="1267688" y="51257"/>
                </a:moveTo>
                <a:cubicBezTo>
                  <a:pt x="1266808" y="57865"/>
                  <a:pt x="1266368" y="63200"/>
                  <a:pt x="1266368" y="67261"/>
                </a:cubicBezTo>
                <a:cubicBezTo>
                  <a:pt x="1266368" y="71960"/>
                  <a:pt x="1267235" y="77062"/>
                  <a:pt x="1268971" y="82568"/>
                </a:cubicBezTo>
                <a:cubicBezTo>
                  <a:pt x="1270706" y="88075"/>
                  <a:pt x="1273284" y="92443"/>
                  <a:pt x="1276706" y="95674"/>
                </a:cubicBezTo>
                <a:cubicBezTo>
                  <a:pt x="1279198" y="97974"/>
                  <a:pt x="1282229" y="99124"/>
                  <a:pt x="1285797" y="99124"/>
                </a:cubicBezTo>
                <a:cubicBezTo>
                  <a:pt x="1290049" y="99124"/>
                  <a:pt x="1293849" y="97118"/>
                  <a:pt x="1297198" y="93105"/>
                </a:cubicBezTo>
                <a:cubicBezTo>
                  <a:pt x="1300546" y="89091"/>
                  <a:pt x="1302220" y="83364"/>
                  <a:pt x="1302220" y="75924"/>
                </a:cubicBezTo>
                <a:cubicBezTo>
                  <a:pt x="1302220" y="67555"/>
                  <a:pt x="1300558" y="60312"/>
                  <a:pt x="1297234" y="54195"/>
                </a:cubicBezTo>
                <a:cubicBezTo>
                  <a:pt x="1293910" y="48076"/>
                  <a:pt x="1289194" y="45016"/>
                  <a:pt x="1283084" y="45016"/>
                </a:cubicBezTo>
                <a:cubicBezTo>
                  <a:pt x="1281227" y="45016"/>
                  <a:pt x="1279235" y="45408"/>
                  <a:pt x="1277109" y="46192"/>
                </a:cubicBezTo>
                <a:cubicBezTo>
                  <a:pt x="1274983" y="46974"/>
                  <a:pt x="1271842" y="48662"/>
                  <a:pt x="1267688" y="512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2.50.61.40.7">
            <a:extLst xmlns:a="http://schemas.openxmlformats.org/drawingml/2006/main">
              <a:ext uri="{FF2B5EF4-FFF2-40B4-BE49-F238E27FC236}">
                <a16:creationId xmlns:a16="http://schemas.microsoft.com/office/drawing/2014/main" id="{CFEBC4BE-7FAC-4796-8882-D26D97FA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076" y="1491842"/>
            <a:ext cx="1317616" cy="103523"/>
          </a:xfrm>
          <a:custGeom xmlns:a="http://schemas.openxmlformats.org/drawingml/2006/main">
            <a:pathLst>
              <a:path w="1317616" h="103523">
                <a:moveTo>
                  <a:pt x="65618" y="82115"/>
                </a:moveTo>
                <a:lnTo>
                  <a:pt x="58653" y="101470"/>
                </a:lnTo>
                <a:lnTo>
                  <a:pt x="0" y="101470"/>
                </a:lnTo>
                <a:lnTo>
                  <a:pt x="0" y="98703"/>
                </a:lnTo>
                <a:cubicBezTo>
                  <a:pt x="17254" y="82981"/>
                  <a:pt x="29400" y="70140"/>
                  <a:pt x="36438" y="60179"/>
                </a:cubicBezTo>
                <a:cubicBezTo>
                  <a:pt x="43477" y="50217"/>
                  <a:pt x="46996" y="41106"/>
                  <a:pt x="46996" y="32846"/>
                </a:cubicBezTo>
                <a:cubicBezTo>
                  <a:pt x="46996" y="26562"/>
                  <a:pt x="45065" y="21399"/>
                  <a:pt x="41204" y="17355"/>
                </a:cubicBezTo>
                <a:cubicBezTo>
                  <a:pt x="37343" y="13312"/>
                  <a:pt x="32724" y="11291"/>
                  <a:pt x="27347" y="11291"/>
                </a:cubicBezTo>
                <a:cubicBezTo>
                  <a:pt x="22459" y="11291"/>
                  <a:pt x="18073" y="12708"/>
                  <a:pt x="14187" y="15543"/>
                </a:cubicBezTo>
                <a:cubicBezTo>
                  <a:pt x="10301" y="18377"/>
                  <a:pt x="7429" y="22531"/>
                  <a:pt x="5572" y="28007"/>
                </a:cubicBezTo>
                <a:lnTo>
                  <a:pt x="2859" y="28007"/>
                </a:lnTo>
                <a:cubicBezTo>
                  <a:pt x="4081" y="18987"/>
                  <a:pt x="7222" y="12065"/>
                  <a:pt x="12281" y="7240"/>
                </a:cubicBezTo>
                <a:cubicBezTo>
                  <a:pt x="17339" y="2413"/>
                  <a:pt x="23657" y="0"/>
                  <a:pt x="31233" y="0"/>
                </a:cubicBezTo>
                <a:cubicBezTo>
                  <a:pt x="39298" y="0"/>
                  <a:pt x="46031" y="2591"/>
                  <a:pt x="51432" y="7772"/>
                </a:cubicBezTo>
                <a:cubicBezTo>
                  <a:pt x="56833" y="12953"/>
                  <a:pt x="59533" y="19062"/>
                  <a:pt x="59533" y="26101"/>
                </a:cubicBezTo>
                <a:cubicBezTo>
                  <a:pt x="59533" y="31135"/>
                  <a:pt x="58360" y="36170"/>
                  <a:pt x="56014" y="41204"/>
                </a:cubicBezTo>
                <a:cubicBezTo>
                  <a:pt x="52397" y="49122"/>
                  <a:pt x="46532" y="57505"/>
                  <a:pt x="38418" y="66352"/>
                </a:cubicBezTo>
                <a:cubicBezTo>
                  <a:pt x="26247" y="79619"/>
                  <a:pt x="18647" y="87561"/>
                  <a:pt x="15616" y="90179"/>
                </a:cubicBezTo>
                <a:lnTo>
                  <a:pt x="41571" y="90179"/>
                </a:lnTo>
                <a:cubicBezTo>
                  <a:pt x="46849" y="90179"/>
                  <a:pt x="50552" y="89984"/>
                  <a:pt x="52678" y="89593"/>
                </a:cubicBezTo>
                <a:cubicBezTo>
                  <a:pt x="54804" y="89202"/>
                  <a:pt x="56723" y="88408"/>
                  <a:pt x="58433" y="87210"/>
                </a:cubicBezTo>
                <a:cubicBezTo>
                  <a:pt x="60144" y="86013"/>
                  <a:pt x="61635" y="84314"/>
                  <a:pt x="62906" y="82115"/>
                </a:cubicBezTo>
                <a:lnTo>
                  <a:pt x="65618" y="82115"/>
                </a:lnTo>
                <a:close/>
                <a:moveTo>
                  <a:pt x="90838" y="87247"/>
                </a:moveTo>
                <a:cubicBezTo>
                  <a:pt x="93136" y="87247"/>
                  <a:pt x="95066" y="88041"/>
                  <a:pt x="96630" y="89630"/>
                </a:cubicBezTo>
                <a:cubicBezTo>
                  <a:pt x="98194" y="91218"/>
                  <a:pt x="98976" y="93137"/>
                  <a:pt x="98976" y="95385"/>
                </a:cubicBezTo>
                <a:cubicBezTo>
                  <a:pt x="98976" y="97633"/>
                  <a:pt x="98182" y="99552"/>
                  <a:pt x="96594" y="101140"/>
                </a:cubicBezTo>
                <a:cubicBezTo>
                  <a:pt x="95005" y="102729"/>
                  <a:pt x="93087" y="103523"/>
                  <a:pt x="90838" y="103523"/>
                </a:cubicBezTo>
                <a:cubicBezTo>
                  <a:pt x="88590" y="103523"/>
                  <a:pt x="86671" y="102729"/>
                  <a:pt x="85083" y="101140"/>
                </a:cubicBezTo>
                <a:cubicBezTo>
                  <a:pt x="83494" y="99552"/>
                  <a:pt x="82700" y="97633"/>
                  <a:pt x="82700" y="95385"/>
                </a:cubicBezTo>
                <a:cubicBezTo>
                  <a:pt x="82700" y="93088"/>
                  <a:pt x="83494" y="91157"/>
                  <a:pt x="85083" y="89593"/>
                </a:cubicBezTo>
                <a:cubicBezTo>
                  <a:pt x="86671" y="88029"/>
                  <a:pt x="88590" y="87247"/>
                  <a:pt x="90838" y="87247"/>
                </a:cubicBezTo>
                <a:close/>
                <a:moveTo>
                  <a:pt x="174895" y="2053"/>
                </a:moveTo>
                <a:lnTo>
                  <a:pt x="169177" y="14517"/>
                </a:lnTo>
                <a:lnTo>
                  <a:pt x="139263" y="14517"/>
                </a:lnTo>
                <a:lnTo>
                  <a:pt x="132738" y="27695"/>
                </a:lnTo>
                <a:cubicBezTo>
                  <a:pt x="145691" y="29606"/>
                  <a:pt x="155955" y="34431"/>
                  <a:pt x="163531" y="42171"/>
                </a:cubicBezTo>
                <a:cubicBezTo>
                  <a:pt x="170032" y="48832"/>
                  <a:pt x="173282" y="56669"/>
                  <a:pt x="173282" y="65683"/>
                </a:cubicBezTo>
                <a:cubicBezTo>
                  <a:pt x="173282" y="70925"/>
                  <a:pt x="172219" y="75774"/>
                  <a:pt x="170093" y="80231"/>
                </a:cubicBezTo>
                <a:cubicBezTo>
                  <a:pt x="167967" y="84688"/>
                  <a:pt x="165291" y="88485"/>
                  <a:pt x="162065" y="91621"/>
                </a:cubicBezTo>
                <a:cubicBezTo>
                  <a:pt x="158839" y="94755"/>
                  <a:pt x="155246" y="97277"/>
                  <a:pt x="151287" y="99188"/>
                </a:cubicBezTo>
                <a:cubicBezTo>
                  <a:pt x="145666" y="101883"/>
                  <a:pt x="139899" y="103230"/>
                  <a:pt x="133985" y="103230"/>
                </a:cubicBezTo>
                <a:cubicBezTo>
                  <a:pt x="128021" y="103230"/>
                  <a:pt x="123684" y="102216"/>
                  <a:pt x="120971" y="100187"/>
                </a:cubicBezTo>
                <a:cubicBezTo>
                  <a:pt x="118258" y="98159"/>
                  <a:pt x="116902" y="95923"/>
                  <a:pt x="116902" y="93479"/>
                </a:cubicBezTo>
                <a:cubicBezTo>
                  <a:pt x="116902" y="92110"/>
                  <a:pt x="117464" y="90900"/>
                  <a:pt x="118588" y="89850"/>
                </a:cubicBezTo>
                <a:cubicBezTo>
                  <a:pt x="119712" y="88799"/>
                  <a:pt x="121130" y="88273"/>
                  <a:pt x="122840" y="88273"/>
                </a:cubicBezTo>
                <a:cubicBezTo>
                  <a:pt x="124111" y="88273"/>
                  <a:pt x="125223" y="88469"/>
                  <a:pt x="126176" y="88860"/>
                </a:cubicBezTo>
                <a:cubicBezTo>
                  <a:pt x="127129" y="89251"/>
                  <a:pt x="128755" y="90253"/>
                  <a:pt x="131052" y="91866"/>
                </a:cubicBezTo>
                <a:cubicBezTo>
                  <a:pt x="134718" y="94407"/>
                  <a:pt x="138432" y="95703"/>
                  <a:pt x="142196" y="95752"/>
                </a:cubicBezTo>
                <a:cubicBezTo>
                  <a:pt x="147915" y="95752"/>
                  <a:pt x="152937" y="93583"/>
                  <a:pt x="157263" y="89247"/>
                </a:cubicBezTo>
                <a:cubicBezTo>
                  <a:pt x="161588" y="84909"/>
                  <a:pt x="163751" y="79628"/>
                  <a:pt x="163751" y="73404"/>
                </a:cubicBezTo>
                <a:cubicBezTo>
                  <a:pt x="163751" y="67376"/>
                  <a:pt x="161820" y="61753"/>
                  <a:pt x="157959" y="56534"/>
                </a:cubicBezTo>
                <a:cubicBezTo>
                  <a:pt x="154098" y="51313"/>
                  <a:pt x="148770" y="47282"/>
                  <a:pt x="141976" y="44439"/>
                </a:cubicBezTo>
                <a:cubicBezTo>
                  <a:pt x="136648" y="42235"/>
                  <a:pt x="129390" y="40961"/>
                  <a:pt x="120201" y="40617"/>
                </a:cubicBezTo>
                <a:lnTo>
                  <a:pt x="139263" y="2053"/>
                </a:lnTo>
                <a:lnTo>
                  <a:pt x="174895" y="2053"/>
                </a:lnTo>
                <a:close/>
                <a:moveTo>
                  <a:pt x="380426" y="52348"/>
                </a:moveTo>
                <a:cubicBezTo>
                  <a:pt x="380426" y="41008"/>
                  <a:pt x="382137" y="31245"/>
                  <a:pt x="385558" y="23058"/>
                </a:cubicBezTo>
                <a:cubicBezTo>
                  <a:pt x="388980" y="14871"/>
                  <a:pt x="393525" y="8774"/>
                  <a:pt x="399195" y="4766"/>
                </a:cubicBezTo>
                <a:cubicBezTo>
                  <a:pt x="403594" y="1589"/>
                  <a:pt x="408140" y="0"/>
                  <a:pt x="412832" y="0"/>
                </a:cubicBezTo>
                <a:cubicBezTo>
                  <a:pt x="420457" y="0"/>
                  <a:pt x="427300" y="3886"/>
                  <a:pt x="433361" y="11657"/>
                </a:cubicBezTo>
                <a:cubicBezTo>
                  <a:pt x="440937" y="21286"/>
                  <a:pt x="444725" y="34337"/>
                  <a:pt x="444725" y="50808"/>
                </a:cubicBezTo>
                <a:cubicBezTo>
                  <a:pt x="444725" y="62344"/>
                  <a:pt x="443063" y="72144"/>
                  <a:pt x="439739" y="80208"/>
                </a:cubicBezTo>
                <a:cubicBezTo>
                  <a:pt x="436416" y="88273"/>
                  <a:pt x="432176" y="94126"/>
                  <a:pt x="427019" y="97768"/>
                </a:cubicBezTo>
                <a:cubicBezTo>
                  <a:pt x="421862" y="101409"/>
                  <a:pt x="416889" y="103230"/>
                  <a:pt x="412099" y="103230"/>
                </a:cubicBezTo>
                <a:cubicBezTo>
                  <a:pt x="402617" y="103230"/>
                  <a:pt x="394723" y="97633"/>
                  <a:pt x="388418" y="86440"/>
                </a:cubicBezTo>
                <a:cubicBezTo>
                  <a:pt x="383090" y="77007"/>
                  <a:pt x="380426" y="65643"/>
                  <a:pt x="380426" y="52348"/>
                </a:cubicBezTo>
                <a:moveTo>
                  <a:pt x="394796" y="54142"/>
                </a:moveTo>
                <a:cubicBezTo>
                  <a:pt x="394796" y="67817"/>
                  <a:pt x="396483" y="78977"/>
                  <a:pt x="399855" y="87623"/>
                </a:cubicBezTo>
                <a:cubicBezTo>
                  <a:pt x="402641" y="94899"/>
                  <a:pt x="406796" y="98538"/>
                  <a:pt x="412319" y="98538"/>
                </a:cubicBezTo>
                <a:cubicBezTo>
                  <a:pt x="414958" y="98538"/>
                  <a:pt x="417696" y="97353"/>
                  <a:pt x="420530" y="94984"/>
                </a:cubicBezTo>
                <a:cubicBezTo>
                  <a:pt x="423365" y="92615"/>
                  <a:pt x="425516" y="88647"/>
                  <a:pt x="426982" y="83079"/>
                </a:cubicBezTo>
                <a:cubicBezTo>
                  <a:pt x="429231" y="74680"/>
                  <a:pt x="430355" y="62836"/>
                  <a:pt x="430355" y="47548"/>
                </a:cubicBezTo>
                <a:cubicBezTo>
                  <a:pt x="430355" y="36218"/>
                  <a:pt x="429182" y="26767"/>
                  <a:pt x="426836" y="19198"/>
                </a:cubicBezTo>
                <a:cubicBezTo>
                  <a:pt x="425076" y="13581"/>
                  <a:pt x="422803" y="9601"/>
                  <a:pt x="420017" y="7256"/>
                </a:cubicBezTo>
                <a:cubicBezTo>
                  <a:pt x="418013" y="5645"/>
                  <a:pt x="415594" y="4839"/>
                  <a:pt x="412759" y="4839"/>
                </a:cubicBezTo>
                <a:cubicBezTo>
                  <a:pt x="409435" y="4839"/>
                  <a:pt x="406478" y="6328"/>
                  <a:pt x="403888" y="9307"/>
                </a:cubicBezTo>
                <a:cubicBezTo>
                  <a:pt x="400368" y="13360"/>
                  <a:pt x="397973" y="19734"/>
                  <a:pt x="396703" y="28429"/>
                </a:cubicBezTo>
                <a:cubicBezTo>
                  <a:pt x="395432" y="37121"/>
                  <a:pt x="394796" y="45692"/>
                  <a:pt x="394796" y="54142"/>
                </a:cubicBezTo>
                <a:close/>
                <a:moveTo>
                  <a:pt x="469065" y="87247"/>
                </a:moveTo>
                <a:cubicBezTo>
                  <a:pt x="471362" y="87247"/>
                  <a:pt x="473293" y="88041"/>
                  <a:pt x="474857" y="89630"/>
                </a:cubicBezTo>
                <a:cubicBezTo>
                  <a:pt x="476421" y="91218"/>
                  <a:pt x="477203" y="93137"/>
                  <a:pt x="477203" y="95385"/>
                </a:cubicBezTo>
                <a:cubicBezTo>
                  <a:pt x="477203" y="97633"/>
                  <a:pt x="476409" y="99552"/>
                  <a:pt x="474820" y="101140"/>
                </a:cubicBezTo>
                <a:cubicBezTo>
                  <a:pt x="473232" y="102729"/>
                  <a:pt x="471313" y="103523"/>
                  <a:pt x="469065" y="103523"/>
                </a:cubicBezTo>
                <a:cubicBezTo>
                  <a:pt x="466817" y="103523"/>
                  <a:pt x="464898" y="102729"/>
                  <a:pt x="463310" y="101140"/>
                </a:cubicBezTo>
                <a:cubicBezTo>
                  <a:pt x="461721" y="99552"/>
                  <a:pt x="460927" y="97633"/>
                  <a:pt x="460927" y="95385"/>
                </a:cubicBezTo>
                <a:cubicBezTo>
                  <a:pt x="460927" y="93088"/>
                  <a:pt x="461721" y="91157"/>
                  <a:pt x="463310" y="89593"/>
                </a:cubicBezTo>
                <a:cubicBezTo>
                  <a:pt x="464898" y="88029"/>
                  <a:pt x="466817" y="87247"/>
                  <a:pt x="469065" y="87247"/>
                </a:cubicBezTo>
                <a:close/>
                <a:moveTo>
                  <a:pt x="555248" y="0"/>
                </a:moveTo>
                <a:lnTo>
                  <a:pt x="555248" y="2933"/>
                </a:lnTo>
                <a:cubicBezTo>
                  <a:pt x="548796" y="3563"/>
                  <a:pt x="543530" y="4838"/>
                  <a:pt x="539448" y="6757"/>
                </a:cubicBezTo>
                <a:cubicBezTo>
                  <a:pt x="535367" y="8674"/>
                  <a:pt x="531335" y="11599"/>
                  <a:pt x="527351" y="15532"/>
                </a:cubicBezTo>
                <a:cubicBezTo>
                  <a:pt x="523368" y="19463"/>
                  <a:pt x="520068" y="23845"/>
                  <a:pt x="517453" y="28676"/>
                </a:cubicBezTo>
                <a:cubicBezTo>
                  <a:pt x="514838" y="33506"/>
                  <a:pt x="512651" y="39247"/>
                  <a:pt x="510892" y="45899"/>
                </a:cubicBezTo>
                <a:cubicBezTo>
                  <a:pt x="517930" y="41009"/>
                  <a:pt x="524993" y="38565"/>
                  <a:pt x="532080" y="38565"/>
                </a:cubicBezTo>
                <a:cubicBezTo>
                  <a:pt x="538874" y="38565"/>
                  <a:pt x="544764" y="41308"/>
                  <a:pt x="549749" y="46794"/>
                </a:cubicBezTo>
                <a:cubicBezTo>
                  <a:pt x="554735" y="52281"/>
                  <a:pt x="557228" y="59335"/>
                  <a:pt x="557228" y="67958"/>
                </a:cubicBezTo>
                <a:cubicBezTo>
                  <a:pt x="557228" y="76285"/>
                  <a:pt x="554710" y="83879"/>
                  <a:pt x="549676" y="90738"/>
                </a:cubicBezTo>
                <a:cubicBezTo>
                  <a:pt x="543615" y="99066"/>
                  <a:pt x="535599" y="103230"/>
                  <a:pt x="525628" y="103230"/>
                </a:cubicBezTo>
                <a:cubicBezTo>
                  <a:pt x="518834" y="103230"/>
                  <a:pt x="513067" y="100981"/>
                  <a:pt x="508326" y="96485"/>
                </a:cubicBezTo>
                <a:cubicBezTo>
                  <a:pt x="499039" y="87736"/>
                  <a:pt x="494395" y="76396"/>
                  <a:pt x="494395" y="62466"/>
                </a:cubicBezTo>
                <a:cubicBezTo>
                  <a:pt x="494395" y="53570"/>
                  <a:pt x="496179" y="45114"/>
                  <a:pt x="499747" y="37098"/>
                </a:cubicBezTo>
                <a:cubicBezTo>
                  <a:pt x="503316" y="29082"/>
                  <a:pt x="508411" y="21971"/>
                  <a:pt x="515034" y="15763"/>
                </a:cubicBezTo>
                <a:cubicBezTo>
                  <a:pt x="521657" y="9556"/>
                  <a:pt x="527999" y="5377"/>
                  <a:pt x="534060" y="3226"/>
                </a:cubicBezTo>
                <a:cubicBezTo>
                  <a:pt x="540120" y="1075"/>
                  <a:pt x="545766" y="0"/>
                  <a:pt x="550996" y="0"/>
                </a:cubicBezTo>
                <a:lnTo>
                  <a:pt x="555248" y="0"/>
                </a:lnTo>
                <a:moveTo>
                  <a:pt x="509645" y="51257"/>
                </a:moveTo>
                <a:cubicBezTo>
                  <a:pt x="508765" y="57865"/>
                  <a:pt x="508326" y="63200"/>
                  <a:pt x="508326" y="67261"/>
                </a:cubicBezTo>
                <a:cubicBezTo>
                  <a:pt x="508326" y="71960"/>
                  <a:pt x="509193" y="77062"/>
                  <a:pt x="510928" y="82568"/>
                </a:cubicBezTo>
                <a:cubicBezTo>
                  <a:pt x="512663" y="88075"/>
                  <a:pt x="515242" y="92443"/>
                  <a:pt x="518663" y="95674"/>
                </a:cubicBezTo>
                <a:cubicBezTo>
                  <a:pt x="521156" y="97974"/>
                  <a:pt x="524186" y="99124"/>
                  <a:pt x="527754" y="99124"/>
                </a:cubicBezTo>
                <a:cubicBezTo>
                  <a:pt x="532007" y="99124"/>
                  <a:pt x="535807" y="97118"/>
                  <a:pt x="539155" y="93105"/>
                </a:cubicBezTo>
                <a:cubicBezTo>
                  <a:pt x="542503" y="89091"/>
                  <a:pt x="544177" y="83364"/>
                  <a:pt x="544177" y="75924"/>
                </a:cubicBezTo>
                <a:cubicBezTo>
                  <a:pt x="544177" y="67555"/>
                  <a:pt x="542515" y="60312"/>
                  <a:pt x="539192" y="54195"/>
                </a:cubicBezTo>
                <a:cubicBezTo>
                  <a:pt x="535868" y="48076"/>
                  <a:pt x="531151" y="45016"/>
                  <a:pt x="525042" y="45016"/>
                </a:cubicBezTo>
                <a:cubicBezTo>
                  <a:pt x="523184" y="45016"/>
                  <a:pt x="521193" y="45408"/>
                  <a:pt x="519066" y="46192"/>
                </a:cubicBezTo>
                <a:cubicBezTo>
                  <a:pt x="516940" y="46974"/>
                  <a:pt x="513800" y="48662"/>
                  <a:pt x="509645" y="51257"/>
                </a:cubicBezTo>
                <a:close/>
                <a:moveTo>
                  <a:pt x="780892" y="11731"/>
                </a:moveTo>
                <a:lnTo>
                  <a:pt x="805086" y="0"/>
                </a:lnTo>
                <a:lnTo>
                  <a:pt x="807506" y="0"/>
                </a:lnTo>
                <a:lnTo>
                  <a:pt x="807506" y="83874"/>
                </a:lnTo>
                <a:cubicBezTo>
                  <a:pt x="807506" y="89446"/>
                  <a:pt x="807738" y="92917"/>
                  <a:pt x="808202" y="94285"/>
                </a:cubicBezTo>
                <a:cubicBezTo>
                  <a:pt x="808666" y="95654"/>
                  <a:pt x="809632" y="96705"/>
                  <a:pt x="811098" y="97438"/>
                </a:cubicBezTo>
                <a:cubicBezTo>
                  <a:pt x="812564" y="98171"/>
                  <a:pt x="815546" y="98586"/>
                  <a:pt x="820043" y="98684"/>
                </a:cubicBezTo>
                <a:lnTo>
                  <a:pt x="820043" y="101470"/>
                </a:lnTo>
                <a:lnTo>
                  <a:pt x="782651" y="101470"/>
                </a:lnTo>
                <a:lnTo>
                  <a:pt x="782651" y="98684"/>
                </a:lnTo>
                <a:cubicBezTo>
                  <a:pt x="787343" y="98586"/>
                  <a:pt x="790374" y="98183"/>
                  <a:pt x="791742" y="97474"/>
                </a:cubicBezTo>
                <a:cubicBezTo>
                  <a:pt x="793111" y="96766"/>
                  <a:pt x="794064" y="95813"/>
                  <a:pt x="794602" y="94615"/>
                </a:cubicBezTo>
                <a:cubicBezTo>
                  <a:pt x="795139" y="93418"/>
                  <a:pt x="795408" y="89837"/>
                  <a:pt x="795408" y="83874"/>
                </a:cubicBezTo>
                <a:lnTo>
                  <a:pt x="795408" y="30206"/>
                </a:lnTo>
                <a:cubicBezTo>
                  <a:pt x="795408" y="23005"/>
                  <a:pt x="795164" y="18383"/>
                  <a:pt x="794675" y="16340"/>
                </a:cubicBezTo>
                <a:cubicBezTo>
                  <a:pt x="794333" y="14782"/>
                  <a:pt x="793710" y="13637"/>
                  <a:pt x="792806" y="12904"/>
                </a:cubicBezTo>
                <a:cubicBezTo>
                  <a:pt x="791901" y="12171"/>
                  <a:pt x="790814" y="11804"/>
                  <a:pt x="789543" y="11804"/>
                </a:cubicBezTo>
                <a:cubicBezTo>
                  <a:pt x="787734" y="11804"/>
                  <a:pt x="785217" y="12562"/>
                  <a:pt x="781991" y="14077"/>
                </a:cubicBezTo>
                <a:lnTo>
                  <a:pt x="780892" y="11731"/>
                </a:lnTo>
                <a:close/>
                <a:moveTo>
                  <a:pt x="857360" y="87247"/>
                </a:moveTo>
                <a:cubicBezTo>
                  <a:pt x="859657" y="87247"/>
                  <a:pt x="861588" y="88041"/>
                  <a:pt x="863152" y="89630"/>
                </a:cubicBezTo>
                <a:cubicBezTo>
                  <a:pt x="864716" y="91218"/>
                  <a:pt x="865498" y="93137"/>
                  <a:pt x="865498" y="95385"/>
                </a:cubicBezTo>
                <a:cubicBezTo>
                  <a:pt x="865498" y="97633"/>
                  <a:pt x="864704" y="99552"/>
                  <a:pt x="863115" y="101140"/>
                </a:cubicBezTo>
                <a:cubicBezTo>
                  <a:pt x="861527" y="102729"/>
                  <a:pt x="859608" y="103523"/>
                  <a:pt x="857360" y="103523"/>
                </a:cubicBezTo>
                <a:cubicBezTo>
                  <a:pt x="855111" y="103523"/>
                  <a:pt x="853193" y="102729"/>
                  <a:pt x="851604" y="101140"/>
                </a:cubicBezTo>
                <a:cubicBezTo>
                  <a:pt x="850016" y="99552"/>
                  <a:pt x="849222" y="97633"/>
                  <a:pt x="849222" y="95385"/>
                </a:cubicBezTo>
                <a:cubicBezTo>
                  <a:pt x="849222" y="93088"/>
                  <a:pt x="850016" y="91157"/>
                  <a:pt x="851604" y="89593"/>
                </a:cubicBezTo>
                <a:cubicBezTo>
                  <a:pt x="853193" y="88029"/>
                  <a:pt x="855111" y="87247"/>
                  <a:pt x="857360" y="87247"/>
                </a:cubicBezTo>
                <a:close/>
                <a:moveTo>
                  <a:pt x="946109" y="64812"/>
                </a:moveTo>
                <a:lnTo>
                  <a:pt x="946109" y="75223"/>
                </a:lnTo>
                <a:lnTo>
                  <a:pt x="932765" y="75223"/>
                </a:lnTo>
                <a:lnTo>
                  <a:pt x="932765" y="101470"/>
                </a:lnTo>
                <a:lnTo>
                  <a:pt x="920668" y="101470"/>
                </a:lnTo>
                <a:lnTo>
                  <a:pt x="920668" y="75223"/>
                </a:lnTo>
                <a:lnTo>
                  <a:pt x="878584" y="75223"/>
                </a:lnTo>
                <a:lnTo>
                  <a:pt x="878584" y="65838"/>
                </a:lnTo>
                <a:lnTo>
                  <a:pt x="924701" y="0"/>
                </a:lnTo>
                <a:lnTo>
                  <a:pt x="932765" y="0"/>
                </a:lnTo>
                <a:lnTo>
                  <a:pt x="932765" y="64812"/>
                </a:lnTo>
                <a:lnTo>
                  <a:pt x="946109" y="64812"/>
                </a:lnTo>
                <a:moveTo>
                  <a:pt x="920668" y="64812"/>
                </a:moveTo>
                <a:lnTo>
                  <a:pt x="920668" y="15497"/>
                </a:lnTo>
                <a:lnTo>
                  <a:pt x="885769" y="64812"/>
                </a:lnTo>
                <a:lnTo>
                  <a:pt x="920668" y="64812"/>
                </a:lnTo>
                <a:close/>
                <a:moveTo>
                  <a:pt x="1141695" y="52348"/>
                </a:moveTo>
                <a:cubicBezTo>
                  <a:pt x="1141695" y="41008"/>
                  <a:pt x="1143405" y="31245"/>
                  <a:pt x="1146827" y="23058"/>
                </a:cubicBezTo>
                <a:cubicBezTo>
                  <a:pt x="1150248" y="14871"/>
                  <a:pt x="1154794" y="8774"/>
                  <a:pt x="1160464" y="4766"/>
                </a:cubicBezTo>
                <a:cubicBezTo>
                  <a:pt x="1164863" y="1589"/>
                  <a:pt x="1169408" y="0"/>
                  <a:pt x="1174100" y="0"/>
                </a:cubicBezTo>
                <a:cubicBezTo>
                  <a:pt x="1181725" y="0"/>
                  <a:pt x="1188568" y="3886"/>
                  <a:pt x="1194629" y="11657"/>
                </a:cubicBezTo>
                <a:cubicBezTo>
                  <a:pt x="1202205" y="21286"/>
                  <a:pt x="1205993" y="34337"/>
                  <a:pt x="1205993" y="50808"/>
                </a:cubicBezTo>
                <a:cubicBezTo>
                  <a:pt x="1205993" y="62344"/>
                  <a:pt x="1204331" y="72144"/>
                  <a:pt x="1201008" y="80208"/>
                </a:cubicBezTo>
                <a:cubicBezTo>
                  <a:pt x="1197684" y="88273"/>
                  <a:pt x="1193444" y="94126"/>
                  <a:pt x="1188287" y="97768"/>
                </a:cubicBezTo>
                <a:cubicBezTo>
                  <a:pt x="1183131" y="101409"/>
                  <a:pt x="1178157" y="103230"/>
                  <a:pt x="1173367" y="103230"/>
                </a:cubicBezTo>
                <a:cubicBezTo>
                  <a:pt x="1163885" y="103230"/>
                  <a:pt x="1155991" y="97633"/>
                  <a:pt x="1149686" y="86440"/>
                </a:cubicBezTo>
                <a:cubicBezTo>
                  <a:pt x="1144358" y="77007"/>
                  <a:pt x="1141695" y="65643"/>
                  <a:pt x="1141695" y="52348"/>
                </a:cubicBezTo>
                <a:moveTo>
                  <a:pt x="1156065" y="54142"/>
                </a:moveTo>
                <a:cubicBezTo>
                  <a:pt x="1156065" y="67817"/>
                  <a:pt x="1157751" y="78977"/>
                  <a:pt x="1161123" y="87623"/>
                </a:cubicBezTo>
                <a:cubicBezTo>
                  <a:pt x="1163909" y="94899"/>
                  <a:pt x="1168064" y="98538"/>
                  <a:pt x="1173587" y="98538"/>
                </a:cubicBezTo>
                <a:cubicBezTo>
                  <a:pt x="1176227" y="98538"/>
                  <a:pt x="1178964" y="97353"/>
                  <a:pt x="1181799" y="94984"/>
                </a:cubicBezTo>
                <a:cubicBezTo>
                  <a:pt x="1184634" y="92615"/>
                  <a:pt x="1186784" y="88647"/>
                  <a:pt x="1188251" y="83079"/>
                </a:cubicBezTo>
                <a:cubicBezTo>
                  <a:pt x="1190499" y="74680"/>
                  <a:pt x="1191623" y="62836"/>
                  <a:pt x="1191623" y="47548"/>
                </a:cubicBezTo>
                <a:cubicBezTo>
                  <a:pt x="1191623" y="36218"/>
                  <a:pt x="1190450" y="26767"/>
                  <a:pt x="1188104" y="19198"/>
                </a:cubicBezTo>
                <a:cubicBezTo>
                  <a:pt x="1186344" y="13581"/>
                  <a:pt x="1184072" y="9601"/>
                  <a:pt x="1181285" y="7256"/>
                </a:cubicBezTo>
                <a:cubicBezTo>
                  <a:pt x="1179282" y="5645"/>
                  <a:pt x="1176862" y="4839"/>
                  <a:pt x="1174027" y="4839"/>
                </a:cubicBezTo>
                <a:cubicBezTo>
                  <a:pt x="1170703" y="4839"/>
                  <a:pt x="1167746" y="6328"/>
                  <a:pt x="1165156" y="9307"/>
                </a:cubicBezTo>
                <a:cubicBezTo>
                  <a:pt x="1161637" y="13360"/>
                  <a:pt x="1159242" y="19734"/>
                  <a:pt x="1157971" y="28429"/>
                </a:cubicBezTo>
                <a:cubicBezTo>
                  <a:pt x="1156700" y="37121"/>
                  <a:pt x="1156065" y="45692"/>
                  <a:pt x="1156065" y="54142"/>
                </a:cubicBezTo>
                <a:close/>
                <a:moveTo>
                  <a:pt x="1230334" y="87247"/>
                </a:moveTo>
                <a:cubicBezTo>
                  <a:pt x="1232631" y="87247"/>
                  <a:pt x="1234561" y="88041"/>
                  <a:pt x="1236126" y="89630"/>
                </a:cubicBezTo>
                <a:cubicBezTo>
                  <a:pt x="1237690" y="91218"/>
                  <a:pt x="1238472" y="93137"/>
                  <a:pt x="1238472" y="95385"/>
                </a:cubicBezTo>
                <a:cubicBezTo>
                  <a:pt x="1238472" y="97633"/>
                  <a:pt x="1237677" y="99552"/>
                  <a:pt x="1236089" y="101140"/>
                </a:cubicBezTo>
                <a:cubicBezTo>
                  <a:pt x="1234500" y="102729"/>
                  <a:pt x="1232582" y="103523"/>
                  <a:pt x="1230334" y="103523"/>
                </a:cubicBezTo>
                <a:cubicBezTo>
                  <a:pt x="1228085" y="103523"/>
                  <a:pt x="1226167" y="102729"/>
                  <a:pt x="1224578" y="101140"/>
                </a:cubicBezTo>
                <a:cubicBezTo>
                  <a:pt x="1222990" y="99552"/>
                  <a:pt x="1222195" y="97633"/>
                  <a:pt x="1222195" y="95385"/>
                </a:cubicBezTo>
                <a:cubicBezTo>
                  <a:pt x="1222195" y="93088"/>
                  <a:pt x="1222990" y="91157"/>
                  <a:pt x="1224578" y="89593"/>
                </a:cubicBezTo>
                <a:cubicBezTo>
                  <a:pt x="1226167" y="88029"/>
                  <a:pt x="1228085" y="87247"/>
                  <a:pt x="1230334" y="87247"/>
                </a:cubicBezTo>
                <a:close/>
                <a:moveTo>
                  <a:pt x="1264315" y="2053"/>
                </a:moveTo>
                <a:lnTo>
                  <a:pt x="1317616" y="2053"/>
                </a:lnTo>
                <a:lnTo>
                  <a:pt x="1317616" y="4816"/>
                </a:lnTo>
                <a:lnTo>
                  <a:pt x="1284477" y="103523"/>
                </a:lnTo>
                <a:lnTo>
                  <a:pt x="1276266" y="103523"/>
                </a:lnTo>
                <a:lnTo>
                  <a:pt x="1305959" y="14077"/>
                </a:lnTo>
                <a:lnTo>
                  <a:pt x="1278612" y="14077"/>
                </a:lnTo>
                <a:cubicBezTo>
                  <a:pt x="1273089" y="14077"/>
                  <a:pt x="1269154" y="14737"/>
                  <a:pt x="1266808" y="16056"/>
                </a:cubicBezTo>
                <a:cubicBezTo>
                  <a:pt x="1262702" y="18305"/>
                  <a:pt x="1259403" y="21775"/>
                  <a:pt x="1256910" y="26467"/>
                </a:cubicBezTo>
                <a:lnTo>
                  <a:pt x="1254784" y="25661"/>
                </a:lnTo>
                <a:lnTo>
                  <a:pt x="1264315" y="2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2.80.20.32.0">
            <a:extLst xmlns:a="http://schemas.openxmlformats.org/drawingml/2006/main">
              <a:ext uri="{FF2B5EF4-FFF2-40B4-BE49-F238E27FC236}">
                <a16:creationId xmlns:a16="http://schemas.microsoft.com/office/drawing/2014/main" id="{707AB2BB-6A36-47F8-B50C-4EE4024A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076" y="1822352"/>
            <a:ext cx="1318936" cy="103523"/>
          </a:xfrm>
          <a:custGeom xmlns:a="http://schemas.openxmlformats.org/drawingml/2006/main">
            <a:pathLst>
              <a:path w="1318936" h="103523">
                <a:moveTo>
                  <a:pt x="65618" y="82115"/>
                </a:moveTo>
                <a:lnTo>
                  <a:pt x="58653" y="101470"/>
                </a:lnTo>
                <a:lnTo>
                  <a:pt x="0" y="101470"/>
                </a:lnTo>
                <a:lnTo>
                  <a:pt x="0" y="98703"/>
                </a:lnTo>
                <a:cubicBezTo>
                  <a:pt x="17254" y="82981"/>
                  <a:pt x="29400" y="70140"/>
                  <a:pt x="36438" y="60179"/>
                </a:cubicBezTo>
                <a:cubicBezTo>
                  <a:pt x="43477" y="50217"/>
                  <a:pt x="46996" y="41106"/>
                  <a:pt x="46996" y="32846"/>
                </a:cubicBezTo>
                <a:cubicBezTo>
                  <a:pt x="46996" y="26562"/>
                  <a:pt x="45065" y="21399"/>
                  <a:pt x="41204" y="17355"/>
                </a:cubicBezTo>
                <a:cubicBezTo>
                  <a:pt x="37343" y="13312"/>
                  <a:pt x="32724" y="11291"/>
                  <a:pt x="27347" y="11291"/>
                </a:cubicBezTo>
                <a:cubicBezTo>
                  <a:pt x="22459" y="11291"/>
                  <a:pt x="18073" y="12708"/>
                  <a:pt x="14187" y="15543"/>
                </a:cubicBezTo>
                <a:cubicBezTo>
                  <a:pt x="10301" y="18377"/>
                  <a:pt x="7429" y="22531"/>
                  <a:pt x="5572" y="28007"/>
                </a:cubicBezTo>
                <a:lnTo>
                  <a:pt x="2859" y="28007"/>
                </a:lnTo>
                <a:cubicBezTo>
                  <a:pt x="4081" y="18987"/>
                  <a:pt x="7222" y="12065"/>
                  <a:pt x="12281" y="7240"/>
                </a:cubicBezTo>
                <a:cubicBezTo>
                  <a:pt x="17339" y="2413"/>
                  <a:pt x="23657" y="0"/>
                  <a:pt x="31233" y="0"/>
                </a:cubicBezTo>
                <a:cubicBezTo>
                  <a:pt x="39298" y="0"/>
                  <a:pt x="46031" y="2591"/>
                  <a:pt x="51432" y="7772"/>
                </a:cubicBezTo>
                <a:cubicBezTo>
                  <a:pt x="56833" y="12953"/>
                  <a:pt x="59533" y="19062"/>
                  <a:pt x="59533" y="26101"/>
                </a:cubicBezTo>
                <a:cubicBezTo>
                  <a:pt x="59533" y="31135"/>
                  <a:pt x="58360" y="36170"/>
                  <a:pt x="56014" y="41204"/>
                </a:cubicBezTo>
                <a:cubicBezTo>
                  <a:pt x="52397" y="49122"/>
                  <a:pt x="46532" y="57505"/>
                  <a:pt x="38418" y="66352"/>
                </a:cubicBezTo>
                <a:cubicBezTo>
                  <a:pt x="26247" y="79619"/>
                  <a:pt x="18647" y="87561"/>
                  <a:pt x="15616" y="90179"/>
                </a:cubicBezTo>
                <a:lnTo>
                  <a:pt x="41571" y="90179"/>
                </a:lnTo>
                <a:cubicBezTo>
                  <a:pt x="46849" y="90179"/>
                  <a:pt x="50552" y="89984"/>
                  <a:pt x="52678" y="89593"/>
                </a:cubicBezTo>
                <a:cubicBezTo>
                  <a:pt x="54804" y="89202"/>
                  <a:pt x="56723" y="88408"/>
                  <a:pt x="58433" y="87210"/>
                </a:cubicBezTo>
                <a:cubicBezTo>
                  <a:pt x="60144" y="86013"/>
                  <a:pt x="61635" y="84314"/>
                  <a:pt x="62906" y="82115"/>
                </a:cubicBezTo>
                <a:lnTo>
                  <a:pt x="65618" y="82115"/>
                </a:lnTo>
                <a:close/>
                <a:moveTo>
                  <a:pt x="90838" y="87247"/>
                </a:moveTo>
                <a:cubicBezTo>
                  <a:pt x="93136" y="87247"/>
                  <a:pt x="95066" y="88041"/>
                  <a:pt x="96630" y="89630"/>
                </a:cubicBezTo>
                <a:cubicBezTo>
                  <a:pt x="98194" y="91218"/>
                  <a:pt x="98976" y="93137"/>
                  <a:pt x="98976" y="95385"/>
                </a:cubicBezTo>
                <a:cubicBezTo>
                  <a:pt x="98976" y="97633"/>
                  <a:pt x="98182" y="99552"/>
                  <a:pt x="96594" y="101140"/>
                </a:cubicBezTo>
                <a:cubicBezTo>
                  <a:pt x="95005" y="102729"/>
                  <a:pt x="93087" y="103523"/>
                  <a:pt x="90838" y="103523"/>
                </a:cubicBezTo>
                <a:cubicBezTo>
                  <a:pt x="88590" y="103523"/>
                  <a:pt x="86671" y="102729"/>
                  <a:pt x="85083" y="101140"/>
                </a:cubicBezTo>
                <a:cubicBezTo>
                  <a:pt x="83494" y="99552"/>
                  <a:pt x="82700" y="97633"/>
                  <a:pt x="82700" y="95385"/>
                </a:cubicBezTo>
                <a:cubicBezTo>
                  <a:pt x="82700" y="93088"/>
                  <a:pt x="83494" y="91157"/>
                  <a:pt x="85083" y="89593"/>
                </a:cubicBezTo>
                <a:cubicBezTo>
                  <a:pt x="86671" y="88029"/>
                  <a:pt x="88590" y="87247"/>
                  <a:pt x="90838" y="87247"/>
                </a:cubicBezTo>
                <a:close/>
                <a:moveTo>
                  <a:pt x="138530" y="51395"/>
                </a:moveTo>
                <a:cubicBezTo>
                  <a:pt x="130661" y="44943"/>
                  <a:pt x="125590" y="39762"/>
                  <a:pt x="123317" y="35852"/>
                </a:cubicBezTo>
                <a:cubicBezTo>
                  <a:pt x="121044" y="31942"/>
                  <a:pt x="119908" y="27885"/>
                  <a:pt x="119908" y="23681"/>
                </a:cubicBezTo>
                <a:cubicBezTo>
                  <a:pt x="119908" y="17229"/>
                  <a:pt x="122401" y="11670"/>
                  <a:pt x="127386" y="7002"/>
                </a:cubicBezTo>
                <a:cubicBezTo>
                  <a:pt x="132372" y="2334"/>
                  <a:pt x="138995" y="0"/>
                  <a:pt x="147255" y="0"/>
                </a:cubicBezTo>
                <a:cubicBezTo>
                  <a:pt x="155271" y="0"/>
                  <a:pt x="161723" y="2175"/>
                  <a:pt x="166610" y="6525"/>
                </a:cubicBezTo>
                <a:cubicBezTo>
                  <a:pt x="171498" y="10875"/>
                  <a:pt x="173942" y="15836"/>
                  <a:pt x="173942" y="21408"/>
                </a:cubicBezTo>
                <a:cubicBezTo>
                  <a:pt x="173942" y="25123"/>
                  <a:pt x="172622" y="28911"/>
                  <a:pt x="169983" y="32773"/>
                </a:cubicBezTo>
                <a:cubicBezTo>
                  <a:pt x="167344" y="36634"/>
                  <a:pt x="161845" y="41180"/>
                  <a:pt x="153487" y="46409"/>
                </a:cubicBezTo>
                <a:cubicBezTo>
                  <a:pt x="162089" y="53057"/>
                  <a:pt x="167784" y="58287"/>
                  <a:pt x="170570" y="62099"/>
                </a:cubicBezTo>
                <a:cubicBezTo>
                  <a:pt x="174284" y="67085"/>
                  <a:pt x="176142" y="72339"/>
                  <a:pt x="176142" y="77862"/>
                </a:cubicBezTo>
                <a:cubicBezTo>
                  <a:pt x="176142" y="84852"/>
                  <a:pt x="173478" y="90827"/>
                  <a:pt x="168150" y="95788"/>
                </a:cubicBezTo>
                <a:cubicBezTo>
                  <a:pt x="162822" y="100749"/>
                  <a:pt x="155833" y="103230"/>
                  <a:pt x="147182" y="103230"/>
                </a:cubicBezTo>
                <a:cubicBezTo>
                  <a:pt x="137748" y="103230"/>
                  <a:pt x="130392" y="100273"/>
                  <a:pt x="125113" y="94359"/>
                </a:cubicBezTo>
                <a:cubicBezTo>
                  <a:pt x="120910" y="89617"/>
                  <a:pt x="118808" y="84436"/>
                  <a:pt x="118808" y="78815"/>
                </a:cubicBezTo>
                <a:cubicBezTo>
                  <a:pt x="118808" y="74416"/>
                  <a:pt x="120287" y="70054"/>
                  <a:pt x="123244" y="65728"/>
                </a:cubicBezTo>
                <a:cubicBezTo>
                  <a:pt x="126201" y="61403"/>
                  <a:pt x="131296" y="56625"/>
                  <a:pt x="138530" y="51395"/>
                </a:cubicBezTo>
                <a:moveTo>
                  <a:pt x="150041" y="43550"/>
                </a:moveTo>
                <a:cubicBezTo>
                  <a:pt x="155906" y="38251"/>
                  <a:pt x="159621" y="34069"/>
                  <a:pt x="161185" y="31004"/>
                </a:cubicBezTo>
                <a:cubicBezTo>
                  <a:pt x="162749" y="27937"/>
                  <a:pt x="163531" y="24466"/>
                  <a:pt x="163531" y="20591"/>
                </a:cubicBezTo>
                <a:cubicBezTo>
                  <a:pt x="163531" y="15438"/>
                  <a:pt x="162089" y="11403"/>
                  <a:pt x="159205" y="8484"/>
                </a:cubicBezTo>
                <a:cubicBezTo>
                  <a:pt x="156322" y="5565"/>
                  <a:pt x="152387" y="4106"/>
                  <a:pt x="147402" y="4106"/>
                </a:cubicBezTo>
                <a:cubicBezTo>
                  <a:pt x="142416" y="4106"/>
                  <a:pt x="138359" y="5553"/>
                  <a:pt x="135231" y="8447"/>
                </a:cubicBezTo>
                <a:cubicBezTo>
                  <a:pt x="132103" y="11342"/>
                  <a:pt x="130539" y="14727"/>
                  <a:pt x="130539" y="18604"/>
                </a:cubicBezTo>
                <a:cubicBezTo>
                  <a:pt x="130539" y="21155"/>
                  <a:pt x="131186" y="23706"/>
                  <a:pt x="132482" y="26257"/>
                </a:cubicBezTo>
                <a:cubicBezTo>
                  <a:pt x="133777" y="28807"/>
                  <a:pt x="135622" y="31236"/>
                  <a:pt x="138017" y="33542"/>
                </a:cubicBezTo>
                <a:lnTo>
                  <a:pt x="150041" y="43550"/>
                </a:lnTo>
                <a:moveTo>
                  <a:pt x="141976" y="54181"/>
                </a:moveTo>
                <a:cubicBezTo>
                  <a:pt x="137919" y="57592"/>
                  <a:pt x="134913" y="61307"/>
                  <a:pt x="132958" y="65327"/>
                </a:cubicBezTo>
                <a:cubicBezTo>
                  <a:pt x="131003" y="69346"/>
                  <a:pt x="130025" y="73694"/>
                  <a:pt x="130025" y="78371"/>
                </a:cubicBezTo>
                <a:cubicBezTo>
                  <a:pt x="130025" y="84655"/>
                  <a:pt x="131748" y="89685"/>
                  <a:pt x="135194" y="93460"/>
                </a:cubicBezTo>
                <a:cubicBezTo>
                  <a:pt x="138640" y="97236"/>
                  <a:pt x="143027" y="99124"/>
                  <a:pt x="148355" y="99124"/>
                </a:cubicBezTo>
                <a:cubicBezTo>
                  <a:pt x="153633" y="99124"/>
                  <a:pt x="157861" y="97639"/>
                  <a:pt x="161038" y="94668"/>
                </a:cubicBezTo>
                <a:cubicBezTo>
                  <a:pt x="164215" y="91695"/>
                  <a:pt x="165804" y="88090"/>
                  <a:pt x="165804" y="83851"/>
                </a:cubicBezTo>
                <a:cubicBezTo>
                  <a:pt x="165804" y="80343"/>
                  <a:pt x="164875" y="77200"/>
                  <a:pt x="163018" y="74423"/>
                </a:cubicBezTo>
                <a:cubicBezTo>
                  <a:pt x="159548" y="69259"/>
                  <a:pt x="152534" y="62512"/>
                  <a:pt x="141976" y="54181"/>
                </a:cubicBezTo>
                <a:close/>
                <a:moveTo>
                  <a:pt x="380426" y="52348"/>
                </a:moveTo>
                <a:cubicBezTo>
                  <a:pt x="380426" y="41008"/>
                  <a:pt x="382137" y="31245"/>
                  <a:pt x="385558" y="23058"/>
                </a:cubicBezTo>
                <a:cubicBezTo>
                  <a:pt x="388980" y="14871"/>
                  <a:pt x="393525" y="8774"/>
                  <a:pt x="399195" y="4766"/>
                </a:cubicBezTo>
                <a:cubicBezTo>
                  <a:pt x="403594" y="1589"/>
                  <a:pt x="408140" y="0"/>
                  <a:pt x="412832" y="0"/>
                </a:cubicBezTo>
                <a:cubicBezTo>
                  <a:pt x="420457" y="0"/>
                  <a:pt x="427300" y="3886"/>
                  <a:pt x="433361" y="11657"/>
                </a:cubicBezTo>
                <a:cubicBezTo>
                  <a:pt x="440937" y="21286"/>
                  <a:pt x="444725" y="34337"/>
                  <a:pt x="444725" y="50808"/>
                </a:cubicBezTo>
                <a:cubicBezTo>
                  <a:pt x="444725" y="62344"/>
                  <a:pt x="443063" y="72144"/>
                  <a:pt x="439739" y="80208"/>
                </a:cubicBezTo>
                <a:cubicBezTo>
                  <a:pt x="436416" y="88273"/>
                  <a:pt x="432176" y="94126"/>
                  <a:pt x="427019" y="97768"/>
                </a:cubicBezTo>
                <a:cubicBezTo>
                  <a:pt x="421862" y="101409"/>
                  <a:pt x="416889" y="103230"/>
                  <a:pt x="412099" y="103230"/>
                </a:cubicBezTo>
                <a:cubicBezTo>
                  <a:pt x="402617" y="103230"/>
                  <a:pt x="394723" y="97633"/>
                  <a:pt x="388418" y="86440"/>
                </a:cubicBezTo>
                <a:cubicBezTo>
                  <a:pt x="383090" y="77007"/>
                  <a:pt x="380426" y="65643"/>
                  <a:pt x="380426" y="52348"/>
                </a:cubicBezTo>
                <a:moveTo>
                  <a:pt x="394796" y="54142"/>
                </a:moveTo>
                <a:cubicBezTo>
                  <a:pt x="394796" y="67817"/>
                  <a:pt x="396483" y="78977"/>
                  <a:pt x="399855" y="87623"/>
                </a:cubicBezTo>
                <a:cubicBezTo>
                  <a:pt x="402641" y="94899"/>
                  <a:pt x="406796" y="98538"/>
                  <a:pt x="412319" y="98538"/>
                </a:cubicBezTo>
                <a:cubicBezTo>
                  <a:pt x="414958" y="98538"/>
                  <a:pt x="417696" y="97353"/>
                  <a:pt x="420530" y="94984"/>
                </a:cubicBezTo>
                <a:cubicBezTo>
                  <a:pt x="423365" y="92615"/>
                  <a:pt x="425516" y="88647"/>
                  <a:pt x="426982" y="83079"/>
                </a:cubicBezTo>
                <a:cubicBezTo>
                  <a:pt x="429231" y="74680"/>
                  <a:pt x="430355" y="62836"/>
                  <a:pt x="430355" y="47548"/>
                </a:cubicBezTo>
                <a:cubicBezTo>
                  <a:pt x="430355" y="36218"/>
                  <a:pt x="429182" y="26767"/>
                  <a:pt x="426836" y="19198"/>
                </a:cubicBezTo>
                <a:cubicBezTo>
                  <a:pt x="425076" y="13581"/>
                  <a:pt x="422803" y="9601"/>
                  <a:pt x="420017" y="7256"/>
                </a:cubicBezTo>
                <a:cubicBezTo>
                  <a:pt x="418013" y="5645"/>
                  <a:pt x="415594" y="4839"/>
                  <a:pt x="412759" y="4839"/>
                </a:cubicBezTo>
                <a:cubicBezTo>
                  <a:pt x="409435" y="4839"/>
                  <a:pt x="406478" y="6328"/>
                  <a:pt x="403888" y="9307"/>
                </a:cubicBezTo>
                <a:cubicBezTo>
                  <a:pt x="400368" y="13360"/>
                  <a:pt x="397973" y="19734"/>
                  <a:pt x="396703" y="28429"/>
                </a:cubicBezTo>
                <a:cubicBezTo>
                  <a:pt x="395432" y="37121"/>
                  <a:pt x="394796" y="45692"/>
                  <a:pt x="394796" y="54142"/>
                </a:cubicBezTo>
                <a:close/>
                <a:moveTo>
                  <a:pt x="469065" y="87247"/>
                </a:moveTo>
                <a:cubicBezTo>
                  <a:pt x="471362" y="87247"/>
                  <a:pt x="473293" y="88041"/>
                  <a:pt x="474857" y="89630"/>
                </a:cubicBezTo>
                <a:cubicBezTo>
                  <a:pt x="476421" y="91218"/>
                  <a:pt x="477203" y="93137"/>
                  <a:pt x="477203" y="95385"/>
                </a:cubicBezTo>
                <a:cubicBezTo>
                  <a:pt x="477203" y="97633"/>
                  <a:pt x="476409" y="99552"/>
                  <a:pt x="474820" y="101140"/>
                </a:cubicBezTo>
                <a:cubicBezTo>
                  <a:pt x="473232" y="102729"/>
                  <a:pt x="471313" y="103523"/>
                  <a:pt x="469065" y="103523"/>
                </a:cubicBezTo>
                <a:cubicBezTo>
                  <a:pt x="466817" y="103523"/>
                  <a:pt x="464898" y="102729"/>
                  <a:pt x="463310" y="101140"/>
                </a:cubicBezTo>
                <a:cubicBezTo>
                  <a:pt x="461721" y="99552"/>
                  <a:pt x="460927" y="97633"/>
                  <a:pt x="460927" y="95385"/>
                </a:cubicBezTo>
                <a:cubicBezTo>
                  <a:pt x="460927" y="93088"/>
                  <a:pt x="461721" y="91157"/>
                  <a:pt x="463310" y="89593"/>
                </a:cubicBezTo>
                <a:cubicBezTo>
                  <a:pt x="464898" y="88029"/>
                  <a:pt x="466817" y="87247"/>
                  <a:pt x="469065" y="87247"/>
                </a:cubicBezTo>
                <a:close/>
                <a:moveTo>
                  <a:pt x="556788" y="82115"/>
                </a:moveTo>
                <a:lnTo>
                  <a:pt x="549823" y="101470"/>
                </a:lnTo>
                <a:lnTo>
                  <a:pt x="491169" y="101470"/>
                </a:lnTo>
                <a:lnTo>
                  <a:pt x="491169" y="98703"/>
                </a:lnTo>
                <a:cubicBezTo>
                  <a:pt x="508423" y="82981"/>
                  <a:pt x="520569" y="70140"/>
                  <a:pt x="527608" y="60179"/>
                </a:cubicBezTo>
                <a:cubicBezTo>
                  <a:pt x="534646" y="50217"/>
                  <a:pt x="538165" y="41106"/>
                  <a:pt x="538165" y="32846"/>
                </a:cubicBezTo>
                <a:cubicBezTo>
                  <a:pt x="538165" y="26562"/>
                  <a:pt x="536235" y="21399"/>
                  <a:pt x="532373" y="17355"/>
                </a:cubicBezTo>
                <a:cubicBezTo>
                  <a:pt x="528512" y="13312"/>
                  <a:pt x="523893" y="11291"/>
                  <a:pt x="518517" y="11291"/>
                </a:cubicBezTo>
                <a:cubicBezTo>
                  <a:pt x="513629" y="11291"/>
                  <a:pt x="509242" y="12708"/>
                  <a:pt x="505356" y="15543"/>
                </a:cubicBezTo>
                <a:cubicBezTo>
                  <a:pt x="501470" y="18377"/>
                  <a:pt x="498599" y="22531"/>
                  <a:pt x="496741" y="28007"/>
                </a:cubicBezTo>
                <a:lnTo>
                  <a:pt x="494029" y="28007"/>
                </a:lnTo>
                <a:cubicBezTo>
                  <a:pt x="495251" y="18987"/>
                  <a:pt x="498391" y="12065"/>
                  <a:pt x="503450" y="7240"/>
                </a:cubicBezTo>
                <a:cubicBezTo>
                  <a:pt x="508509" y="2413"/>
                  <a:pt x="514826" y="0"/>
                  <a:pt x="522402" y="0"/>
                </a:cubicBezTo>
                <a:cubicBezTo>
                  <a:pt x="530467" y="0"/>
                  <a:pt x="537200" y="2591"/>
                  <a:pt x="542601" y="7772"/>
                </a:cubicBezTo>
                <a:cubicBezTo>
                  <a:pt x="548002" y="12953"/>
                  <a:pt x="550703" y="19062"/>
                  <a:pt x="550703" y="26101"/>
                </a:cubicBezTo>
                <a:cubicBezTo>
                  <a:pt x="550703" y="31135"/>
                  <a:pt x="549529" y="36170"/>
                  <a:pt x="547183" y="41204"/>
                </a:cubicBezTo>
                <a:cubicBezTo>
                  <a:pt x="543566" y="49122"/>
                  <a:pt x="537701" y="57505"/>
                  <a:pt x="529587" y="66352"/>
                </a:cubicBezTo>
                <a:cubicBezTo>
                  <a:pt x="517417" y="79619"/>
                  <a:pt x="509816" y="87561"/>
                  <a:pt x="506786" y="90179"/>
                </a:cubicBezTo>
                <a:lnTo>
                  <a:pt x="532740" y="90179"/>
                </a:lnTo>
                <a:cubicBezTo>
                  <a:pt x="538019" y="90179"/>
                  <a:pt x="541721" y="89984"/>
                  <a:pt x="543847" y="89593"/>
                </a:cubicBezTo>
                <a:cubicBezTo>
                  <a:pt x="545974" y="89202"/>
                  <a:pt x="547892" y="88408"/>
                  <a:pt x="549603" y="87210"/>
                </a:cubicBezTo>
                <a:cubicBezTo>
                  <a:pt x="551313" y="86013"/>
                  <a:pt x="552804" y="84314"/>
                  <a:pt x="554075" y="82115"/>
                </a:cubicBezTo>
                <a:lnTo>
                  <a:pt x="556788" y="82115"/>
                </a:lnTo>
                <a:close/>
                <a:moveTo>
                  <a:pt x="768721" y="52348"/>
                </a:moveTo>
                <a:cubicBezTo>
                  <a:pt x="768721" y="41008"/>
                  <a:pt x="770432" y="31245"/>
                  <a:pt x="773853" y="23058"/>
                </a:cubicBezTo>
                <a:cubicBezTo>
                  <a:pt x="777275" y="14871"/>
                  <a:pt x="781820" y="8774"/>
                  <a:pt x="787490" y="4766"/>
                </a:cubicBezTo>
                <a:cubicBezTo>
                  <a:pt x="791889" y="1589"/>
                  <a:pt x="796435" y="0"/>
                  <a:pt x="801127" y="0"/>
                </a:cubicBezTo>
                <a:cubicBezTo>
                  <a:pt x="808752" y="0"/>
                  <a:pt x="815595" y="3886"/>
                  <a:pt x="821656" y="11657"/>
                </a:cubicBezTo>
                <a:cubicBezTo>
                  <a:pt x="829232" y="21286"/>
                  <a:pt x="833020" y="34337"/>
                  <a:pt x="833020" y="50808"/>
                </a:cubicBezTo>
                <a:cubicBezTo>
                  <a:pt x="833020" y="62344"/>
                  <a:pt x="831358" y="72144"/>
                  <a:pt x="828034" y="80208"/>
                </a:cubicBezTo>
                <a:cubicBezTo>
                  <a:pt x="824711" y="88273"/>
                  <a:pt x="820470" y="94126"/>
                  <a:pt x="815314" y="97768"/>
                </a:cubicBezTo>
                <a:cubicBezTo>
                  <a:pt x="810157" y="101409"/>
                  <a:pt x="805184" y="103230"/>
                  <a:pt x="800394" y="103230"/>
                </a:cubicBezTo>
                <a:cubicBezTo>
                  <a:pt x="790912" y="103230"/>
                  <a:pt x="783018" y="97633"/>
                  <a:pt x="776713" y="86440"/>
                </a:cubicBezTo>
                <a:cubicBezTo>
                  <a:pt x="771385" y="77007"/>
                  <a:pt x="768721" y="65643"/>
                  <a:pt x="768721" y="52348"/>
                </a:cubicBezTo>
                <a:moveTo>
                  <a:pt x="783091" y="54142"/>
                </a:moveTo>
                <a:cubicBezTo>
                  <a:pt x="783091" y="67817"/>
                  <a:pt x="784777" y="78977"/>
                  <a:pt x="788150" y="87623"/>
                </a:cubicBezTo>
                <a:cubicBezTo>
                  <a:pt x="790936" y="94899"/>
                  <a:pt x="795091" y="98538"/>
                  <a:pt x="800614" y="98538"/>
                </a:cubicBezTo>
                <a:cubicBezTo>
                  <a:pt x="803253" y="98538"/>
                  <a:pt x="805990" y="97353"/>
                  <a:pt x="808825" y="94984"/>
                </a:cubicBezTo>
                <a:cubicBezTo>
                  <a:pt x="811660" y="92615"/>
                  <a:pt x="813811" y="88647"/>
                  <a:pt x="815277" y="83079"/>
                </a:cubicBezTo>
                <a:cubicBezTo>
                  <a:pt x="817525" y="74680"/>
                  <a:pt x="818650" y="62836"/>
                  <a:pt x="818650" y="47548"/>
                </a:cubicBezTo>
                <a:cubicBezTo>
                  <a:pt x="818650" y="36218"/>
                  <a:pt x="817477" y="26767"/>
                  <a:pt x="815130" y="19198"/>
                </a:cubicBezTo>
                <a:cubicBezTo>
                  <a:pt x="813371" y="13581"/>
                  <a:pt x="811098" y="9601"/>
                  <a:pt x="808312" y="7256"/>
                </a:cubicBezTo>
                <a:cubicBezTo>
                  <a:pt x="806308" y="5645"/>
                  <a:pt x="803889" y="4839"/>
                  <a:pt x="801054" y="4839"/>
                </a:cubicBezTo>
                <a:cubicBezTo>
                  <a:pt x="797730" y="4839"/>
                  <a:pt x="794773" y="6328"/>
                  <a:pt x="792182" y="9307"/>
                </a:cubicBezTo>
                <a:cubicBezTo>
                  <a:pt x="788663" y="13360"/>
                  <a:pt x="786268" y="19734"/>
                  <a:pt x="784997" y="28429"/>
                </a:cubicBezTo>
                <a:cubicBezTo>
                  <a:pt x="783727" y="37121"/>
                  <a:pt x="783091" y="45692"/>
                  <a:pt x="783091" y="54142"/>
                </a:cubicBezTo>
                <a:close/>
                <a:moveTo>
                  <a:pt x="857360" y="87247"/>
                </a:moveTo>
                <a:cubicBezTo>
                  <a:pt x="859657" y="87247"/>
                  <a:pt x="861588" y="88041"/>
                  <a:pt x="863152" y="89630"/>
                </a:cubicBezTo>
                <a:cubicBezTo>
                  <a:pt x="864716" y="91218"/>
                  <a:pt x="865498" y="93137"/>
                  <a:pt x="865498" y="95385"/>
                </a:cubicBezTo>
                <a:cubicBezTo>
                  <a:pt x="865498" y="97633"/>
                  <a:pt x="864704" y="99552"/>
                  <a:pt x="863115" y="101140"/>
                </a:cubicBezTo>
                <a:cubicBezTo>
                  <a:pt x="861527" y="102729"/>
                  <a:pt x="859608" y="103523"/>
                  <a:pt x="857360" y="103523"/>
                </a:cubicBezTo>
                <a:cubicBezTo>
                  <a:pt x="855111" y="103523"/>
                  <a:pt x="853193" y="102729"/>
                  <a:pt x="851604" y="101140"/>
                </a:cubicBezTo>
                <a:cubicBezTo>
                  <a:pt x="850016" y="99552"/>
                  <a:pt x="849222" y="97633"/>
                  <a:pt x="849222" y="95385"/>
                </a:cubicBezTo>
                <a:cubicBezTo>
                  <a:pt x="849222" y="93088"/>
                  <a:pt x="850016" y="91157"/>
                  <a:pt x="851604" y="89593"/>
                </a:cubicBezTo>
                <a:cubicBezTo>
                  <a:pt x="853193" y="88029"/>
                  <a:pt x="855111" y="87247"/>
                  <a:pt x="857360" y="87247"/>
                </a:cubicBezTo>
                <a:close/>
                <a:moveTo>
                  <a:pt x="883863" y="20969"/>
                </a:moveTo>
                <a:cubicBezTo>
                  <a:pt x="886698" y="14272"/>
                  <a:pt x="890278" y="9103"/>
                  <a:pt x="894604" y="5462"/>
                </a:cubicBezTo>
                <a:cubicBezTo>
                  <a:pt x="898930" y="1821"/>
                  <a:pt x="904319" y="0"/>
                  <a:pt x="910770" y="0"/>
                </a:cubicBezTo>
                <a:cubicBezTo>
                  <a:pt x="918738" y="0"/>
                  <a:pt x="924847" y="2591"/>
                  <a:pt x="929100" y="7772"/>
                </a:cubicBezTo>
                <a:cubicBezTo>
                  <a:pt x="932326" y="11633"/>
                  <a:pt x="933938" y="15763"/>
                  <a:pt x="933938" y="20162"/>
                </a:cubicBezTo>
                <a:cubicBezTo>
                  <a:pt x="933938" y="27396"/>
                  <a:pt x="929393" y="34874"/>
                  <a:pt x="920302" y="42597"/>
                </a:cubicBezTo>
                <a:cubicBezTo>
                  <a:pt x="926411" y="44992"/>
                  <a:pt x="931030" y="48413"/>
                  <a:pt x="934158" y="52861"/>
                </a:cubicBezTo>
                <a:cubicBezTo>
                  <a:pt x="937287" y="57309"/>
                  <a:pt x="938851" y="62539"/>
                  <a:pt x="938851" y="68551"/>
                </a:cubicBezTo>
                <a:cubicBezTo>
                  <a:pt x="938851" y="77154"/>
                  <a:pt x="936114" y="84607"/>
                  <a:pt x="930639" y="90913"/>
                </a:cubicBezTo>
                <a:cubicBezTo>
                  <a:pt x="923503" y="99124"/>
                  <a:pt x="913165" y="103230"/>
                  <a:pt x="899626" y="103230"/>
                </a:cubicBezTo>
                <a:cubicBezTo>
                  <a:pt x="892930" y="103230"/>
                  <a:pt x="888372" y="102399"/>
                  <a:pt x="885953" y="100737"/>
                </a:cubicBezTo>
                <a:cubicBezTo>
                  <a:pt x="883533" y="99075"/>
                  <a:pt x="882324" y="97291"/>
                  <a:pt x="882324" y="95385"/>
                </a:cubicBezTo>
                <a:cubicBezTo>
                  <a:pt x="882324" y="93967"/>
                  <a:pt x="882898" y="92721"/>
                  <a:pt x="884047" y="91646"/>
                </a:cubicBezTo>
                <a:cubicBezTo>
                  <a:pt x="885195" y="90570"/>
                  <a:pt x="886576" y="90033"/>
                  <a:pt x="888189" y="90033"/>
                </a:cubicBezTo>
                <a:cubicBezTo>
                  <a:pt x="889411" y="90033"/>
                  <a:pt x="890657" y="90226"/>
                  <a:pt x="891928" y="90612"/>
                </a:cubicBezTo>
                <a:cubicBezTo>
                  <a:pt x="892759" y="90855"/>
                  <a:pt x="894641" y="91738"/>
                  <a:pt x="897573" y="93261"/>
                </a:cubicBezTo>
                <a:cubicBezTo>
                  <a:pt x="900506" y="94784"/>
                  <a:pt x="902535" y="95690"/>
                  <a:pt x="903659" y="95981"/>
                </a:cubicBezTo>
                <a:cubicBezTo>
                  <a:pt x="905467" y="96512"/>
                  <a:pt x="907398" y="96778"/>
                  <a:pt x="909451" y="96778"/>
                </a:cubicBezTo>
                <a:cubicBezTo>
                  <a:pt x="914436" y="96778"/>
                  <a:pt x="918774" y="94847"/>
                  <a:pt x="922464" y="90986"/>
                </a:cubicBezTo>
                <a:cubicBezTo>
                  <a:pt x="926155" y="87125"/>
                  <a:pt x="928000" y="82555"/>
                  <a:pt x="928000" y="77276"/>
                </a:cubicBezTo>
                <a:cubicBezTo>
                  <a:pt x="928000" y="73414"/>
                  <a:pt x="927144" y="69651"/>
                  <a:pt x="925434" y="65985"/>
                </a:cubicBezTo>
                <a:cubicBezTo>
                  <a:pt x="924163" y="63248"/>
                  <a:pt x="922770" y="61171"/>
                  <a:pt x="921255" y="59753"/>
                </a:cubicBezTo>
                <a:cubicBezTo>
                  <a:pt x="919153" y="57798"/>
                  <a:pt x="916269" y="56026"/>
                  <a:pt x="912603" y="54438"/>
                </a:cubicBezTo>
                <a:cubicBezTo>
                  <a:pt x="908938" y="52849"/>
                  <a:pt x="905198" y="52055"/>
                  <a:pt x="901386" y="52055"/>
                </a:cubicBezTo>
                <a:lnTo>
                  <a:pt x="899040" y="52055"/>
                </a:lnTo>
                <a:lnTo>
                  <a:pt x="899040" y="49855"/>
                </a:lnTo>
                <a:cubicBezTo>
                  <a:pt x="902901" y="49368"/>
                  <a:pt x="906775" y="47978"/>
                  <a:pt x="910660" y="45685"/>
                </a:cubicBezTo>
                <a:cubicBezTo>
                  <a:pt x="914546" y="43391"/>
                  <a:pt x="917369" y="40634"/>
                  <a:pt x="919129" y="37414"/>
                </a:cubicBezTo>
                <a:cubicBezTo>
                  <a:pt x="920888" y="34195"/>
                  <a:pt x="921768" y="30657"/>
                  <a:pt x="921768" y="26802"/>
                </a:cubicBezTo>
                <a:cubicBezTo>
                  <a:pt x="921768" y="21778"/>
                  <a:pt x="920192" y="17717"/>
                  <a:pt x="917039" y="14620"/>
                </a:cubicBezTo>
                <a:cubicBezTo>
                  <a:pt x="913886" y="11521"/>
                  <a:pt x="909964" y="9971"/>
                  <a:pt x="905272" y="9971"/>
                </a:cubicBezTo>
                <a:cubicBezTo>
                  <a:pt x="897696" y="9971"/>
                  <a:pt x="891366" y="14028"/>
                  <a:pt x="886283" y="22142"/>
                </a:cubicBezTo>
                <a:lnTo>
                  <a:pt x="883863" y="20969"/>
                </a:lnTo>
                <a:close/>
                <a:moveTo>
                  <a:pt x="1205113" y="82115"/>
                </a:moveTo>
                <a:lnTo>
                  <a:pt x="1198148" y="101470"/>
                </a:lnTo>
                <a:lnTo>
                  <a:pt x="1139495" y="101470"/>
                </a:lnTo>
                <a:lnTo>
                  <a:pt x="1139495" y="98703"/>
                </a:lnTo>
                <a:cubicBezTo>
                  <a:pt x="1156749" y="82981"/>
                  <a:pt x="1168895" y="70140"/>
                  <a:pt x="1175933" y="60179"/>
                </a:cubicBezTo>
                <a:cubicBezTo>
                  <a:pt x="1182972" y="50217"/>
                  <a:pt x="1186491" y="41106"/>
                  <a:pt x="1186491" y="32846"/>
                </a:cubicBezTo>
                <a:cubicBezTo>
                  <a:pt x="1186491" y="26562"/>
                  <a:pt x="1184560" y="21399"/>
                  <a:pt x="1180699" y="17355"/>
                </a:cubicBezTo>
                <a:cubicBezTo>
                  <a:pt x="1176838" y="13312"/>
                  <a:pt x="1172219" y="11291"/>
                  <a:pt x="1166842" y="11291"/>
                </a:cubicBezTo>
                <a:cubicBezTo>
                  <a:pt x="1161954" y="11291"/>
                  <a:pt x="1157568" y="12708"/>
                  <a:pt x="1153682" y="15543"/>
                </a:cubicBezTo>
                <a:cubicBezTo>
                  <a:pt x="1149796" y="18377"/>
                  <a:pt x="1146924" y="22531"/>
                  <a:pt x="1145067" y="28007"/>
                </a:cubicBezTo>
                <a:lnTo>
                  <a:pt x="1142354" y="28007"/>
                </a:lnTo>
                <a:cubicBezTo>
                  <a:pt x="1143576" y="18987"/>
                  <a:pt x="1146717" y="12065"/>
                  <a:pt x="1151776" y="7240"/>
                </a:cubicBezTo>
                <a:cubicBezTo>
                  <a:pt x="1156834" y="2413"/>
                  <a:pt x="1163152" y="0"/>
                  <a:pt x="1170728" y="0"/>
                </a:cubicBezTo>
                <a:cubicBezTo>
                  <a:pt x="1178793" y="0"/>
                  <a:pt x="1185526" y="2591"/>
                  <a:pt x="1190927" y="7772"/>
                </a:cubicBezTo>
                <a:cubicBezTo>
                  <a:pt x="1196328" y="12953"/>
                  <a:pt x="1199028" y="19062"/>
                  <a:pt x="1199028" y="26101"/>
                </a:cubicBezTo>
                <a:cubicBezTo>
                  <a:pt x="1199028" y="31135"/>
                  <a:pt x="1197855" y="36170"/>
                  <a:pt x="1195509" y="41204"/>
                </a:cubicBezTo>
                <a:cubicBezTo>
                  <a:pt x="1191892" y="49122"/>
                  <a:pt x="1186027" y="57505"/>
                  <a:pt x="1177913" y="66352"/>
                </a:cubicBezTo>
                <a:cubicBezTo>
                  <a:pt x="1165742" y="79619"/>
                  <a:pt x="1158142" y="87561"/>
                  <a:pt x="1155111" y="90179"/>
                </a:cubicBezTo>
                <a:lnTo>
                  <a:pt x="1181066" y="90179"/>
                </a:lnTo>
                <a:cubicBezTo>
                  <a:pt x="1186344" y="90179"/>
                  <a:pt x="1190047" y="89984"/>
                  <a:pt x="1192173" y="89593"/>
                </a:cubicBezTo>
                <a:cubicBezTo>
                  <a:pt x="1194299" y="89202"/>
                  <a:pt x="1196218" y="88408"/>
                  <a:pt x="1197928" y="87210"/>
                </a:cubicBezTo>
                <a:cubicBezTo>
                  <a:pt x="1199639" y="86013"/>
                  <a:pt x="1201130" y="84314"/>
                  <a:pt x="1202401" y="82115"/>
                </a:cubicBezTo>
                <a:lnTo>
                  <a:pt x="1205113" y="82115"/>
                </a:lnTo>
                <a:close/>
                <a:moveTo>
                  <a:pt x="1230334" y="87247"/>
                </a:moveTo>
                <a:cubicBezTo>
                  <a:pt x="1232631" y="87247"/>
                  <a:pt x="1234561" y="88041"/>
                  <a:pt x="1236126" y="89630"/>
                </a:cubicBezTo>
                <a:cubicBezTo>
                  <a:pt x="1237690" y="91218"/>
                  <a:pt x="1238472" y="93137"/>
                  <a:pt x="1238472" y="95385"/>
                </a:cubicBezTo>
                <a:cubicBezTo>
                  <a:pt x="1238472" y="97633"/>
                  <a:pt x="1237677" y="99552"/>
                  <a:pt x="1236089" y="101140"/>
                </a:cubicBezTo>
                <a:cubicBezTo>
                  <a:pt x="1234500" y="102729"/>
                  <a:pt x="1232582" y="103523"/>
                  <a:pt x="1230334" y="103523"/>
                </a:cubicBezTo>
                <a:cubicBezTo>
                  <a:pt x="1228085" y="103523"/>
                  <a:pt x="1226167" y="102729"/>
                  <a:pt x="1224578" y="101140"/>
                </a:cubicBezTo>
                <a:cubicBezTo>
                  <a:pt x="1222990" y="99552"/>
                  <a:pt x="1222195" y="97633"/>
                  <a:pt x="1222195" y="95385"/>
                </a:cubicBezTo>
                <a:cubicBezTo>
                  <a:pt x="1222195" y="93088"/>
                  <a:pt x="1222990" y="91157"/>
                  <a:pt x="1224578" y="89593"/>
                </a:cubicBezTo>
                <a:cubicBezTo>
                  <a:pt x="1226167" y="88029"/>
                  <a:pt x="1228085" y="87247"/>
                  <a:pt x="1230334" y="87247"/>
                </a:cubicBezTo>
                <a:close/>
                <a:moveTo>
                  <a:pt x="1254637" y="52348"/>
                </a:moveTo>
                <a:cubicBezTo>
                  <a:pt x="1254637" y="41008"/>
                  <a:pt x="1256348" y="31245"/>
                  <a:pt x="1259769" y="23058"/>
                </a:cubicBezTo>
                <a:cubicBezTo>
                  <a:pt x="1263191" y="14871"/>
                  <a:pt x="1267736" y="8774"/>
                  <a:pt x="1273406" y="4766"/>
                </a:cubicBezTo>
                <a:cubicBezTo>
                  <a:pt x="1277805" y="1589"/>
                  <a:pt x="1282351" y="0"/>
                  <a:pt x="1287043" y="0"/>
                </a:cubicBezTo>
                <a:cubicBezTo>
                  <a:pt x="1294668" y="0"/>
                  <a:pt x="1301511" y="3886"/>
                  <a:pt x="1307572" y="11657"/>
                </a:cubicBezTo>
                <a:cubicBezTo>
                  <a:pt x="1315148" y="21286"/>
                  <a:pt x="1318936" y="34337"/>
                  <a:pt x="1318936" y="50808"/>
                </a:cubicBezTo>
                <a:cubicBezTo>
                  <a:pt x="1318936" y="62344"/>
                  <a:pt x="1317274" y="72144"/>
                  <a:pt x="1313950" y="80208"/>
                </a:cubicBezTo>
                <a:cubicBezTo>
                  <a:pt x="1310627" y="88273"/>
                  <a:pt x="1306387" y="94126"/>
                  <a:pt x="1301230" y="97768"/>
                </a:cubicBezTo>
                <a:cubicBezTo>
                  <a:pt x="1296073" y="101409"/>
                  <a:pt x="1291100" y="103230"/>
                  <a:pt x="1286310" y="103230"/>
                </a:cubicBezTo>
                <a:cubicBezTo>
                  <a:pt x="1276828" y="103230"/>
                  <a:pt x="1268934" y="97633"/>
                  <a:pt x="1262629" y="86440"/>
                </a:cubicBezTo>
                <a:cubicBezTo>
                  <a:pt x="1257301" y="77007"/>
                  <a:pt x="1254637" y="65643"/>
                  <a:pt x="1254637" y="52348"/>
                </a:cubicBezTo>
                <a:moveTo>
                  <a:pt x="1269007" y="54142"/>
                </a:moveTo>
                <a:cubicBezTo>
                  <a:pt x="1269007" y="67817"/>
                  <a:pt x="1270694" y="78977"/>
                  <a:pt x="1274066" y="87623"/>
                </a:cubicBezTo>
                <a:cubicBezTo>
                  <a:pt x="1276852" y="94899"/>
                  <a:pt x="1281007" y="98538"/>
                  <a:pt x="1286530" y="98538"/>
                </a:cubicBezTo>
                <a:cubicBezTo>
                  <a:pt x="1289169" y="98538"/>
                  <a:pt x="1291906" y="97353"/>
                  <a:pt x="1294741" y="94984"/>
                </a:cubicBezTo>
                <a:cubicBezTo>
                  <a:pt x="1297576" y="92615"/>
                  <a:pt x="1299727" y="88647"/>
                  <a:pt x="1301193" y="83079"/>
                </a:cubicBezTo>
                <a:cubicBezTo>
                  <a:pt x="1303442" y="74680"/>
                  <a:pt x="1304566" y="62836"/>
                  <a:pt x="1304566" y="47548"/>
                </a:cubicBezTo>
                <a:cubicBezTo>
                  <a:pt x="1304566" y="36218"/>
                  <a:pt x="1303393" y="26767"/>
                  <a:pt x="1301047" y="19198"/>
                </a:cubicBezTo>
                <a:cubicBezTo>
                  <a:pt x="1299287" y="13581"/>
                  <a:pt x="1297014" y="9601"/>
                  <a:pt x="1294228" y="7256"/>
                </a:cubicBezTo>
                <a:cubicBezTo>
                  <a:pt x="1292224" y="5645"/>
                  <a:pt x="1289805" y="4839"/>
                  <a:pt x="1286970" y="4839"/>
                </a:cubicBezTo>
                <a:cubicBezTo>
                  <a:pt x="1283646" y="4839"/>
                  <a:pt x="1280689" y="6328"/>
                  <a:pt x="1278099" y="9307"/>
                </a:cubicBezTo>
                <a:cubicBezTo>
                  <a:pt x="1274579" y="13360"/>
                  <a:pt x="1272184" y="19734"/>
                  <a:pt x="1270913" y="28429"/>
                </a:cubicBezTo>
                <a:cubicBezTo>
                  <a:pt x="1269643" y="37121"/>
                  <a:pt x="1269007" y="45692"/>
                  <a:pt x="1269007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97744-D5DB-4739-A346-03755AC5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25" y="697554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867D0-68B1-4D77-8E2F-4C8CD0CB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459" y="697554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0AAD5-16F9-44D5-8FAB-A81FBFB8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80" y="697554"/>
            <a:ext cx="347759" cy="330948"/>
          </a:xfrm>
          <a:custGeom xmlns:a="http://schemas.openxmlformats.org/drawingml/2006/main">
            <a:pathLst>
              <a:path w="347759" h="330948">
                <a:moveTo>
                  <a:pt x="0" y="0"/>
                </a:moveTo>
                <a:lnTo>
                  <a:pt x="347759" y="0"/>
                </a:lnTo>
                <a:lnTo>
                  <a:pt x="347759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68F33-2582-4CFA-A31F-A4C7AE7B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25" y="1028502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A91D6-23B3-480B-B26D-EEAB20AF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83" y="1028502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9666C-6E14-4190-A34F-5759472D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459" y="1028502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C7B90-AA07-4E0F-9115-9E0B8D3F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25" y="1359451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AFC3E-8422-4C1A-A411-FD4E7FF0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459" y="1359451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B192F-444F-4996-9579-E5760957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80" y="1359451"/>
            <a:ext cx="347759" cy="330948"/>
          </a:xfrm>
          <a:custGeom xmlns:a="http://schemas.openxmlformats.org/drawingml/2006/main">
            <a:pathLst>
              <a:path w="347759" h="330948">
                <a:moveTo>
                  <a:pt x="0" y="0"/>
                </a:moveTo>
                <a:lnTo>
                  <a:pt x="347759" y="0"/>
                </a:lnTo>
                <a:lnTo>
                  <a:pt x="347759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75429-B4F1-40E7-BEEC-21217258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25" y="1690399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BCF42-B531-46F8-B103-F8C80FE4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80" y="1690399"/>
            <a:ext cx="347759" cy="330948"/>
          </a:xfrm>
          <a:custGeom xmlns:a="http://schemas.openxmlformats.org/drawingml/2006/main">
            <a:pathLst>
              <a:path w="347759" h="330948">
                <a:moveTo>
                  <a:pt x="0" y="0"/>
                </a:moveTo>
                <a:lnTo>
                  <a:pt x="347759" y="0"/>
                </a:lnTo>
                <a:lnTo>
                  <a:pt x="347759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D2A2F-9F57-4B78-93FC-130174E2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83" y="697554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57BA7-638F-4A69-8B95-1BFE2BC2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80" y="1028502"/>
            <a:ext cx="347759" cy="330948"/>
          </a:xfrm>
          <a:custGeom xmlns:a="http://schemas.openxmlformats.org/drawingml/2006/main">
            <a:pathLst>
              <a:path w="347759" h="330948">
                <a:moveTo>
                  <a:pt x="0" y="0"/>
                </a:moveTo>
                <a:lnTo>
                  <a:pt x="347759" y="0"/>
                </a:lnTo>
                <a:lnTo>
                  <a:pt x="347759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3B944-1E6A-4BB0-A46A-E99C1FDB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83" y="1359451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FB1B3-FE4E-4CF7-8B04-D9045737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83" y="1690399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D781B-D0C8-4021-A89F-F566F974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459" y="1690399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2EB05-1094-4348-BB6A-3AE669D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69" y="693509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C4394-86F0-4752-B150-B051C5A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69" y="1024457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C205E-6339-40FB-963C-D58BA4CE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191" y="697887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0FF850-78FE-474B-9F20-12134B9A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212" y="697887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06DD6-D05F-4A37-A355-1F9E060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125" y="697887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D77B7-F34C-494E-8F32-5E4EF9AE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846" y="697887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3805C-0F23-41E3-BFCE-B6014EC6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8867" y="697887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7A648-12B1-4073-8505-1C4BFEE2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69" y="1355406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52EE2-2918-45C2-B445-AF0DF2A4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69" y="1686354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95C15-07AE-4363-AEE3-018EFD7C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69" y="2017302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0">
            <a:extLst xmlns:a="http://schemas.openxmlformats.org/drawingml/2006/main">
              <a:ext uri="{FF2B5EF4-FFF2-40B4-BE49-F238E27FC236}">
                <a16:creationId xmlns:a16="http://schemas.microsoft.com/office/drawing/2014/main" id="{B4110A49-112A-436F-8BED-171F0C20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138" y="813547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1">
            <a:extLst xmlns:a="http://schemas.openxmlformats.org/drawingml/2006/main">
              <a:ext uri="{FF2B5EF4-FFF2-40B4-BE49-F238E27FC236}">
                <a16:creationId xmlns:a16="http://schemas.microsoft.com/office/drawing/2014/main" id="{05C6F07A-CF4B-427E-9D6E-F38368B0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776" y="813547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0">
            <a:extLst xmlns:a="http://schemas.openxmlformats.org/drawingml/2006/main">
              <a:ext uri="{FF2B5EF4-FFF2-40B4-BE49-F238E27FC236}">
                <a16:creationId xmlns:a16="http://schemas.microsoft.com/office/drawing/2014/main" id="{E8CE90E8-1C65-4CA6-B724-DE74A3CB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141" y="813547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0">
            <a:extLst xmlns:a="http://schemas.openxmlformats.org/drawingml/2006/main">
              <a:ext uri="{FF2B5EF4-FFF2-40B4-BE49-F238E27FC236}">
                <a16:creationId xmlns:a16="http://schemas.microsoft.com/office/drawing/2014/main" id="{E020B419-D527-4183-AA21-6F70F119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793" y="813547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0">
            <a:extLst xmlns:a="http://schemas.openxmlformats.org/drawingml/2006/main">
              <a:ext uri="{FF2B5EF4-FFF2-40B4-BE49-F238E27FC236}">
                <a16:creationId xmlns:a16="http://schemas.microsoft.com/office/drawing/2014/main" id="{522F2E14-8624-4FE8-863B-20B00493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138" y="1144495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0">
            <a:extLst xmlns:a="http://schemas.openxmlformats.org/drawingml/2006/main">
              <a:ext uri="{FF2B5EF4-FFF2-40B4-BE49-F238E27FC236}">
                <a16:creationId xmlns:a16="http://schemas.microsoft.com/office/drawing/2014/main" id="{24F128C4-19BF-4B91-AC49-E658ADEF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05" y="1144495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0">
            <a:extLst xmlns:a="http://schemas.openxmlformats.org/drawingml/2006/main">
              <a:ext uri="{FF2B5EF4-FFF2-40B4-BE49-F238E27FC236}">
                <a16:creationId xmlns:a16="http://schemas.microsoft.com/office/drawing/2014/main" id="{9E2ABE6C-2CB7-4C56-BBCB-D5E86763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141" y="1144495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1">
            <a:extLst xmlns:a="http://schemas.openxmlformats.org/drawingml/2006/main">
              <a:ext uri="{FF2B5EF4-FFF2-40B4-BE49-F238E27FC236}">
                <a16:creationId xmlns:a16="http://schemas.microsoft.com/office/drawing/2014/main" id="{72FCBB58-1597-4931-ADBD-2B168799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964" y="1144495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0">
            <a:extLst xmlns:a="http://schemas.openxmlformats.org/drawingml/2006/main">
              <a:ext uri="{FF2B5EF4-FFF2-40B4-BE49-F238E27FC236}">
                <a16:creationId xmlns:a16="http://schemas.microsoft.com/office/drawing/2014/main" id="{8DEC738E-D55B-4EB5-BE83-BC62BA5C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138" y="1475443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1">
            <a:extLst xmlns:a="http://schemas.openxmlformats.org/drawingml/2006/main">
              <a:ext uri="{FF2B5EF4-FFF2-40B4-BE49-F238E27FC236}">
                <a16:creationId xmlns:a16="http://schemas.microsoft.com/office/drawing/2014/main" id="{35383667-19B2-4928-BB62-8EC96D21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776" y="1475443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0">
            <a:extLst xmlns:a="http://schemas.openxmlformats.org/drawingml/2006/main">
              <a:ext uri="{FF2B5EF4-FFF2-40B4-BE49-F238E27FC236}">
                <a16:creationId xmlns:a16="http://schemas.microsoft.com/office/drawing/2014/main" id="{02512CBA-E111-4F26-97FD-69F0E8DF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141" y="1475443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0">
            <a:extLst xmlns:a="http://schemas.openxmlformats.org/drawingml/2006/main">
              <a:ext uri="{FF2B5EF4-FFF2-40B4-BE49-F238E27FC236}">
                <a16:creationId xmlns:a16="http://schemas.microsoft.com/office/drawing/2014/main" id="{87EEA7BE-3231-48F9-911F-A5CBA7F0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793" y="1475443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0">
            <a:extLst xmlns:a="http://schemas.openxmlformats.org/drawingml/2006/main">
              <a:ext uri="{FF2B5EF4-FFF2-40B4-BE49-F238E27FC236}">
                <a16:creationId xmlns:a16="http://schemas.microsoft.com/office/drawing/2014/main" id="{3B4F2AA1-5965-4B45-810D-0ECB3B57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138" y="1806392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1">
            <a:extLst xmlns:a="http://schemas.openxmlformats.org/drawingml/2006/main">
              <a:ext uri="{FF2B5EF4-FFF2-40B4-BE49-F238E27FC236}">
                <a16:creationId xmlns:a16="http://schemas.microsoft.com/office/drawing/2014/main" id="{F3701AC8-95AA-4C20-BFD3-4C1F4919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776" y="1806392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1">
            <a:extLst xmlns:a="http://schemas.openxmlformats.org/drawingml/2006/main">
              <a:ext uri="{FF2B5EF4-FFF2-40B4-BE49-F238E27FC236}">
                <a16:creationId xmlns:a16="http://schemas.microsoft.com/office/drawing/2014/main" id="{E38DF98F-7AF4-45C3-8D36-EBE035A9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311" y="1806392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0">
            <a:extLst xmlns:a="http://schemas.openxmlformats.org/drawingml/2006/main">
              <a:ext uri="{FF2B5EF4-FFF2-40B4-BE49-F238E27FC236}">
                <a16:creationId xmlns:a16="http://schemas.microsoft.com/office/drawing/2014/main" id="{6D996975-8F58-463F-8A69-4F033388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793" y="1806392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B333C-A407-420E-90D4-3020C0F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683" y="2196802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08CEC-78EE-42FD-A075-5B01A5C6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137" y="2196802"/>
            <a:ext cx="383480" cy="330948"/>
          </a:xfrm>
          <a:custGeom xmlns:a="http://schemas.openxmlformats.org/drawingml/2006/main">
            <a:pathLst>
              <a:path w="383480" h="330948">
                <a:moveTo>
                  <a:pt x="0" y="0"/>
                </a:moveTo>
                <a:lnTo>
                  <a:pt x="383480" y="0"/>
                </a:lnTo>
                <a:lnTo>
                  <a:pt x="38348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20CD2-8088-4817-9C98-A942839B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16" y="2196802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204B60-54DB-47FA-8535-FB37FF72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683" y="2527751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FD259-5785-4166-8703-D654243A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151" y="2527751"/>
            <a:ext cx="393986" cy="330948"/>
          </a:xfrm>
          <a:custGeom xmlns:a="http://schemas.openxmlformats.org/drawingml/2006/main">
            <a:pathLst>
              <a:path w="393986" h="330948">
                <a:moveTo>
                  <a:pt x="0" y="0"/>
                </a:moveTo>
                <a:lnTo>
                  <a:pt x="393986" y="0"/>
                </a:lnTo>
                <a:lnTo>
                  <a:pt x="39398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9D207-FE3E-45AE-97E4-67725C3F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137" y="2527751"/>
            <a:ext cx="383480" cy="330948"/>
          </a:xfrm>
          <a:custGeom xmlns:a="http://schemas.openxmlformats.org/drawingml/2006/main">
            <a:pathLst>
              <a:path w="383480" h="330948">
                <a:moveTo>
                  <a:pt x="0" y="0"/>
                </a:moveTo>
                <a:lnTo>
                  <a:pt x="383480" y="0"/>
                </a:lnTo>
                <a:lnTo>
                  <a:pt x="38348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3F255-2069-4B41-8942-688249D1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683" y="2858699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7009C-4C58-4C8F-994D-D16AB27E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151" y="2858699"/>
            <a:ext cx="393986" cy="330948"/>
          </a:xfrm>
          <a:custGeom xmlns:a="http://schemas.openxmlformats.org/drawingml/2006/main">
            <a:pathLst>
              <a:path w="393986" h="330948">
                <a:moveTo>
                  <a:pt x="0" y="0"/>
                </a:moveTo>
                <a:lnTo>
                  <a:pt x="393986" y="0"/>
                </a:lnTo>
                <a:lnTo>
                  <a:pt x="39398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D7DE2-9A9C-433A-877E-910581BB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16" y="2858699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2DEBBE-79B1-4A25-AA94-C5F8292A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683" y="3189647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359B3-12C1-4416-BE7C-0D198EC9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16" y="3189647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79980-9C13-4BC0-A172-13412718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151" y="2196802"/>
            <a:ext cx="393986" cy="330948"/>
          </a:xfrm>
          <a:custGeom xmlns:a="http://schemas.openxmlformats.org/drawingml/2006/main">
            <a:pathLst>
              <a:path w="393986" h="330948">
                <a:moveTo>
                  <a:pt x="0" y="0"/>
                </a:moveTo>
                <a:lnTo>
                  <a:pt x="393986" y="0"/>
                </a:lnTo>
                <a:lnTo>
                  <a:pt x="39398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01256-0D3F-4D91-8596-0FB34F97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16" y="2527751"/>
            <a:ext cx="362467" cy="330948"/>
          </a:xfrm>
          <a:custGeom xmlns:a="http://schemas.openxmlformats.org/drawingml/2006/main">
            <a:pathLst>
              <a:path w="362467" h="330948">
                <a:moveTo>
                  <a:pt x="0" y="0"/>
                </a:moveTo>
                <a:lnTo>
                  <a:pt x="362467" y="0"/>
                </a:lnTo>
                <a:lnTo>
                  <a:pt x="36246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910A0-AE66-40B9-BDA1-6036FCE6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137" y="2858699"/>
            <a:ext cx="383480" cy="330948"/>
          </a:xfrm>
          <a:custGeom xmlns:a="http://schemas.openxmlformats.org/drawingml/2006/main">
            <a:pathLst>
              <a:path w="383480" h="330948">
                <a:moveTo>
                  <a:pt x="0" y="0"/>
                </a:moveTo>
                <a:lnTo>
                  <a:pt x="383480" y="0"/>
                </a:lnTo>
                <a:lnTo>
                  <a:pt x="38348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D0A5A4-B2E2-41ED-B377-46220BCB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151" y="3189647"/>
            <a:ext cx="393986" cy="330948"/>
          </a:xfrm>
          <a:custGeom xmlns:a="http://schemas.openxmlformats.org/drawingml/2006/main">
            <a:pathLst>
              <a:path w="393986" h="330948">
                <a:moveTo>
                  <a:pt x="0" y="0"/>
                </a:moveTo>
                <a:lnTo>
                  <a:pt x="393986" y="0"/>
                </a:lnTo>
                <a:lnTo>
                  <a:pt x="39398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B254B-60C4-4A73-B950-A995D360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137" y="3189647"/>
            <a:ext cx="383480" cy="330948"/>
          </a:xfrm>
          <a:custGeom xmlns:a="http://schemas.openxmlformats.org/drawingml/2006/main">
            <a:pathLst>
              <a:path w="383480" h="330948">
                <a:moveTo>
                  <a:pt x="0" y="0"/>
                </a:moveTo>
                <a:lnTo>
                  <a:pt x="383480" y="0"/>
                </a:lnTo>
                <a:lnTo>
                  <a:pt x="38348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BBED6E-EA24-497A-AFB5-56CCEADB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736" y="2192188"/>
            <a:ext cx="1502400" cy="8755"/>
          </a:xfrm>
          <a:custGeom xmlns:a="http://schemas.openxmlformats.org/drawingml/2006/main">
            <a:pathLst>
              <a:path w="1502400" h="8755">
                <a:moveTo>
                  <a:pt x="0" y="0"/>
                </a:moveTo>
                <a:lnTo>
                  <a:pt x="1502400" y="0"/>
                </a:lnTo>
                <a:lnTo>
                  <a:pt x="1502400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9510AC-CB41-450A-94A0-1F525FD6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736" y="2523137"/>
            <a:ext cx="1502400" cy="8755"/>
          </a:xfrm>
          <a:custGeom xmlns:a="http://schemas.openxmlformats.org/drawingml/2006/main">
            <a:pathLst>
              <a:path w="1502400" h="8755">
                <a:moveTo>
                  <a:pt x="0" y="0"/>
                </a:moveTo>
                <a:lnTo>
                  <a:pt x="1502400" y="0"/>
                </a:lnTo>
                <a:lnTo>
                  <a:pt x="1502400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E614D-E0C5-491A-8465-25B99680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358" y="2196566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0BF09-9B1F-4092-A932-77A04AC9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263" y="2196566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A4854-A042-46EE-AFBC-9236AD3A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811" y="2196566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AA686-199F-43B3-92BF-74AF6664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53" y="2196566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924BF-0A03-40F0-B23B-929034CC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758" y="2196566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AFDAD-15F8-4726-AB50-47AAE9DF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736" y="2854085"/>
            <a:ext cx="1502400" cy="8755"/>
          </a:xfrm>
          <a:custGeom xmlns:a="http://schemas.openxmlformats.org/drawingml/2006/main">
            <a:pathLst>
              <a:path w="1502400" h="8755">
                <a:moveTo>
                  <a:pt x="0" y="0"/>
                </a:moveTo>
                <a:lnTo>
                  <a:pt x="1502400" y="0"/>
                </a:lnTo>
                <a:lnTo>
                  <a:pt x="1502400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BBCB0-4200-460A-9620-E892E3C2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736" y="3185033"/>
            <a:ext cx="1502400" cy="8755"/>
          </a:xfrm>
          <a:custGeom xmlns:a="http://schemas.openxmlformats.org/drawingml/2006/main">
            <a:pathLst>
              <a:path w="1502400" h="8755">
                <a:moveTo>
                  <a:pt x="0" y="0"/>
                </a:moveTo>
                <a:lnTo>
                  <a:pt x="1502400" y="0"/>
                </a:lnTo>
                <a:lnTo>
                  <a:pt x="1502400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5860D7-7386-4672-8273-6DAE737E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736" y="3515981"/>
            <a:ext cx="1502400" cy="8755"/>
          </a:xfrm>
          <a:custGeom xmlns:a="http://schemas.openxmlformats.org/drawingml/2006/main">
            <a:pathLst>
              <a:path w="1502400" h="8755">
                <a:moveTo>
                  <a:pt x="0" y="0"/>
                </a:moveTo>
                <a:lnTo>
                  <a:pt x="1502400" y="0"/>
                </a:lnTo>
                <a:lnTo>
                  <a:pt x="1502400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4">
            <a:extLst xmlns:a="http://schemas.openxmlformats.org/drawingml/2006/main">
              <a:ext uri="{FF2B5EF4-FFF2-40B4-BE49-F238E27FC236}">
                <a16:creationId xmlns:a16="http://schemas.microsoft.com/office/drawing/2014/main" id="{A7427808-D40D-40E1-936E-B2C67A76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668" y="2312226"/>
            <a:ext cx="67525" cy="101470"/>
          </a:xfrm>
          <a:custGeom xmlns:a="http://schemas.openxmlformats.org/drawingml/2006/main">
            <a:pathLst>
              <a:path w="67525" h="101470">
                <a:moveTo>
                  <a:pt x="67525" y="64812"/>
                </a:moveTo>
                <a:lnTo>
                  <a:pt x="67525" y="75223"/>
                </a:lnTo>
                <a:lnTo>
                  <a:pt x="54181" y="75223"/>
                </a:lnTo>
                <a:lnTo>
                  <a:pt x="54181" y="101470"/>
                </a:lnTo>
                <a:lnTo>
                  <a:pt x="42084" y="101470"/>
                </a:lnTo>
                <a:lnTo>
                  <a:pt x="42084" y="75223"/>
                </a:lnTo>
                <a:lnTo>
                  <a:pt x="0" y="75223"/>
                </a:lnTo>
                <a:lnTo>
                  <a:pt x="0" y="65838"/>
                </a:lnTo>
                <a:lnTo>
                  <a:pt x="46116" y="0"/>
                </a:lnTo>
                <a:lnTo>
                  <a:pt x="54181" y="0"/>
                </a:lnTo>
                <a:lnTo>
                  <a:pt x="54181" y="64812"/>
                </a:lnTo>
                <a:lnTo>
                  <a:pt x="67525" y="64812"/>
                </a:lnTo>
                <a:moveTo>
                  <a:pt x="42084" y="64812"/>
                </a:moveTo>
                <a:lnTo>
                  <a:pt x="42084" y="15497"/>
                </a:lnTo>
                <a:lnTo>
                  <a:pt x="7185" y="64812"/>
                </a:lnTo>
                <a:lnTo>
                  <a:pt x="42084" y="64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0">
            <a:extLst xmlns:a="http://schemas.openxmlformats.org/drawingml/2006/main">
              <a:ext uri="{FF2B5EF4-FFF2-40B4-BE49-F238E27FC236}">
                <a16:creationId xmlns:a16="http://schemas.microsoft.com/office/drawing/2014/main" id="{2DBFB064-8526-40CB-8E5D-BBC7337C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974" y="2312226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2">
            <a:extLst xmlns:a="http://schemas.openxmlformats.org/drawingml/2006/main">
              <a:ext uri="{FF2B5EF4-FFF2-40B4-BE49-F238E27FC236}">
                <a16:creationId xmlns:a16="http://schemas.microsoft.com/office/drawing/2014/main" id="{22E37D78-B986-44E5-B6AF-70A992A2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070" y="2312226"/>
            <a:ext cx="65618" cy="101470"/>
          </a:xfrm>
          <a:custGeom xmlns:a="http://schemas.openxmlformats.org/drawingml/2006/main">
            <a:pathLst>
              <a:path w="65618" h="101470">
                <a:moveTo>
                  <a:pt x="65618" y="82115"/>
                </a:moveTo>
                <a:lnTo>
                  <a:pt x="58653" y="101470"/>
                </a:lnTo>
                <a:lnTo>
                  <a:pt x="0" y="101470"/>
                </a:lnTo>
                <a:lnTo>
                  <a:pt x="0" y="98703"/>
                </a:lnTo>
                <a:cubicBezTo>
                  <a:pt x="17254" y="82981"/>
                  <a:pt x="29400" y="70140"/>
                  <a:pt x="36438" y="60179"/>
                </a:cubicBezTo>
                <a:cubicBezTo>
                  <a:pt x="43477" y="50217"/>
                  <a:pt x="46996" y="41106"/>
                  <a:pt x="46996" y="32846"/>
                </a:cubicBezTo>
                <a:cubicBezTo>
                  <a:pt x="46996" y="26562"/>
                  <a:pt x="45065" y="21399"/>
                  <a:pt x="41204" y="17355"/>
                </a:cubicBezTo>
                <a:cubicBezTo>
                  <a:pt x="37343" y="13312"/>
                  <a:pt x="32724" y="11291"/>
                  <a:pt x="27347" y="11291"/>
                </a:cubicBezTo>
                <a:cubicBezTo>
                  <a:pt x="22459" y="11291"/>
                  <a:pt x="18073" y="12708"/>
                  <a:pt x="14187" y="15543"/>
                </a:cubicBezTo>
                <a:cubicBezTo>
                  <a:pt x="10301" y="18377"/>
                  <a:pt x="7429" y="22531"/>
                  <a:pt x="5572" y="28007"/>
                </a:cubicBezTo>
                <a:lnTo>
                  <a:pt x="2859" y="28007"/>
                </a:lnTo>
                <a:cubicBezTo>
                  <a:pt x="4081" y="18987"/>
                  <a:pt x="7222" y="12065"/>
                  <a:pt x="12281" y="7240"/>
                </a:cubicBezTo>
                <a:cubicBezTo>
                  <a:pt x="17339" y="2413"/>
                  <a:pt x="23657" y="0"/>
                  <a:pt x="31233" y="0"/>
                </a:cubicBezTo>
                <a:cubicBezTo>
                  <a:pt x="39298" y="0"/>
                  <a:pt x="46031" y="2591"/>
                  <a:pt x="51432" y="7772"/>
                </a:cubicBezTo>
                <a:cubicBezTo>
                  <a:pt x="56833" y="12953"/>
                  <a:pt x="59533" y="19062"/>
                  <a:pt x="59533" y="26101"/>
                </a:cubicBezTo>
                <a:cubicBezTo>
                  <a:pt x="59533" y="31135"/>
                  <a:pt x="58360" y="36170"/>
                  <a:pt x="56014" y="41204"/>
                </a:cubicBezTo>
                <a:cubicBezTo>
                  <a:pt x="52397" y="49122"/>
                  <a:pt x="46532" y="57505"/>
                  <a:pt x="38418" y="66352"/>
                </a:cubicBezTo>
                <a:cubicBezTo>
                  <a:pt x="26247" y="79619"/>
                  <a:pt x="18647" y="87561"/>
                  <a:pt x="15616" y="90179"/>
                </a:cubicBezTo>
                <a:lnTo>
                  <a:pt x="41571" y="90179"/>
                </a:lnTo>
                <a:cubicBezTo>
                  <a:pt x="46849" y="90179"/>
                  <a:pt x="50552" y="89984"/>
                  <a:pt x="52678" y="89593"/>
                </a:cubicBezTo>
                <a:cubicBezTo>
                  <a:pt x="54804" y="89202"/>
                  <a:pt x="56723" y="88408"/>
                  <a:pt x="58433" y="87210"/>
                </a:cubicBezTo>
                <a:cubicBezTo>
                  <a:pt x="60144" y="86013"/>
                  <a:pt x="61635" y="84314"/>
                  <a:pt x="62906" y="82115"/>
                </a:cubicBezTo>
                <a:lnTo>
                  <a:pt x="65618" y="82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5">
            <a:extLst xmlns:a="http://schemas.openxmlformats.org/drawingml/2006/main">
              <a:ext uri="{FF2B5EF4-FFF2-40B4-BE49-F238E27FC236}">
                <a16:creationId xmlns:a16="http://schemas.microsoft.com/office/drawing/2014/main" id="{3405BE17-EB9D-46CF-85E5-ACB01049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002" y="2314279"/>
            <a:ext cx="57993" cy="101177"/>
          </a:xfrm>
          <a:custGeom xmlns:a="http://schemas.openxmlformats.org/drawingml/2006/main">
            <a:pathLst>
              <a:path w="57993" h="101177">
                <a:moveTo>
                  <a:pt x="57993" y="0"/>
                </a:moveTo>
                <a:lnTo>
                  <a:pt x="52275" y="12464"/>
                </a:lnTo>
                <a:lnTo>
                  <a:pt x="22362" y="12464"/>
                </a:lnTo>
                <a:lnTo>
                  <a:pt x="15836" y="25642"/>
                </a:lnTo>
                <a:cubicBezTo>
                  <a:pt x="28789" y="27553"/>
                  <a:pt x="39053" y="32378"/>
                  <a:pt x="46629" y="40118"/>
                </a:cubicBezTo>
                <a:cubicBezTo>
                  <a:pt x="53130" y="46779"/>
                  <a:pt x="56380" y="54616"/>
                  <a:pt x="56380" y="63630"/>
                </a:cubicBezTo>
                <a:cubicBezTo>
                  <a:pt x="56380" y="68872"/>
                  <a:pt x="55317" y="73721"/>
                  <a:pt x="53191" y="78178"/>
                </a:cubicBezTo>
                <a:cubicBezTo>
                  <a:pt x="51065" y="82635"/>
                  <a:pt x="48389" y="86432"/>
                  <a:pt x="45163" y="89568"/>
                </a:cubicBezTo>
                <a:cubicBezTo>
                  <a:pt x="41937" y="92702"/>
                  <a:pt x="38345" y="95225"/>
                  <a:pt x="34385" y="97135"/>
                </a:cubicBezTo>
                <a:cubicBezTo>
                  <a:pt x="28765" y="99830"/>
                  <a:pt x="22997" y="101177"/>
                  <a:pt x="17083" y="101177"/>
                </a:cubicBezTo>
                <a:cubicBezTo>
                  <a:pt x="11120" y="101177"/>
                  <a:pt x="6782" y="100163"/>
                  <a:pt x="4069" y="98134"/>
                </a:cubicBezTo>
                <a:cubicBezTo>
                  <a:pt x="1356" y="96106"/>
                  <a:pt x="0" y="93870"/>
                  <a:pt x="0" y="91426"/>
                </a:cubicBezTo>
                <a:cubicBezTo>
                  <a:pt x="0" y="90057"/>
                  <a:pt x="562" y="88848"/>
                  <a:pt x="1686" y="87797"/>
                </a:cubicBezTo>
                <a:cubicBezTo>
                  <a:pt x="2810" y="86746"/>
                  <a:pt x="4228" y="86220"/>
                  <a:pt x="5939" y="86220"/>
                </a:cubicBezTo>
                <a:cubicBezTo>
                  <a:pt x="7209" y="86220"/>
                  <a:pt x="8321" y="86416"/>
                  <a:pt x="9275" y="86807"/>
                </a:cubicBezTo>
                <a:cubicBezTo>
                  <a:pt x="10228" y="87198"/>
                  <a:pt x="11853" y="88200"/>
                  <a:pt x="14150" y="89813"/>
                </a:cubicBezTo>
                <a:cubicBezTo>
                  <a:pt x="17816" y="92355"/>
                  <a:pt x="21531" y="93650"/>
                  <a:pt x="25294" y="93699"/>
                </a:cubicBezTo>
                <a:cubicBezTo>
                  <a:pt x="31013" y="93699"/>
                  <a:pt x="36035" y="91530"/>
                  <a:pt x="40361" y="87194"/>
                </a:cubicBezTo>
                <a:cubicBezTo>
                  <a:pt x="44686" y="82856"/>
                  <a:pt x="46849" y="77575"/>
                  <a:pt x="46849" y="71351"/>
                </a:cubicBezTo>
                <a:cubicBezTo>
                  <a:pt x="46849" y="65324"/>
                  <a:pt x="44919" y="59700"/>
                  <a:pt x="41057" y="54481"/>
                </a:cubicBezTo>
                <a:cubicBezTo>
                  <a:pt x="37196" y="49260"/>
                  <a:pt x="31868" y="45229"/>
                  <a:pt x="25074" y="42386"/>
                </a:cubicBezTo>
                <a:cubicBezTo>
                  <a:pt x="19747" y="40182"/>
                  <a:pt x="12488" y="38908"/>
                  <a:pt x="3299" y="38565"/>
                </a:cubicBezTo>
                <a:lnTo>
                  <a:pt x="22362" y="0"/>
                </a:lnTo>
                <a:lnTo>
                  <a:pt x="579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6">
            <a:extLst xmlns:a="http://schemas.openxmlformats.org/drawingml/2006/main">
              <a:ext uri="{FF2B5EF4-FFF2-40B4-BE49-F238E27FC236}">
                <a16:creationId xmlns:a16="http://schemas.microsoft.com/office/drawing/2014/main" id="{A5D3F519-334E-4C1B-951C-B07DAB71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774" y="2643174"/>
            <a:ext cx="62832" cy="103230"/>
          </a:xfrm>
          <a:custGeom xmlns:a="http://schemas.openxmlformats.org/drawingml/2006/main">
            <a:pathLst>
              <a:path w="62832" h="103230">
                <a:moveTo>
                  <a:pt x="60853" y="0"/>
                </a:moveTo>
                <a:lnTo>
                  <a:pt x="60853" y="2933"/>
                </a:lnTo>
                <a:cubicBezTo>
                  <a:pt x="54401" y="3563"/>
                  <a:pt x="49134" y="4838"/>
                  <a:pt x="45053" y="6757"/>
                </a:cubicBezTo>
                <a:cubicBezTo>
                  <a:pt x="40972" y="8674"/>
                  <a:pt x="36939" y="11599"/>
                  <a:pt x="32956" y="15532"/>
                </a:cubicBezTo>
                <a:cubicBezTo>
                  <a:pt x="28972" y="19463"/>
                  <a:pt x="25673" y="23845"/>
                  <a:pt x="23058" y="28676"/>
                </a:cubicBezTo>
                <a:cubicBezTo>
                  <a:pt x="20443" y="33506"/>
                  <a:pt x="18256" y="39247"/>
                  <a:pt x="16496" y="45899"/>
                </a:cubicBezTo>
                <a:cubicBezTo>
                  <a:pt x="23535" y="41009"/>
                  <a:pt x="30597" y="38565"/>
                  <a:pt x="37685" y="38565"/>
                </a:cubicBezTo>
                <a:cubicBezTo>
                  <a:pt x="44479" y="38565"/>
                  <a:pt x="50369" y="41308"/>
                  <a:pt x="55354" y="46794"/>
                </a:cubicBezTo>
                <a:cubicBezTo>
                  <a:pt x="60340" y="52281"/>
                  <a:pt x="62832" y="59335"/>
                  <a:pt x="62832" y="67958"/>
                </a:cubicBezTo>
                <a:cubicBezTo>
                  <a:pt x="62832" y="76285"/>
                  <a:pt x="60315" y="83879"/>
                  <a:pt x="55281" y="90738"/>
                </a:cubicBezTo>
                <a:cubicBezTo>
                  <a:pt x="49220" y="99066"/>
                  <a:pt x="41204" y="103230"/>
                  <a:pt x="31233" y="103230"/>
                </a:cubicBezTo>
                <a:cubicBezTo>
                  <a:pt x="24439" y="103230"/>
                  <a:pt x="18671" y="100981"/>
                  <a:pt x="13930" y="96485"/>
                </a:cubicBezTo>
                <a:cubicBezTo>
                  <a:pt x="4643" y="87736"/>
                  <a:pt x="0" y="76396"/>
                  <a:pt x="0" y="62466"/>
                </a:cubicBezTo>
                <a:cubicBezTo>
                  <a:pt x="0" y="53570"/>
                  <a:pt x="1784" y="45114"/>
                  <a:pt x="5352" y="37098"/>
                </a:cubicBezTo>
                <a:cubicBezTo>
                  <a:pt x="8920" y="29082"/>
                  <a:pt x="14016" y="21971"/>
                  <a:pt x="20639" y="15763"/>
                </a:cubicBezTo>
                <a:cubicBezTo>
                  <a:pt x="27262" y="9556"/>
                  <a:pt x="33603" y="5377"/>
                  <a:pt x="39664" y="3226"/>
                </a:cubicBezTo>
                <a:cubicBezTo>
                  <a:pt x="45725" y="1075"/>
                  <a:pt x="51371" y="0"/>
                  <a:pt x="56600" y="0"/>
                </a:cubicBezTo>
                <a:lnTo>
                  <a:pt x="60853" y="0"/>
                </a:lnTo>
                <a:moveTo>
                  <a:pt x="15250" y="51257"/>
                </a:moveTo>
                <a:cubicBezTo>
                  <a:pt x="14370" y="57865"/>
                  <a:pt x="13930" y="63200"/>
                  <a:pt x="13930" y="67261"/>
                </a:cubicBezTo>
                <a:cubicBezTo>
                  <a:pt x="13930" y="71960"/>
                  <a:pt x="14798" y="77062"/>
                  <a:pt x="16533" y="82568"/>
                </a:cubicBezTo>
                <a:cubicBezTo>
                  <a:pt x="18268" y="88075"/>
                  <a:pt x="20846" y="92443"/>
                  <a:pt x="24268" y="95674"/>
                </a:cubicBezTo>
                <a:cubicBezTo>
                  <a:pt x="26761" y="97974"/>
                  <a:pt x="29791" y="99124"/>
                  <a:pt x="33359" y="99124"/>
                </a:cubicBezTo>
                <a:cubicBezTo>
                  <a:pt x="37611" y="99124"/>
                  <a:pt x="41412" y="97118"/>
                  <a:pt x="44760" y="93105"/>
                </a:cubicBezTo>
                <a:cubicBezTo>
                  <a:pt x="48108" y="89091"/>
                  <a:pt x="49782" y="83364"/>
                  <a:pt x="49782" y="75924"/>
                </a:cubicBezTo>
                <a:cubicBezTo>
                  <a:pt x="49782" y="67555"/>
                  <a:pt x="48120" y="60312"/>
                  <a:pt x="44796" y="54195"/>
                </a:cubicBezTo>
                <a:cubicBezTo>
                  <a:pt x="41473" y="48076"/>
                  <a:pt x="36756" y="45016"/>
                  <a:pt x="30646" y="45016"/>
                </a:cubicBezTo>
                <a:cubicBezTo>
                  <a:pt x="28789" y="45016"/>
                  <a:pt x="26797" y="45408"/>
                  <a:pt x="24671" y="46192"/>
                </a:cubicBezTo>
                <a:cubicBezTo>
                  <a:pt x="22545" y="46974"/>
                  <a:pt x="19404" y="48662"/>
                  <a:pt x="15250" y="512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2">
            <a:extLst xmlns:a="http://schemas.openxmlformats.org/drawingml/2006/main">
              <a:ext uri="{FF2B5EF4-FFF2-40B4-BE49-F238E27FC236}">
                <a16:creationId xmlns:a16="http://schemas.microsoft.com/office/drawing/2014/main" id="{094B505C-BD58-45D2-B45C-72617638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774" y="2643174"/>
            <a:ext cx="65618" cy="101470"/>
          </a:xfrm>
          <a:custGeom xmlns:a="http://schemas.openxmlformats.org/drawingml/2006/main">
            <a:pathLst>
              <a:path w="65618" h="101470">
                <a:moveTo>
                  <a:pt x="65618" y="82115"/>
                </a:moveTo>
                <a:lnTo>
                  <a:pt x="58653" y="101470"/>
                </a:lnTo>
                <a:lnTo>
                  <a:pt x="0" y="101470"/>
                </a:lnTo>
                <a:lnTo>
                  <a:pt x="0" y="98703"/>
                </a:lnTo>
                <a:cubicBezTo>
                  <a:pt x="17254" y="82981"/>
                  <a:pt x="29400" y="70140"/>
                  <a:pt x="36438" y="60179"/>
                </a:cubicBezTo>
                <a:cubicBezTo>
                  <a:pt x="43477" y="50217"/>
                  <a:pt x="46996" y="41106"/>
                  <a:pt x="46996" y="32846"/>
                </a:cubicBezTo>
                <a:cubicBezTo>
                  <a:pt x="46996" y="26562"/>
                  <a:pt x="45065" y="21399"/>
                  <a:pt x="41204" y="17355"/>
                </a:cubicBezTo>
                <a:cubicBezTo>
                  <a:pt x="37343" y="13312"/>
                  <a:pt x="32724" y="11291"/>
                  <a:pt x="27347" y="11291"/>
                </a:cubicBezTo>
                <a:cubicBezTo>
                  <a:pt x="22459" y="11291"/>
                  <a:pt x="18073" y="12708"/>
                  <a:pt x="14187" y="15543"/>
                </a:cubicBezTo>
                <a:cubicBezTo>
                  <a:pt x="10301" y="18377"/>
                  <a:pt x="7429" y="22531"/>
                  <a:pt x="5572" y="28007"/>
                </a:cubicBezTo>
                <a:lnTo>
                  <a:pt x="2859" y="28007"/>
                </a:lnTo>
                <a:cubicBezTo>
                  <a:pt x="4081" y="18987"/>
                  <a:pt x="7222" y="12065"/>
                  <a:pt x="12281" y="7240"/>
                </a:cubicBezTo>
                <a:cubicBezTo>
                  <a:pt x="17339" y="2413"/>
                  <a:pt x="23657" y="0"/>
                  <a:pt x="31233" y="0"/>
                </a:cubicBezTo>
                <a:cubicBezTo>
                  <a:pt x="39298" y="0"/>
                  <a:pt x="46031" y="2591"/>
                  <a:pt x="51432" y="7772"/>
                </a:cubicBezTo>
                <a:cubicBezTo>
                  <a:pt x="56833" y="12953"/>
                  <a:pt x="59533" y="19062"/>
                  <a:pt x="59533" y="26101"/>
                </a:cubicBezTo>
                <a:cubicBezTo>
                  <a:pt x="59533" y="31135"/>
                  <a:pt x="58360" y="36170"/>
                  <a:pt x="56014" y="41204"/>
                </a:cubicBezTo>
                <a:cubicBezTo>
                  <a:pt x="52397" y="49122"/>
                  <a:pt x="46532" y="57505"/>
                  <a:pt x="38418" y="66352"/>
                </a:cubicBezTo>
                <a:cubicBezTo>
                  <a:pt x="26247" y="79619"/>
                  <a:pt x="18647" y="87561"/>
                  <a:pt x="15616" y="90179"/>
                </a:cubicBezTo>
                <a:lnTo>
                  <a:pt x="41571" y="90179"/>
                </a:lnTo>
                <a:cubicBezTo>
                  <a:pt x="46849" y="90179"/>
                  <a:pt x="50552" y="89984"/>
                  <a:pt x="52678" y="89593"/>
                </a:cubicBezTo>
                <a:cubicBezTo>
                  <a:pt x="54804" y="89202"/>
                  <a:pt x="56723" y="88408"/>
                  <a:pt x="58433" y="87210"/>
                </a:cubicBezTo>
                <a:cubicBezTo>
                  <a:pt x="60144" y="86013"/>
                  <a:pt x="61635" y="84314"/>
                  <a:pt x="62906" y="82115"/>
                </a:cubicBezTo>
                <a:lnTo>
                  <a:pt x="65618" y="82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8">
            <a:extLst xmlns:a="http://schemas.openxmlformats.org/drawingml/2006/main">
              <a:ext uri="{FF2B5EF4-FFF2-40B4-BE49-F238E27FC236}">
                <a16:creationId xmlns:a16="http://schemas.microsoft.com/office/drawing/2014/main" id="{471D5C4F-4C29-4F4A-AE42-C86C49BB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935" y="2643174"/>
            <a:ext cx="57334" cy="103230"/>
          </a:xfrm>
          <a:custGeom xmlns:a="http://schemas.openxmlformats.org/drawingml/2006/main">
            <a:pathLst>
              <a:path w="57334" h="103230">
                <a:moveTo>
                  <a:pt x="19722" y="51395"/>
                </a:moveTo>
                <a:cubicBezTo>
                  <a:pt x="11853" y="44943"/>
                  <a:pt x="6782" y="39762"/>
                  <a:pt x="4509" y="35852"/>
                </a:cubicBezTo>
                <a:cubicBezTo>
                  <a:pt x="2236" y="31942"/>
                  <a:pt x="1100" y="27885"/>
                  <a:pt x="1100" y="23681"/>
                </a:cubicBezTo>
                <a:cubicBezTo>
                  <a:pt x="1100" y="17229"/>
                  <a:pt x="3593" y="11670"/>
                  <a:pt x="8578" y="7002"/>
                </a:cubicBezTo>
                <a:cubicBezTo>
                  <a:pt x="13564" y="2334"/>
                  <a:pt x="20187" y="0"/>
                  <a:pt x="28447" y="0"/>
                </a:cubicBezTo>
                <a:cubicBezTo>
                  <a:pt x="36463" y="0"/>
                  <a:pt x="42915" y="2175"/>
                  <a:pt x="47802" y="6525"/>
                </a:cubicBezTo>
                <a:cubicBezTo>
                  <a:pt x="52690" y="10875"/>
                  <a:pt x="55134" y="15836"/>
                  <a:pt x="55134" y="21408"/>
                </a:cubicBezTo>
                <a:cubicBezTo>
                  <a:pt x="55134" y="25123"/>
                  <a:pt x="53814" y="28911"/>
                  <a:pt x="51175" y="32773"/>
                </a:cubicBezTo>
                <a:cubicBezTo>
                  <a:pt x="48536" y="36634"/>
                  <a:pt x="43037" y="41180"/>
                  <a:pt x="34679" y="46409"/>
                </a:cubicBezTo>
                <a:cubicBezTo>
                  <a:pt x="43281" y="53057"/>
                  <a:pt x="48976" y="58287"/>
                  <a:pt x="51762" y="62099"/>
                </a:cubicBezTo>
                <a:cubicBezTo>
                  <a:pt x="55476" y="67085"/>
                  <a:pt x="57334" y="72339"/>
                  <a:pt x="57334" y="77862"/>
                </a:cubicBezTo>
                <a:cubicBezTo>
                  <a:pt x="57334" y="84852"/>
                  <a:pt x="54670" y="90827"/>
                  <a:pt x="49342" y="95788"/>
                </a:cubicBezTo>
                <a:cubicBezTo>
                  <a:pt x="44014" y="100749"/>
                  <a:pt x="37025" y="103230"/>
                  <a:pt x="28374" y="103230"/>
                </a:cubicBezTo>
                <a:cubicBezTo>
                  <a:pt x="18940" y="103230"/>
                  <a:pt x="11584" y="100273"/>
                  <a:pt x="6305" y="94359"/>
                </a:cubicBezTo>
                <a:cubicBezTo>
                  <a:pt x="2102" y="89617"/>
                  <a:pt x="0" y="84436"/>
                  <a:pt x="0" y="78815"/>
                </a:cubicBezTo>
                <a:cubicBezTo>
                  <a:pt x="0" y="74416"/>
                  <a:pt x="1479" y="70054"/>
                  <a:pt x="4436" y="65728"/>
                </a:cubicBezTo>
                <a:cubicBezTo>
                  <a:pt x="7393" y="61403"/>
                  <a:pt x="12488" y="56625"/>
                  <a:pt x="19722" y="51395"/>
                </a:cubicBezTo>
                <a:moveTo>
                  <a:pt x="31233" y="43550"/>
                </a:moveTo>
                <a:cubicBezTo>
                  <a:pt x="37098" y="38251"/>
                  <a:pt x="40813" y="34069"/>
                  <a:pt x="42377" y="31004"/>
                </a:cubicBezTo>
                <a:cubicBezTo>
                  <a:pt x="43941" y="27937"/>
                  <a:pt x="44723" y="24466"/>
                  <a:pt x="44723" y="20591"/>
                </a:cubicBezTo>
                <a:cubicBezTo>
                  <a:pt x="44723" y="15438"/>
                  <a:pt x="43281" y="11403"/>
                  <a:pt x="40397" y="8484"/>
                </a:cubicBezTo>
                <a:cubicBezTo>
                  <a:pt x="37514" y="5565"/>
                  <a:pt x="33579" y="4106"/>
                  <a:pt x="28593" y="4106"/>
                </a:cubicBezTo>
                <a:cubicBezTo>
                  <a:pt x="23608" y="4106"/>
                  <a:pt x="19551" y="5553"/>
                  <a:pt x="16423" y="8447"/>
                </a:cubicBezTo>
                <a:cubicBezTo>
                  <a:pt x="13295" y="11342"/>
                  <a:pt x="11731" y="14727"/>
                  <a:pt x="11731" y="18604"/>
                </a:cubicBezTo>
                <a:cubicBezTo>
                  <a:pt x="11731" y="21155"/>
                  <a:pt x="12378" y="23706"/>
                  <a:pt x="13674" y="26257"/>
                </a:cubicBezTo>
                <a:cubicBezTo>
                  <a:pt x="14969" y="28807"/>
                  <a:pt x="16814" y="31236"/>
                  <a:pt x="19209" y="33542"/>
                </a:cubicBezTo>
                <a:lnTo>
                  <a:pt x="31233" y="43550"/>
                </a:lnTo>
                <a:moveTo>
                  <a:pt x="23168" y="54181"/>
                </a:moveTo>
                <a:cubicBezTo>
                  <a:pt x="19111" y="57592"/>
                  <a:pt x="16105" y="61307"/>
                  <a:pt x="14150" y="65327"/>
                </a:cubicBezTo>
                <a:cubicBezTo>
                  <a:pt x="12195" y="69346"/>
                  <a:pt x="11217" y="73694"/>
                  <a:pt x="11217" y="78371"/>
                </a:cubicBezTo>
                <a:cubicBezTo>
                  <a:pt x="11217" y="84655"/>
                  <a:pt x="12940" y="89685"/>
                  <a:pt x="16386" y="93460"/>
                </a:cubicBezTo>
                <a:cubicBezTo>
                  <a:pt x="19832" y="97236"/>
                  <a:pt x="24219" y="99124"/>
                  <a:pt x="29547" y="99124"/>
                </a:cubicBezTo>
                <a:cubicBezTo>
                  <a:pt x="34825" y="99124"/>
                  <a:pt x="39053" y="97639"/>
                  <a:pt x="42230" y="94668"/>
                </a:cubicBezTo>
                <a:cubicBezTo>
                  <a:pt x="45407" y="91695"/>
                  <a:pt x="46996" y="88090"/>
                  <a:pt x="46996" y="83851"/>
                </a:cubicBezTo>
                <a:cubicBezTo>
                  <a:pt x="46996" y="80343"/>
                  <a:pt x="46067" y="77200"/>
                  <a:pt x="44210" y="74423"/>
                </a:cubicBezTo>
                <a:cubicBezTo>
                  <a:pt x="40740" y="69259"/>
                  <a:pt x="33726" y="62512"/>
                  <a:pt x="23168" y="541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0">
            <a:extLst xmlns:a="http://schemas.openxmlformats.org/drawingml/2006/main">
              <a:ext uri="{FF2B5EF4-FFF2-40B4-BE49-F238E27FC236}">
                <a16:creationId xmlns:a16="http://schemas.microsoft.com/office/drawing/2014/main" id="{1D515823-98C1-493F-A7A7-69BFE5BD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243" y="2643174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4">
            <a:extLst xmlns:a="http://schemas.openxmlformats.org/drawingml/2006/main">
              <a:ext uri="{FF2B5EF4-FFF2-40B4-BE49-F238E27FC236}">
                <a16:creationId xmlns:a16="http://schemas.microsoft.com/office/drawing/2014/main" id="{DAE8E9EE-DFB6-42EE-BA16-96DFE51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668" y="2974122"/>
            <a:ext cx="67525" cy="101470"/>
          </a:xfrm>
          <a:custGeom xmlns:a="http://schemas.openxmlformats.org/drawingml/2006/main">
            <a:pathLst>
              <a:path w="67525" h="101470">
                <a:moveTo>
                  <a:pt x="67525" y="64812"/>
                </a:moveTo>
                <a:lnTo>
                  <a:pt x="67525" y="75223"/>
                </a:lnTo>
                <a:lnTo>
                  <a:pt x="54181" y="75223"/>
                </a:lnTo>
                <a:lnTo>
                  <a:pt x="54181" y="101470"/>
                </a:lnTo>
                <a:lnTo>
                  <a:pt x="42084" y="101470"/>
                </a:lnTo>
                <a:lnTo>
                  <a:pt x="42084" y="75223"/>
                </a:lnTo>
                <a:lnTo>
                  <a:pt x="0" y="75223"/>
                </a:lnTo>
                <a:lnTo>
                  <a:pt x="0" y="65838"/>
                </a:lnTo>
                <a:lnTo>
                  <a:pt x="46116" y="0"/>
                </a:lnTo>
                <a:lnTo>
                  <a:pt x="54181" y="0"/>
                </a:lnTo>
                <a:lnTo>
                  <a:pt x="54181" y="64812"/>
                </a:lnTo>
                <a:lnTo>
                  <a:pt x="67525" y="64812"/>
                </a:lnTo>
                <a:moveTo>
                  <a:pt x="42084" y="64812"/>
                </a:moveTo>
                <a:lnTo>
                  <a:pt x="42084" y="15497"/>
                </a:lnTo>
                <a:lnTo>
                  <a:pt x="7185" y="64812"/>
                </a:lnTo>
                <a:lnTo>
                  <a:pt x="42084" y="64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3">
            <a:extLst xmlns:a="http://schemas.openxmlformats.org/drawingml/2006/main">
              <a:ext uri="{FF2B5EF4-FFF2-40B4-BE49-F238E27FC236}">
                <a16:creationId xmlns:a16="http://schemas.microsoft.com/office/drawing/2014/main" id="{5C3506FC-C85C-4829-AE25-295E4AB9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634" y="2974122"/>
            <a:ext cx="56527" cy="103230"/>
          </a:xfrm>
          <a:custGeom xmlns:a="http://schemas.openxmlformats.org/drawingml/2006/main">
            <a:pathLst>
              <a:path w="56527" h="103230">
                <a:moveTo>
                  <a:pt x="1540" y="20969"/>
                </a:moveTo>
                <a:cubicBezTo>
                  <a:pt x="4375" y="14272"/>
                  <a:pt x="7955" y="9103"/>
                  <a:pt x="12281" y="5462"/>
                </a:cubicBezTo>
                <a:cubicBezTo>
                  <a:pt x="16606" y="1821"/>
                  <a:pt x="21995" y="0"/>
                  <a:pt x="28447" y="0"/>
                </a:cubicBezTo>
                <a:cubicBezTo>
                  <a:pt x="36414" y="0"/>
                  <a:pt x="42524" y="2591"/>
                  <a:pt x="46776" y="7772"/>
                </a:cubicBezTo>
                <a:cubicBezTo>
                  <a:pt x="50002" y="11633"/>
                  <a:pt x="51615" y="15763"/>
                  <a:pt x="51615" y="20162"/>
                </a:cubicBezTo>
                <a:cubicBezTo>
                  <a:pt x="51615" y="27396"/>
                  <a:pt x="47069" y="34874"/>
                  <a:pt x="37978" y="42597"/>
                </a:cubicBezTo>
                <a:cubicBezTo>
                  <a:pt x="44088" y="44992"/>
                  <a:pt x="48707" y="48413"/>
                  <a:pt x="51835" y="52861"/>
                </a:cubicBezTo>
                <a:cubicBezTo>
                  <a:pt x="54963" y="57309"/>
                  <a:pt x="56527" y="62539"/>
                  <a:pt x="56527" y="68551"/>
                </a:cubicBezTo>
                <a:cubicBezTo>
                  <a:pt x="56527" y="77154"/>
                  <a:pt x="53790" y="84607"/>
                  <a:pt x="48316" y="90913"/>
                </a:cubicBezTo>
                <a:cubicBezTo>
                  <a:pt x="41180" y="99124"/>
                  <a:pt x="30842" y="103230"/>
                  <a:pt x="17303" y="103230"/>
                </a:cubicBezTo>
                <a:cubicBezTo>
                  <a:pt x="10606" y="103230"/>
                  <a:pt x="6049" y="102399"/>
                  <a:pt x="3629" y="100737"/>
                </a:cubicBezTo>
                <a:cubicBezTo>
                  <a:pt x="1210" y="99075"/>
                  <a:pt x="0" y="97291"/>
                  <a:pt x="0" y="95385"/>
                </a:cubicBezTo>
                <a:cubicBezTo>
                  <a:pt x="0" y="93967"/>
                  <a:pt x="574" y="92721"/>
                  <a:pt x="1723" y="91646"/>
                </a:cubicBezTo>
                <a:cubicBezTo>
                  <a:pt x="2872" y="90570"/>
                  <a:pt x="4252" y="90033"/>
                  <a:pt x="5865" y="90033"/>
                </a:cubicBezTo>
                <a:cubicBezTo>
                  <a:pt x="7087" y="90033"/>
                  <a:pt x="8334" y="90226"/>
                  <a:pt x="9604" y="90612"/>
                </a:cubicBezTo>
                <a:cubicBezTo>
                  <a:pt x="10435" y="90855"/>
                  <a:pt x="12317" y="91738"/>
                  <a:pt x="15250" y="93261"/>
                </a:cubicBezTo>
                <a:cubicBezTo>
                  <a:pt x="18183" y="94784"/>
                  <a:pt x="20211" y="95690"/>
                  <a:pt x="21335" y="95981"/>
                </a:cubicBezTo>
                <a:cubicBezTo>
                  <a:pt x="23144" y="96512"/>
                  <a:pt x="25074" y="96778"/>
                  <a:pt x="27127" y="96778"/>
                </a:cubicBezTo>
                <a:cubicBezTo>
                  <a:pt x="32113" y="96778"/>
                  <a:pt x="36451" y="94847"/>
                  <a:pt x="40141" y="90986"/>
                </a:cubicBezTo>
                <a:cubicBezTo>
                  <a:pt x="43831" y="87125"/>
                  <a:pt x="45676" y="82555"/>
                  <a:pt x="45676" y="77276"/>
                </a:cubicBezTo>
                <a:cubicBezTo>
                  <a:pt x="45676" y="73414"/>
                  <a:pt x="44821" y="69651"/>
                  <a:pt x="43110" y="65985"/>
                </a:cubicBezTo>
                <a:cubicBezTo>
                  <a:pt x="41839" y="63248"/>
                  <a:pt x="40446" y="61171"/>
                  <a:pt x="38931" y="59753"/>
                </a:cubicBezTo>
                <a:cubicBezTo>
                  <a:pt x="36829" y="57798"/>
                  <a:pt x="33946" y="56026"/>
                  <a:pt x="30280" y="54438"/>
                </a:cubicBezTo>
                <a:cubicBezTo>
                  <a:pt x="26614" y="52849"/>
                  <a:pt x="22875" y="52055"/>
                  <a:pt x="19062" y="52055"/>
                </a:cubicBezTo>
                <a:lnTo>
                  <a:pt x="16716" y="52055"/>
                </a:lnTo>
                <a:lnTo>
                  <a:pt x="16716" y="49855"/>
                </a:lnTo>
                <a:cubicBezTo>
                  <a:pt x="20578" y="49368"/>
                  <a:pt x="24451" y="47978"/>
                  <a:pt x="28337" y="45685"/>
                </a:cubicBezTo>
                <a:cubicBezTo>
                  <a:pt x="32223" y="43391"/>
                  <a:pt x="35045" y="40634"/>
                  <a:pt x="36805" y="37414"/>
                </a:cubicBezTo>
                <a:cubicBezTo>
                  <a:pt x="38565" y="34195"/>
                  <a:pt x="39444" y="30657"/>
                  <a:pt x="39444" y="26802"/>
                </a:cubicBezTo>
                <a:cubicBezTo>
                  <a:pt x="39444" y="21778"/>
                  <a:pt x="37868" y="17717"/>
                  <a:pt x="34715" y="14620"/>
                </a:cubicBezTo>
                <a:cubicBezTo>
                  <a:pt x="31563" y="11521"/>
                  <a:pt x="27640" y="9971"/>
                  <a:pt x="22948" y="9971"/>
                </a:cubicBezTo>
                <a:cubicBezTo>
                  <a:pt x="15372" y="9971"/>
                  <a:pt x="9042" y="14028"/>
                  <a:pt x="3959" y="22142"/>
                </a:cubicBezTo>
                <a:lnTo>
                  <a:pt x="1540" y="20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1">
            <a:extLst xmlns:a="http://schemas.openxmlformats.org/drawingml/2006/main">
              <a:ext uri="{FF2B5EF4-FFF2-40B4-BE49-F238E27FC236}">
                <a16:creationId xmlns:a16="http://schemas.microsoft.com/office/drawing/2014/main" id="{9E9E7BD1-38A5-4F44-A46D-E6DAF4F2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440" y="2974122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2">
            <a:extLst xmlns:a="http://schemas.openxmlformats.org/drawingml/2006/main">
              <a:ext uri="{FF2B5EF4-FFF2-40B4-BE49-F238E27FC236}">
                <a16:creationId xmlns:a16="http://schemas.microsoft.com/office/drawing/2014/main" id="{86E6D7AF-0318-4EF0-960C-BB34FA6C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043" y="2974122"/>
            <a:ext cx="65618" cy="101470"/>
          </a:xfrm>
          <a:custGeom xmlns:a="http://schemas.openxmlformats.org/drawingml/2006/main">
            <a:pathLst>
              <a:path w="65618" h="101470">
                <a:moveTo>
                  <a:pt x="65618" y="82115"/>
                </a:moveTo>
                <a:lnTo>
                  <a:pt x="58653" y="101470"/>
                </a:lnTo>
                <a:lnTo>
                  <a:pt x="0" y="101470"/>
                </a:lnTo>
                <a:lnTo>
                  <a:pt x="0" y="98703"/>
                </a:lnTo>
                <a:cubicBezTo>
                  <a:pt x="17254" y="82981"/>
                  <a:pt x="29400" y="70140"/>
                  <a:pt x="36438" y="60179"/>
                </a:cubicBezTo>
                <a:cubicBezTo>
                  <a:pt x="43477" y="50217"/>
                  <a:pt x="46996" y="41106"/>
                  <a:pt x="46996" y="32846"/>
                </a:cubicBezTo>
                <a:cubicBezTo>
                  <a:pt x="46996" y="26562"/>
                  <a:pt x="45065" y="21399"/>
                  <a:pt x="41204" y="17355"/>
                </a:cubicBezTo>
                <a:cubicBezTo>
                  <a:pt x="37343" y="13312"/>
                  <a:pt x="32724" y="11291"/>
                  <a:pt x="27347" y="11291"/>
                </a:cubicBezTo>
                <a:cubicBezTo>
                  <a:pt x="22459" y="11291"/>
                  <a:pt x="18073" y="12708"/>
                  <a:pt x="14187" y="15543"/>
                </a:cubicBezTo>
                <a:cubicBezTo>
                  <a:pt x="10301" y="18377"/>
                  <a:pt x="7429" y="22531"/>
                  <a:pt x="5572" y="28007"/>
                </a:cubicBezTo>
                <a:lnTo>
                  <a:pt x="2859" y="28007"/>
                </a:lnTo>
                <a:cubicBezTo>
                  <a:pt x="4081" y="18987"/>
                  <a:pt x="7222" y="12065"/>
                  <a:pt x="12281" y="7240"/>
                </a:cubicBezTo>
                <a:cubicBezTo>
                  <a:pt x="17339" y="2413"/>
                  <a:pt x="23657" y="0"/>
                  <a:pt x="31233" y="0"/>
                </a:cubicBezTo>
                <a:cubicBezTo>
                  <a:pt x="39298" y="0"/>
                  <a:pt x="46031" y="2591"/>
                  <a:pt x="51432" y="7772"/>
                </a:cubicBezTo>
                <a:cubicBezTo>
                  <a:pt x="56833" y="12953"/>
                  <a:pt x="59533" y="19062"/>
                  <a:pt x="59533" y="26101"/>
                </a:cubicBezTo>
                <a:cubicBezTo>
                  <a:pt x="59533" y="31135"/>
                  <a:pt x="58360" y="36170"/>
                  <a:pt x="56014" y="41204"/>
                </a:cubicBezTo>
                <a:cubicBezTo>
                  <a:pt x="52397" y="49122"/>
                  <a:pt x="46532" y="57505"/>
                  <a:pt x="38418" y="66352"/>
                </a:cubicBezTo>
                <a:cubicBezTo>
                  <a:pt x="26247" y="79619"/>
                  <a:pt x="18647" y="87561"/>
                  <a:pt x="15616" y="90179"/>
                </a:cubicBezTo>
                <a:lnTo>
                  <a:pt x="41571" y="90179"/>
                </a:lnTo>
                <a:cubicBezTo>
                  <a:pt x="46849" y="90179"/>
                  <a:pt x="50552" y="89984"/>
                  <a:pt x="52678" y="89593"/>
                </a:cubicBezTo>
                <a:cubicBezTo>
                  <a:pt x="54804" y="89202"/>
                  <a:pt x="56723" y="88408"/>
                  <a:pt x="58433" y="87210"/>
                </a:cubicBezTo>
                <a:cubicBezTo>
                  <a:pt x="60144" y="86013"/>
                  <a:pt x="61635" y="84314"/>
                  <a:pt x="62906" y="82115"/>
                </a:cubicBezTo>
                <a:lnTo>
                  <a:pt x="65618" y="82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3">
            <a:extLst xmlns:a="http://schemas.openxmlformats.org/drawingml/2006/main">
              <a:ext uri="{FF2B5EF4-FFF2-40B4-BE49-F238E27FC236}">
                <a16:creationId xmlns:a16="http://schemas.microsoft.com/office/drawing/2014/main" id="{BEA5ACCC-3FEF-42F3-A64E-97F7A90E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407" y="3305071"/>
            <a:ext cx="56527" cy="103230"/>
          </a:xfrm>
          <a:custGeom xmlns:a="http://schemas.openxmlformats.org/drawingml/2006/main">
            <a:pathLst>
              <a:path w="56527" h="103230">
                <a:moveTo>
                  <a:pt x="1540" y="20969"/>
                </a:moveTo>
                <a:cubicBezTo>
                  <a:pt x="4375" y="14272"/>
                  <a:pt x="7955" y="9103"/>
                  <a:pt x="12281" y="5462"/>
                </a:cubicBezTo>
                <a:cubicBezTo>
                  <a:pt x="16606" y="1821"/>
                  <a:pt x="21995" y="0"/>
                  <a:pt x="28447" y="0"/>
                </a:cubicBezTo>
                <a:cubicBezTo>
                  <a:pt x="36414" y="0"/>
                  <a:pt x="42524" y="2591"/>
                  <a:pt x="46776" y="7772"/>
                </a:cubicBezTo>
                <a:cubicBezTo>
                  <a:pt x="50002" y="11633"/>
                  <a:pt x="51615" y="15763"/>
                  <a:pt x="51615" y="20162"/>
                </a:cubicBezTo>
                <a:cubicBezTo>
                  <a:pt x="51615" y="27396"/>
                  <a:pt x="47069" y="34874"/>
                  <a:pt x="37978" y="42597"/>
                </a:cubicBezTo>
                <a:cubicBezTo>
                  <a:pt x="44088" y="44992"/>
                  <a:pt x="48707" y="48413"/>
                  <a:pt x="51835" y="52861"/>
                </a:cubicBezTo>
                <a:cubicBezTo>
                  <a:pt x="54963" y="57309"/>
                  <a:pt x="56527" y="62539"/>
                  <a:pt x="56527" y="68551"/>
                </a:cubicBezTo>
                <a:cubicBezTo>
                  <a:pt x="56527" y="77154"/>
                  <a:pt x="53790" y="84607"/>
                  <a:pt x="48316" y="90913"/>
                </a:cubicBezTo>
                <a:cubicBezTo>
                  <a:pt x="41180" y="99124"/>
                  <a:pt x="30842" y="103230"/>
                  <a:pt x="17303" y="103230"/>
                </a:cubicBezTo>
                <a:cubicBezTo>
                  <a:pt x="10606" y="103230"/>
                  <a:pt x="6049" y="102399"/>
                  <a:pt x="3629" y="100737"/>
                </a:cubicBezTo>
                <a:cubicBezTo>
                  <a:pt x="1210" y="99075"/>
                  <a:pt x="0" y="97291"/>
                  <a:pt x="0" y="95385"/>
                </a:cubicBezTo>
                <a:cubicBezTo>
                  <a:pt x="0" y="93967"/>
                  <a:pt x="574" y="92721"/>
                  <a:pt x="1723" y="91646"/>
                </a:cubicBezTo>
                <a:cubicBezTo>
                  <a:pt x="2872" y="90570"/>
                  <a:pt x="4252" y="90033"/>
                  <a:pt x="5865" y="90033"/>
                </a:cubicBezTo>
                <a:cubicBezTo>
                  <a:pt x="7087" y="90033"/>
                  <a:pt x="8334" y="90226"/>
                  <a:pt x="9604" y="90612"/>
                </a:cubicBezTo>
                <a:cubicBezTo>
                  <a:pt x="10435" y="90855"/>
                  <a:pt x="12317" y="91738"/>
                  <a:pt x="15250" y="93261"/>
                </a:cubicBezTo>
                <a:cubicBezTo>
                  <a:pt x="18183" y="94784"/>
                  <a:pt x="20211" y="95690"/>
                  <a:pt x="21335" y="95981"/>
                </a:cubicBezTo>
                <a:cubicBezTo>
                  <a:pt x="23144" y="96512"/>
                  <a:pt x="25074" y="96778"/>
                  <a:pt x="27127" y="96778"/>
                </a:cubicBezTo>
                <a:cubicBezTo>
                  <a:pt x="32113" y="96778"/>
                  <a:pt x="36451" y="94847"/>
                  <a:pt x="40141" y="90986"/>
                </a:cubicBezTo>
                <a:cubicBezTo>
                  <a:pt x="43831" y="87125"/>
                  <a:pt x="45676" y="82555"/>
                  <a:pt x="45676" y="77276"/>
                </a:cubicBezTo>
                <a:cubicBezTo>
                  <a:pt x="45676" y="73414"/>
                  <a:pt x="44821" y="69651"/>
                  <a:pt x="43110" y="65985"/>
                </a:cubicBezTo>
                <a:cubicBezTo>
                  <a:pt x="41839" y="63248"/>
                  <a:pt x="40446" y="61171"/>
                  <a:pt x="38931" y="59753"/>
                </a:cubicBezTo>
                <a:cubicBezTo>
                  <a:pt x="36829" y="57798"/>
                  <a:pt x="33946" y="56026"/>
                  <a:pt x="30280" y="54438"/>
                </a:cubicBezTo>
                <a:cubicBezTo>
                  <a:pt x="26614" y="52849"/>
                  <a:pt x="22875" y="52055"/>
                  <a:pt x="19062" y="52055"/>
                </a:cubicBezTo>
                <a:lnTo>
                  <a:pt x="16716" y="52055"/>
                </a:lnTo>
                <a:lnTo>
                  <a:pt x="16716" y="49855"/>
                </a:lnTo>
                <a:cubicBezTo>
                  <a:pt x="20578" y="49368"/>
                  <a:pt x="24451" y="47978"/>
                  <a:pt x="28337" y="45685"/>
                </a:cubicBezTo>
                <a:cubicBezTo>
                  <a:pt x="32223" y="43391"/>
                  <a:pt x="35045" y="40634"/>
                  <a:pt x="36805" y="37414"/>
                </a:cubicBezTo>
                <a:cubicBezTo>
                  <a:pt x="38565" y="34195"/>
                  <a:pt x="39444" y="30657"/>
                  <a:pt x="39444" y="26802"/>
                </a:cubicBezTo>
                <a:cubicBezTo>
                  <a:pt x="39444" y="21778"/>
                  <a:pt x="37868" y="17717"/>
                  <a:pt x="34715" y="14620"/>
                </a:cubicBezTo>
                <a:cubicBezTo>
                  <a:pt x="31563" y="11521"/>
                  <a:pt x="27640" y="9971"/>
                  <a:pt x="22948" y="9971"/>
                </a:cubicBezTo>
                <a:cubicBezTo>
                  <a:pt x="15372" y="9971"/>
                  <a:pt x="9042" y="14028"/>
                  <a:pt x="3959" y="22142"/>
                </a:cubicBezTo>
                <a:lnTo>
                  <a:pt x="1540" y="20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1">
            <a:extLst xmlns:a="http://schemas.openxmlformats.org/drawingml/2006/main">
              <a:ext uri="{FF2B5EF4-FFF2-40B4-BE49-F238E27FC236}">
                <a16:creationId xmlns:a16="http://schemas.microsoft.com/office/drawing/2014/main" id="{15859075-8C7D-47F0-86A7-34F94FDE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144" y="3305071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0">
            <a:extLst xmlns:a="http://schemas.openxmlformats.org/drawingml/2006/main">
              <a:ext uri="{FF2B5EF4-FFF2-40B4-BE49-F238E27FC236}">
                <a16:creationId xmlns:a16="http://schemas.microsoft.com/office/drawing/2014/main" id="{09F52F00-1FAB-45C8-BCC9-918A4FD5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269" y="3305071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2">
            <a:extLst xmlns:a="http://schemas.openxmlformats.org/drawingml/2006/main">
              <a:ext uri="{FF2B5EF4-FFF2-40B4-BE49-F238E27FC236}">
                <a16:creationId xmlns:a16="http://schemas.microsoft.com/office/drawing/2014/main" id="{04616BC1-9BBD-4C17-9641-48F81B9D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043" y="3305071"/>
            <a:ext cx="65618" cy="101470"/>
          </a:xfrm>
          <a:custGeom xmlns:a="http://schemas.openxmlformats.org/drawingml/2006/main">
            <a:pathLst>
              <a:path w="65618" h="101470">
                <a:moveTo>
                  <a:pt x="65618" y="82115"/>
                </a:moveTo>
                <a:lnTo>
                  <a:pt x="58653" y="101470"/>
                </a:lnTo>
                <a:lnTo>
                  <a:pt x="0" y="101470"/>
                </a:lnTo>
                <a:lnTo>
                  <a:pt x="0" y="98703"/>
                </a:lnTo>
                <a:cubicBezTo>
                  <a:pt x="17254" y="82981"/>
                  <a:pt x="29400" y="70140"/>
                  <a:pt x="36438" y="60179"/>
                </a:cubicBezTo>
                <a:cubicBezTo>
                  <a:pt x="43477" y="50217"/>
                  <a:pt x="46996" y="41106"/>
                  <a:pt x="46996" y="32846"/>
                </a:cubicBezTo>
                <a:cubicBezTo>
                  <a:pt x="46996" y="26562"/>
                  <a:pt x="45065" y="21399"/>
                  <a:pt x="41204" y="17355"/>
                </a:cubicBezTo>
                <a:cubicBezTo>
                  <a:pt x="37343" y="13312"/>
                  <a:pt x="32724" y="11291"/>
                  <a:pt x="27347" y="11291"/>
                </a:cubicBezTo>
                <a:cubicBezTo>
                  <a:pt x="22459" y="11291"/>
                  <a:pt x="18073" y="12708"/>
                  <a:pt x="14187" y="15543"/>
                </a:cubicBezTo>
                <a:cubicBezTo>
                  <a:pt x="10301" y="18377"/>
                  <a:pt x="7429" y="22531"/>
                  <a:pt x="5572" y="28007"/>
                </a:cubicBezTo>
                <a:lnTo>
                  <a:pt x="2859" y="28007"/>
                </a:lnTo>
                <a:cubicBezTo>
                  <a:pt x="4081" y="18987"/>
                  <a:pt x="7222" y="12065"/>
                  <a:pt x="12281" y="7240"/>
                </a:cubicBezTo>
                <a:cubicBezTo>
                  <a:pt x="17339" y="2413"/>
                  <a:pt x="23657" y="0"/>
                  <a:pt x="31233" y="0"/>
                </a:cubicBezTo>
                <a:cubicBezTo>
                  <a:pt x="39298" y="0"/>
                  <a:pt x="46031" y="2591"/>
                  <a:pt x="51432" y="7772"/>
                </a:cubicBezTo>
                <a:cubicBezTo>
                  <a:pt x="56833" y="12953"/>
                  <a:pt x="59533" y="19062"/>
                  <a:pt x="59533" y="26101"/>
                </a:cubicBezTo>
                <a:cubicBezTo>
                  <a:pt x="59533" y="31135"/>
                  <a:pt x="58360" y="36170"/>
                  <a:pt x="56014" y="41204"/>
                </a:cubicBezTo>
                <a:cubicBezTo>
                  <a:pt x="52397" y="49122"/>
                  <a:pt x="46532" y="57505"/>
                  <a:pt x="38418" y="66352"/>
                </a:cubicBezTo>
                <a:cubicBezTo>
                  <a:pt x="26247" y="79619"/>
                  <a:pt x="18647" y="87561"/>
                  <a:pt x="15616" y="90179"/>
                </a:cubicBezTo>
                <a:lnTo>
                  <a:pt x="41571" y="90179"/>
                </a:lnTo>
                <a:cubicBezTo>
                  <a:pt x="46849" y="90179"/>
                  <a:pt x="50552" y="89984"/>
                  <a:pt x="52678" y="89593"/>
                </a:cubicBezTo>
                <a:cubicBezTo>
                  <a:pt x="54804" y="89202"/>
                  <a:pt x="56723" y="88408"/>
                  <a:pt x="58433" y="87210"/>
                </a:cubicBezTo>
                <a:cubicBezTo>
                  <a:pt x="60144" y="86013"/>
                  <a:pt x="61635" y="84314"/>
                  <a:pt x="62906" y="82115"/>
                </a:cubicBezTo>
                <a:lnTo>
                  <a:pt x="65618" y="82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40258-F1F3-4D90-81FE-A2B316B8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25" y="2178942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F25C0-B175-403C-9E64-0DF937B9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459" y="2178942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36B58-03BC-4BBB-BBCC-A766F46E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80" y="2178942"/>
            <a:ext cx="347759" cy="330948"/>
          </a:xfrm>
          <a:custGeom xmlns:a="http://schemas.openxmlformats.org/drawingml/2006/main">
            <a:pathLst>
              <a:path w="347759" h="330948">
                <a:moveTo>
                  <a:pt x="0" y="0"/>
                </a:moveTo>
                <a:lnTo>
                  <a:pt x="347759" y="0"/>
                </a:lnTo>
                <a:lnTo>
                  <a:pt x="347759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B4368-FFE3-4E8E-9A20-FD9FE173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25" y="2509890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477F8-1A24-4A25-BA39-43006BE5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83" y="2509890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A8A41-3B74-4C79-8FC1-2629FCBE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459" y="2509890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7D17D-D404-4BBF-912E-9A382722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25" y="2840838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8E063-0312-4F3C-A720-30D38E4F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83" y="2840838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F06C4-4FDD-4E86-951A-DDBBC6F5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80" y="2840838"/>
            <a:ext cx="347759" cy="330948"/>
          </a:xfrm>
          <a:custGeom xmlns:a="http://schemas.openxmlformats.org/drawingml/2006/main">
            <a:pathLst>
              <a:path w="347759" h="330948">
                <a:moveTo>
                  <a:pt x="0" y="0"/>
                </a:moveTo>
                <a:lnTo>
                  <a:pt x="347759" y="0"/>
                </a:lnTo>
                <a:lnTo>
                  <a:pt x="347759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21BA4-49B1-45F7-9A11-5E128E47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25" y="3171786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B0267-1534-492D-A35B-81A7FF22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80" y="3171786"/>
            <a:ext cx="347759" cy="330948"/>
          </a:xfrm>
          <a:custGeom xmlns:a="http://schemas.openxmlformats.org/drawingml/2006/main">
            <a:pathLst>
              <a:path w="347759" h="330948">
                <a:moveTo>
                  <a:pt x="0" y="0"/>
                </a:moveTo>
                <a:lnTo>
                  <a:pt x="347759" y="0"/>
                </a:lnTo>
                <a:lnTo>
                  <a:pt x="347759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473A9-8EEC-4774-878A-53EDDCA3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83" y="2178942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1FDCF-F135-43F8-894C-BCAD4199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80" y="2509890"/>
            <a:ext cx="347759" cy="330948"/>
          </a:xfrm>
          <a:custGeom xmlns:a="http://schemas.openxmlformats.org/drawingml/2006/main">
            <a:pathLst>
              <a:path w="347759" h="330948">
                <a:moveTo>
                  <a:pt x="0" y="0"/>
                </a:moveTo>
                <a:lnTo>
                  <a:pt x="347759" y="0"/>
                </a:lnTo>
                <a:lnTo>
                  <a:pt x="347759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3FB73-6CA5-4A31-9C2F-FF86F422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459" y="2840838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43BA4-8D92-434F-B0CF-E037AAFE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83" y="3171786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0D441-F2C4-482C-841E-647B412B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459" y="3171786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A5F42-360C-4158-840C-1736FAB9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69" y="2174476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2178D-CE39-4BCB-95F5-3038D8AF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69" y="2505425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3DC6B-0998-4058-A46F-0A36846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191" y="2178854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DBAD1-EE77-4E7E-B1A7-77BB903A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212" y="2178854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80CD8-8F19-4482-B6AF-4F718FC5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125" y="2178854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8F090-B368-45A6-8742-2E4A09C6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846" y="2178854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375220-BE99-44F2-9D0C-0244303D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8867" y="2178854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4F6D8-A5C6-4B64-A4C6-995D27F1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69" y="2836373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26E99-54D3-44AB-860B-A45F0A08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69" y="3167321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176F6-8140-475E-A8B8-E6923ABF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569" y="3498270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0">
            <a:extLst xmlns:a="http://schemas.openxmlformats.org/drawingml/2006/main">
              <a:ext uri="{FF2B5EF4-FFF2-40B4-BE49-F238E27FC236}">
                <a16:creationId xmlns:a16="http://schemas.microsoft.com/office/drawing/2014/main" id="{6BE295B2-8C1E-46DB-BADA-F860D14C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138" y="2294514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1">
            <a:extLst xmlns:a="http://schemas.openxmlformats.org/drawingml/2006/main">
              <a:ext uri="{FF2B5EF4-FFF2-40B4-BE49-F238E27FC236}">
                <a16:creationId xmlns:a16="http://schemas.microsoft.com/office/drawing/2014/main" id="{2ACE5DAC-BA87-4285-948A-67FCC193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776" y="2294514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0">
            <a:extLst xmlns:a="http://schemas.openxmlformats.org/drawingml/2006/main">
              <a:ext uri="{FF2B5EF4-FFF2-40B4-BE49-F238E27FC236}">
                <a16:creationId xmlns:a16="http://schemas.microsoft.com/office/drawing/2014/main" id="{39F992C9-32B0-4E6B-8F1C-EFC06E1D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141" y="2294514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0">
            <a:extLst xmlns:a="http://schemas.openxmlformats.org/drawingml/2006/main">
              <a:ext uri="{FF2B5EF4-FFF2-40B4-BE49-F238E27FC236}">
                <a16:creationId xmlns:a16="http://schemas.microsoft.com/office/drawing/2014/main" id="{459EAF85-F103-4EA6-93F2-A59202F0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793" y="2294514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0">
            <a:extLst xmlns:a="http://schemas.openxmlformats.org/drawingml/2006/main">
              <a:ext uri="{FF2B5EF4-FFF2-40B4-BE49-F238E27FC236}">
                <a16:creationId xmlns:a16="http://schemas.microsoft.com/office/drawing/2014/main" id="{7F5A6CD9-AA21-4198-9452-CE18738F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138" y="2625462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0">
            <a:extLst xmlns:a="http://schemas.openxmlformats.org/drawingml/2006/main">
              <a:ext uri="{FF2B5EF4-FFF2-40B4-BE49-F238E27FC236}">
                <a16:creationId xmlns:a16="http://schemas.microsoft.com/office/drawing/2014/main" id="{4EF63BAD-8492-4B29-81AE-CE0F6921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05" y="2625462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0">
            <a:extLst xmlns:a="http://schemas.openxmlformats.org/drawingml/2006/main">
              <a:ext uri="{FF2B5EF4-FFF2-40B4-BE49-F238E27FC236}">
                <a16:creationId xmlns:a16="http://schemas.microsoft.com/office/drawing/2014/main" id="{671C092B-852A-484F-8E3B-8E8F2EA9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141" y="2625462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1">
            <a:extLst xmlns:a="http://schemas.openxmlformats.org/drawingml/2006/main">
              <a:ext uri="{FF2B5EF4-FFF2-40B4-BE49-F238E27FC236}">
                <a16:creationId xmlns:a16="http://schemas.microsoft.com/office/drawing/2014/main" id="{EC8B2899-4736-4BC9-AAB8-01281C0A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964" y="2625462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0">
            <a:extLst xmlns:a="http://schemas.openxmlformats.org/drawingml/2006/main">
              <a:ext uri="{FF2B5EF4-FFF2-40B4-BE49-F238E27FC236}">
                <a16:creationId xmlns:a16="http://schemas.microsoft.com/office/drawing/2014/main" id="{AFA68FF1-81AA-4B25-8D60-331BF33B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138" y="2956410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0">
            <a:extLst xmlns:a="http://schemas.openxmlformats.org/drawingml/2006/main">
              <a:ext uri="{FF2B5EF4-FFF2-40B4-BE49-F238E27FC236}">
                <a16:creationId xmlns:a16="http://schemas.microsoft.com/office/drawing/2014/main" id="{28D97F3E-58A3-4B30-BB6C-82BBA2E5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05" y="2956410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1">
            <a:extLst xmlns:a="http://schemas.openxmlformats.org/drawingml/2006/main">
              <a:ext uri="{FF2B5EF4-FFF2-40B4-BE49-F238E27FC236}">
                <a16:creationId xmlns:a16="http://schemas.microsoft.com/office/drawing/2014/main" id="{600F77BA-EDDF-4F01-8D6E-33C3E7D2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311" y="2956410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0">
            <a:extLst xmlns:a="http://schemas.openxmlformats.org/drawingml/2006/main">
              <a:ext uri="{FF2B5EF4-FFF2-40B4-BE49-F238E27FC236}">
                <a16:creationId xmlns:a16="http://schemas.microsoft.com/office/drawing/2014/main" id="{7D9FB0FA-B24A-4F75-BF12-72AF2358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793" y="2956410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0">
            <a:extLst xmlns:a="http://schemas.openxmlformats.org/drawingml/2006/main">
              <a:ext uri="{FF2B5EF4-FFF2-40B4-BE49-F238E27FC236}">
                <a16:creationId xmlns:a16="http://schemas.microsoft.com/office/drawing/2014/main" id="{1CB2D00D-FDB6-48AB-B810-6727CDC7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138" y="3287359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1">
            <a:extLst xmlns:a="http://schemas.openxmlformats.org/drawingml/2006/main">
              <a:ext uri="{FF2B5EF4-FFF2-40B4-BE49-F238E27FC236}">
                <a16:creationId xmlns:a16="http://schemas.microsoft.com/office/drawing/2014/main" id="{A26DF1A6-5652-4F46-A84D-DE906CA2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776" y="3287359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1">
            <a:extLst xmlns:a="http://schemas.openxmlformats.org/drawingml/2006/main">
              <a:ext uri="{FF2B5EF4-FFF2-40B4-BE49-F238E27FC236}">
                <a16:creationId xmlns:a16="http://schemas.microsoft.com/office/drawing/2014/main" id="{DFDB90B3-65A3-45CD-A152-5C1282D4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311" y="3287359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0">
            <a:extLst xmlns:a="http://schemas.openxmlformats.org/drawingml/2006/main">
              <a:ext uri="{FF2B5EF4-FFF2-40B4-BE49-F238E27FC236}">
                <a16:creationId xmlns:a16="http://schemas.microsoft.com/office/drawing/2014/main" id="{58071059-4675-468B-8B21-DB93B38E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793" y="3287359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4C8FA-12F4-45EE-A502-C45C9A7F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022" y="1470817"/>
            <a:ext cx="348810" cy="330948"/>
          </a:xfrm>
          <a:custGeom xmlns:a="http://schemas.openxmlformats.org/drawingml/2006/main">
            <a:pathLst>
              <a:path w="348810" h="330948">
                <a:moveTo>
                  <a:pt x="0" y="0"/>
                </a:moveTo>
                <a:lnTo>
                  <a:pt x="348810" y="0"/>
                </a:lnTo>
                <a:lnTo>
                  <a:pt x="34881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2DBCF-4E94-4C1B-A7F9-131751AE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957" y="1470817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37298-5071-4BCC-A2AE-F151105E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77" y="1470817"/>
            <a:ext cx="348810" cy="330948"/>
          </a:xfrm>
          <a:custGeom xmlns:a="http://schemas.openxmlformats.org/drawingml/2006/main">
            <a:pathLst>
              <a:path w="348810" h="330948">
                <a:moveTo>
                  <a:pt x="0" y="0"/>
                </a:moveTo>
                <a:lnTo>
                  <a:pt x="348810" y="0"/>
                </a:lnTo>
                <a:lnTo>
                  <a:pt x="34881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C78D1-77CC-47C4-831B-C0787FBF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022" y="1801766"/>
            <a:ext cx="348810" cy="330948"/>
          </a:xfrm>
          <a:custGeom xmlns:a="http://schemas.openxmlformats.org/drawingml/2006/main">
            <a:pathLst>
              <a:path w="348810" h="330948">
                <a:moveTo>
                  <a:pt x="0" y="0"/>
                </a:moveTo>
                <a:lnTo>
                  <a:pt x="348810" y="0"/>
                </a:lnTo>
                <a:lnTo>
                  <a:pt x="34881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EB591-9D0C-436B-A8BC-C8465D7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831" y="1801766"/>
            <a:ext cx="376125" cy="330948"/>
          </a:xfrm>
          <a:custGeom xmlns:a="http://schemas.openxmlformats.org/drawingml/2006/main">
            <a:pathLst>
              <a:path w="376125" h="330948">
                <a:moveTo>
                  <a:pt x="0" y="0"/>
                </a:moveTo>
                <a:lnTo>
                  <a:pt x="376125" y="0"/>
                </a:lnTo>
                <a:lnTo>
                  <a:pt x="376125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366A6-6040-48D6-A413-6EE05F91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957" y="1801766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BCC01-CC14-4143-8ABB-F6B2B36E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022" y="2132714"/>
            <a:ext cx="348810" cy="330948"/>
          </a:xfrm>
          <a:custGeom xmlns:a="http://schemas.openxmlformats.org/drawingml/2006/main">
            <a:pathLst>
              <a:path w="348810" h="330948">
                <a:moveTo>
                  <a:pt x="0" y="0"/>
                </a:moveTo>
                <a:lnTo>
                  <a:pt x="348810" y="0"/>
                </a:lnTo>
                <a:lnTo>
                  <a:pt x="34881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CDBC8-EB1E-4FFC-86B9-571B604B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77" y="2132714"/>
            <a:ext cx="348810" cy="330948"/>
          </a:xfrm>
          <a:custGeom xmlns:a="http://schemas.openxmlformats.org/drawingml/2006/main">
            <a:pathLst>
              <a:path w="348810" h="330948">
                <a:moveTo>
                  <a:pt x="0" y="0"/>
                </a:moveTo>
                <a:lnTo>
                  <a:pt x="348810" y="0"/>
                </a:lnTo>
                <a:lnTo>
                  <a:pt x="34881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7EA61-4675-4A6E-ABFF-74D8F093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022" y="2463662"/>
            <a:ext cx="348810" cy="330948"/>
          </a:xfrm>
          <a:custGeom xmlns:a="http://schemas.openxmlformats.org/drawingml/2006/main">
            <a:pathLst>
              <a:path w="348810" h="330948">
                <a:moveTo>
                  <a:pt x="0" y="0"/>
                </a:moveTo>
                <a:lnTo>
                  <a:pt x="348810" y="0"/>
                </a:lnTo>
                <a:lnTo>
                  <a:pt x="34881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BA2BB-BBAF-482B-8EE5-40D4970C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77" y="2463662"/>
            <a:ext cx="348810" cy="330948"/>
          </a:xfrm>
          <a:custGeom xmlns:a="http://schemas.openxmlformats.org/drawingml/2006/main">
            <a:pathLst>
              <a:path w="348810" h="330948">
                <a:moveTo>
                  <a:pt x="0" y="0"/>
                </a:moveTo>
                <a:lnTo>
                  <a:pt x="348810" y="0"/>
                </a:lnTo>
                <a:lnTo>
                  <a:pt x="34881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393AB-8593-4CF6-BD6D-9289A097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831" y="1470817"/>
            <a:ext cx="376125" cy="330948"/>
          </a:xfrm>
          <a:custGeom xmlns:a="http://schemas.openxmlformats.org/drawingml/2006/main">
            <a:pathLst>
              <a:path w="376125" h="330948">
                <a:moveTo>
                  <a:pt x="0" y="0"/>
                </a:moveTo>
                <a:lnTo>
                  <a:pt x="376125" y="0"/>
                </a:lnTo>
                <a:lnTo>
                  <a:pt x="376125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432BED-A33B-4038-8ADB-2CC967C8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77" y="1801766"/>
            <a:ext cx="348810" cy="330948"/>
          </a:xfrm>
          <a:custGeom xmlns:a="http://schemas.openxmlformats.org/drawingml/2006/main">
            <a:pathLst>
              <a:path w="348810" h="330948">
                <a:moveTo>
                  <a:pt x="0" y="0"/>
                </a:moveTo>
                <a:lnTo>
                  <a:pt x="348810" y="0"/>
                </a:lnTo>
                <a:lnTo>
                  <a:pt x="34881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8F2F9D-D492-48E0-A97E-AF10F484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831" y="2132714"/>
            <a:ext cx="376125" cy="330948"/>
          </a:xfrm>
          <a:custGeom xmlns:a="http://schemas.openxmlformats.org/drawingml/2006/main">
            <a:pathLst>
              <a:path w="376125" h="330948">
                <a:moveTo>
                  <a:pt x="0" y="0"/>
                </a:moveTo>
                <a:lnTo>
                  <a:pt x="376125" y="0"/>
                </a:lnTo>
                <a:lnTo>
                  <a:pt x="376125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0204B-2963-4EC3-897F-3FB5F771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957" y="2132714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25D48-969A-4B2E-985D-FF052894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831" y="2463662"/>
            <a:ext cx="376125" cy="330948"/>
          </a:xfrm>
          <a:custGeom xmlns:a="http://schemas.openxmlformats.org/drawingml/2006/main">
            <a:pathLst>
              <a:path w="376125" h="330948">
                <a:moveTo>
                  <a:pt x="0" y="0"/>
                </a:moveTo>
                <a:lnTo>
                  <a:pt x="376125" y="0"/>
                </a:lnTo>
                <a:lnTo>
                  <a:pt x="376125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E23BC-F916-4752-8943-D3E2F29E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957" y="2463662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EA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540A9-F259-47A2-B572-C136329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460" y="1466816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A16FB-E412-4C5E-A70E-E270A76A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460" y="1797764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FB8DFD-5C42-4D8B-86F7-8597B61D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082" y="1471194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A9749-E131-45B5-84A4-D66F0373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103" y="1471194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70C56-0898-4AB2-B4CF-4942E1CA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017" y="1471194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8EF01-BFFA-4956-9027-EDB82579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737" y="1471194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D948C-AE75-4866-988E-345BBE20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58" y="1471194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B05E1-F187-4769-9E98-77628A71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460" y="2128713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BE82E-41A0-4239-93E5-696FF48A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460" y="2459661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14632-261F-41E2-BE0D-A042BC40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460" y="2790609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0">
            <a:extLst xmlns:a="http://schemas.openxmlformats.org/drawingml/2006/main">
              <a:ext uri="{FF2B5EF4-FFF2-40B4-BE49-F238E27FC236}">
                <a16:creationId xmlns:a16="http://schemas.microsoft.com/office/drawing/2014/main" id="{5AC7B2C0-3FFD-4A5D-893F-B068434B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030" y="1586854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1">
            <a:extLst xmlns:a="http://schemas.openxmlformats.org/drawingml/2006/main">
              <a:ext uri="{FF2B5EF4-FFF2-40B4-BE49-F238E27FC236}">
                <a16:creationId xmlns:a16="http://schemas.microsoft.com/office/drawing/2014/main" id="{B4CE06D3-1A9C-4EB3-96E0-2BAE2FC0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668" y="1586854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0">
            <a:extLst xmlns:a="http://schemas.openxmlformats.org/drawingml/2006/main">
              <a:ext uri="{FF2B5EF4-FFF2-40B4-BE49-F238E27FC236}">
                <a16:creationId xmlns:a16="http://schemas.microsoft.com/office/drawing/2014/main" id="{601A13B7-B780-46A7-A6CB-B8B78A96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033" y="1586854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0">
            <a:extLst xmlns:a="http://schemas.openxmlformats.org/drawingml/2006/main">
              <a:ext uri="{FF2B5EF4-FFF2-40B4-BE49-F238E27FC236}">
                <a16:creationId xmlns:a16="http://schemas.microsoft.com/office/drawing/2014/main" id="{79A30565-1AED-4DAD-9173-46E1486B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83" y="1586854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0">
            <a:extLst xmlns:a="http://schemas.openxmlformats.org/drawingml/2006/main">
              <a:ext uri="{FF2B5EF4-FFF2-40B4-BE49-F238E27FC236}">
                <a16:creationId xmlns:a16="http://schemas.microsoft.com/office/drawing/2014/main" id="{A66F51ED-9FB1-402B-B247-F9876581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030" y="1917802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0">
            <a:extLst xmlns:a="http://schemas.openxmlformats.org/drawingml/2006/main">
              <a:ext uri="{FF2B5EF4-FFF2-40B4-BE49-F238E27FC236}">
                <a16:creationId xmlns:a16="http://schemas.microsoft.com/office/drawing/2014/main" id="{3E2D9B3E-553F-47CD-AE91-FE0E9A5E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497" y="1917802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0">
            <a:extLst xmlns:a="http://schemas.openxmlformats.org/drawingml/2006/main">
              <a:ext uri="{FF2B5EF4-FFF2-40B4-BE49-F238E27FC236}">
                <a16:creationId xmlns:a16="http://schemas.microsoft.com/office/drawing/2014/main" id="{1907B5F0-8163-4A15-8F25-7179A687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033" y="1917802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1">
            <a:extLst xmlns:a="http://schemas.openxmlformats.org/drawingml/2006/main">
              <a:ext uri="{FF2B5EF4-FFF2-40B4-BE49-F238E27FC236}">
                <a16:creationId xmlns:a16="http://schemas.microsoft.com/office/drawing/2014/main" id="{D6BFE26F-A83A-483B-9E69-E7C60BD4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54" y="1917802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0">
            <a:extLst xmlns:a="http://schemas.openxmlformats.org/drawingml/2006/main">
              <a:ext uri="{FF2B5EF4-FFF2-40B4-BE49-F238E27FC236}">
                <a16:creationId xmlns:a16="http://schemas.microsoft.com/office/drawing/2014/main" id="{9ADD6F52-5323-4A8B-A0FD-0670474B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030" y="2248750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1">
            <a:extLst xmlns:a="http://schemas.openxmlformats.org/drawingml/2006/main">
              <a:ext uri="{FF2B5EF4-FFF2-40B4-BE49-F238E27FC236}">
                <a16:creationId xmlns:a16="http://schemas.microsoft.com/office/drawing/2014/main" id="{B02E58B1-FC49-4E66-B02E-F4961A3C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668" y="2248750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1">
            <a:extLst xmlns:a="http://schemas.openxmlformats.org/drawingml/2006/main">
              <a:ext uri="{FF2B5EF4-FFF2-40B4-BE49-F238E27FC236}">
                <a16:creationId xmlns:a16="http://schemas.microsoft.com/office/drawing/2014/main" id="{1C22D1B3-DD2A-4E37-B12C-6C0CD472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203" y="2248750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0">
            <a:extLst xmlns:a="http://schemas.openxmlformats.org/drawingml/2006/main">
              <a:ext uri="{FF2B5EF4-FFF2-40B4-BE49-F238E27FC236}">
                <a16:creationId xmlns:a16="http://schemas.microsoft.com/office/drawing/2014/main" id="{B635DFB8-FA11-4827-B68D-2289703D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83" y="2248750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0">
            <a:extLst xmlns:a="http://schemas.openxmlformats.org/drawingml/2006/main">
              <a:ext uri="{FF2B5EF4-FFF2-40B4-BE49-F238E27FC236}">
                <a16:creationId xmlns:a16="http://schemas.microsoft.com/office/drawing/2014/main" id="{505CA652-F1EE-4AF3-BEBE-BE2BC068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030" y="2579698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1">
            <a:extLst xmlns:a="http://schemas.openxmlformats.org/drawingml/2006/main">
              <a:ext uri="{FF2B5EF4-FFF2-40B4-BE49-F238E27FC236}">
                <a16:creationId xmlns:a16="http://schemas.microsoft.com/office/drawing/2014/main" id="{7DF53325-5661-4F36-B5C0-2E80CBD3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668" y="2579698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1">
            <a:extLst xmlns:a="http://schemas.openxmlformats.org/drawingml/2006/main">
              <a:ext uri="{FF2B5EF4-FFF2-40B4-BE49-F238E27FC236}">
                <a16:creationId xmlns:a16="http://schemas.microsoft.com/office/drawing/2014/main" id="{2CAC5206-EACD-4175-BFCF-48599059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203" y="2579698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0">
            <a:extLst xmlns:a="http://schemas.openxmlformats.org/drawingml/2006/main">
              <a:ext uri="{FF2B5EF4-FFF2-40B4-BE49-F238E27FC236}">
                <a16:creationId xmlns:a16="http://schemas.microsoft.com/office/drawing/2014/main" id="{B270E249-18AE-4243-B499-5A43A3F6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83" y="2579698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A8476-CE59-47F3-814E-AA86451B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723" y="1930993"/>
            <a:ext cx="313088" cy="224835"/>
          </a:xfrm>
          <a:custGeom xmlns:a="http://schemas.openxmlformats.org/drawingml/2006/main">
            <a:pathLst>
              <a:path w="313088" h="224835">
                <a:moveTo>
                  <a:pt x="0" y="56734"/>
                </a:moveTo>
                <a:lnTo>
                  <a:pt x="7354" y="56734"/>
                </a:lnTo>
                <a:lnTo>
                  <a:pt x="7354" y="169151"/>
                </a:lnTo>
                <a:lnTo>
                  <a:pt x="0" y="169151"/>
                </a:lnTo>
                <a:lnTo>
                  <a:pt x="0" y="56734"/>
                </a:lnTo>
                <a:close/>
                <a:moveTo>
                  <a:pt x="13658" y="56734"/>
                </a:moveTo>
                <a:lnTo>
                  <a:pt x="28367" y="56734"/>
                </a:lnTo>
                <a:lnTo>
                  <a:pt x="28367" y="169151"/>
                </a:lnTo>
                <a:lnTo>
                  <a:pt x="13658" y="169151"/>
                </a:lnTo>
                <a:lnTo>
                  <a:pt x="13658" y="56734"/>
                </a:lnTo>
                <a:close/>
                <a:moveTo>
                  <a:pt x="34671" y="56734"/>
                </a:moveTo>
                <a:lnTo>
                  <a:pt x="201721" y="56734"/>
                </a:lnTo>
                <a:lnTo>
                  <a:pt x="201721" y="0"/>
                </a:lnTo>
                <a:lnTo>
                  <a:pt x="313088" y="112417"/>
                </a:lnTo>
                <a:lnTo>
                  <a:pt x="201721" y="224835"/>
                </a:lnTo>
                <a:lnTo>
                  <a:pt x="201721" y="169151"/>
                </a:lnTo>
                <a:lnTo>
                  <a:pt x="34671" y="169151"/>
                </a:lnTo>
                <a:lnTo>
                  <a:pt x="34671" y="56734"/>
                </a:lnTo>
              </a:path>
            </a:pathLst>
          </a:custGeom>
          <a:solidFill xmlns:a="http://schemas.openxmlformats.org/drawingml/2006/main">
            <a:srgbClr val="1E38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17045-C4E1-45F9-A036-1D1E24C2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275" y="1920819"/>
            <a:ext cx="324058" cy="245497"/>
          </a:xfrm>
          <a:custGeom xmlns:a="http://schemas.openxmlformats.org/drawingml/2006/main">
            <a:pathLst>
              <a:path w="324058" h="245497">
                <a:moveTo>
                  <a:pt x="15768" y="183221"/>
                </a:moveTo>
                <a:lnTo>
                  <a:pt x="35056" y="183221"/>
                </a:lnTo>
                <a:lnTo>
                  <a:pt x="36807" y="183221"/>
                </a:lnTo>
                <a:lnTo>
                  <a:pt x="201309" y="183221"/>
                </a:lnTo>
                <a:lnTo>
                  <a:pt x="201309" y="245497"/>
                </a:lnTo>
                <a:lnTo>
                  <a:pt x="324058" y="122749"/>
                </a:lnTo>
                <a:lnTo>
                  <a:pt x="201309" y="0"/>
                </a:lnTo>
                <a:lnTo>
                  <a:pt x="201309" y="62276"/>
                </a:lnTo>
                <a:lnTo>
                  <a:pt x="36807" y="62276"/>
                </a:lnTo>
                <a:lnTo>
                  <a:pt x="35056" y="62276"/>
                </a:lnTo>
                <a:lnTo>
                  <a:pt x="15768" y="62276"/>
                </a:lnTo>
                <a:lnTo>
                  <a:pt x="14026" y="62276"/>
                </a:lnTo>
                <a:lnTo>
                  <a:pt x="0" y="62276"/>
                </a:lnTo>
                <a:lnTo>
                  <a:pt x="0" y="183221"/>
                </a:lnTo>
                <a:lnTo>
                  <a:pt x="14026" y="183221"/>
                </a:lnTo>
                <a:lnTo>
                  <a:pt x="15768" y="183221"/>
                </a:lnTo>
                <a:close/>
                <a:moveTo>
                  <a:pt x="28052" y="174466"/>
                </a:moveTo>
                <a:lnTo>
                  <a:pt x="22781" y="174466"/>
                </a:lnTo>
                <a:lnTo>
                  <a:pt x="22781" y="71031"/>
                </a:lnTo>
                <a:lnTo>
                  <a:pt x="28052" y="71031"/>
                </a:lnTo>
                <a:lnTo>
                  <a:pt x="28052" y="174466"/>
                </a:lnTo>
                <a:close/>
                <a:moveTo>
                  <a:pt x="311669" y="122749"/>
                </a:moveTo>
                <a:lnTo>
                  <a:pt x="210065" y="224361"/>
                </a:lnTo>
                <a:lnTo>
                  <a:pt x="210065" y="174466"/>
                </a:lnTo>
                <a:lnTo>
                  <a:pt x="43811" y="174466"/>
                </a:lnTo>
                <a:lnTo>
                  <a:pt x="43811" y="71031"/>
                </a:lnTo>
                <a:lnTo>
                  <a:pt x="210065" y="71031"/>
                </a:lnTo>
                <a:lnTo>
                  <a:pt x="210065" y="21136"/>
                </a:lnTo>
                <a:lnTo>
                  <a:pt x="311669" y="122749"/>
                </a:lnTo>
                <a:close/>
              </a:path>
            </a:pathLst>
          </a:custGeom>
          <a:solidFill xmlns:a="http://schemas.openxmlformats.org/drawingml/2006/main">
            <a:srgbClr val="192D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74A309-7683-4050-A407-5C72687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572" y="1445602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E59CE-E5CB-46F7-B374-6EAD2DC3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507" y="1445602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A722E-79F8-40DE-B912-4C83EA2D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27" y="1445602"/>
            <a:ext cx="347757" cy="330948"/>
          </a:xfrm>
          <a:custGeom xmlns:a="http://schemas.openxmlformats.org/drawingml/2006/main">
            <a:pathLst>
              <a:path w="347757" h="330948">
                <a:moveTo>
                  <a:pt x="0" y="0"/>
                </a:moveTo>
                <a:lnTo>
                  <a:pt x="347757" y="0"/>
                </a:lnTo>
                <a:lnTo>
                  <a:pt x="34775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CCA0B-DD78-4E8E-82B1-EA3A570A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572" y="1776551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14CCD-5F6D-4588-BE6F-26FC5487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331" y="1776551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FF63C-2973-43C8-9C40-511A0289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507" y="1776551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FF8B8-F6F3-43FA-A972-12EAC7A7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572" y="2107499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55206-F171-4F0B-96DF-D47DA229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27" y="2107499"/>
            <a:ext cx="347757" cy="330948"/>
          </a:xfrm>
          <a:custGeom xmlns:a="http://schemas.openxmlformats.org/drawingml/2006/main">
            <a:pathLst>
              <a:path w="347757" h="330948">
                <a:moveTo>
                  <a:pt x="0" y="0"/>
                </a:moveTo>
                <a:lnTo>
                  <a:pt x="347757" y="0"/>
                </a:lnTo>
                <a:lnTo>
                  <a:pt x="34775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497DA-BA03-44CD-8923-42327DDA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572" y="2438447"/>
            <a:ext cx="347758" cy="330948"/>
          </a:xfrm>
          <a:custGeom xmlns:a="http://schemas.openxmlformats.org/drawingml/2006/main">
            <a:pathLst>
              <a:path w="347758" h="330948">
                <a:moveTo>
                  <a:pt x="0" y="0"/>
                </a:moveTo>
                <a:lnTo>
                  <a:pt x="347758" y="0"/>
                </a:lnTo>
                <a:lnTo>
                  <a:pt x="347758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721927-6C57-40D1-BA9B-C41CD727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27" y="2438447"/>
            <a:ext cx="347757" cy="330948"/>
          </a:xfrm>
          <a:custGeom xmlns:a="http://schemas.openxmlformats.org/drawingml/2006/main">
            <a:pathLst>
              <a:path w="347757" h="330948">
                <a:moveTo>
                  <a:pt x="0" y="0"/>
                </a:moveTo>
                <a:lnTo>
                  <a:pt x="347757" y="0"/>
                </a:lnTo>
                <a:lnTo>
                  <a:pt x="34775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99577-45AF-4649-8E4B-5314B75C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331" y="1445602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391BF-4463-473F-9D1F-6B3C3F8D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27" y="1776551"/>
            <a:ext cx="347757" cy="330948"/>
          </a:xfrm>
          <a:custGeom xmlns:a="http://schemas.openxmlformats.org/drawingml/2006/main">
            <a:pathLst>
              <a:path w="347757" h="330948">
                <a:moveTo>
                  <a:pt x="0" y="0"/>
                </a:moveTo>
                <a:lnTo>
                  <a:pt x="347757" y="0"/>
                </a:lnTo>
                <a:lnTo>
                  <a:pt x="347757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9DA81-327A-448B-9AD2-D262984D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331" y="2107499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23124-E6C9-4447-8736-83F22727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507" y="2107499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B13C8-D758-4BF8-81F3-D95DFD17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331" y="2438447"/>
            <a:ext cx="377176" cy="330948"/>
          </a:xfrm>
          <a:custGeom xmlns:a="http://schemas.openxmlformats.org/drawingml/2006/main">
            <a:pathLst>
              <a:path w="377176" h="330948">
                <a:moveTo>
                  <a:pt x="0" y="0"/>
                </a:moveTo>
                <a:lnTo>
                  <a:pt x="377176" y="0"/>
                </a:lnTo>
                <a:lnTo>
                  <a:pt x="377176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E80AA-5020-4E7D-B623-DE8350C3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507" y="2438447"/>
            <a:ext cx="367720" cy="330948"/>
          </a:xfrm>
          <a:custGeom xmlns:a="http://schemas.openxmlformats.org/drawingml/2006/main">
            <a:pathLst>
              <a:path w="367720" h="330948">
                <a:moveTo>
                  <a:pt x="0" y="0"/>
                </a:moveTo>
                <a:lnTo>
                  <a:pt x="367720" y="0"/>
                </a:lnTo>
                <a:lnTo>
                  <a:pt x="367720" y="330948"/>
                </a:lnTo>
                <a:lnTo>
                  <a:pt x="0" y="33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7B839-3496-4C3E-9021-F76D31B1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599" y="1441321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64B36-7C84-4108-8E73-39F716B3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599" y="1772269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7DB565-2127-41E8-B1F9-32045B0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221" y="1445699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BC5F9-8CDA-4FC2-9D94-17CDC84E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242" y="1445699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32CF6-7361-4821-8727-6E37EB15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155" y="1445699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FCC24-4E41-43A5-92D6-8403D19F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876" y="1445699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EE7FD8-1026-47DF-A5E8-84138FD1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897" y="1445699"/>
            <a:ext cx="8755" cy="1323793"/>
          </a:xfrm>
          <a:custGeom xmlns:a="http://schemas.openxmlformats.org/drawingml/2006/main">
            <a:pathLst>
              <a:path w="8755" h="1323793">
                <a:moveTo>
                  <a:pt x="8755" y="0"/>
                </a:moveTo>
                <a:lnTo>
                  <a:pt x="8755" y="1323793"/>
                </a:lnTo>
                <a:lnTo>
                  <a:pt x="0" y="1323793"/>
                </a:lnTo>
                <a:lnTo>
                  <a:pt x="0" y="0"/>
                </a:lnTo>
                <a:lnTo>
                  <a:pt x="87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5EB17-3A21-4B09-8F6F-89390F33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599" y="2103217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0AEC0-5F3A-4F23-85E2-6BD16B3E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599" y="2434166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5A4F0-881E-42D2-9CFF-436D5679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599" y="2765114"/>
            <a:ext cx="1440676" cy="8755"/>
          </a:xfrm>
          <a:custGeom xmlns:a="http://schemas.openxmlformats.org/drawingml/2006/main">
            <a:pathLst>
              <a:path w="1440676" h="8755">
                <a:moveTo>
                  <a:pt x="0" y="0"/>
                </a:moveTo>
                <a:lnTo>
                  <a:pt x="1440676" y="0"/>
                </a:lnTo>
                <a:lnTo>
                  <a:pt x="1440676" y="8755"/>
                </a:lnTo>
                <a:lnTo>
                  <a:pt x="0" y="87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0">
            <a:extLst xmlns:a="http://schemas.openxmlformats.org/drawingml/2006/main">
              <a:ext uri="{FF2B5EF4-FFF2-40B4-BE49-F238E27FC236}">
                <a16:creationId xmlns:a16="http://schemas.microsoft.com/office/drawing/2014/main" id="{6F5C785A-F190-4712-AAAB-B100ECF1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168" y="1561358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0">
            <a:extLst xmlns:a="http://schemas.openxmlformats.org/drawingml/2006/main">
              <a:ext uri="{FF2B5EF4-FFF2-40B4-BE49-F238E27FC236}">
                <a16:creationId xmlns:a16="http://schemas.microsoft.com/office/drawing/2014/main" id="{B4C68198-3DBC-4496-9D54-B1EA2C39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636" y="1561358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0">
            <a:extLst xmlns:a="http://schemas.openxmlformats.org/drawingml/2006/main">
              <a:ext uri="{FF2B5EF4-FFF2-40B4-BE49-F238E27FC236}">
                <a16:creationId xmlns:a16="http://schemas.microsoft.com/office/drawing/2014/main" id="{C09E14A4-75C6-4D6D-8319-A1277ED8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171" y="1561358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0">
            <a:extLst xmlns:a="http://schemas.openxmlformats.org/drawingml/2006/main">
              <a:ext uri="{FF2B5EF4-FFF2-40B4-BE49-F238E27FC236}">
                <a16:creationId xmlns:a16="http://schemas.microsoft.com/office/drawing/2014/main" id="{E9B41F05-D057-46CC-9571-43C962F8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823" y="1561358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0">
            <a:extLst xmlns:a="http://schemas.openxmlformats.org/drawingml/2006/main">
              <a:ext uri="{FF2B5EF4-FFF2-40B4-BE49-F238E27FC236}">
                <a16:creationId xmlns:a16="http://schemas.microsoft.com/office/drawing/2014/main" id="{E05C69F6-DE0B-4A65-98C3-A84165B5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168" y="1892307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Text 0">
            <a:extLst xmlns:a="http://schemas.openxmlformats.org/drawingml/2006/main">
              <a:ext uri="{FF2B5EF4-FFF2-40B4-BE49-F238E27FC236}">
                <a16:creationId xmlns:a16="http://schemas.microsoft.com/office/drawing/2014/main" id="{79FFE153-7CE2-4E5E-8A53-0F88131A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636" y="1892307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Text 0">
            <a:extLst xmlns:a="http://schemas.openxmlformats.org/drawingml/2006/main">
              <a:ext uri="{FF2B5EF4-FFF2-40B4-BE49-F238E27FC236}">
                <a16:creationId xmlns:a16="http://schemas.microsoft.com/office/drawing/2014/main" id="{75BF459A-3ACE-4022-8331-86ED07DD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171" y="1892307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Text 0">
            <a:extLst xmlns:a="http://schemas.openxmlformats.org/drawingml/2006/main">
              <a:ext uri="{FF2B5EF4-FFF2-40B4-BE49-F238E27FC236}">
                <a16:creationId xmlns:a16="http://schemas.microsoft.com/office/drawing/2014/main" id="{0BC232D5-E4E7-4E01-81E3-E582CF75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823" y="1892307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Text 0">
            <a:extLst xmlns:a="http://schemas.openxmlformats.org/drawingml/2006/main">
              <a:ext uri="{FF2B5EF4-FFF2-40B4-BE49-F238E27FC236}">
                <a16:creationId xmlns:a16="http://schemas.microsoft.com/office/drawing/2014/main" id="{39AD3CF9-B6A7-4303-9B6B-02899441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168" y="2223255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3">
            <a:extLst xmlns:a="http://schemas.openxmlformats.org/drawingml/2006/main">
              <a:ext uri="{FF2B5EF4-FFF2-40B4-BE49-F238E27FC236}">
                <a16:creationId xmlns:a16="http://schemas.microsoft.com/office/drawing/2014/main" id="{BFA17F0C-8251-4FE5-ABB5-5B4DAF56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296" y="2223255"/>
            <a:ext cx="56527" cy="103230"/>
          </a:xfrm>
          <a:custGeom xmlns:a="http://schemas.openxmlformats.org/drawingml/2006/main">
            <a:pathLst>
              <a:path w="56527" h="103230">
                <a:moveTo>
                  <a:pt x="1540" y="20969"/>
                </a:moveTo>
                <a:cubicBezTo>
                  <a:pt x="4375" y="14272"/>
                  <a:pt x="7955" y="9103"/>
                  <a:pt x="12281" y="5462"/>
                </a:cubicBezTo>
                <a:cubicBezTo>
                  <a:pt x="16606" y="1821"/>
                  <a:pt x="21995" y="0"/>
                  <a:pt x="28447" y="0"/>
                </a:cubicBezTo>
                <a:cubicBezTo>
                  <a:pt x="36414" y="0"/>
                  <a:pt x="42524" y="2591"/>
                  <a:pt x="46776" y="7772"/>
                </a:cubicBezTo>
                <a:cubicBezTo>
                  <a:pt x="50002" y="11633"/>
                  <a:pt x="51615" y="15763"/>
                  <a:pt x="51615" y="20162"/>
                </a:cubicBezTo>
                <a:cubicBezTo>
                  <a:pt x="51615" y="27396"/>
                  <a:pt x="47069" y="34874"/>
                  <a:pt x="37978" y="42597"/>
                </a:cubicBezTo>
                <a:cubicBezTo>
                  <a:pt x="44088" y="44992"/>
                  <a:pt x="48707" y="48413"/>
                  <a:pt x="51835" y="52861"/>
                </a:cubicBezTo>
                <a:cubicBezTo>
                  <a:pt x="54963" y="57309"/>
                  <a:pt x="56527" y="62539"/>
                  <a:pt x="56527" y="68551"/>
                </a:cubicBezTo>
                <a:cubicBezTo>
                  <a:pt x="56527" y="77154"/>
                  <a:pt x="53790" y="84607"/>
                  <a:pt x="48316" y="90913"/>
                </a:cubicBezTo>
                <a:cubicBezTo>
                  <a:pt x="41180" y="99124"/>
                  <a:pt x="30842" y="103230"/>
                  <a:pt x="17303" y="103230"/>
                </a:cubicBezTo>
                <a:cubicBezTo>
                  <a:pt x="10606" y="103230"/>
                  <a:pt x="6049" y="102399"/>
                  <a:pt x="3629" y="100737"/>
                </a:cubicBezTo>
                <a:cubicBezTo>
                  <a:pt x="1210" y="99075"/>
                  <a:pt x="0" y="97291"/>
                  <a:pt x="0" y="95385"/>
                </a:cubicBezTo>
                <a:cubicBezTo>
                  <a:pt x="0" y="93967"/>
                  <a:pt x="574" y="92721"/>
                  <a:pt x="1723" y="91646"/>
                </a:cubicBezTo>
                <a:cubicBezTo>
                  <a:pt x="2872" y="90570"/>
                  <a:pt x="4252" y="90033"/>
                  <a:pt x="5865" y="90033"/>
                </a:cubicBezTo>
                <a:cubicBezTo>
                  <a:pt x="7087" y="90033"/>
                  <a:pt x="8334" y="90226"/>
                  <a:pt x="9604" y="90612"/>
                </a:cubicBezTo>
                <a:cubicBezTo>
                  <a:pt x="10435" y="90855"/>
                  <a:pt x="12317" y="91738"/>
                  <a:pt x="15250" y="93261"/>
                </a:cubicBezTo>
                <a:cubicBezTo>
                  <a:pt x="18183" y="94784"/>
                  <a:pt x="20211" y="95690"/>
                  <a:pt x="21335" y="95981"/>
                </a:cubicBezTo>
                <a:cubicBezTo>
                  <a:pt x="23144" y="96512"/>
                  <a:pt x="25074" y="96778"/>
                  <a:pt x="27127" y="96778"/>
                </a:cubicBezTo>
                <a:cubicBezTo>
                  <a:pt x="32113" y="96778"/>
                  <a:pt x="36451" y="94847"/>
                  <a:pt x="40141" y="90986"/>
                </a:cubicBezTo>
                <a:cubicBezTo>
                  <a:pt x="43831" y="87125"/>
                  <a:pt x="45676" y="82555"/>
                  <a:pt x="45676" y="77276"/>
                </a:cubicBezTo>
                <a:cubicBezTo>
                  <a:pt x="45676" y="73414"/>
                  <a:pt x="44821" y="69651"/>
                  <a:pt x="43110" y="65985"/>
                </a:cubicBezTo>
                <a:cubicBezTo>
                  <a:pt x="41839" y="63248"/>
                  <a:pt x="40446" y="61171"/>
                  <a:pt x="38931" y="59753"/>
                </a:cubicBezTo>
                <a:cubicBezTo>
                  <a:pt x="36829" y="57798"/>
                  <a:pt x="33946" y="56026"/>
                  <a:pt x="30280" y="54438"/>
                </a:cubicBezTo>
                <a:cubicBezTo>
                  <a:pt x="26614" y="52849"/>
                  <a:pt x="22875" y="52055"/>
                  <a:pt x="19062" y="52055"/>
                </a:cubicBezTo>
                <a:lnTo>
                  <a:pt x="16716" y="52055"/>
                </a:lnTo>
                <a:lnTo>
                  <a:pt x="16716" y="49855"/>
                </a:lnTo>
                <a:cubicBezTo>
                  <a:pt x="20578" y="49368"/>
                  <a:pt x="24451" y="47978"/>
                  <a:pt x="28337" y="45685"/>
                </a:cubicBezTo>
                <a:cubicBezTo>
                  <a:pt x="32223" y="43391"/>
                  <a:pt x="35045" y="40634"/>
                  <a:pt x="36805" y="37414"/>
                </a:cubicBezTo>
                <a:cubicBezTo>
                  <a:pt x="38565" y="34195"/>
                  <a:pt x="39444" y="30657"/>
                  <a:pt x="39444" y="26802"/>
                </a:cubicBezTo>
                <a:cubicBezTo>
                  <a:pt x="39444" y="21778"/>
                  <a:pt x="37868" y="17717"/>
                  <a:pt x="34715" y="14620"/>
                </a:cubicBezTo>
                <a:cubicBezTo>
                  <a:pt x="31563" y="11521"/>
                  <a:pt x="27640" y="9971"/>
                  <a:pt x="22948" y="9971"/>
                </a:cubicBezTo>
                <a:cubicBezTo>
                  <a:pt x="15372" y="9971"/>
                  <a:pt x="9042" y="14028"/>
                  <a:pt x="3959" y="22142"/>
                </a:cubicBezTo>
                <a:lnTo>
                  <a:pt x="1540" y="20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-1">
            <a:extLst xmlns:a="http://schemas.openxmlformats.org/drawingml/2006/main">
              <a:ext uri="{FF2B5EF4-FFF2-40B4-BE49-F238E27FC236}">
                <a16:creationId xmlns:a16="http://schemas.microsoft.com/office/drawing/2014/main" id="{00F6189B-B79A-4672-974A-93AF4874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0441" y="2223255"/>
            <a:ext cx="101005" cy="101470"/>
          </a:xfrm>
          <a:custGeom xmlns:a="http://schemas.openxmlformats.org/drawingml/2006/main">
            <a:pathLst>
              <a:path w="101005" h="101470">
                <a:moveTo>
                  <a:pt x="0" y="62173"/>
                </a:moveTo>
                <a:lnTo>
                  <a:pt x="37905" y="62173"/>
                </a:lnTo>
                <a:lnTo>
                  <a:pt x="37905" y="73317"/>
                </a:lnTo>
                <a:lnTo>
                  <a:pt x="0" y="73317"/>
                </a:lnTo>
                <a:lnTo>
                  <a:pt x="0" y="62173"/>
                </a:lnTo>
                <a:close/>
                <a:moveTo>
                  <a:pt x="61854" y="11731"/>
                </a:moveTo>
                <a:lnTo>
                  <a:pt x="86048" y="0"/>
                </a:lnTo>
                <a:lnTo>
                  <a:pt x="88468" y="0"/>
                </a:lnTo>
                <a:lnTo>
                  <a:pt x="88468" y="83874"/>
                </a:lnTo>
                <a:cubicBezTo>
                  <a:pt x="88468" y="89446"/>
                  <a:pt x="88700" y="92917"/>
                  <a:pt x="89164" y="94285"/>
                </a:cubicBezTo>
                <a:cubicBezTo>
                  <a:pt x="89628" y="95654"/>
                  <a:pt x="90594" y="96705"/>
                  <a:pt x="92060" y="97438"/>
                </a:cubicBezTo>
                <a:cubicBezTo>
                  <a:pt x="93526" y="98171"/>
                  <a:pt x="96508" y="98586"/>
                  <a:pt x="101005" y="98684"/>
                </a:cubicBezTo>
                <a:lnTo>
                  <a:pt x="101005" y="101470"/>
                </a:lnTo>
                <a:lnTo>
                  <a:pt x="63613" y="101470"/>
                </a:lnTo>
                <a:lnTo>
                  <a:pt x="63613" y="98684"/>
                </a:lnTo>
                <a:cubicBezTo>
                  <a:pt x="68305" y="98586"/>
                  <a:pt x="71336" y="98183"/>
                  <a:pt x="72704" y="97474"/>
                </a:cubicBezTo>
                <a:cubicBezTo>
                  <a:pt x="74073" y="96766"/>
                  <a:pt x="75026" y="95813"/>
                  <a:pt x="75564" y="94615"/>
                </a:cubicBezTo>
                <a:cubicBezTo>
                  <a:pt x="76101" y="93418"/>
                  <a:pt x="76370" y="89837"/>
                  <a:pt x="76370" y="83874"/>
                </a:cubicBezTo>
                <a:lnTo>
                  <a:pt x="76370" y="30206"/>
                </a:lnTo>
                <a:cubicBezTo>
                  <a:pt x="76370" y="23005"/>
                  <a:pt x="76126" y="18383"/>
                  <a:pt x="75637" y="16340"/>
                </a:cubicBezTo>
                <a:cubicBezTo>
                  <a:pt x="75295" y="14782"/>
                  <a:pt x="74672" y="13637"/>
                  <a:pt x="73768" y="12904"/>
                </a:cubicBezTo>
                <a:cubicBezTo>
                  <a:pt x="72863" y="12171"/>
                  <a:pt x="71776" y="11804"/>
                  <a:pt x="70505" y="11804"/>
                </a:cubicBezTo>
                <a:cubicBezTo>
                  <a:pt x="68696" y="11804"/>
                  <a:pt x="66179" y="12562"/>
                  <a:pt x="62953" y="14077"/>
                </a:cubicBezTo>
                <a:lnTo>
                  <a:pt x="61854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0">
            <a:extLst xmlns:a="http://schemas.openxmlformats.org/drawingml/2006/main">
              <a:ext uri="{FF2B5EF4-FFF2-40B4-BE49-F238E27FC236}">
                <a16:creationId xmlns:a16="http://schemas.microsoft.com/office/drawing/2014/main" id="{C017EE2C-9508-4BAB-877E-B8CFDC9F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823" y="2223255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Text 0">
            <a:extLst xmlns:a="http://schemas.openxmlformats.org/drawingml/2006/main">
              <a:ext uri="{FF2B5EF4-FFF2-40B4-BE49-F238E27FC236}">
                <a16:creationId xmlns:a16="http://schemas.microsoft.com/office/drawing/2014/main" id="{3BD4065B-AD5E-4FCE-B074-45695205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168" y="2554203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1">
            <a:extLst xmlns:a="http://schemas.openxmlformats.org/drawingml/2006/main">
              <a:ext uri="{FF2B5EF4-FFF2-40B4-BE49-F238E27FC236}">
                <a16:creationId xmlns:a16="http://schemas.microsoft.com/office/drawing/2014/main" id="{EF798399-5B0F-4716-96AF-2A766A7B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806" y="2554203"/>
            <a:ext cx="39151" cy="101470"/>
          </a:xfrm>
          <a:custGeom xmlns:a="http://schemas.openxmlformats.org/drawingml/2006/main">
            <a:pathLst>
              <a:path w="39151" h="101470">
                <a:moveTo>
                  <a:pt x="0" y="11731"/>
                </a:moveTo>
                <a:lnTo>
                  <a:pt x="24194" y="0"/>
                </a:lnTo>
                <a:lnTo>
                  <a:pt x="26614" y="0"/>
                </a:lnTo>
                <a:lnTo>
                  <a:pt x="26614" y="83874"/>
                </a:lnTo>
                <a:cubicBezTo>
                  <a:pt x="26614" y="89446"/>
                  <a:pt x="26846" y="92917"/>
                  <a:pt x="27310" y="94285"/>
                </a:cubicBezTo>
                <a:cubicBezTo>
                  <a:pt x="27775" y="95654"/>
                  <a:pt x="28740" y="96705"/>
                  <a:pt x="30206" y="97438"/>
                </a:cubicBezTo>
                <a:cubicBezTo>
                  <a:pt x="31673" y="98171"/>
                  <a:pt x="34654" y="98586"/>
                  <a:pt x="39151" y="98684"/>
                </a:cubicBezTo>
                <a:lnTo>
                  <a:pt x="39151" y="101470"/>
                </a:lnTo>
                <a:lnTo>
                  <a:pt x="1760" y="101470"/>
                </a:lnTo>
                <a:lnTo>
                  <a:pt x="1760" y="98684"/>
                </a:lnTo>
                <a:cubicBezTo>
                  <a:pt x="6452" y="98586"/>
                  <a:pt x="9482" y="98183"/>
                  <a:pt x="10851" y="97474"/>
                </a:cubicBezTo>
                <a:cubicBezTo>
                  <a:pt x="12219" y="96766"/>
                  <a:pt x="13173" y="95813"/>
                  <a:pt x="13710" y="94615"/>
                </a:cubicBezTo>
                <a:cubicBezTo>
                  <a:pt x="14248" y="93418"/>
                  <a:pt x="14517" y="89837"/>
                  <a:pt x="14517" y="83874"/>
                </a:cubicBezTo>
                <a:lnTo>
                  <a:pt x="14517" y="30206"/>
                </a:lnTo>
                <a:cubicBezTo>
                  <a:pt x="14517" y="23005"/>
                  <a:pt x="14272" y="18383"/>
                  <a:pt x="13784" y="16340"/>
                </a:cubicBezTo>
                <a:cubicBezTo>
                  <a:pt x="13441" y="14782"/>
                  <a:pt x="12818" y="13637"/>
                  <a:pt x="11914" y="12904"/>
                </a:cubicBezTo>
                <a:cubicBezTo>
                  <a:pt x="11010" y="12171"/>
                  <a:pt x="9922" y="11804"/>
                  <a:pt x="8651" y="11804"/>
                </a:cubicBezTo>
                <a:cubicBezTo>
                  <a:pt x="6843" y="11804"/>
                  <a:pt x="4326" y="12562"/>
                  <a:pt x="1100" y="14077"/>
                </a:cubicBezTo>
                <a:lnTo>
                  <a:pt x="0" y="11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Text 0">
            <a:extLst xmlns:a="http://schemas.openxmlformats.org/drawingml/2006/main">
              <a:ext uri="{FF2B5EF4-FFF2-40B4-BE49-F238E27FC236}">
                <a16:creationId xmlns:a16="http://schemas.microsoft.com/office/drawing/2014/main" id="{18DBBC16-0C00-42C0-9E69-8EDED30A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171" y="2554203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Text 0">
            <a:extLst xmlns:a="http://schemas.openxmlformats.org/drawingml/2006/main">
              <a:ext uri="{FF2B5EF4-FFF2-40B4-BE49-F238E27FC236}">
                <a16:creationId xmlns:a16="http://schemas.microsoft.com/office/drawing/2014/main" id="{D84E5955-FD32-4DF7-9262-A1580AC2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823" y="2554203"/>
            <a:ext cx="64299" cy="103230"/>
          </a:xfrm>
          <a:custGeom xmlns:a="http://schemas.openxmlformats.org/drawingml/2006/main">
            <a:pathLst>
              <a:path w="64299" h="103230">
                <a:moveTo>
                  <a:pt x="0" y="52348"/>
                </a:moveTo>
                <a:cubicBezTo>
                  <a:pt x="0" y="41008"/>
                  <a:pt x="1711" y="31245"/>
                  <a:pt x="5132" y="23058"/>
                </a:cubicBezTo>
                <a:cubicBezTo>
                  <a:pt x="8554" y="14871"/>
                  <a:pt x="13099" y="8774"/>
                  <a:pt x="18769" y="4766"/>
                </a:cubicBezTo>
                <a:cubicBezTo>
                  <a:pt x="23168" y="1589"/>
                  <a:pt x="27714" y="0"/>
                  <a:pt x="32406" y="0"/>
                </a:cubicBezTo>
                <a:cubicBezTo>
                  <a:pt x="40031" y="0"/>
                  <a:pt x="46874" y="3886"/>
                  <a:pt x="52935" y="11657"/>
                </a:cubicBezTo>
                <a:cubicBezTo>
                  <a:pt x="60511" y="21286"/>
                  <a:pt x="64299" y="34337"/>
                  <a:pt x="64299" y="50808"/>
                </a:cubicBezTo>
                <a:cubicBezTo>
                  <a:pt x="64299" y="62344"/>
                  <a:pt x="62637" y="72144"/>
                  <a:pt x="59313" y="80208"/>
                </a:cubicBezTo>
                <a:cubicBezTo>
                  <a:pt x="55989" y="88273"/>
                  <a:pt x="51749" y="94126"/>
                  <a:pt x="46593" y="97768"/>
                </a:cubicBezTo>
                <a:cubicBezTo>
                  <a:pt x="41436" y="101409"/>
                  <a:pt x="36463" y="103230"/>
                  <a:pt x="31673" y="103230"/>
                </a:cubicBezTo>
                <a:cubicBezTo>
                  <a:pt x="22190" y="103230"/>
                  <a:pt x="14297" y="97633"/>
                  <a:pt x="7992" y="86440"/>
                </a:cubicBezTo>
                <a:cubicBezTo>
                  <a:pt x="2664" y="77007"/>
                  <a:pt x="0" y="65643"/>
                  <a:pt x="0" y="52348"/>
                </a:cubicBezTo>
                <a:moveTo>
                  <a:pt x="14370" y="54142"/>
                </a:moveTo>
                <a:cubicBezTo>
                  <a:pt x="14370" y="67817"/>
                  <a:pt x="16056" y="78977"/>
                  <a:pt x="19429" y="87623"/>
                </a:cubicBezTo>
                <a:cubicBezTo>
                  <a:pt x="22215" y="94899"/>
                  <a:pt x="26370" y="98538"/>
                  <a:pt x="31893" y="98538"/>
                </a:cubicBezTo>
                <a:cubicBezTo>
                  <a:pt x="34532" y="98538"/>
                  <a:pt x="37269" y="97353"/>
                  <a:pt x="40104" y="94984"/>
                </a:cubicBezTo>
                <a:cubicBezTo>
                  <a:pt x="42939" y="92615"/>
                  <a:pt x="45090" y="88647"/>
                  <a:pt x="46556" y="83079"/>
                </a:cubicBezTo>
                <a:cubicBezTo>
                  <a:pt x="48804" y="74680"/>
                  <a:pt x="49929" y="62836"/>
                  <a:pt x="49929" y="47548"/>
                </a:cubicBezTo>
                <a:cubicBezTo>
                  <a:pt x="49929" y="36218"/>
                  <a:pt x="48756" y="26767"/>
                  <a:pt x="46409" y="19198"/>
                </a:cubicBezTo>
                <a:cubicBezTo>
                  <a:pt x="44650" y="13581"/>
                  <a:pt x="42377" y="9601"/>
                  <a:pt x="39591" y="7256"/>
                </a:cubicBezTo>
                <a:cubicBezTo>
                  <a:pt x="37587" y="5645"/>
                  <a:pt x="35168" y="4839"/>
                  <a:pt x="32333" y="4839"/>
                </a:cubicBezTo>
                <a:cubicBezTo>
                  <a:pt x="29009" y="4839"/>
                  <a:pt x="26052" y="6328"/>
                  <a:pt x="23461" y="9307"/>
                </a:cubicBezTo>
                <a:cubicBezTo>
                  <a:pt x="19942" y="13360"/>
                  <a:pt x="17547" y="19734"/>
                  <a:pt x="16276" y="28429"/>
                </a:cubicBezTo>
                <a:cubicBezTo>
                  <a:pt x="15005" y="37121"/>
                  <a:pt x="14370" y="45692"/>
                  <a:pt x="14370" y="541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61f08543f461c"/>
          <a:stretch xmlns:a="http://schemas.openxmlformats.org/drawingml/2006/main"/>
        </p:blipFill>
        <p:spPr>
          <a:xfrm xmlns:a="http://schemas.openxmlformats.org/drawingml/2006/main">
            <a:off x="6071261" y="1298074"/>
            <a:ext cx="939070" cy="1706359"/>
          </a:xfrm>
          <a:prstGeom xmlns:a="http://schemas.openxmlformats.org/drawingml/2006/main" prst="rect">
            <a:avLst/>
          </a:prstGeom>
        </p:spPr>
      </p:pic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759510-3D36-4637-B602-0CCD1A52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855" y="1270147"/>
            <a:ext cx="313088" cy="223784"/>
          </a:xfrm>
          <a:custGeom xmlns:a="http://schemas.openxmlformats.org/drawingml/2006/main">
            <a:pathLst>
              <a:path w="313088" h="223784">
                <a:moveTo>
                  <a:pt x="0" y="55683"/>
                </a:moveTo>
                <a:lnTo>
                  <a:pt x="6304" y="55683"/>
                </a:lnTo>
                <a:lnTo>
                  <a:pt x="6304" y="168101"/>
                </a:lnTo>
                <a:lnTo>
                  <a:pt x="0" y="168101"/>
                </a:lnTo>
                <a:lnTo>
                  <a:pt x="0" y="55683"/>
                </a:lnTo>
                <a:close/>
                <a:moveTo>
                  <a:pt x="13658" y="55683"/>
                </a:moveTo>
                <a:lnTo>
                  <a:pt x="27316" y="55683"/>
                </a:lnTo>
                <a:lnTo>
                  <a:pt x="27316" y="168101"/>
                </a:lnTo>
                <a:lnTo>
                  <a:pt x="13658" y="168101"/>
                </a:lnTo>
                <a:lnTo>
                  <a:pt x="13658" y="55683"/>
                </a:lnTo>
                <a:close/>
                <a:moveTo>
                  <a:pt x="34671" y="55683"/>
                </a:moveTo>
                <a:lnTo>
                  <a:pt x="200670" y="55683"/>
                </a:lnTo>
                <a:lnTo>
                  <a:pt x="200670" y="0"/>
                </a:lnTo>
                <a:lnTo>
                  <a:pt x="313088" y="112417"/>
                </a:lnTo>
                <a:lnTo>
                  <a:pt x="200670" y="223784"/>
                </a:lnTo>
                <a:lnTo>
                  <a:pt x="200670" y="168101"/>
                </a:lnTo>
                <a:lnTo>
                  <a:pt x="34671" y="168101"/>
                </a:lnTo>
                <a:lnTo>
                  <a:pt x="34671" y="55683"/>
                </a:lnTo>
              </a:path>
            </a:pathLst>
          </a:custGeom>
          <a:solidFill xmlns:a="http://schemas.openxmlformats.org/drawingml/2006/main">
            <a:srgbClr val="1E38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CFA0B-10F4-4A9F-814A-07F732E0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136" y="1259466"/>
            <a:ext cx="324058" cy="245506"/>
          </a:xfrm>
          <a:custGeom xmlns:a="http://schemas.openxmlformats.org/drawingml/2006/main">
            <a:pathLst>
              <a:path w="324058" h="245506">
                <a:moveTo>
                  <a:pt x="15768" y="183221"/>
                </a:moveTo>
                <a:lnTo>
                  <a:pt x="35056" y="183221"/>
                </a:lnTo>
                <a:lnTo>
                  <a:pt x="36807" y="183221"/>
                </a:lnTo>
                <a:lnTo>
                  <a:pt x="201309" y="183221"/>
                </a:lnTo>
                <a:lnTo>
                  <a:pt x="201309" y="245506"/>
                </a:lnTo>
                <a:lnTo>
                  <a:pt x="324058" y="122749"/>
                </a:lnTo>
                <a:lnTo>
                  <a:pt x="201309" y="0"/>
                </a:lnTo>
                <a:lnTo>
                  <a:pt x="201309" y="62285"/>
                </a:lnTo>
                <a:lnTo>
                  <a:pt x="36807" y="62285"/>
                </a:lnTo>
                <a:lnTo>
                  <a:pt x="35056" y="62285"/>
                </a:lnTo>
                <a:lnTo>
                  <a:pt x="15768" y="62285"/>
                </a:lnTo>
                <a:lnTo>
                  <a:pt x="14026" y="62285"/>
                </a:lnTo>
                <a:lnTo>
                  <a:pt x="0" y="62285"/>
                </a:lnTo>
                <a:lnTo>
                  <a:pt x="0" y="183221"/>
                </a:lnTo>
                <a:lnTo>
                  <a:pt x="14026" y="183221"/>
                </a:lnTo>
                <a:lnTo>
                  <a:pt x="15768" y="183221"/>
                </a:lnTo>
                <a:close/>
                <a:moveTo>
                  <a:pt x="28052" y="174466"/>
                </a:moveTo>
                <a:lnTo>
                  <a:pt x="22781" y="174466"/>
                </a:lnTo>
                <a:lnTo>
                  <a:pt x="22781" y="71040"/>
                </a:lnTo>
                <a:lnTo>
                  <a:pt x="28052" y="71040"/>
                </a:lnTo>
                <a:lnTo>
                  <a:pt x="28052" y="174466"/>
                </a:lnTo>
                <a:close/>
                <a:moveTo>
                  <a:pt x="311674" y="122753"/>
                </a:moveTo>
                <a:lnTo>
                  <a:pt x="210065" y="224362"/>
                </a:lnTo>
                <a:lnTo>
                  <a:pt x="210065" y="174466"/>
                </a:lnTo>
                <a:lnTo>
                  <a:pt x="43811" y="174466"/>
                </a:lnTo>
                <a:lnTo>
                  <a:pt x="43811" y="71040"/>
                </a:lnTo>
                <a:lnTo>
                  <a:pt x="210065" y="71040"/>
                </a:lnTo>
                <a:lnTo>
                  <a:pt x="210065" y="21136"/>
                </a:lnTo>
                <a:lnTo>
                  <a:pt x="311674" y="122753"/>
                </a:lnTo>
                <a:close/>
              </a:path>
            </a:pathLst>
          </a:custGeom>
          <a:solidFill xmlns:a="http://schemas.openxmlformats.org/drawingml/2006/main">
            <a:srgbClr val="192D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B05B9-1F43-4A11-B440-F6307A13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754" y="2753636"/>
            <a:ext cx="314138" cy="224835"/>
          </a:xfrm>
          <a:custGeom xmlns:a="http://schemas.openxmlformats.org/drawingml/2006/main">
            <a:pathLst>
              <a:path w="314138" h="224835">
                <a:moveTo>
                  <a:pt x="0" y="55683"/>
                </a:moveTo>
                <a:lnTo>
                  <a:pt x="7354" y="55683"/>
                </a:lnTo>
                <a:lnTo>
                  <a:pt x="7354" y="168101"/>
                </a:lnTo>
                <a:lnTo>
                  <a:pt x="0" y="168101"/>
                </a:lnTo>
                <a:lnTo>
                  <a:pt x="0" y="55683"/>
                </a:lnTo>
                <a:close/>
                <a:moveTo>
                  <a:pt x="13658" y="55683"/>
                </a:moveTo>
                <a:lnTo>
                  <a:pt x="28367" y="55683"/>
                </a:lnTo>
                <a:lnTo>
                  <a:pt x="28367" y="168101"/>
                </a:lnTo>
                <a:lnTo>
                  <a:pt x="13658" y="168101"/>
                </a:lnTo>
                <a:lnTo>
                  <a:pt x="13658" y="55683"/>
                </a:lnTo>
                <a:close/>
                <a:moveTo>
                  <a:pt x="34671" y="55683"/>
                </a:moveTo>
                <a:lnTo>
                  <a:pt x="201721" y="55683"/>
                </a:lnTo>
                <a:lnTo>
                  <a:pt x="201721" y="0"/>
                </a:lnTo>
                <a:lnTo>
                  <a:pt x="314138" y="112417"/>
                </a:lnTo>
                <a:lnTo>
                  <a:pt x="201721" y="224835"/>
                </a:lnTo>
                <a:lnTo>
                  <a:pt x="201721" y="168101"/>
                </a:lnTo>
                <a:lnTo>
                  <a:pt x="34671" y="168101"/>
                </a:lnTo>
                <a:lnTo>
                  <a:pt x="34671" y="55683"/>
                </a:lnTo>
              </a:path>
            </a:pathLst>
          </a:custGeom>
          <a:solidFill xmlns:a="http://schemas.openxmlformats.org/drawingml/2006/main">
            <a:srgbClr val="1E38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D5693-E091-43AD-A109-2C07B423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508" y="2743051"/>
            <a:ext cx="324058" cy="245506"/>
          </a:xfrm>
          <a:custGeom xmlns:a="http://schemas.openxmlformats.org/drawingml/2006/main">
            <a:pathLst>
              <a:path w="324058" h="245506">
                <a:moveTo>
                  <a:pt x="15768" y="183221"/>
                </a:moveTo>
                <a:lnTo>
                  <a:pt x="35056" y="183221"/>
                </a:lnTo>
                <a:lnTo>
                  <a:pt x="36798" y="183221"/>
                </a:lnTo>
                <a:lnTo>
                  <a:pt x="201301" y="183221"/>
                </a:lnTo>
                <a:lnTo>
                  <a:pt x="201301" y="245506"/>
                </a:lnTo>
                <a:lnTo>
                  <a:pt x="324058" y="122749"/>
                </a:lnTo>
                <a:lnTo>
                  <a:pt x="201301" y="0"/>
                </a:lnTo>
                <a:lnTo>
                  <a:pt x="201301" y="62285"/>
                </a:lnTo>
                <a:lnTo>
                  <a:pt x="36798" y="62285"/>
                </a:lnTo>
                <a:lnTo>
                  <a:pt x="35056" y="62285"/>
                </a:lnTo>
                <a:lnTo>
                  <a:pt x="15768" y="62285"/>
                </a:lnTo>
                <a:lnTo>
                  <a:pt x="14017" y="62285"/>
                </a:lnTo>
                <a:lnTo>
                  <a:pt x="0" y="62285"/>
                </a:lnTo>
                <a:lnTo>
                  <a:pt x="0" y="183221"/>
                </a:lnTo>
                <a:lnTo>
                  <a:pt x="14017" y="183221"/>
                </a:lnTo>
                <a:lnTo>
                  <a:pt x="15768" y="183221"/>
                </a:lnTo>
                <a:close/>
                <a:moveTo>
                  <a:pt x="28043" y="174466"/>
                </a:moveTo>
                <a:lnTo>
                  <a:pt x="22772" y="174466"/>
                </a:lnTo>
                <a:lnTo>
                  <a:pt x="22772" y="71040"/>
                </a:lnTo>
                <a:lnTo>
                  <a:pt x="28043" y="71040"/>
                </a:lnTo>
                <a:lnTo>
                  <a:pt x="28043" y="174466"/>
                </a:lnTo>
                <a:close/>
                <a:moveTo>
                  <a:pt x="311674" y="122753"/>
                </a:moveTo>
                <a:lnTo>
                  <a:pt x="210056" y="224371"/>
                </a:lnTo>
                <a:lnTo>
                  <a:pt x="210056" y="174466"/>
                </a:lnTo>
                <a:lnTo>
                  <a:pt x="43811" y="174466"/>
                </a:lnTo>
                <a:lnTo>
                  <a:pt x="43811" y="71040"/>
                </a:lnTo>
                <a:lnTo>
                  <a:pt x="210056" y="71040"/>
                </a:lnTo>
                <a:lnTo>
                  <a:pt x="210056" y="21127"/>
                </a:lnTo>
                <a:lnTo>
                  <a:pt x="311674" y="122753"/>
                </a:lnTo>
                <a:close/>
              </a:path>
            </a:pathLst>
          </a:custGeom>
          <a:solidFill xmlns:a="http://schemas.openxmlformats.org/drawingml/2006/main">
            <a:srgbClr val="192D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Text ⨀">
            <a:extLst xmlns:a="http://schemas.openxmlformats.org/drawingml/2006/main">
              <a:ext uri="{FF2B5EF4-FFF2-40B4-BE49-F238E27FC236}">
                <a16:creationId xmlns:a16="http://schemas.microsoft.com/office/drawing/2014/main" id="{9F1484C2-C90B-47BD-BEFA-B8D36064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978" y="2030136"/>
            <a:ext cx="196654" cy="196654"/>
          </a:xfrm>
          <a:custGeom xmlns:a="http://schemas.openxmlformats.org/drawingml/2006/main">
            <a:pathLst>
              <a:path w="196654" h="196654">
                <a:moveTo>
                  <a:pt x="183494" y="48960"/>
                </a:moveTo>
                <a:cubicBezTo>
                  <a:pt x="192267" y="64055"/>
                  <a:pt x="196654" y="80511"/>
                  <a:pt x="196654" y="98329"/>
                </a:cubicBezTo>
                <a:cubicBezTo>
                  <a:pt x="196654" y="116144"/>
                  <a:pt x="192267" y="132600"/>
                  <a:pt x="183494" y="147697"/>
                </a:cubicBezTo>
                <a:cubicBezTo>
                  <a:pt x="174722" y="162792"/>
                  <a:pt x="162788" y="174725"/>
                  <a:pt x="147691" y="183497"/>
                </a:cubicBezTo>
                <a:cubicBezTo>
                  <a:pt x="132596" y="192268"/>
                  <a:pt x="116141" y="196654"/>
                  <a:pt x="98326" y="196654"/>
                </a:cubicBezTo>
                <a:cubicBezTo>
                  <a:pt x="80510" y="196654"/>
                  <a:pt x="64054" y="192268"/>
                  <a:pt x="48957" y="183497"/>
                </a:cubicBezTo>
                <a:cubicBezTo>
                  <a:pt x="33863" y="174725"/>
                  <a:pt x="21929" y="162792"/>
                  <a:pt x="13158" y="147697"/>
                </a:cubicBezTo>
                <a:cubicBezTo>
                  <a:pt x="4386" y="132600"/>
                  <a:pt x="0" y="116144"/>
                  <a:pt x="0" y="98329"/>
                </a:cubicBezTo>
                <a:cubicBezTo>
                  <a:pt x="0" y="80511"/>
                  <a:pt x="4386" y="64055"/>
                  <a:pt x="13158" y="48960"/>
                </a:cubicBezTo>
                <a:cubicBezTo>
                  <a:pt x="21929" y="33864"/>
                  <a:pt x="33863" y="21929"/>
                  <a:pt x="48957" y="13158"/>
                </a:cubicBezTo>
                <a:cubicBezTo>
                  <a:pt x="64054" y="4386"/>
                  <a:pt x="80510" y="0"/>
                  <a:pt x="98326" y="0"/>
                </a:cubicBezTo>
                <a:cubicBezTo>
                  <a:pt x="116141" y="0"/>
                  <a:pt x="132596" y="4386"/>
                  <a:pt x="147691" y="13158"/>
                </a:cubicBezTo>
                <a:cubicBezTo>
                  <a:pt x="162788" y="21929"/>
                  <a:pt x="174722" y="33864"/>
                  <a:pt x="183494" y="48960"/>
                </a:cubicBezTo>
                <a:moveTo>
                  <a:pt x="107711" y="88944"/>
                </a:moveTo>
                <a:cubicBezTo>
                  <a:pt x="110294" y="91527"/>
                  <a:pt x="111586" y="94656"/>
                  <a:pt x="111586" y="98329"/>
                </a:cubicBezTo>
                <a:cubicBezTo>
                  <a:pt x="111586" y="102000"/>
                  <a:pt x="110294" y="105127"/>
                  <a:pt x="107711" y="107711"/>
                </a:cubicBezTo>
                <a:cubicBezTo>
                  <a:pt x="105127" y="110294"/>
                  <a:pt x="101999" y="111586"/>
                  <a:pt x="98326" y="111586"/>
                </a:cubicBezTo>
                <a:cubicBezTo>
                  <a:pt x="94655" y="111586"/>
                  <a:pt x="91526" y="110294"/>
                  <a:pt x="88941" y="107711"/>
                </a:cubicBezTo>
                <a:cubicBezTo>
                  <a:pt x="86357" y="105127"/>
                  <a:pt x="85065" y="102000"/>
                  <a:pt x="85065" y="98329"/>
                </a:cubicBezTo>
                <a:cubicBezTo>
                  <a:pt x="85065" y="94656"/>
                  <a:pt x="86357" y="91527"/>
                  <a:pt x="88941" y="88944"/>
                </a:cubicBezTo>
                <a:cubicBezTo>
                  <a:pt x="91526" y="86360"/>
                  <a:pt x="94655" y="85068"/>
                  <a:pt x="98326" y="85068"/>
                </a:cubicBezTo>
                <a:cubicBezTo>
                  <a:pt x="101999" y="85068"/>
                  <a:pt x="105127" y="86360"/>
                  <a:pt x="107711" y="88944"/>
                </a:cubicBezTo>
                <a:moveTo>
                  <a:pt x="155445" y="155448"/>
                </a:moveTo>
                <a:cubicBezTo>
                  <a:pt x="171220" y="139672"/>
                  <a:pt x="179108" y="120633"/>
                  <a:pt x="179108" y="98329"/>
                </a:cubicBezTo>
                <a:cubicBezTo>
                  <a:pt x="179108" y="76025"/>
                  <a:pt x="171220" y="56985"/>
                  <a:pt x="155445" y="41210"/>
                </a:cubicBezTo>
                <a:cubicBezTo>
                  <a:pt x="139669" y="25432"/>
                  <a:pt x="120629" y="17543"/>
                  <a:pt x="98326" y="17543"/>
                </a:cubicBezTo>
                <a:cubicBezTo>
                  <a:pt x="76022" y="17543"/>
                  <a:pt x="56982" y="25432"/>
                  <a:pt x="41207" y="41210"/>
                </a:cubicBezTo>
                <a:cubicBezTo>
                  <a:pt x="25431" y="56985"/>
                  <a:pt x="17543" y="76025"/>
                  <a:pt x="17543" y="98329"/>
                </a:cubicBezTo>
                <a:cubicBezTo>
                  <a:pt x="17543" y="120633"/>
                  <a:pt x="25431" y="139672"/>
                  <a:pt x="41207" y="155448"/>
                </a:cubicBezTo>
                <a:cubicBezTo>
                  <a:pt x="56982" y="171223"/>
                  <a:pt x="76022" y="179111"/>
                  <a:pt x="98326" y="179111"/>
                </a:cubicBezTo>
                <a:cubicBezTo>
                  <a:pt x="120629" y="179111"/>
                  <a:pt x="139669" y="171223"/>
                  <a:pt x="155445" y="155448"/>
                </a:cubicBezTo>
                <a:close/>
              </a:path>
            </a:pathLst>
          </a:custGeom>
          <a:solidFill xmlns:a="http://schemas.openxmlformats.org/drawingml/2006/main">
            <a:srgbClr val="C65F1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f459f643d41eb"/>
          <a:stretch xmlns:a="http://schemas.openxmlformats.org/drawingml/2006/main"/>
        </p:blipFill>
        <p:spPr>
          <a:xfrm xmlns:a="http://schemas.openxmlformats.org/drawingml/2006/main">
            <a:off x="2606312" y="77217"/>
            <a:ext cx="356934" cy="377083"/>
          </a:xfrm>
          <a:prstGeom xmlns:a="http://schemas.openxmlformats.org/drawingml/2006/main" prst="rect">
            <a:avLst/>
          </a:prstGeom>
        </p:spPr>
      </p:pic>
      <p:sp>
        <p:nvSpPr>
          <p:cNvPr id="296" name="Text S">
            <a:extLst xmlns:a="http://schemas.openxmlformats.org/drawingml/2006/main">
              <a:ext uri="{FF2B5EF4-FFF2-40B4-BE49-F238E27FC236}">
                <a16:creationId xmlns:a16="http://schemas.microsoft.com/office/drawing/2014/main" id="{150C9AD7-09DF-45F1-BCFC-FDB54005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01" y="174013"/>
            <a:ext cx="124622" cy="141045"/>
          </a:xfrm>
          <a:custGeom xmlns:a="http://schemas.openxmlformats.org/drawingml/2006/main">
            <a:pathLst>
              <a:path w="124622" h="141045">
                <a:moveTo>
                  <a:pt x="124622" y="0"/>
                </a:moveTo>
                <a:lnTo>
                  <a:pt x="109641" y="46816"/>
                </a:lnTo>
                <a:lnTo>
                  <a:pt x="105955" y="46816"/>
                </a:lnTo>
                <a:cubicBezTo>
                  <a:pt x="107636" y="37828"/>
                  <a:pt x="107784" y="30672"/>
                  <a:pt x="106400" y="25347"/>
                </a:cubicBezTo>
                <a:cubicBezTo>
                  <a:pt x="105017" y="20020"/>
                  <a:pt x="101971" y="15792"/>
                  <a:pt x="97261" y="12663"/>
                </a:cubicBezTo>
                <a:cubicBezTo>
                  <a:pt x="92552" y="9533"/>
                  <a:pt x="87142" y="7969"/>
                  <a:pt x="81033" y="7969"/>
                </a:cubicBezTo>
                <a:cubicBezTo>
                  <a:pt x="74127" y="7969"/>
                  <a:pt x="67742" y="10074"/>
                  <a:pt x="61879" y="14284"/>
                </a:cubicBezTo>
                <a:cubicBezTo>
                  <a:pt x="56017" y="18495"/>
                  <a:pt x="52226" y="23284"/>
                  <a:pt x="50508" y="28653"/>
                </a:cubicBezTo>
                <a:cubicBezTo>
                  <a:pt x="49193" y="32764"/>
                  <a:pt x="49422" y="36510"/>
                  <a:pt x="51195" y="39893"/>
                </a:cubicBezTo>
                <a:cubicBezTo>
                  <a:pt x="53721" y="44865"/>
                  <a:pt x="61394" y="51494"/>
                  <a:pt x="74215" y="59780"/>
                </a:cubicBezTo>
                <a:cubicBezTo>
                  <a:pt x="84668" y="66543"/>
                  <a:pt x="91623" y="71732"/>
                  <a:pt x="95082" y="75347"/>
                </a:cubicBezTo>
                <a:cubicBezTo>
                  <a:pt x="98541" y="78960"/>
                  <a:pt x="100730" y="83220"/>
                  <a:pt x="101650" y="88128"/>
                </a:cubicBezTo>
                <a:cubicBezTo>
                  <a:pt x="102570" y="93034"/>
                  <a:pt x="102171" y="98173"/>
                  <a:pt x="100452" y="103546"/>
                </a:cubicBezTo>
                <a:cubicBezTo>
                  <a:pt x="97184" y="113758"/>
                  <a:pt x="90399" y="122560"/>
                  <a:pt x="80098" y="129954"/>
                </a:cubicBezTo>
                <a:cubicBezTo>
                  <a:pt x="69796" y="137348"/>
                  <a:pt x="58404" y="141045"/>
                  <a:pt x="45919" y="141045"/>
                </a:cubicBezTo>
                <a:cubicBezTo>
                  <a:pt x="42001" y="141045"/>
                  <a:pt x="38413" y="140742"/>
                  <a:pt x="35154" y="140136"/>
                </a:cubicBezTo>
                <a:cubicBezTo>
                  <a:pt x="33203" y="139800"/>
                  <a:pt x="29329" y="138572"/>
                  <a:pt x="23532" y="136454"/>
                </a:cubicBezTo>
                <a:cubicBezTo>
                  <a:pt x="17736" y="134335"/>
                  <a:pt x="13974" y="133276"/>
                  <a:pt x="12248" y="133276"/>
                </a:cubicBezTo>
                <a:cubicBezTo>
                  <a:pt x="10588" y="133276"/>
                  <a:pt x="9115" y="133780"/>
                  <a:pt x="7829" y="134788"/>
                </a:cubicBezTo>
                <a:cubicBezTo>
                  <a:pt x="6544" y="135797"/>
                  <a:pt x="5162" y="137882"/>
                  <a:pt x="3685" y="141045"/>
                </a:cubicBezTo>
                <a:lnTo>
                  <a:pt x="0" y="141045"/>
                </a:lnTo>
                <a:lnTo>
                  <a:pt x="14854" y="94628"/>
                </a:lnTo>
                <a:lnTo>
                  <a:pt x="18539" y="94628"/>
                </a:lnTo>
                <a:cubicBezTo>
                  <a:pt x="17155" y="104348"/>
                  <a:pt x="17152" y="111621"/>
                  <a:pt x="18529" y="116448"/>
                </a:cubicBezTo>
                <a:cubicBezTo>
                  <a:pt x="19906" y="121275"/>
                  <a:pt x="23088" y="125286"/>
                  <a:pt x="28076" y="128482"/>
                </a:cubicBezTo>
                <a:cubicBezTo>
                  <a:pt x="33063" y="131678"/>
                  <a:pt x="39142" y="133276"/>
                  <a:pt x="46314" y="133276"/>
                </a:cubicBezTo>
                <a:cubicBezTo>
                  <a:pt x="54614" y="133276"/>
                  <a:pt x="61874" y="131083"/>
                  <a:pt x="68091" y="126698"/>
                </a:cubicBezTo>
                <a:cubicBezTo>
                  <a:pt x="74309" y="122313"/>
                  <a:pt x="78374" y="117132"/>
                  <a:pt x="80287" y="111153"/>
                </a:cubicBezTo>
                <a:cubicBezTo>
                  <a:pt x="81350" y="107831"/>
                  <a:pt x="81511" y="104476"/>
                  <a:pt x="80768" y="101090"/>
                </a:cubicBezTo>
                <a:cubicBezTo>
                  <a:pt x="80026" y="97701"/>
                  <a:pt x="78198" y="94545"/>
                  <a:pt x="75282" y="91621"/>
                </a:cubicBezTo>
                <a:cubicBezTo>
                  <a:pt x="73329" y="89629"/>
                  <a:pt x="67604" y="85420"/>
                  <a:pt x="58105" y="78995"/>
                </a:cubicBezTo>
                <a:cubicBezTo>
                  <a:pt x="48607" y="72569"/>
                  <a:pt x="42034" y="67432"/>
                  <a:pt x="38384" y="63584"/>
                </a:cubicBezTo>
                <a:cubicBezTo>
                  <a:pt x="34734" y="59737"/>
                  <a:pt x="32391" y="55491"/>
                  <a:pt x="31354" y="50847"/>
                </a:cubicBezTo>
                <a:cubicBezTo>
                  <a:pt x="30316" y="46203"/>
                  <a:pt x="30689" y="41095"/>
                  <a:pt x="32472" y="35523"/>
                </a:cubicBezTo>
                <a:cubicBezTo>
                  <a:pt x="35571" y="25838"/>
                  <a:pt x="41959" y="17497"/>
                  <a:pt x="51636" y="10499"/>
                </a:cubicBezTo>
                <a:cubicBezTo>
                  <a:pt x="61313" y="3500"/>
                  <a:pt x="71896" y="0"/>
                  <a:pt x="83384" y="0"/>
                </a:cubicBezTo>
                <a:cubicBezTo>
                  <a:pt x="90556" y="0"/>
                  <a:pt x="97596" y="1760"/>
                  <a:pt x="104505" y="5279"/>
                </a:cubicBezTo>
                <a:cubicBezTo>
                  <a:pt x="107692" y="6939"/>
                  <a:pt x="110050" y="7769"/>
                  <a:pt x="111577" y="7769"/>
                </a:cubicBezTo>
                <a:cubicBezTo>
                  <a:pt x="113303" y="7769"/>
                  <a:pt x="114879" y="7255"/>
                  <a:pt x="116304" y="6225"/>
                </a:cubicBezTo>
                <a:cubicBezTo>
                  <a:pt x="117729" y="5196"/>
                  <a:pt x="119273" y="3121"/>
                  <a:pt x="120936" y="0"/>
                </a:cubicBezTo>
                <a:lnTo>
                  <a:pt x="1246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Text e">
            <a:extLst xmlns:a="http://schemas.openxmlformats.org/drawingml/2006/main">
              <a:ext uri="{FF2B5EF4-FFF2-40B4-BE49-F238E27FC236}">
                <a16:creationId xmlns:a16="http://schemas.microsoft.com/office/drawing/2014/main" id="{9E044202-E7BB-4D88-87F5-F37EDC8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565" y="218239"/>
            <a:ext cx="89384" cy="96620"/>
          </a:xfrm>
          <a:custGeom xmlns:a="http://schemas.openxmlformats.org/drawingml/2006/main">
            <a:pathLst>
              <a:path w="89384" h="96620">
                <a:moveTo>
                  <a:pt x="22730" y="37054"/>
                </a:moveTo>
                <a:cubicBezTo>
                  <a:pt x="18348" y="50539"/>
                  <a:pt x="18251" y="61115"/>
                  <a:pt x="22438" y="68782"/>
                </a:cubicBezTo>
                <a:cubicBezTo>
                  <a:pt x="26625" y="76450"/>
                  <a:pt x="33200" y="80284"/>
                  <a:pt x="42165" y="80284"/>
                </a:cubicBezTo>
                <a:cubicBezTo>
                  <a:pt x="48142" y="80284"/>
                  <a:pt x="53866" y="78633"/>
                  <a:pt x="59338" y="75332"/>
                </a:cubicBezTo>
                <a:cubicBezTo>
                  <a:pt x="64811" y="72030"/>
                  <a:pt x="70322" y="66376"/>
                  <a:pt x="75872" y="58370"/>
                </a:cubicBezTo>
                <a:lnTo>
                  <a:pt x="78320" y="60372"/>
                </a:lnTo>
                <a:cubicBezTo>
                  <a:pt x="73999" y="69517"/>
                  <a:pt x="67283" y="77845"/>
                  <a:pt x="58173" y="85355"/>
                </a:cubicBezTo>
                <a:cubicBezTo>
                  <a:pt x="49063" y="92865"/>
                  <a:pt x="39461" y="96620"/>
                  <a:pt x="29367" y="96620"/>
                </a:cubicBezTo>
                <a:cubicBezTo>
                  <a:pt x="18411" y="96620"/>
                  <a:pt x="10393" y="92363"/>
                  <a:pt x="5315" y="83848"/>
                </a:cubicBezTo>
                <a:cubicBezTo>
                  <a:pt x="238" y="75332"/>
                  <a:pt x="0" y="63883"/>
                  <a:pt x="4602" y="49502"/>
                </a:cubicBezTo>
                <a:cubicBezTo>
                  <a:pt x="9585" y="33930"/>
                  <a:pt x="17472" y="21787"/>
                  <a:pt x="28262" y="13074"/>
                </a:cubicBezTo>
                <a:cubicBezTo>
                  <a:pt x="39053" y="4358"/>
                  <a:pt x="50491" y="0"/>
                  <a:pt x="62577" y="0"/>
                </a:cubicBezTo>
                <a:cubicBezTo>
                  <a:pt x="72803" y="0"/>
                  <a:pt x="80128" y="3362"/>
                  <a:pt x="84550" y="10085"/>
                </a:cubicBezTo>
                <a:cubicBezTo>
                  <a:pt x="88974" y="16807"/>
                  <a:pt x="89384" y="25796"/>
                  <a:pt x="85781" y="37054"/>
                </a:cubicBezTo>
                <a:lnTo>
                  <a:pt x="22730" y="37054"/>
                </a:lnTo>
                <a:moveTo>
                  <a:pt x="24578" y="31277"/>
                </a:moveTo>
                <a:lnTo>
                  <a:pt x="66812" y="31277"/>
                </a:lnTo>
                <a:cubicBezTo>
                  <a:pt x="68335" y="25481"/>
                  <a:pt x="68944" y="21398"/>
                  <a:pt x="68640" y="19028"/>
                </a:cubicBezTo>
                <a:cubicBezTo>
                  <a:pt x="68160" y="15339"/>
                  <a:pt x="66614" y="12441"/>
                  <a:pt x="64001" y="10334"/>
                </a:cubicBezTo>
                <a:cubicBezTo>
                  <a:pt x="61389" y="8226"/>
                  <a:pt x="58290" y="7172"/>
                  <a:pt x="54704" y="7172"/>
                </a:cubicBezTo>
                <a:cubicBezTo>
                  <a:pt x="49192" y="7172"/>
                  <a:pt x="43582" y="9296"/>
                  <a:pt x="37873" y="13544"/>
                </a:cubicBezTo>
                <a:cubicBezTo>
                  <a:pt x="32164" y="17791"/>
                  <a:pt x="27733" y="23703"/>
                  <a:pt x="24578" y="312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Text l">
            <a:extLst xmlns:a="http://schemas.openxmlformats.org/drawingml/2006/main">
              <a:ext uri="{FF2B5EF4-FFF2-40B4-BE49-F238E27FC236}">
                <a16:creationId xmlns:a16="http://schemas.microsoft.com/office/drawing/2014/main" id="{C14E35F3-4171-42E9-A9E0-EE85FC36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798" y="170427"/>
            <a:ext cx="75308" cy="141643"/>
          </a:xfrm>
          <a:custGeom xmlns:a="http://schemas.openxmlformats.org/drawingml/2006/main">
            <a:pathLst>
              <a:path w="75308" h="141643">
                <a:moveTo>
                  <a:pt x="75308" y="0"/>
                </a:moveTo>
                <a:lnTo>
                  <a:pt x="36612" y="120924"/>
                </a:lnTo>
                <a:cubicBezTo>
                  <a:pt x="34774" y="126668"/>
                  <a:pt x="33970" y="130476"/>
                  <a:pt x="34201" y="132348"/>
                </a:cubicBezTo>
                <a:cubicBezTo>
                  <a:pt x="34433" y="134218"/>
                  <a:pt x="35257" y="135637"/>
                  <a:pt x="36674" y="136606"/>
                </a:cubicBezTo>
                <a:cubicBezTo>
                  <a:pt x="38091" y="137573"/>
                  <a:pt x="41157" y="138057"/>
                  <a:pt x="45871" y="138057"/>
                </a:cubicBezTo>
                <a:lnTo>
                  <a:pt x="44724" y="141643"/>
                </a:lnTo>
                <a:lnTo>
                  <a:pt x="0" y="141643"/>
                </a:lnTo>
                <a:lnTo>
                  <a:pt x="1147" y="138057"/>
                </a:lnTo>
                <a:cubicBezTo>
                  <a:pt x="5331" y="138057"/>
                  <a:pt x="8325" y="137623"/>
                  <a:pt x="10130" y="136756"/>
                </a:cubicBezTo>
                <a:cubicBezTo>
                  <a:pt x="11936" y="135886"/>
                  <a:pt x="13591" y="134450"/>
                  <a:pt x="15095" y="132448"/>
                </a:cubicBezTo>
                <a:cubicBezTo>
                  <a:pt x="16599" y="130443"/>
                  <a:pt x="18260" y="126602"/>
                  <a:pt x="20077" y="120924"/>
                </a:cubicBezTo>
                <a:lnTo>
                  <a:pt x="46533" y="38249"/>
                </a:lnTo>
                <a:cubicBezTo>
                  <a:pt x="49827" y="27957"/>
                  <a:pt x="51618" y="21632"/>
                  <a:pt x="51908" y="19274"/>
                </a:cubicBezTo>
                <a:cubicBezTo>
                  <a:pt x="52197" y="16917"/>
                  <a:pt x="51966" y="15306"/>
                  <a:pt x="51212" y="14443"/>
                </a:cubicBezTo>
                <a:cubicBezTo>
                  <a:pt x="50459" y="13580"/>
                  <a:pt x="49286" y="13148"/>
                  <a:pt x="47692" y="13148"/>
                </a:cubicBezTo>
                <a:cubicBezTo>
                  <a:pt x="45966" y="13148"/>
                  <a:pt x="43604" y="13680"/>
                  <a:pt x="40608" y="14742"/>
                </a:cubicBezTo>
                <a:lnTo>
                  <a:pt x="40062" y="11156"/>
                </a:lnTo>
                <a:lnTo>
                  <a:pt x="70825" y="0"/>
                </a:lnTo>
                <a:lnTo>
                  <a:pt x="753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Text ect">
            <a:extLst xmlns:a="http://schemas.openxmlformats.org/drawingml/2006/main">
              <a:ext uri="{FF2B5EF4-FFF2-40B4-BE49-F238E27FC236}">
                <a16:creationId xmlns:a16="http://schemas.microsoft.com/office/drawing/2014/main" id="{8EC7BF1A-AFC7-4BCB-8799-59DBD777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653" y="190747"/>
            <a:ext cx="247464" cy="124112"/>
          </a:xfrm>
          <a:custGeom xmlns:a="http://schemas.openxmlformats.org/drawingml/2006/main">
            <a:pathLst>
              <a:path w="247464" h="124112">
                <a:moveTo>
                  <a:pt x="22730" y="64546"/>
                </a:moveTo>
                <a:cubicBezTo>
                  <a:pt x="18348" y="78030"/>
                  <a:pt x="18251" y="88607"/>
                  <a:pt x="22438" y="96274"/>
                </a:cubicBezTo>
                <a:cubicBezTo>
                  <a:pt x="26625" y="103942"/>
                  <a:pt x="33200" y="107776"/>
                  <a:pt x="42165" y="107776"/>
                </a:cubicBezTo>
                <a:cubicBezTo>
                  <a:pt x="48142" y="107776"/>
                  <a:pt x="53866" y="106125"/>
                  <a:pt x="59338" y="102823"/>
                </a:cubicBezTo>
                <a:cubicBezTo>
                  <a:pt x="64811" y="99522"/>
                  <a:pt x="70322" y="93868"/>
                  <a:pt x="75872" y="85862"/>
                </a:cubicBezTo>
                <a:lnTo>
                  <a:pt x="78320" y="87864"/>
                </a:lnTo>
                <a:cubicBezTo>
                  <a:pt x="73999" y="97009"/>
                  <a:pt x="67283" y="105337"/>
                  <a:pt x="58173" y="112847"/>
                </a:cubicBezTo>
                <a:cubicBezTo>
                  <a:pt x="49063" y="120357"/>
                  <a:pt x="39461" y="124112"/>
                  <a:pt x="29367" y="124112"/>
                </a:cubicBezTo>
                <a:cubicBezTo>
                  <a:pt x="18411" y="124112"/>
                  <a:pt x="10393" y="119854"/>
                  <a:pt x="5315" y="111340"/>
                </a:cubicBezTo>
                <a:cubicBezTo>
                  <a:pt x="238" y="102823"/>
                  <a:pt x="0" y="91375"/>
                  <a:pt x="4602" y="76994"/>
                </a:cubicBezTo>
                <a:cubicBezTo>
                  <a:pt x="9585" y="61422"/>
                  <a:pt x="17472" y="49279"/>
                  <a:pt x="28262" y="40565"/>
                </a:cubicBezTo>
                <a:cubicBezTo>
                  <a:pt x="39053" y="31850"/>
                  <a:pt x="50491" y="27492"/>
                  <a:pt x="62577" y="27492"/>
                </a:cubicBezTo>
                <a:cubicBezTo>
                  <a:pt x="72803" y="27492"/>
                  <a:pt x="80128" y="30854"/>
                  <a:pt x="84550" y="37577"/>
                </a:cubicBezTo>
                <a:cubicBezTo>
                  <a:pt x="88974" y="44299"/>
                  <a:pt x="89384" y="53288"/>
                  <a:pt x="85781" y="64546"/>
                </a:cubicBezTo>
                <a:lnTo>
                  <a:pt x="22730" y="64546"/>
                </a:lnTo>
                <a:moveTo>
                  <a:pt x="24578" y="58769"/>
                </a:moveTo>
                <a:lnTo>
                  <a:pt x="66812" y="58769"/>
                </a:lnTo>
                <a:cubicBezTo>
                  <a:pt x="68335" y="52973"/>
                  <a:pt x="68944" y="48890"/>
                  <a:pt x="68640" y="46520"/>
                </a:cubicBezTo>
                <a:cubicBezTo>
                  <a:pt x="68160" y="42830"/>
                  <a:pt x="66614" y="39932"/>
                  <a:pt x="64001" y="37826"/>
                </a:cubicBezTo>
                <a:cubicBezTo>
                  <a:pt x="61389" y="35718"/>
                  <a:pt x="58290" y="34664"/>
                  <a:pt x="54704" y="34664"/>
                </a:cubicBezTo>
                <a:cubicBezTo>
                  <a:pt x="49192" y="34664"/>
                  <a:pt x="43582" y="36788"/>
                  <a:pt x="37873" y="41035"/>
                </a:cubicBezTo>
                <a:cubicBezTo>
                  <a:pt x="32164" y="45283"/>
                  <a:pt x="27733" y="51194"/>
                  <a:pt x="24578" y="58769"/>
                </a:cubicBezTo>
                <a:close/>
                <a:moveTo>
                  <a:pt x="168426" y="86659"/>
                </a:moveTo>
                <a:cubicBezTo>
                  <a:pt x="162123" y="98678"/>
                  <a:pt x="154349" y="107925"/>
                  <a:pt x="145106" y="114400"/>
                </a:cubicBezTo>
                <a:cubicBezTo>
                  <a:pt x="135862" y="120874"/>
                  <a:pt x="126891" y="124112"/>
                  <a:pt x="118192" y="124112"/>
                </a:cubicBezTo>
                <a:cubicBezTo>
                  <a:pt x="107832" y="124112"/>
                  <a:pt x="100191" y="119767"/>
                  <a:pt x="95269" y="111079"/>
                </a:cubicBezTo>
                <a:cubicBezTo>
                  <a:pt x="90347" y="102388"/>
                  <a:pt x="90253" y="90645"/>
                  <a:pt x="94987" y="75852"/>
                </a:cubicBezTo>
                <a:cubicBezTo>
                  <a:pt x="99572" y="61522"/>
                  <a:pt x="107564" y="49881"/>
                  <a:pt x="118962" y="40926"/>
                </a:cubicBezTo>
                <a:cubicBezTo>
                  <a:pt x="130362" y="31970"/>
                  <a:pt x="142038" y="27492"/>
                  <a:pt x="153991" y="27492"/>
                </a:cubicBezTo>
                <a:cubicBezTo>
                  <a:pt x="162955" y="27492"/>
                  <a:pt x="169564" y="29874"/>
                  <a:pt x="173817" y="34639"/>
                </a:cubicBezTo>
                <a:cubicBezTo>
                  <a:pt x="178070" y="39401"/>
                  <a:pt x="179376" y="44347"/>
                  <a:pt x="177734" y="49477"/>
                </a:cubicBezTo>
                <a:cubicBezTo>
                  <a:pt x="176924" y="52009"/>
                  <a:pt x="175455" y="54058"/>
                  <a:pt x="173327" y="55625"/>
                </a:cubicBezTo>
                <a:cubicBezTo>
                  <a:pt x="171199" y="57190"/>
                  <a:pt x="168674" y="57972"/>
                  <a:pt x="165752" y="57972"/>
                </a:cubicBezTo>
                <a:cubicBezTo>
                  <a:pt x="161834" y="57972"/>
                  <a:pt x="159286" y="56700"/>
                  <a:pt x="158108" y="54156"/>
                </a:cubicBezTo>
                <a:cubicBezTo>
                  <a:pt x="157430" y="52749"/>
                  <a:pt x="157540" y="50070"/>
                  <a:pt x="158439" y="46119"/>
                </a:cubicBezTo>
                <a:cubicBezTo>
                  <a:pt x="159338" y="42167"/>
                  <a:pt x="158958" y="39154"/>
                  <a:pt x="157298" y="37079"/>
                </a:cubicBezTo>
                <a:cubicBezTo>
                  <a:pt x="155616" y="35070"/>
                  <a:pt x="152717" y="34066"/>
                  <a:pt x="148600" y="34066"/>
                </a:cubicBezTo>
                <a:cubicBezTo>
                  <a:pt x="141959" y="34066"/>
                  <a:pt x="135827" y="36523"/>
                  <a:pt x="130204" y="41437"/>
                </a:cubicBezTo>
                <a:cubicBezTo>
                  <a:pt x="122743" y="47945"/>
                  <a:pt x="117302" y="56544"/>
                  <a:pt x="113880" y="67235"/>
                </a:cubicBezTo>
                <a:cubicBezTo>
                  <a:pt x="110396" y="78126"/>
                  <a:pt x="109992" y="87738"/>
                  <a:pt x="112671" y="96072"/>
                </a:cubicBezTo>
                <a:cubicBezTo>
                  <a:pt x="115350" y="104406"/>
                  <a:pt x="121238" y="108573"/>
                  <a:pt x="130336" y="108573"/>
                </a:cubicBezTo>
                <a:cubicBezTo>
                  <a:pt x="136843" y="108573"/>
                  <a:pt x="143399" y="106348"/>
                  <a:pt x="150002" y="101899"/>
                </a:cubicBezTo>
                <a:cubicBezTo>
                  <a:pt x="154632" y="98844"/>
                  <a:pt x="159959" y="93300"/>
                  <a:pt x="165983" y="85264"/>
                </a:cubicBezTo>
                <a:lnTo>
                  <a:pt x="168426" y="86659"/>
                </a:lnTo>
                <a:close/>
                <a:moveTo>
                  <a:pt x="235774" y="0"/>
                </a:moveTo>
                <a:lnTo>
                  <a:pt x="226148" y="30082"/>
                </a:lnTo>
                <a:lnTo>
                  <a:pt x="247464" y="30082"/>
                </a:lnTo>
                <a:lnTo>
                  <a:pt x="245297" y="36855"/>
                </a:lnTo>
                <a:lnTo>
                  <a:pt x="223917" y="37054"/>
                </a:lnTo>
                <a:lnTo>
                  <a:pt x="204957" y="96302"/>
                </a:lnTo>
                <a:cubicBezTo>
                  <a:pt x="203064" y="102219"/>
                  <a:pt x="202634" y="106208"/>
                  <a:pt x="203668" y="108271"/>
                </a:cubicBezTo>
                <a:cubicBezTo>
                  <a:pt x="204701" y="110331"/>
                  <a:pt x="206547" y="111362"/>
                  <a:pt x="209203" y="111362"/>
                </a:cubicBezTo>
                <a:cubicBezTo>
                  <a:pt x="211394" y="111362"/>
                  <a:pt x="213740" y="110673"/>
                  <a:pt x="216239" y="109295"/>
                </a:cubicBezTo>
                <a:cubicBezTo>
                  <a:pt x="218739" y="107917"/>
                  <a:pt x="220983" y="105883"/>
                  <a:pt x="222973" y="103194"/>
                </a:cubicBezTo>
                <a:lnTo>
                  <a:pt x="226857" y="103194"/>
                </a:lnTo>
                <a:cubicBezTo>
                  <a:pt x="222440" y="109735"/>
                  <a:pt x="217578" y="114657"/>
                  <a:pt x="212271" y="117961"/>
                </a:cubicBezTo>
                <a:cubicBezTo>
                  <a:pt x="206964" y="121264"/>
                  <a:pt x="202052" y="122916"/>
                  <a:pt x="197537" y="122916"/>
                </a:cubicBezTo>
                <a:cubicBezTo>
                  <a:pt x="194482" y="122916"/>
                  <a:pt x="191766" y="122067"/>
                  <a:pt x="189388" y="120367"/>
                </a:cubicBezTo>
                <a:cubicBezTo>
                  <a:pt x="187010" y="118667"/>
                  <a:pt x="185630" y="116235"/>
                  <a:pt x="185248" y="113071"/>
                </a:cubicBezTo>
                <a:cubicBezTo>
                  <a:pt x="184866" y="109906"/>
                  <a:pt x="185731" y="105025"/>
                  <a:pt x="187842" y="98428"/>
                </a:cubicBezTo>
                <a:lnTo>
                  <a:pt x="207545" y="36855"/>
                </a:lnTo>
                <a:lnTo>
                  <a:pt x="193102" y="36855"/>
                </a:lnTo>
                <a:lnTo>
                  <a:pt x="194124" y="33661"/>
                </a:lnTo>
                <a:cubicBezTo>
                  <a:pt x="198241" y="32209"/>
                  <a:pt x="202763" y="29750"/>
                  <a:pt x="207691" y="26284"/>
                </a:cubicBezTo>
                <a:cubicBezTo>
                  <a:pt x="212618" y="22819"/>
                  <a:pt x="217343" y="18688"/>
                  <a:pt x="221866" y="13892"/>
                </a:cubicBezTo>
                <a:cubicBezTo>
                  <a:pt x="224203" y="11361"/>
                  <a:pt x="227810" y="6730"/>
                  <a:pt x="232686" y="0"/>
                </a:cubicBezTo>
                <a:lnTo>
                  <a:pt x="23577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Text i">
            <a:extLst xmlns:a="http://schemas.openxmlformats.org/drawingml/2006/main">
              <a:ext uri="{FF2B5EF4-FFF2-40B4-BE49-F238E27FC236}">
                <a16:creationId xmlns:a16="http://schemas.microsoft.com/office/drawing/2014/main" id="{E55CD22F-9F3F-471F-BD61-58CCE58E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576" y="170427"/>
            <a:ext cx="75261" cy="141643"/>
          </a:xfrm>
          <a:custGeom xmlns:a="http://schemas.openxmlformats.org/drawingml/2006/main">
            <a:pathLst>
              <a:path w="75261" h="141643">
                <a:moveTo>
                  <a:pt x="67538" y="0"/>
                </a:moveTo>
                <a:cubicBezTo>
                  <a:pt x="70327" y="0"/>
                  <a:pt x="72386" y="985"/>
                  <a:pt x="73715" y="2954"/>
                </a:cubicBezTo>
                <a:cubicBezTo>
                  <a:pt x="75044" y="4921"/>
                  <a:pt x="75261" y="7307"/>
                  <a:pt x="74363" y="10110"/>
                </a:cubicBezTo>
                <a:cubicBezTo>
                  <a:pt x="73466" y="12914"/>
                  <a:pt x="71718" y="15317"/>
                  <a:pt x="69118" y="17319"/>
                </a:cubicBezTo>
                <a:cubicBezTo>
                  <a:pt x="66519" y="19320"/>
                  <a:pt x="63825" y="20320"/>
                  <a:pt x="61036" y="20320"/>
                </a:cubicBezTo>
                <a:cubicBezTo>
                  <a:pt x="58247" y="20320"/>
                  <a:pt x="56176" y="19320"/>
                  <a:pt x="54824" y="17319"/>
                </a:cubicBezTo>
                <a:cubicBezTo>
                  <a:pt x="53473" y="15317"/>
                  <a:pt x="53246" y="12914"/>
                  <a:pt x="54143" y="10110"/>
                </a:cubicBezTo>
                <a:cubicBezTo>
                  <a:pt x="55040" y="7307"/>
                  <a:pt x="56783" y="4921"/>
                  <a:pt x="59371" y="2954"/>
                </a:cubicBezTo>
                <a:cubicBezTo>
                  <a:pt x="61961" y="985"/>
                  <a:pt x="64683" y="0"/>
                  <a:pt x="67538" y="0"/>
                </a:cubicBezTo>
                <a:moveTo>
                  <a:pt x="60506" y="47812"/>
                </a:moveTo>
                <a:lnTo>
                  <a:pt x="37110" y="120924"/>
                </a:lnTo>
                <a:cubicBezTo>
                  <a:pt x="35272" y="126668"/>
                  <a:pt x="34463" y="130493"/>
                  <a:pt x="34684" y="132398"/>
                </a:cubicBezTo>
                <a:cubicBezTo>
                  <a:pt x="34905" y="134301"/>
                  <a:pt x="35679" y="135720"/>
                  <a:pt x="37006" y="136656"/>
                </a:cubicBezTo>
                <a:cubicBezTo>
                  <a:pt x="38334" y="137590"/>
                  <a:pt x="41157" y="138057"/>
                  <a:pt x="45473" y="138057"/>
                </a:cubicBezTo>
                <a:lnTo>
                  <a:pt x="44326" y="141643"/>
                </a:lnTo>
                <a:lnTo>
                  <a:pt x="0" y="141643"/>
                </a:lnTo>
                <a:lnTo>
                  <a:pt x="1147" y="138057"/>
                </a:lnTo>
                <a:cubicBezTo>
                  <a:pt x="5597" y="138057"/>
                  <a:pt x="8724" y="137623"/>
                  <a:pt x="10529" y="136756"/>
                </a:cubicBezTo>
                <a:cubicBezTo>
                  <a:pt x="12334" y="135886"/>
                  <a:pt x="14006" y="134450"/>
                  <a:pt x="15543" y="132448"/>
                </a:cubicBezTo>
                <a:cubicBezTo>
                  <a:pt x="17081" y="130443"/>
                  <a:pt x="18758" y="126602"/>
                  <a:pt x="20575" y="120924"/>
                </a:cubicBezTo>
                <a:lnTo>
                  <a:pt x="31731" y="86061"/>
                </a:lnTo>
                <a:cubicBezTo>
                  <a:pt x="34911" y="76125"/>
                  <a:pt x="36671" y="69690"/>
                  <a:pt x="37012" y="66756"/>
                </a:cubicBezTo>
                <a:cubicBezTo>
                  <a:pt x="37231" y="64621"/>
                  <a:pt x="36975" y="63138"/>
                  <a:pt x="36244" y="62308"/>
                </a:cubicBezTo>
                <a:cubicBezTo>
                  <a:pt x="35515" y="61476"/>
                  <a:pt x="34286" y="61060"/>
                  <a:pt x="32560" y="61060"/>
                </a:cubicBezTo>
                <a:cubicBezTo>
                  <a:pt x="30701" y="61060"/>
                  <a:pt x="28283" y="61558"/>
                  <a:pt x="25308" y="62554"/>
                </a:cubicBezTo>
                <a:lnTo>
                  <a:pt x="25061" y="58968"/>
                </a:lnTo>
                <a:lnTo>
                  <a:pt x="56123" y="47812"/>
                </a:lnTo>
                <a:lnTo>
                  <a:pt x="60506" y="47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Text n">
            <a:extLst xmlns:a="http://schemas.openxmlformats.org/drawingml/2006/main">
              <a:ext uri="{FF2B5EF4-FFF2-40B4-BE49-F238E27FC236}">
                <a16:creationId xmlns:a16="http://schemas.microsoft.com/office/drawing/2014/main" id="{83199093-ECC8-459C-AAEC-96531062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366" y="218239"/>
            <a:ext cx="107373" cy="93831"/>
          </a:xfrm>
          <a:custGeom xmlns:a="http://schemas.openxmlformats.org/drawingml/2006/main">
            <a:pathLst>
              <a:path w="107373" h="93831">
                <a:moveTo>
                  <a:pt x="54155" y="19224"/>
                </a:moveTo>
                <a:cubicBezTo>
                  <a:pt x="68947" y="6408"/>
                  <a:pt x="81191" y="0"/>
                  <a:pt x="90886" y="0"/>
                </a:cubicBezTo>
                <a:cubicBezTo>
                  <a:pt x="95867" y="0"/>
                  <a:pt x="99752" y="1242"/>
                  <a:pt x="102543" y="3726"/>
                </a:cubicBezTo>
                <a:cubicBezTo>
                  <a:pt x="105335" y="6208"/>
                  <a:pt x="106882" y="10297"/>
                  <a:pt x="107184" y="15993"/>
                </a:cubicBezTo>
                <a:cubicBezTo>
                  <a:pt x="107373" y="19967"/>
                  <a:pt x="106154" y="26060"/>
                  <a:pt x="103527" y="34271"/>
                </a:cubicBezTo>
                <a:lnTo>
                  <a:pt x="91098" y="73112"/>
                </a:lnTo>
                <a:cubicBezTo>
                  <a:pt x="89238" y="78923"/>
                  <a:pt x="88442" y="82864"/>
                  <a:pt x="88709" y="84935"/>
                </a:cubicBezTo>
                <a:cubicBezTo>
                  <a:pt x="88905" y="86605"/>
                  <a:pt x="89666" y="87908"/>
                  <a:pt x="90994" y="88844"/>
                </a:cubicBezTo>
                <a:cubicBezTo>
                  <a:pt x="92322" y="89778"/>
                  <a:pt x="95177" y="90245"/>
                  <a:pt x="99560" y="90245"/>
                </a:cubicBezTo>
                <a:lnTo>
                  <a:pt x="98413" y="93831"/>
                </a:lnTo>
                <a:lnTo>
                  <a:pt x="53290" y="93831"/>
                </a:lnTo>
                <a:lnTo>
                  <a:pt x="54438" y="90245"/>
                </a:lnTo>
                <a:lnTo>
                  <a:pt x="56330" y="90245"/>
                </a:lnTo>
                <a:cubicBezTo>
                  <a:pt x="60580" y="90245"/>
                  <a:pt x="63760" y="89594"/>
                  <a:pt x="65870" y="88293"/>
                </a:cubicBezTo>
                <a:cubicBezTo>
                  <a:pt x="67980" y="86990"/>
                  <a:pt x="69773" y="85069"/>
                  <a:pt x="71250" y="82531"/>
                </a:cubicBezTo>
                <a:cubicBezTo>
                  <a:pt x="71836" y="81529"/>
                  <a:pt x="72974" y="78389"/>
                  <a:pt x="74662" y="73112"/>
                </a:cubicBezTo>
                <a:lnTo>
                  <a:pt x="86595" y="35822"/>
                </a:lnTo>
                <a:cubicBezTo>
                  <a:pt x="89247" y="27533"/>
                  <a:pt x="90094" y="21516"/>
                  <a:pt x="89134" y="17771"/>
                </a:cubicBezTo>
                <a:cubicBezTo>
                  <a:pt x="88175" y="14025"/>
                  <a:pt x="85138" y="12152"/>
                  <a:pt x="80025" y="12152"/>
                </a:cubicBezTo>
                <a:cubicBezTo>
                  <a:pt x="72123" y="12152"/>
                  <a:pt x="62873" y="16469"/>
                  <a:pt x="52274" y="25101"/>
                </a:cubicBezTo>
                <a:lnTo>
                  <a:pt x="36911" y="73112"/>
                </a:lnTo>
                <a:cubicBezTo>
                  <a:pt x="34923" y="79323"/>
                  <a:pt x="34059" y="83164"/>
                  <a:pt x="34319" y="84636"/>
                </a:cubicBezTo>
                <a:cubicBezTo>
                  <a:pt x="34629" y="86572"/>
                  <a:pt x="35453" y="87991"/>
                  <a:pt x="36791" y="88894"/>
                </a:cubicBezTo>
                <a:cubicBezTo>
                  <a:pt x="38130" y="89795"/>
                  <a:pt x="41290" y="90245"/>
                  <a:pt x="46270" y="90245"/>
                </a:cubicBezTo>
                <a:lnTo>
                  <a:pt x="45122" y="93831"/>
                </a:lnTo>
                <a:lnTo>
                  <a:pt x="0" y="93831"/>
                </a:lnTo>
                <a:lnTo>
                  <a:pt x="1147" y="90245"/>
                </a:lnTo>
                <a:lnTo>
                  <a:pt x="3140" y="90245"/>
                </a:lnTo>
                <a:cubicBezTo>
                  <a:pt x="7788" y="90245"/>
                  <a:pt x="11305" y="89060"/>
                  <a:pt x="13690" y="86690"/>
                </a:cubicBezTo>
                <a:cubicBezTo>
                  <a:pt x="16076" y="84318"/>
                  <a:pt x="18338" y="79792"/>
                  <a:pt x="20475" y="73112"/>
                </a:cubicBezTo>
                <a:lnTo>
                  <a:pt x="31249" y="39445"/>
                </a:lnTo>
                <a:cubicBezTo>
                  <a:pt x="34755" y="28488"/>
                  <a:pt x="36642" y="21814"/>
                  <a:pt x="36909" y="19424"/>
                </a:cubicBezTo>
                <a:cubicBezTo>
                  <a:pt x="37176" y="17033"/>
                  <a:pt x="36933" y="15406"/>
                  <a:pt x="36180" y="14543"/>
                </a:cubicBezTo>
                <a:cubicBezTo>
                  <a:pt x="35427" y="13679"/>
                  <a:pt x="34187" y="13248"/>
                  <a:pt x="32460" y="13248"/>
                </a:cubicBezTo>
                <a:cubicBezTo>
                  <a:pt x="30601" y="13248"/>
                  <a:pt x="28217" y="13746"/>
                  <a:pt x="25308" y="14742"/>
                </a:cubicBezTo>
                <a:lnTo>
                  <a:pt x="24962" y="11156"/>
                </a:lnTo>
                <a:lnTo>
                  <a:pt x="56024" y="0"/>
                </a:lnTo>
                <a:lnTo>
                  <a:pt x="60307" y="0"/>
                </a:lnTo>
                <a:lnTo>
                  <a:pt x="54155" y="192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Text g">
            <a:extLst xmlns:a="http://schemas.openxmlformats.org/drawingml/2006/main">
              <a:ext uri="{FF2B5EF4-FFF2-40B4-BE49-F238E27FC236}">
                <a16:creationId xmlns:a16="http://schemas.microsoft.com/office/drawing/2014/main" id="{22D73B78-4BAF-4D52-A080-A3304AFA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605" y="218239"/>
            <a:ext cx="128628" cy="137858"/>
          </a:xfrm>
          <a:custGeom xmlns:a="http://schemas.openxmlformats.org/drawingml/2006/main">
            <a:pathLst>
              <a:path w="128628" h="137858">
                <a:moveTo>
                  <a:pt x="44489" y="60583"/>
                </a:moveTo>
                <a:cubicBezTo>
                  <a:pt x="39780" y="57865"/>
                  <a:pt x="36712" y="54068"/>
                  <a:pt x="35284" y="49194"/>
                </a:cubicBezTo>
                <a:cubicBezTo>
                  <a:pt x="33855" y="44319"/>
                  <a:pt x="34086" y="38930"/>
                  <a:pt x="35975" y="33026"/>
                </a:cubicBezTo>
                <a:cubicBezTo>
                  <a:pt x="38861" y="24008"/>
                  <a:pt x="44747" y="16249"/>
                  <a:pt x="53634" y="9749"/>
                </a:cubicBezTo>
                <a:cubicBezTo>
                  <a:pt x="62520" y="3250"/>
                  <a:pt x="72276" y="0"/>
                  <a:pt x="82900" y="0"/>
                </a:cubicBezTo>
                <a:cubicBezTo>
                  <a:pt x="91600" y="0"/>
                  <a:pt x="98457" y="2125"/>
                  <a:pt x="103471" y="6375"/>
                </a:cubicBezTo>
                <a:lnTo>
                  <a:pt x="122795" y="6375"/>
                </a:lnTo>
                <a:cubicBezTo>
                  <a:pt x="125651" y="6375"/>
                  <a:pt x="127284" y="6458"/>
                  <a:pt x="127696" y="6624"/>
                </a:cubicBezTo>
                <a:cubicBezTo>
                  <a:pt x="128108" y="6790"/>
                  <a:pt x="128350" y="7072"/>
                  <a:pt x="128421" y="7471"/>
                </a:cubicBezTo>
                <a:cubicBezTo>
                  <a:pt x="128628" y="8068"/>
                  <a:pt x="128488" y="9131"/>
                  <a:pt x="127999" y="10658"/>
                </a:cubicBezTo>
                <a:cubicBezTo>
                  <a:pt x="127446" y="12385"/>
                  <a:pt x="126898" y="13580"/>
                  <a:pt x="126353" y="14244"/>
                </a:cubicBezTo>
                <a:cubicBezTo>
                  <a:pt x="126048" y="14576"/>
                  <a:pt x="125614" y="14842"/>
                  <a:pt x="125053" y="15041"/>
                </a:cubicBezTo>
                <a:cubicBezTo>
                  <a:pt x="124491" y="15240"/>
                  <a:pt x="122782" y="15340"/>
                  <a:pt x="119927" y="15340"/>
                </a:cubicBezTo>
                <a:lnTo>
                  <a:pt x="108073" y="15340"/>
                </a:lnTo>
                <a:cubicBezTo>
                  <a:pt x="110262" y="20121"/>
                  <a:pt x="110166" y="26230"/>
                  <a:pt x="107787" y="33668"/>
                </a:cubicBezTo>
                <a:cubicBezTo>
                  <a:pt x="105067" y="42167"/>
                  <a:pt x="99486" y="49439"/>
                  <a:pt x="91044" y="55482"/>
                </a:cubicBezTo>
                <a:cubicBezTo>
                  <a:pt x="82603" y="61525"/>
                  <a:pt x="72904" y="64546"/>
                  <a:pt x="61947" y="64546"/>
                </a:cubicBezTo>
                <a:cubicBezTo>
                  <a:pt x="57431" y="64546"/>
                  <a:pt x="53033" y="63868"/>
                  <a:pt x="48752" y="62513"/>
                </a:cubicBezTo>
                <a:cubicBezTo>
                  <a:pt x="45034" y="64999"/>
                  <a:pt x="42363" y="67174"/>
                  <a:pt x="40737" y="69038"/>
                </a:cubicBezTo>
                <a:cubicBezTo>
                  <a:pt x="39112" y="70901"/>
                  <a:pt x="38090" y="72487"/>
                  <a:pt x="37671" y="73794"/>
                </a:cubicBezTo>
                <a:cubicBezTo>
                  <a:pt x="37315" y="74906"/>
                  <a:pt x="37518" y="75985"/>
                  <a:pt x="38279" y="77031"/>
                </a:cubicBezTo>
                <a:cubicBezTo>
                  <a:pt x="39040" y="78077"/>
                  <a:pt x="40941" y="78829"/>
                  <a:pt x="43982" y="79288"/>
                </a:cubicBezTo>
                <a:cubicBezTo>
                  <a:pt x="45744" y="79591"/>
                  <a:pt x="50307" y="79857"/>
                  <a:pt x="57672" y="80085"/>
                </a:cubicBezTo>
                <a:cubicBezTo>
                  <a:pt x="71230" y="80465"/>
                  <a:pt x="79925" y="80996"/>
                  <a:pt x="83757" y="81679"/>
                </a:cubicBezTo>
                <a:cubicBezTo>
                  <a:pt x="89657" y="82540"/>
                  <a:pt x="93856" y="84827"/>
                  <a:pt x="96353" y="88539"/>
                </a:cubicBezTo>
                <a:cubicBezTo>
                  <a:pt x="98851" y="92252"/>
                  <a:pt x="99230" y="96825"/>
                  <a:pt x="97491" y="102260"/>
                </a:cubicBezTo>
                <a:cubicBezTo>
                  <a:pt x="95094" y="109751"/>
                  <a:pt x="89326" y="116778"/>
                  <a:pt x="80187" y="123340"/>
                </a:cubicBezTo>
                <a:cubicBezTo>
                  <a:pt x="66731" y="133018"/>
                  <a:pt x="51669" y="137858"/>
                  <a:pt x="35001" y="137858"/>
                </a:cubicBezTo>
                <a:cubicBezTo>
                  <a:pt x="22185" y="137858"/>
                  <a:pt x="12285" y="134968"/>
                  <a:pt x="5303" y="129188"/>
                </a:cubicBezTo>
                <a:cubicBezTo>
                  <a:pt x="1385" y="125868"/>
                  <a:pt x="0" y="122414"/>
                  <a:pt x="1148" y="118826"/>
                </a:cubicBezTo>
                <a:cubicBezTo>
                  <a:pt x="1658" y="117232"/>
                  <a:pt x="2533" y="115639"/>
                  <a:pt x="3774" y="114045"/>
                </a:cubicBezTo>
                <a:cubicBezTo>
                  <a:pt x="5689" y="111588"/>
                  <a:pt x="9108" y="108167"/>
                  <a:pt x="14030" y="103782"/>
                </a:cubicBezTo>
                <a:cubicBezTo>
                  <a:pt x="14687" y="103185"/>
                  <a:pt x="19221" y="99598"/>
                  <a:pt x="27634" y="93021"/>
                </a:cubicBezTo>
                <a:cubicBezTo>
                  <a:pt x="24839" y="90965"/>
                  <a:pt x="22988" y="89124"/>
                  <a:pt x="22080" y="87499"/>
                </a:cubicBezTo>
                <a:cubicBezTo>
                  <a:pt x="21172" y="85875"/>
                  <a:pt x="21047" y="84034"/>
                  <a:pt x="21705" y="81977"/>
                </a:cubicBezTo>
                <a:cubicBezTo>
                  <a:pt x="22448" y="79655"/>
                  <a:pt x="24265" y="76936"/>
                  <a:pt x="27155" y="73819"/>
                </a:cubicBezTo>
                <a:cubicBezTo>
                  <a:pt x="30045" y="70700"/>
                  <a:pt x="35823" y="66288"/>
                  <a:pt x="44489" y="60583"/>
                </a:cubicBezTo>
                <a:moveTo>
                  <a:pt x="79613" y="4980"/>
                </a:moveTo>
                <a:cubicBezTo>
                  <a:pt x="74699" y="4980"/>
                  <a:pt x="69959" y="6929"/>
                  <a:pt x="65391" y="10826"/>
                </a:cubicBezTo>
                <a:cubicBezTo>
                  <a:pt x="60825" y="14721"/>
                  <a:pt x="57252" y="20698"/>
                  <a:pt x="54674" y="28756"/>
                </a:cubicBezTo>
                <a:cubicBezTo>
                  <a:pt x="51334" y="39192"/>
                  <a:pt x="51003" y="47282"/>
                  <a:pt x="53680" y="53026"/>
                </a:cubicBezTo>
                <a:cubicBezTo>
                  <a:pt x="55738" y="57386"/>
                  <a:pt x="59423" y="59566"/>
                  <a:pt x="64736" y="59566"/>
                </a:cubicBezTo>
                <a:cubicBezTo>
                  <a:pt x="69783" y="59566"/>
                  <a:pt x="74535" y="57683"/>
                  <a:pt x="78994" y="53919"/>
                </a:cubicBezTo>
                <a:cubicBezTo>
                  <a:pt x="83452" y="50155"/>
                  <a:pt x="86971" y="44244"/>
                  <a:pt x="89549" y="36186"/>
                </a:cubicBezTo>
                <a:cubicBezTo>
                  <a:pt x="92909" y="25685"/>
                  <a:pt x="93250" y="17463"/>
                  <a:pt x="90570" y="11517"/>
                </a:cubicBezTo>
                <a:cubicBezTo>
                  <a:pt x="88578" y="7159"/>
                  <a:pt x="84926" y="4980"/>
                  <a:pt x="79613" y="4980"/>
                </a:cubicBezTo>
                <a:moveTo>
                  <a:pt x="32853" y="93831"/>
                </a:moveTo>
                <a:cubicBezTo>
                  <a:pt x="28655" y="97197"/>
                  <a:pt x="25295" y="100331"/>
                  <a:pt x="22772" y="103234"/>
                </a:cubicBezTo>
                <a:cubicBezTo>
                  <a:pt x="20249" y="106138"/>
                  <a:pt x="18597" y="108810"/>
                  <a:pt x="17816" y="111253"/>
                </a:cubicBezTo>
                <a:cubicBezTo>
                  <a:pt x="16802" y="114420"/>
                  <a:pt x="17841" y="117191"/>
                  <a:pt x="20932" y="119567"/>
                </a:cubicBezTo>
                <a:cubicBezTo>
                  <a:pt x="26263" y="123659"/>
                  <a:pt x="35204" y="125705"/>
                  <a:pt x="47755" y="125705"/>
                </a:cubicBezTo>
                <a:cubicBezTo>
                  <a:pt x="59708" y="125705"/>
                  <a:pt x="69191" y="123618"/>
                  <a:pt x="76205" y="119442"/>
                </a:cubicBezTo>
                <a:cubicBezTo>
                  <a:pt x="83218" y="115269"/>
                  <a:pt x="87482" y="110816"/>
                  <a:pt x="88996" y="106083"/>
                </a:cubicBezTo>
                <a:cubicBezTo>
                  <a:pt x="90090" y="102665"/>
                  <a:pt x="89175" y="100233"/>
                  <a:pt x="86251" y="98786"/>
                </a:cubicBezTo>
                <a:cubicBezTo>
                  <a:pt x="83261" y="97340"/>
                  <a:pt x="76695" y="96485"/>
                  <a:pt x="66553" y="96221"/>
                </a:cubicBezTo>
                <a:cubicBezTo>
                  <a:pt x="51744" y="95806"/>
                  <a:pt x="40511" y="95009"/>
                  <a:pt x="32853" y="938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Text ρ">
            <a:extLst xmlns:a="http://schemas.openxmlformats.org/drawingml/2006/main">
              <a:ext uri="{FF2B5EF4-FFF2-40B4-BE49-F238E27FC236}">
                <a16:creationId xmlns:a16="http://schemas.microsoft.com/office/drawing/2014/main" id="{03F65780-C2A0-42FF-AAF8-BA995AEE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321" y="203895"/>
            <a:ext cx="116641" cy="148814"/>
          </a:xfrm>
          <a:custGeom xmlns:a="http://schemas.openxmlformats.org/drawingml/2006/main">
            <a:pathLst>
              <a:path w="116641" h="148814">
                <a:moveTo>
                  <a:pt x="18029" y="148814"/>
                </a:moveTo>
                <a:lnTo>
                  <a:pt x="0" y="148814"/>
                </a:lnTo>
                <a:lnTo>
                  <a:pt x="17830" y="65978"/>
                </a:lnTo>
                <a:cubicBezTo>
                  <a:pt x="21283" y="49833"/>
                  <a:pt x="25118" y="37558"/>
                  <a:pt x="29335" y="29154"/>
                </a:cubicBezTo>
                <a:cubicBezTo>
                  <a:pt x="33551" y="20748"/>
                  <a:pt x="39594" y="13787"/>
                  <a:pt x="47463" y="8274"/>
                </a:cubicBezTo>
                <a:cubicBezTo>
                  <a:pt x="55332" y="2758"/>
                  <a:pt x="64546" y="0"/>
                  <a:pt x="75104" y="0"/>
                </a:cubicBezTo>
                <a:cubicBezTo>
                  <a:pt x="87257" y="0"/>
                  <a:pt x="97217" y="4018"/>
                  <a:pt x="104987" y="12053"/>
                </a:cubicBezTo>
                <a:cubicBezTo>
                  <a:pt x="112756" y="20088"/>
                  <a:pt x="116641" y="30580"/>
                  <a:pt x="116641" y="43529"/>
                </a:cubicBezTo>
                <a:cubicBezTo>
                  <a:pt x="116641" y="61458"/>
                  <a:pt x="111378" y="77113"/>
                  <a:pt x="100853" y="90494"/>
                </a:cubicBezTo>
                <a:cubicBezTo>
                  <a:pt x="90328" y="103875"/>
                  <a:pt x="77362" y="110565"/>
                  <a:pt x="61956" y="110565"/>
                </a:cubicBezTo>
                <a:cubicBezTo>
                  <a:pt x="48077" y="110565"/>
                  <a:pt x="37320" y="105551"/>
                  <a:pt x="29683" y="95524"/>
                </a:cubicBezTo>
                <a:lnTo>
                  <a:pt x="18029" y="148814"/>
                </a:lnTo>
                <a:moveTo>
                  <a:pt x="36755" y="69035"/>
                </a:moveTo>
                <a:cubicBezTo>
                  <a:pt x="36755" y="77997"/>
                  <a:pt x="39080" y="84703"/>
                  <a:pt x="43728" y="89152"/>
                </a:cubicBezTo>
                <a:cubicBezTo>
                  <a:pt x="48376" y="93599"/>
                  <a:pt x="53954" y="95823"/>
                  <a:pt x="60462" y="95823"/>
                </a:cubicBezTo>
                <a:cubicBezTo>
                  <a:pt x="67169" y="95823"/>
                  <a:pt x="73561" y="93319"/>
                  <a:pt x="79637" y="88312"/>
                </a:cubicBezTo>
                <a:cubicBezTo>
                  <a:pt x="85713" y="83304"/>
                  <a:pt x="90444" y="76539"/>
                  <a:pt x="93831" y="68017"/>
                </a:cubicBezTo>
                <a:cubicBezTo>
                  <a:pt x="97217" y="59494"/>
                  <a:pt x="98911" y="51254"/>
                  <a:pt x="98911" y="43295"/>
                </a:cubicBezTo>
                <a:cubicBezTo>
                  <a:pt x="98911" y="35271"/>
                  <a:pt x="96703" y="28539"/>
                  <a:pt x="92287" y="23100"/>
                </a:cubicBezTo>
                <a:cubicBezTo>
                  <a:pt x="87871" y="17661"/>
                  <a:pt x="81977" y="14941"/>
                  <a:pt x="74606" y="14941"/>
                </a:cubicBezTo>
                <a:cubicBezTo>
                  <a:pt x="63517" y="14941"/>
                  <a:pt x="54436" y="20693"/>
                  <a:pt x="47364" y="32195"/>
                </a:cubicBezTo>
                <a:cubicBezTo>
                  <a:pt x="40291" y="43696"/>
                  <a:pt x="36755" y="55976"/>
                  <a:pt x="36755" y="69035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Text l">
            <a:extLst xmlns:a="http://schemas.openxmlformats.org/drawingml/2006/main">
              <a:ext uri="{FF2B5EF4-FFF2-40B4-BE49-F238E27FC236}">
                <a16:creationId xmlns:a16="http://schemas.microsoft.com/office/drawing/2014/main" id="{BE136FBF-FA42-4CD0-9A02-9B6671A2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33" y="170427"/>
            <a:ext cx="75308" cy="141643"/>
          </a:xfrm>
          <a:custGeom xmlns:a="http://schemas.openxmlformats.org/drawingml/2006/main">
            <a:pathLst>
              <a:path w="75308" h="141643">
                <a:moveTo>
                  <a:pt x="75308" y="0"/>
                </a:moveTo>
                <a:lnTo>
                  <a:pt x="36612" y="120924"/>
                </a:lnTo>
                <a:cubicBezTo>
                  <a:pt x="34774" y="126668"/>
                  <a:pt x="33970" y="130476"/>
                  <a:pt x="34201" y="132348"/>
                </a:cubicBezTo>
                <a:cubicBezTo>
                  <a:pt x="34433" y="134218"/>
                  <a:pt x="35257" y="135637"/>
                  <a:pt x="36674" y="136606"/>
                </a:cubicBezTo>
                <a:cubicBezTo>
                  <a:pt x="38091" y="137573"/>
                  <a:pt x="41157" y="138057"/>
                  <a:pt x="45871" y="138057"/>
                </a:cubicBezTo>
                <a:lnTo>
                  <a:pt x="44724" y="141643"/>
                </a:lnTo>
                <a:lnTo>
                  <a:pt x="0" y="141643"/>
                </a:lnTo>
                <a:lnTo>
                  <a:pt x="1147" y="138057"/>
                </a:lnTo>
                <a:cubicBezTo>
                  <a:pt x="5331" y="138057"/>
                  <a:pt x="8325" y="137623"/>
                  <a:pt x="10130" y="136756"/>
                </a:cubicBezTo>
                <a:cubicBezTo>
                  <a:pt x="11936" y="135886"/>
                  <a:pt x="13591" y="134450"/>
                  <a:pt x="15095" y="132448"/>
                </a:cubicBezTo>
                <a:cubicBezTo>
                  <a:pt x="16599" y="130443"/>
                  <a:pt x="18260" y="126602"/>
                  <a:pt x="20077" y="120924"/>
                </a:cubicBezTo>
                <a:lnTo>
                  <a:pt x="46533" y="38249"/>
                </a:lnTo>
                <a:cubicBezTo>
                  <a:pt x="49827" y="27957"/>
                  <a:pt x="51618" y="21632"/>
                  <a:pt x="51908" y="19274"/>
                </a:cubicBezTo>
                <a:cubicBezTo>
                  <a:pt x="52197" y="16917"/>
                  <a:pt x="51966" y="15306"/>
                  <a:pt x="51212" y="14443"/>
                </a:cubicBezTo>
                <a:cubicBezTo>
                  <a:pt x="50459" y="13580"/>
                  <a:pt x="49286" y="13148"/>
                  <a:pt x="47692" y="13148"/>
                </a:cubicBezTo>
                <a:cubicBezTo>
                  <a:pt x="45966" y="13148"/>
                  <a:pt x="43604" y="13680"/>
                  <a:pt x="40608" y="14742"/>
                </a:cubicBezTo>
                <a:lnTo>
                  <a:pt x="40062" y="11156"/>
                </a:lnTo>
                <a:lnTo>
                  <a:pt x="70825" y="0"/>
                </a:lnTo>
                <a:lnTo>
                  <a:pt x="753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Text ow">
            <a:extLst xmlns:a="http://schemas.openxmlformats.org/drawingml/2006/main">
              <a:ext uri="{FF2B5EF4-FFF2-40B4-BE49-F238E27FC236}">
                <a16:creationId xmlns:a16="http://schemas.microsoft.com/office/drawing/2014/main" id="{82D25E3F-6561-477E-B1BF-D3FA6C69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431" y="218239"/>
            <a:ext cx="259127" cy="96620"/>
          </a:xfrm>
          <a:custGeom xmlns:a="http://schemas.openxmlformats.org/drawingml/2006/main">
            <a:pathLst>
              <a:path w="259127" h="96620">
                <a:moveTo>
                  <a:pt x="63529" y="0"/>
                </a:moveTo>
                <a:cubicBezTo>
                  <a:pt x="77341" y="0"/>
                  <a:pt x="86754" y="5241"/>
                  <a:pt x="91767" y="15723"/>
                </a:cubicBezTo>
                <a:cubicBezTo>
                  <a:pt x="96007" y="24677"/>
                  <a:pt x="96269" y="34959"/>
                  <a:pt x="92553" y="46570"/>
                </a:cubicBezTo>
                <a:cubicBezTo>
                  <a:pt x="89942" y="54729"/>
                  <a:pt x="85341" y="62989"/>
                  <a:pt x="78748" y="71347"/>
                </a:cubicBezTo>
                <a:cubicBezTo>
                  <a:pt x="72156" y="79704"/>
                  <a:pt x="64744" y="86005"/>
                  <a:pt x="56512" y="90251"/>
                </a:cubicBezTo>
                <a:cubicBezTo>
                  <a:pt x="48281" y="94497"/>
                  <a:pt x="39948" y="96620"/>
                  <a:pt x="31515" y="96620"/>
                </a:cubicBezTo>
                <a:cubicBezTo>
                  <a:pt x="17769" y="96620"/>
                  <a:pt x="8597" y="91147"/>
                  <a:pt x="3998" y="80200"/>
                </a:cubicBezTo>
                <a:cubicBezTo>
                  <a:pt x="109" y="70980"/>
                  <a:pt x="0" y="60632"/>
                  <a:pt x="3672" y="49157"/>
                </a:cubicBezTo>
                <a:cubicBezTo>
                  <a:pt x="6347" y="40798"/>
                  <a:pt x="11081" y="32489"/>
                  <a:pt x="17874" y="24230"/>
                </a:cubicBezTo>
                <a:cubicBezTo>
                  <a:pt x="24668" y="15970"/>
                  <a:pt x="32082" y="9867"/>
                  <a:pt x="40119" y="5920"/>
                </a:cubicBezTo>
                <a:cubicBezTo>
                  <a:pt x="48155" y="1973"/>
                  <a:pt x="55958" y="0"/>
                  <a:pt x="63529" y="0"/>
                </a:cubicBezTo>
                <a:moveTo>
                  <a:pt x="58337" y="6574"/>
                </a:moveTo>
                <a:cubicBezTo>
                  <a:pt x="54818" y="6574"/>
                  <a:pt x="50948" y="7617"/>
                  <a:pt x="46728" y="9702"/>
                </a:cubicBezTo>
                <a:cubicBezTo>
                  <a:pt x="42508" y="11786"/>
                  <a:pt x="38467" y="15441"/>
                  <a:pt x="34602" y="20669"/>
                </a:cubicBezTo>
                <a:cubicBezTo>
                  <a:pt x="30738" y="25896"/>
                  <a:pt x="27494" y="32611"/>
                  <a:pt x="24869" y="40814"/>
                </a:cubicBezTo>
                <a:cubicBezTo>
                  <a:pt x="20634" y="54048"/>
                  <a:pt x="19621" y="65462"/>
                  <a:pt x="21830" y="75058"/>
                </a:cubicBezTo>
                <a:cubicBezTo>
                  <a:pt x="24039" y="84651"/>
                  <a:pt x="29460" y="89448"/>
                  <a:pt x="38093" y="89448"/>
                </a:cubicBezTo>
                <a:cubicBezTo>
                  <a:pt x="44534" y="89448"/>
                  <a:pt x="50694" y="86801"/>
                  <a:pt x="56571" y="81507"/>
                </a:cubicBezTo>
                <a:cubicBezTo>
                  <a:pt x="62449" y="76214"/>
                  <a:pt x="67452" y="67116"/>
                  <a:pt x="71580" y="54215"/>
                </a:cubicBezTo>
                <a:cubicBezTo>
                  <a:pt x="76746" y="38070"/>
                  <a:pt x="77325" y="25366"/>
                  <a:pt x="73317" y="16102"/>
                </a:cubicBezTo>
                <a:cubicBezTo>
                  <a:pt x="70635" y="9750"/>
                  <a:pt x="65642" y="6574"/>
                  <a:pt x="58337" y="6574"/>
                </a:cubicBezTo>
                <a:close/>
                <a:moveTo>
                  <a:pt x="114994" y="2590"/>
                </a:moveTo>
                <a:lnTo>
                  <a:pt x="153243" y="2590"/>
                </a:lnTo>
                <a:lnTo>
                  <a:pt x="152096" y="6176"/>
                </a:lnTo>
                <a:cubicBezTo>
                  <a:pt x="148491" y="6443"/>
                  <a:pt x="145980" y="7079"/>
                  <a:pt x="144563" y="8084"/>
                </a:cubicBezTo>
                <a:cubicBezTo>
                  <a:pt x="143146" y="9086"/>
                  <a:pt x="142139" y="10523"/>
                  <a:pt x="141540" y="12395"/>
                </a:cubicBezTo>
                <a:cubicBezTo>
                  <a:pt x="140875" y="14470"/>
                  <a:pt x="140637" y="16979"/>
                  <a:pt x="140824" y="19922"/>
                </a:cubicBezTo>
                <a:lnTo>
                  <a:pt x="143585" y="72303"/>
                </a:lnTo>
                <a:lnTo>
                  <a:pt x="176880" y="29577"/>
                </a:lnTo>
                <a:lnTo>
                  <a:pt x="175970" y="16236"/>
                </a:lnTo>
                <a:cubicBezTo>
                  <a:pt x="175664" y="12212"/>
                  <a:pt x="174463" y="9429"/>
                  <a:pt x="172367" y="7885"/>
                </a:cubicBezTo>
                <a:cubicBezTo>
                  <a:pt x="171206" y="6947"/>
                  <a:pt x="168666" y="6377"/>
                  <a:pt x="164746" y="6176"/>
                </a:cubicBezTo>
                <a:lnTo>
                  <a:pt x="165894" y="2590"/>
                </a:lnTo>
                <a:lnTo>
                  <a:pt x="209323" y="2590"/>
                </a:lnTo>
                <a:lnTo>
                  <a:pt x="208175" y="6176"/>
                </a:lnTo>
                <a:cubicBezTo>
                  <a:pt x="203330" y="6377"/>
                  <a:pt x="199663" y="7251"/>
                  <a:pt x="197177" y="8797"/>
                </a:cubicBezTo>
                <a:cubicBezTo>
                  <a:pt x="195504" y="9874"/>
                  <a:pt x="194291" y="11589"/>
                  <a:pt x="193538" y="13942"/>
                </a:cubicBezTo>
                <a:cubicBezTo>
                  <a:pt x="193113" y="15270"/>
                  <a:pt x="192943" y="16632"/>
                  <a:pt x="193027" y="18029"/>
                </a:cubicBezTo>
                <a:lnTo>
                  <a:pt x="196961" y="70479"/>
                </a:lnTo>
                <a:lnTo>
                  <a:pt x="232364" y="19922"/>
                </a:lnTo>
                <a:cubicBezTo>
                  <a:pt x="234848" y="16309"/>
                  <a:pt x="236433" y="13433"/>
                  <a:pt x="237117" y="11293"/>
                </a:cubicBezTo>
                <a:cubicBezTo>
                  <a:pt x="237524" y="10021"/>
                  <a:pt x="237241" y="8884"/>
                  <a:pt x="236267" y="7881"/>
                </a:cubicBezTo>
                <a:cubicBezTo>
                  <a:pt x="235293" y="6877"/>
                  <a:pt x="232935" y="6309"/>
                  <a:pt x="229193" y="6176"/>
                </a:cubicBezTo>
                <a:lnTo>
                  <a:pt x="230340" y="2590"/>
                </a:lnTo>
                <a:lnTo>
                  <a:pt x="259127" y="2590"/>
                </a:lnTo>
                <a:lnTo>
                  <a:pt x="257979" y="6176"/>
                </a:lnTo>
                <a:cubicBezTo>
                  <a:pt x="251924" y="7043"/>
                  <a:pt x="246415" y="10979"/>
                  <a:pt x="241451" y="17982"/>
                </a:cubicBezTo>
                <a:lnTo>
                  <a:pt x="185807" y="96620"/>
                </a:lnTo>
                <a:lnTo>
                  <a:pt x="181723" y="96620"/>
                </a:lnTo>
                <a:lnTo>
                  <a:pt x="177526" y="38455"/>
                </a:lnTo>
                <a:lnTo>
                  <a:pt x="132318" y="96620"/>
                </a:lnTo>
                <a:lnTo>
                  <a:pt x="128632" y="96620"/>
                </a:lnTo>
                <a:lnTo>
                  <a:pt x="123891" y="19922"/>
                </a:lnTo>
                <a:cubicBezTo>
                  <a:pt x="123528" y="15039"/>
                  <a:pt x="122689" y="11744"/>
                  <a:pt x="121376" y="10039"/>
                </a:cubicBezTo>
                <a:cubicBezTo>
                  <a:pt x="120062" y="8333"/>
                  <a:pt x="117553" y="7045"/>
                  <a:pt x="113847" y="6176"/>
                </a:cubicBezTo>
                <a:lnTo>
                  <a:pt x="114994" y="25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Text e">
            <a:extLst xmlns:a="http://schemas.openxmlformats.org/drawingml/2006/main">
              <a:ext uri="{FF2B5EF4-FFF2-40B4-BE49-F238E27FC236}">
                <a16:creationId xmlns:a16="http://schemas.microsoft.com/office/drawing/2014/main" id="{286B78FE-CF7E-4B37-8F09-FC8FAC62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231" y="218239"/>
            <a:ext cx="89384" cy="96620"/>
          </a:xfrm>
          <a:custGeom xmlns:a="http://schemas.openxmlformats.org/drawingml/2006/main">
            <a:pathLst>
              <a:path w="89384" h="96620">
                <a:moveTo>
                  <a:pt x="22730" y="37054"/>
                </a:moveTo>
                <a:cubicBezTo>
                  <a:pt x="18348" y="50539"/>
                  <a:pt x="18251" y="61115"/>
                  <a:pt x="22438" y="68782"/>
                </a:cubicBezTo>
                <a:cubicBezTo>
                  <a:pt x="26625" y="76450"/>
                  <a:pt x="33200" y="80284"/>
                  <a:pt x="42165" y="80284"/>
                </a:cubicBezTo>
                <a:cubicBezTo>
                  <a:pt x="48142" y="80284"/>
                  <a:pt x="53866" y="78633"/>
                  <a:pt x="59338" y="75332"/>
                </a:cubicBezTo>
                <a:cubicBezTo>
                  <a:pt x="64811" y="72030"/>
                  <a:pt x="70322" y="66376"/>
                  <a:pt x="75872" y="58370"/>
                </a:cubicBezTo>
                <a:lnTo>
                  <a:pt x="78320" y="60372"/>
                </a:lnTo>
                <a:cubicBezTo>
                  <a:pt x="73999" y="69517"/>
                  <a:pt x="67283" y="77845"/>
                  <a:pt x="58173" y="85355"/>
                </a:cubicBezTo>
                <a:cubicBezTo>
                  <a:pt x="49063" y="92865"/>
                  <a:pt x="39461" y="96620"/>
                  <a:pt x="29367" y="96620"/>
                </a:cubicBezTo>
                <a:cubicBezTo>
                  <a:pt x="18411" y="96620"/>
                  <a:pt x="10393" y="92363"/>
                  <a:pt x="5315" y="83848"/>
                </a:cubicBezTo>
                <a:cubicBezTo>
                  <a:pt x="238" y="75332"/>
                  <a:pt x="0" y="63883"/>
                  <a:pt x="4602" y="49502"/>
                </a:cubicBezTo>
                <a:cubicBezTo>
                  <a:pt x="9585" y="33930"/>
                  <a:pt x="17472" y="21787"/>
                  <a:pt x="28262" y="13074"/>
                </a:cubicBezTo>
                <a:cubicBezTo>
                  <a:pt x="39053" y="4358"/>
                  <a:pt x="50491" y="0"/>
                  <a:pt x="62577" y="0"/>
                </a:cubicBezTo>
                <a:cubicBezTo>
                  <a:pt x="72803" y="0"/>
                  <a:pt x="80128" y="3362"/>
                  <a:pt x="84550" y="10085"/>
                </a:cubicBezTo>
                <a:cubicBezTo>
                  <a:pt x="88974" y="16807"/>
                  <a:pt x="89384" y="25796"/>
                  <a:pt x="85781" y="37054"/>
                </a:cubicBezTo>
                <a:lnTo>
                  <a:pt x="22730" y="37054"/>
                </a:lnTo>
                <a:moveTo>
                  <a:pt x="24578" y="31277"/>
                </a:moveTo>
                <a:lnTo>
                  <a:pt x="66812" y="31277"/>
                </a:lnTo>
                <a:cubicBezTo>
                  <a:pt x="68335" y="25481"/>
                  <a:pt x="68944" y="21398"/>
                  <a:pt x="68640" y="19028"/>
                </a:cubicBezTo>
                <a:cubicBezTo>
                  <a:pt x="68160" y="15339"/>
                  <a:pt x="66614" y="12441"/>
                  <a:pt x="64001" y="10334"/>
                </a:cubicBezTo>
                <a:cubicBezTo>
                  <a:pt x="61389" y="8226"/>
                  <a:pt x="58290" y="7172"/>
                  <a:pt x="54704" y="7172"/>
                </a:cubicBezTo>
                <a:cubicBezTo>
                  <a:pt x="49192" y="7172"/>
                  <a:pt x="43582" y="9296"/>
                  <a:pt x="37873" y="13544"/>
                </a:cubicBezTo>
                <a:cubicBezTo>
                  <a:pt x="32164" y="17791"/>
                  <a:pt x="27733" y="23703"/>
                  <a:pt x="24578" y="312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Text stm">
            <a:extLst xmlns:a="http://schemas.openxmlformats.org/drawingml/2006/main">
              <a:ext uri="{FF2B5EF4-FFF2-40B4-BE49-F238E27FC236}">
                <a16:creationId xmlns:a16="http://schemas.microsoft.com/office/drawing/2014/main" id="{B204728B-80E6-4746-99A2-13F6469A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607" y="190747"/>
            <a:ext cx="344024" cy="124112"/>
          </a:xfrm>
          <a:custGeom xmlns:a="http://schemas.openxmlformats.org/drawingml/2006/main">
            <a:pathLst>
              <a:path w="344024" h="124112">
                <a:moveTo>
                  <a:pt x="85456" y="27492"/>
                </a:moveTo>
                <a:lnTo>
                  <a:pt x="75511" y="58570"/>
                </a:lnTo>
                <a:lnTo>
                  <a:pt x="72224" y="58570"/>
                </a:lnTo>
                <a:cubicBezTo>
                  <a:pt x="72811" y="48847"/>
                  <a:pt x="71691" y="42234"/>
                  <a:pt x="68861" y="38729"/>
                </a:cubicBezTo>
                <a:cubicBezTo>
                  <a:pt x="66032" y="35222"/>
                  <a:pt x="61563" y="33468"/>
                  <a:pt x="55454" y="33468"/>
                </a:cubicBezTo>
                <a:cubicBezTo>
                  <a:pt x="50805" y="33468"/>
                  <a:pt x="46662" y="34693"/>
                  <a:pt x="43023" y="37141"/>
                </a:cubicBezTo>
                <a:cubicBezTo>
                  <a:pt x="39384" y="39590"/>
                  <a:pt x="37088" y="42303"/>
                  <a:pt x="36135" y="45281"/>
                </a:cubicBezTo>
                <a:cubicBezTo>
                  <a:pt x="34949" y="48985"/>
                  <a:pt x="34996" y="52161"/>
                  <a:pt x="36273" y="54809"/>
                </a:cubicBezTo>
                <a:cubicBezTo>
                  <a:pt x="37464" y="57522"/>
                  <a:pt x="40726" y="60400"/>
                  <a:pt x="46061" y="63444"/>
                </a:cubicBezTo>
                <a:lnTo>
                  <a:pt x="58348" y="70491"/>
                </a:lnTo>
                <a:cubicBezTo>
                  <a:pt x="69728" y="77057"/>
                  <a:pt x="73698" y="85712"/>
                  <a:pt x="70261" y="96455"/>
                </a:cubicBezTo>
                <a:cubicBezTo>
                  <a:pt x="67608" y="104745"/>
                  <a:pt x="62332" y="111427"/>
                  <a:pt x="54433" y="116501"/>
                </a:cubicBezTo>
                <a:cubicBezTo>
                  <a:pt x="46534" y="121575"/>
                  <a:pt x="38700" y="124112"/>
                  <a:pt x="30930" y="124112"/>
                </a:cubicBezTo>
                <a:cubicBezTo>
                  <a:pt x="25352" y="124112"/>
                  <a:pt x="19280" y="123165"/>
                  <a:pt x="12714" y="121273"/>
                </a:cubicBezTo>
                <a:cubicBezTo>
                  <a:pt x="10724" y="120642"/>
                  <a:pt x="9032" y="120326"/>
                  <a:pt x="7638" y="120326"/>
                </a:cubicBezTo>
                <a:cubicBezTo>
                  <a:pt x="6111" y="120326"/>
                  <a:pt x="4660" y="121123"/>
                  <a:pt x="3287" y="122717"/>
                </a:cubicBezTo>
                <a:lnTo>
                  <a:pt x="0" y="122717"/>
                </a:lnTo>
                <a:lnTo>
                  <a:pt x="10455" y="90046"/>
                </a:lnTo>
                <a:lnTo>
                  <a:pt x="13742" y="90046"/>
                </a:lnTo>
                <a:cubicBezTo>
                  <a:pt x="12626" y="99342"/>
                  <a:pt x="13937" y="106348"/>
                  <a:pt x="17674" y="111063"/>
                </a:cubicBezTo>
                <a:cubicBezTo>
                  <a:pt x="21412" y="115778"/>
                  <a:pt x="26534" y="118135"/>
                  <a:pt x="33042" y="118135"/>
                </a:cubicBezTo>
                <a:cubicBezTo>
                  <a:pt x="37624" y="118135"/>
                  <a:pt x="41787" y="116798"/>
                  <a:pt x="45532" y="114123"/>
                </a:cubicBezTo>
                <a:cubicBezTo>
                  <a:pt x="49277" y="111446"/>
                  <a:pt x="51752" y="108224"/>
                  <a:pt x="52958" y="104458"/>
                </a:cubicBezTo>
                <a:cubicBezTo>
                  <a:pt x="54417" y="99899"/>
                  <a:pt x="54032" y="96067"/>
                  <a:pt x="51805" y="92962"/>
                </a:cubicBezTo>
                <a:cubicBezTo>
                  <a:pt x="49579" y="89856"/>
                  <a:pt x="44409" y="85933"/>
                  <a:pt x="36297" y="81193"/>
                </a:cubicBezTo>
                <a:cubicBezTo>
                  <a:pt x="28186" y="76451"/>
                  <a:pt x="23253" y="72151"/>
                  <a:pt x="21499" y="68294"/>
                </a:cubicBezTo>
                <a:cubicBezTo>
                  <a:pt x="19724" y="64502"/>
                  <a:pt x="19763" y="59714"/>
                  <a:pt x="21614" y="53928"/>
                </a:cubicBezTo>
                <a:cubicBezTo>
                  <a:pt x="24019" y="46412"/>
                  <a:pt x="28603" y="40128"/>
                  <a:pt x="35367" y="35074"/>
                </a:cubicBezTo>
                <a:cubicBezTo>
                  <a:pt x="42131" y="30019"/>
                  <a:pt x="49597" y="27492"/>
                  <a:pt x="57765" y="27492"/>
                </a:cubicBezTo>
                <a:cubicBezTo>
                  <a:pt x="61351" y="27492"/>
                  <a:pt x="65456" y="28255"/>
                  <a:pt x="70080" y="29783"/>
                </a:cubicBezTo>
                <a:cubicBezTo>
                  <a:pt x="73148" y="30779"/>
                  <a:pt x="75247" y="31277"/>
                  <a:pt x="76375" y="31277"/>
                </a:cubicBezTo>
                <a:cubicBezTo>
                  <a:pt x="77438" y="31277"/>
                  <a:pt x="78342" y="31045"/>
                  <a:pt x="79089" y="30580"/>
                </a:cubicBezTo>
                <a:cubicBezTo>
                  <a:pt x="79835" y="30115"/>
                  <a:pt x="80862" y="29086"/>
                  <a:pt x="82169" y="27492"/>
                </a:cubicBezTo>
                <a:lnTo>
                  <a:pt x="85456" y="27492"/>
                </a:lnTo>
                <a:close/>
                <a:moveTo>
                  <a:pt x="141016" y="0"/>
                </a:moveTo>
                <a:lnTo>
                  <a:pt x="131390" y="30082"/>
                </a:lnTo>
                <a:lnTo>
                  <a:pt x="152706" y="30082"/>
                </a:lnTo>
                <a:lnTo>
                  <a:pt x="150538" y="36855"/>
                </a:lnTo>
                <a:lnTo>
                  <a:pt x="129158" y="37054"/>
                </a:lnTo>
                <a:lnTo>
                  <a:pt x="110199" y="96302"/>
                </a:lnTo>
                <a:cubicBezTo>
                  <a:pt x="108306" y="102219"/>
                  <a:pt x="107876" y="106208"/>
                  <a:pt x="108909" y="108271"/>
                </a:cubicBezTo>
                <a:cubicBezTo>
                  <a:pt x="109943" y="110331"/>
                  <a:pt x="111788" y="111362"/>
                  <a:pt x="114444" y="111362"/>
                </a:cubicBezTo>
                <a:cubicBezTo>
                  <a:pt x="116636" y="111362"/>
                  <a:pt x="118981" y="110673"/>
                  <a:pt x="121481" y="109295"/>
                </a:cubicBezTo>
                <a:cubicBezTo>
                  <a:pt x="123980" y="107917"/>
                  <a:pt x="126225" y="105883"/>
                  <a:pt x="128214" y="103194"/>
                </a:cubicBezTo>
                <a:lnTo>
                  <a:pt x="132099" y="103194"/>
                </a:lnTo>
                <a:cubicBezTo>
                  <a:pt x="127681" y="109735"/>
                  <a:pt x="122819" y="114657"/>
                  <a:pt x="117512" y="117961"/>
                </a:cubicBezTo>
                <a:cubicBezTo>
                  <a:pt x="112205" y="121264"/>
                  <a:pt x="107294" y="122916"/>
                  <a:pt x="102778" y="122916"/>
                </a:cubicBezTo>
                <a:cubicBezTo>
                  <a:pt x="99723" y="122916"/>
                  <a:pt x="97007" y="122067"/>
                  <a:pt x="94629" y="120367"/>
                </a:cubicBezTo>
                <a:cubicBezTo>
                  <a:pt x="92251" y="118667"/>
                  <a:pt x="90871" y="116235"/>
                  <a:pt x="90489" y="113071"/>
                </a:cubicBezTo>
                <a:cubicBezTo>
                  <a:pt x="90108" y="109906"/>
                  <a:pt x="90972" y="105025"/>
                  <a:pt x="93083" y="98428"/>
                </a:cubicBezTo>
                <a:lnTo>
                  <a:pt x="112787" y="36855"/>
                </a:lnTo>
                <a:lnTo>
                  <a:pt x="98344" y="36855"/>
                </a:lnTo>
                <a:lnTo>
                  <a:pt x="99366" y="33661"/>
                </a:lnTo>
                <a:cubicBezTo>
                  <a:pt x="103483" y="32209"/>
                  <a:pt x="108005" y="29750"/>
                  <a:pt x="112932" y="26284"/>
                </a:cubicBezTo>
                <a:cubicBezTo>
                  <a:pt x="117859" y="22819"/>
                  <a:pt x="122585" y="18688"/>
                  <a:pt x="127107" y="13892"/>
                </a:cubicBezTo>
                <a:cubicBezTo>
                  <a:pt x="129445" y="11361"/>
                  <a:pt x="133052" y="6730"/>
                  <a:pt x="137928" y="0"/>
                </a:cubicBezTo>
                <a:lnTo>
                  <a:pt x="141016" y="0"/>
                </a:lnTo>
                <a:close/>
                <a:moveTo>
                  <a:pt x="234235" y="47087"/>
                </a:moveTo>
                <a:cubicBezTo>
                  <a:pt x="243019" y="40388"/>
                  <a:pt x="248169" y="36536"/>
                  <a:pt x="249686" y="35532"/>
                </a:cubicBezTo>
                <a:cubicBezTo>
                  <a:pt x="253489" y="32986"/>
                  <a:pt x="257342" y="31009"/>
                  <a:pt x="261245" y="29602"/>
                </a:cubicBezTo>
                <a:cubicBezTo>
                  <a:pt x="265149" y="28195"/>
                  <a:pt x="268794" y="27492"/>
                  <a:pt x="272180" y="27492"/>
                </a:cubicBezTo>
                <a:cubicBezTo>
                  <a:pt x="277891" y="27492"/>
                  <a:pt x="282269" y="29166"/>
                  <a:pt x="285315" y="32516"/>
                </a:cubicBezTo>
                <a:cubicBezTo>
                  <a:pt x="288360" y="35865"/>
                  <a:pt x="289562" y="40722"/>
                  <a:pt x="288920" y="47087"/>
                </a:cubicBezTo>
                <a:cubicBezTo>
                  <a:pt x="298332" y="39047"/>
                  <a:pt x="305797" y="33772"/>
                  <a:pt x="311315" y="31261"/>
                </a:cubicBezTo>
                <a:cubicBezTo>
                  <a:pt x="316834" y="28748"/>
                  <a:pt x="322084" y="27492"/>
                  <a:pt x="327064" y="27492"/>
                </a:cubicBezTo>
                <a:cubicBezTo>
                  <a:pt x="331912" y="27492"/>
                  <a:pt x="335814" y="28734"/>
                  <a:pt x="338771" y="31218"/>
                </a:cubicBezTo>
                <a:cubicBezTo>
                  <a:pt x="341729" y="33700"/>
                  <a:pt x="343403" y="37756"/>
                  <a:pt x="343793" y="43386"/>
                </a:cubicBezTo>
                <a:cubicBezTo>
                  <a:pt x="344024" y="47227"/>
                  <a:pt x="342826" y="53253"/>
                  <a:pt x="340199" y="61464"/>
                </a:cubicBezTo>
                <a:lnTo>
                  <a:pt x="327674" y="100604"/>
                </a:lnTo>
                <a:cubicBezTo>
                  <a:pt x="325836" y="106348"/>
                  <a:pt x="325007" y="110289"/>
                  <a:pt x="325186" y="112426"/>
                </a:cubicBezTo>
                <a:cubicBezTo>
                  <a:pt x="325380" y="113896"/>
                  <a:pt x="326207" y="115148"/>
                  <a:pt x="327669" y="116183"/>
                </a:cubicBezTo>
                <a:cubicBezTo>
                  <a:pt x="329131" y="117219"/>
                  <a:pt x="331887" y="117737"/>
                  <a:pt x="335938" y="117737"/>
                </a:cubicBezTo>
                <a:lnTo>
                  <a:pt x="334790" y="121323"/>
                </a:lnTo>
                <a:lnTo>
                  <a:pt x="289767" y="121323"/>
                </a:lnTo>
                <a:lnTo>
                  <a:pt x="290915" y="117737"/>
                </a:lnTo>
                <a:lnTo>
                  <a:pt x="292807" y="117737"/>
                </a:lnTo>
                <a:cubicBezTo>
                  <a:pt x="296725" y="117737"/>
                  <a:pt x="300026" y="116969"/>
                  <a:pt x="302708" y="115433"/>
                </a:cubicBezTo>
                <a:cubicBezTo>
                  <a:pt x="304578" y="114365"/>
                  <a:pt x="306218" y="112661"/>
                  <a:pt x="307631" y="110322"/>
                </a:cubicBezTo>
                <a:cubicBezTo>
                  <a:pt x="308260" y="109187"/>
                  <a:pt x="309429" y="105948"/>
                  <a:pt x="311139" y="100604"/>
                </a:cubicBezTo>
                <a:lnTo>
                  <a:pt x="323616" y="61614"/>
                </a:lnTo>
                <a:cubicBezTo>
                  <a:pt x="325981" y="54224"/>
                  <a:pt x="326752" y="49012"/>
                  <a:pt x="325930" y="45978"/>
                </a:cubicBezTo>
                <a:cubicBezTo>
                  <a:pt x="324691" y="41755"/>
                  <a:pt x="321217" y="39644"/>
                  <a:pt x="315506" y="39644"/>
                </a:cubicBezTo>
                <a:cubicBezTo>
                  <a:pt x="311986" y="39644"/>
                  <a:pt x="308170" y="40521"/>
                  <a:pt x="304056" y="42274"/>
                </a:cubicBezTo>
                <a:cubicBezTo>
                  <a:pt x="299942" y="44028"/>
                  <a:pt x="294600" y="47286"/>
                  <a:pt x="288029" y="52048"/>
                </a:cubicBezTo>
                <a:lnTo>
                  <a:pt x="287480" y="53141"/>
                </a:lnTo>
                <a:lnTo>
                  <a:pt x="286319" y="57393"/>
                </a:lnTo>
                <a:lnTo>
                  <a:pt x="272491" y="100604"/>
                </a:lnTo>
                <a:cubicBezTo>
                  <a:pt x="270482" y="106884"/>
                  <a:pt x="269580" y="110791"/>
                  <a:pt x="269786" y="112327"/>
                </a:cubicBezTo>
                <a:cubicBezTo>
                  <a:pt x="269992" y="113862"/>
                  <a:pt x="270892" y="115148"/>
                  <a:pt x="272486" y="116183"/>
                </a:cubicBezTo>
                <a:cubicBezTo>
                  <a:pt x="274081" y="117219"/>
                  <a:pt x="277202" y="117737"/>
                  <a:pt x="281850" y="117737"/>
                </a:cubicBezTo>
                <a:lnTo>
                  <a:pt x="280703" y="121323"/>
                </a:lnTo>
                <a:lnTo>
                  <a:pt x="234584" y="121323"/>
                </a:lnTo>
                <a:lnTo>
                  <a:pt x="235732" y="117737"/>
                </a:lnTo>
                <a:cubicBezTo>
                  <a:pt x="240779" y="117737"/>
                  <a:pt x="244441" y="117136"/>
                  <a:pt x="246718" y="115934"/>
                </a:cubicBezTo>
                <a:cubicBezTo>
                  <a:pt x="248995" y="114731"/>
                  <a:pt x="250884" y="112927"/>
                  <a:pt x="252383" y="110524"/>
                </a:cubicBezTo>
                <a:cubicBezTo>
                  <a:pt x="253079" y="109387"/>
                  <a:pt x="254303" y="106080"/>
                  <a:pt x="256056" y="100604"/>
                </a:cubicBezTo>
                <a:lnTo>
                  <a:pt x="268525" y="61639"/>
                </a:lnTo>
                <a:cubicBezTo>
                  <a:pt x="270888" y="54253"/>
                  <a:pt x="271497" y="48925"/>
                  <a:pt x="270353" y="45655"/>
                </a:cubicBezTo>
                <a:cubicBezTo>
                  <a:pt x="268798" y="41382"/>
                  <a:pt x="265398" y="39246"/>
                  <a:pt x="260152" y="39246"/>
                </a:cubicBezTo>
                <a:cubicBezTo>
                  <a:pt x="256566" y="39246"/>
                  <a:pt x="252704" y="40213"/>
                  <a:pt x="248565" y="42147"/>
                </a:cubicBezTo>
                <a:cubicBezTo>
                  <a:pt x="242115" y="45081"/>
                  <a:pt x="236809" y="48381"/>
                  <a:pt x="232647" y="52048"/>
                </a:cubicBezTo>
                <a:lnTo>
                  <a:pt x="217109" y="100604"/>
                </a:lnTo>
                <a:cubicBezTo>
                  <a:pt x="215185" y="106616"/>
                  <a:pt x="214350" y="110523"/>
                  <a:pt x="214603" y="112327"/>
                </a:cubicBezTo>
                <a:cubicBezTo>
                  <a:pt x="214856" y="114130"/>
                  <a:pt x="215652" y="115483"/>
                  <a:pt x="216990" y="116386"/>
                </a:cubicBezTo>
                <a:cubicBezTo>
                  <a:pt x="218328" y="117286"/>
                  <a:pt x="221488" y="117737"/>
                  <a:pt x="226468" y="117737"/>
                </a:cubicBezTo>
                <a:lnTo>
                  <a:pt x="225321" y="121323"/>
                </a:lnTo>
                <a:lnTo>
                  <a:pt x="180198" y="121323"/>
                </a:lnTo>
                <a:lnTo>
                  <a:pt x="181346" y="117737"/>
                </a:lnTo>
                <a:cubicBezTo>
                  <a:pt x="185529" y="117737"/>
                  <a:pt x="188595" y="117286"/>
                  <a:pt x="190544" y="116386"/>
                </a:cubicBezTo>
                <a:cubicBezTo>
                  <a:pt x="192493" y="115483"/>
                  <a:pt x="194214" y="114047"/>
                  <a:pt x="195707" y="112078"/>
                </a:cubicBezTo>
                <a:cubicBezTo>
                  <a:pt x="197201" y="110106"/>
                  <a:pt x="198857" y="106282"/>
                  <a:pt x="200674" y="100604"/>
                </a:cubicBezTo>
                <a:lnTo>
                  <a:pt x="211766" y="65941"/>
                </a:lnTo>
                <a:cubicBezTo>
                  <a:pt x="214975" y="55913"/>
                  <a:pt x="216748" y="49439"/>
                  <a:pt x="217085" y="46517"/>
                </a:cubicBezTo>
                <a:cubicBezTo>
                  <a:pt x="217322" y="44326"/>
                  <a:pt x="217075" y="42815"/>
                  <a:pt x="216344" y="41985"/>
                </a:cubicBezTo>
                <a:cubicBezTo>
                  <a:pt x="215614" y="41155"/>
                  <a:pt x="214385" y="40740"/>
                  <a:pt x="212659" y="40740"/>
                </a:cubicBezTo>
                <a:cubicBezTo>
                  <a:pt x="210799" y="40740"/>
                  <a:pt x="208415" y="41238"/>
                  <a:pt x="205507" y="42234"/>
                </a:cubicBezTo>
                <a:lnTo>
                  <a:pt x="205160" y="38648"/>
                </a:lnTo>
                <a:lnTo>
                  <a:pt x="236222" y="27492"/>
                </a:lnTo>
                <a:lnTo>
                  <a:pt x="240505" y="27492"/>
                </a:lnTo>
                <a:lnTo>
                  <a:pt x="234235" y="470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Text ag">
            <a:extLst xmlns:a="http://schemas.openxmlformats.org/drawingml/2006/main">
              <a:ext uri="{FF2B5EF4-FFF2-40B4-BE49-F238E27FC236}">
                <a16:creationId xmlns:a16="http://schemas.microsoft.com/office/drawing/2014/main" id="{DD541409-FD1C-4535-829F-46DF13A8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048" y="218239"/>
            <a:ext cx="215653" cy="137858"/>
          </a:xfrm>
          <a:custGeom xmlns:a="http://schemas.openxmlformats.org/drawingml/2006/main">
            <a:pathLst>
              <a:path w="215653" h="137858">
                <a:moveTo>
                  <a:pt x="50341" y="80788"/>
                </a:moveTo>
                <a:cubicBezTo>
                  <a:pt x="38663" y="88024"/>
                  <a:pt x="31448" y="92206"/>
                  <a:pt x="28696" y="93333"/>
                </a:cubicBezTo>
                <a:cubicBezTo>
                  <a:pt x="24579" y="94993"/>
                  <a:pt x="20495" y="95823"/>
                  <a:pt x="16445" y="95823"/>
                </a:cubicBezTo>
                <a:cubicBezTo>
                  <a:pt x="10136" y="95823"/>
                  <a:pt x="5631" y="93665"/>
                  <a:pt x="2928" y="89348"/>
                </a:cubicBezTo>
                <a:cubicBezTo>
                  <a:pt x="225" y="85032"/>
                  <a:pt x="0" y="79354"/>
                  <a:pt x="2252" y="72315"/>
                </a:cubicBezTo>
                <a:cubicBezTo>
                  <a:pt x="3676" y="67866"/>
                  <a:pt x="5905" y="64015"/>
                  <a:pt x="8938" y="60761"/>
                </a:cubicBezTo>
                <a:cubicBezTo>
                  <a:pt x="13106" y="56245"/>
                  <a:pt x="19197" y="51995"/>
                  <a:pt x="27212" y="48011"/>
                </a:cubicBezTo>
                <a:cubicBezTo>
                  <a:pt x="35227" y="44027"/>
                  <a:pt x="47985" y="39179"/>
                  <a:pt x="65484" y="33468"/>
                </a:cubicBezTo>
                <a:lnTo>
                  <a:pt x="66627" y="29895"/>
                </a:lnTo>
                <a:cubicBezTo>
                  <a:pt x="69528" y="20831"/>
                  <a:pt x="70074" y="14611"/>
                  <a:pt x="68265" y="11237"/>
                </a:cubicBezTo>
                <a:cubicBezTo>
                  <a:pt x="66456" y="7863"/>
                  <a:pt x="62796" y="6176"/>
                  <a:pt x="57284" y="6176"/>
                </a:cubicBezTo>
                <a:cubicBezTo>
                  <a:pt x="53100" y="6176"/>
                  <a:pt x="49419" y="7305"/>
                  <a:pt x="46239" y="9562"/>
                </a:cubicBezTo>
                <a:cubicBezTo>
                  <a:pt x="42993" y="11820"/>
                  <a:pt x="40903" y="14410"/>
                  <a:pt x="39968" y="17332"/>
                </a:cubicBezTo>
                <a:lnTo>
                  <a:pt x="38319" y="23109"/>
                </a:lnTo>
                <a:cubicBezTo>
                  <a:pt x="37341" y="26164"/>
                  <a:pt x="35806" y="28521"/>
                  <a:pt x="33715" y="30181"/>
                </a:cubicBezTo>
                <a:cubicBezTo>
                  <a:pt x="31623" y="31841"/>
                  <a:pt x="29315" y="32671"/>
                  <a:pt x="26792" y="32671"/>
                </a:cubicBezTo>
                <a:cubicBezTo>
                  <a:pt x="24335" y="32671"/>
                  <a:pt x="22603" y="31806"/>
                  <a:pt x="21596" y="30075"/>
                </a:cubicBezTo>
                <a:cubicBezTo>
                  <a:pt x="20590" y="28343"/>
                  <a:pt x="20567" y="25978"/>
                  <a:pt x="21526" y="22981"/>
                </a:cubicBezTo>
                <a:cubicBezTo>
                  <a:pt x="23359" y="17252"/>
                  <a:pt x="27965" y="11989"/>
                  <a:pt x="35343" y="7194"/>
                </a:cubicBezTo>
                <a:cubicBezTo>
                  <a:pt x="42722" y="2398"/>
                  <a:pt x="51690" y="0"/>
                  <a:pt x="62248" y="0"/>
                </a:cubicBezTo>
                <a:cubicBezTo>
                  <a:pt x="70350" y="0"/>
                  <a:pt x="76555" y="1359"/>
                  <a:pt x="80865" y="4078"/>
                </a:cubicBezTo>
                <a:cubicBezTo>
                  <a:pt x="84125" y="6134"/>
                  <a:pt x="85984" y="9352"/>
                  <a:pt x="86442" y="13730"/>
                </a:cubicBezTo>
                <a:cubicBezTo>
                  <a:pt x="86725" y="16582"/>
                  <a:pt x="85455" y="22418"/>
                  <a:pt x="82632" y="31240"/>
                </a:cubicBezTo>
                <a:lnTo>
                  <a:pt x="72731" y="62180"/>
                </a:lnTo>
                <a:cubicBezTo>
                  <a:pt x="69951" y="70869"/>
                  <a:pt x="68413" y="76192"/>
                  <a:pt x="68119" y="78149"/>
                </a:cubicBezTo>
                <a:cubicBezTo>
                  <a:pt x="67825" y="80106"/>
                  <a:pt x="67954" y="81416"/>
                  <a:pt x="68505" y="82080"/>
                </a:cubicBezTo>
                <a:cubicBezTo>
                  <a:pt x="69057" y="82742"/>
                  <a:pt x="69831" y="83073"/>
                  <a:pt x="70827" y="83073"/>
                </a:cubicBezTo>
                <a:cubicBezTo>
                  <a:pt x="71889" y="83073"/>
                  <a:pt x="72893" y="82841"/>
                  <a:pt x="73839" y="82376"/>
                </a:cubicBezTo>
                <a:cubicBezTo>
                  <a:pt x="75510" y="81513"/>
                  <a:pt x="78975" y="79089"/>
                  <a:pt x="84234" y="75104"/>
                </a:cubicBezTo>
                <a:lnTo>
                  <a:pt x="82449" y="80682"/>
                </a:lnTo>
                <a:cubicBezTo>
                  <a:pt x="71824" y="90643"/>
                  <a:pt x="63125" y="95624"/>
                  <a:pt x="56352" y="95624"/>
                </a:cubicBezTo>
                <a:cubicBezTo>
                  <a:pt x="53098" y="95624"/>
                  <a:pt x="50866" y="94503"/>
                  <a:pt x="49658" y="92262"/>
                </a:cubicBezTo>
                <a:cubicBezTo>
                  <a:pt x="48450" y="90019"/>
                  <a:pt x="48678" y="86194"/>
                  <a:pt x="50341" y="80788"/>
                </a:cubicBezTo>
                <a:moveTo>
                  <a:pt x="52408" y="74329"/>
                </a:moveTo>
                <a:lnTo>
                  <a:pt x="63507" y="39644"/>
                </a:lnTo>
                <a:cubicBezTo>
                  <a:pt x="52208" y="43620"/>
                  <a:pt x="44832" y="46436"/>
                  <a:pt x="41380" y="48092"/>
                </a:cubicBezTo>
                <a:cubicBezTo>
                  <a:pt x="35201" y="51008"/>
                  <a:pt x="30474" y="54056"/>
                  <a:pt x="27198" y="57237"/>
                </a:cubicBezTo>
                <a:cubicBezTo>
                  <a:pt x="23923" y="60416"/>
                  <a:pt x="21681" y="63894"/>
                  <a:pt x="20473" y="67671"/>
                </a:cubicBezTo>
                <a:cubicBezTo>
                  <a:pt x="18946" y="72442"/>
                  <a:pt x="19107" y="76401"/>
                  <a:pt x="20955" y="79549"/>
                </a:cubicBezTo>
                <a:cubicBezTo>
                  <a:pt x="22804" y="82695"/>
                  <a:pt x="25587" y="84268"/>
                  <a:pt x="29306" y="84268"/>
                </a:cubicBezTo>
                <a:cubicBezTo>
                  <a:pt x="34353" y="84268"/>
                  <a:pt x="42054" y="80955"/>
                  <a:pt x="52408" y="74329"/>
                </a:cubicBezTo>
                <a:close/>
                <a:moveTo>
                  <a:pt x="131513" y="60583"/>
                </a:moveTo>
                <a:cubicBezTo>
                  <a:pt x="126805" y="57865"/>
                  <a:pt x="123737" y="54068"/>
                  <a:pt x="122308" y="49194"/>
                </a:cubicBezTo>
                <a:cubicBezTo>
                  <a:pt x="120880" y="44319"/>
                  <a:pt x="121110" y="38930"/>
                  <a:pt x="122999" y="33026"/>
                </a:cubicBezTo>
                <a:cubicBezTo>
                  <a:pt x="125885" y="24008"/>
                  <a:pt x="131772" y="16249"/>
                  <a:pt x="140658" y="9749"/>
                </a:cubicBezTo>
                <a:cubicBezTo>
                  <a:pt x="149544" y="3250"/>
                  <a:pt x="159300" y="0"/>
                  <a:pt x="169925" y="0"/>
                </a:cubicBezTo>
                <a:cubicBezTo>
                  <a:pt x="178624" y="0"/>
                  <a:pt x="185481" y="2125"/>
                  <a:pt x="190496" y="6375"/>
                </a:cubicBezTo>
                <a:lnTo>
                  <a:pt x="209820" y="6375"/>
                </a:lnTo>
                <a:cubicBezTo>
                  <a:pt x="212675" y="6375"/>
                  <a:pt x="214309" y="6458"/>
                  <a:pt x="214721" y="6624"/>
                </a:cubicBezTo>
                <a:cubicBezTo>
                  <a:pt x="215132" y="6790"/>
                  <a:pt x="215374" y="7072"/>
                  <a:pt x="215446" y="7471"/>
                </a:cubicBezTo>
                <a:cubicBezTo>
                  <a:pt x="215653" y="8068"/>
                  <a:pt x="215512" y="9131"/>
                  <a:pt x="215023" y="10658"/>
                </a:cubicBezTo>
                <a:cubicBezTo>
                  <a:pt x="214471" y="12385"/>
                  <a:pt x="213922" y="13580"/>
                  <a:pt x="213378" y="14244"/>
                </a:cubicBezTo>
                <a:cubicBezTo>
                  <a:pt x="213072" y="14576"/>
                  <a:pt x="212639" y="14842"/>
                  <a:pt x="212077" y="15041"/>
                </a:cubicBezTo>
                <a:cubicBezTo>
                  <a:pt x="211515" y="15240"/>
                  <a:pt x="209807" y="15340"/>
                  <a:pt x="206951" y="15340"/>
                </a:cubicBezTo>
                <a:lnTo>
                  <a:pt x="195098" y="15340"/>
                </a:lnTo>
                <a:cubicBezTo>
                  <a:pt x="197286" y="20121"/>
                  <a:pt x="197191" y="26230"/>
                  <a:pt x="194811" y="33668"/>
                </a:cubicBezTo>
                <a:cubicBezTo>
                  <a:pt x="192091" y="42167"/>
                  <a:pt x="186510" y="49439"/>
                  <a:pt x="178069" y="55482"/>
                </a:cubicBezTo>
                <a:cubicBezTo>
                  <a:pt x="169627" y="61525"/>
                  <a:pt x="159928" y="64546"/>
                  <a:pt x="148971" y="64546"/>
                </a:cubicBezTo>
                <a:cubicBezTo>
                  <a:pt x="144456" y="64546"/>
                  <a:pt x="140057" y="63868"/>
                  <a:pt x="135776" y="62513"/>
                </a:cubicBezTo>
                <a:cubicBezTo>
                  <a:pt x="132059" y="64999"/>
                  <a:pt x="129387" y="67174"/>
                  <a:pt x="127762" y="69038"/>
                </a:cubicBezTo>
                <a:cubicBezTo>
                  <a:pt x="126136" y="70901"/>
                  <a:pt x="125114" y="72487"/>
                  <a:pt x="124696" y="73794"/>
                </a:cubicBezTo>
                <a:cubicBezTo>
                  <a:pt x="124340" y="74906"/>
                  <a:pt x="124542" y="75985"/>
                  <a:pt x="125303" y="77031"/>
                </a:cubicBezTo>
                <a:cubicBezTo>
                  <a:pt x="126064" y="78077"/>
                  <a:pt x="127965" y="78829"/>
                  <a:pt x="131006" y="79288"/>
                </a:cubicBezTo>
                <a:cubicBezTo>
                  <a:pt x="132768" y="79591"/>
                  <a:pt x="137332" y="79857"/>
                  <a:pt x="144696" y="80085"/>
                </a:cubicBezTo>
                <a:cubicBezTo>
                  <a:pt x="158254" y="80465"/>
                  <a:pt x="166949" y="80996"/>
                  <a:pt x="170781" y="81679"/>
                </a:cubicBezTo>
                <a:cubicBezTo>
                  <a:pt x="176682" y="82540"/>
                  <a:pt x="180880" y="84827"/>
                  <a:pt x="183378" y="88539"/>
                </a:cubicBezTo>
                <a:cubicBezTo>
                  <a:pt x="185875" y="92252"/>
                  <a:pt x="186255" y="96825"/>
                  <a:pt x="184515" y="102260"/>
                </a:cubicBezTo>
                <a:cubicBezTo>
                  <a:pt x="182118" y="109751"/>
                  <a:pt x="176350" y="116778"/>
                  <a:pt x="167211" y="123340"/>
                </a:cubicBezTo>
                <a:cubicBezTo>
                  <a:pt x="153755" y="133018"/>
                  <a:pt x="138693" y="137858"/>
                  <a:pt x="122025" y="137858"/>
                </a:cubicBezTo>
                <a:cubicBezTo>
                  <a:pt x="109209" y="137858"/>
                  <a:pt x="99310" y="134968"/>
                  <a:pt x="92327" y="129188"/>
                </a:cubicBezTo>
                <a:cubicBezTo>
                  <a:pt x="88409" y="125868"/>
                  <a:pt x="87024" y="122414"/>
                  <a:pt x="88172" y="118826"/>
                </a:cubicBezTo>
                <a:cubicBezTo>
                  <a:pt x="88682" y="117232"/>
                  <a:pt x="89558" y="115639"/>
                  <a:pt x="90798" y="114045"/>
                </a:cubicBezTo>
                <a:cubicBezTo>
                  <a:pt x="92713" y="111588"/>
                  <a:pt x="96132" y="108167"/>
                  <a:pt x="101055" y="103782"/>
                </a:cubicBezTo>
                <a:cubicBezTo>
                  <a:pt x="101711" y="103185"/>
                  <a:pt x="106245" y="99598"/>
                  <a:pt x="114658" y="93021"/>
                </a:cubicBezTo>
                <a:cubicBezTo>
                  <a:pt x="111863" y="90965"/>
                  <a:pt x="110012" y="89124"/>
                  <a:pt x="109104" y="87499"/>
                </a:cubicBezTo>
                <a:cubicBezTo>
                  <a:pt x="108196" y="85875"/>
                  <a:pt x="108072" y="84034"/>
                  <a:pt x="108730" y="81977"/>
                </a:cubicBezTo>
                <a:cubicBezTo>
                  <a:pt x="109473" y="79655"/>
                  <a:pt x="111289" y="76936"/>
                  <a:pt x="114179" y="73819"/>
                </a:cubicBezTo>
                <a:cubicBezTo>
                  <a:pt x="117070" y="70700"/>
                  <a:pt x="122848" y="66288"/>
                  <a:pt x="131513" y="60583"/>
                </a:cubicBezTo>
                <a:moveTo>
                  <a:pt x="166638" y="4980"/>
                </a:moveTo>
                <a:cubicBezTo>
                  <a:pt x="161724" y="4980"/>
                  <a:pt x="156983" y="6929"/>
                  <a:pt x="152416" y="10826"/>
                </a:cubicBezTo>
                <a:cubicBezTo>
                  <a:pt x="147849" y="14721"/>
                  <a:pt x="144276" y="20698"/>
                  <a:pt x="141698" y="28756"/>
                </a:cubicBezTo>
                <a:cubicBezTo>
                  <a:pt x="138358" y="39192"/>
                  <a:pt x="138027" y="47282"/>
                  <a:pt x="140705" y="53026"/>
                </a:cubicBezTo>
                <a:cubicBezTo>
                  <a:pt x="142763" y="57386"/>
                  <a:pt x="146448" y="59566"/>
                  <a:pt x="151760" y="59566"/>
                </a:cubicBezTo>
                <a:cubicBezTo>
                  <a:pt x="156807" y="59566"/>
                  <a:pt x="161560" y="57683"/>
                  <a:pt x="166018" y="53919"/>
                </a:cubicBezTo>
                <a:cubicBezTo>
                  <a:pt x="170477" y="50155"/>
                  <a:pt x="173995" y="44244"/>
                  <a:pt x="176574" y="36186"/>
                </a:cubicBezTo>
                <a:cubicBezTo>
                  <a:pt x="179934" y="25685"/>
                  <a:pt x="180274" y="17463"/>
                  <a:pt x="177595" y="11517"/>
                </a:cubicBezTo>
                <a:cubicBezTo>
                  <a:pt x="175602" y="7159"/>
                  <a:pt x="171950" y="4980"/>
                  <a:pt x="166638" y="4980"/>
                </a:cubicBezTo>
                <a:moveTo>
                  <a:pt x="119878" y="93831"/>
                </a:moveTo>
                <a:cubicBezTo>
                  <a:pt x="115680" y="97197"/>
                  <a:pt x="112319" y="100331"/>
                  <a:pt x="109796" y="103234"/>
                </a:cubicBezTo>
                <a:cubicBezTo>
                  <a:pt x="107274" y="106138"/>
                  <a:pt x="105621" y="108810"/>
                  <a:pt x="104840" y="111253"/>
                </a:cubicBezTo>
                <a:cubicBezTo>
                  <a:pt x="103827" y="114420"/>
                  <a:pt x="104865" y="117191"/>
                  <a:pt x="107957" y="119567"/>
                </a:cubicBezTo>
                <a:cubicBezTo>
                  <a:pt x="113288" y="123659"/>
                  <a:pt x="122228" y="125705"/>
                  <a:pt x="134779" y="125705"/>
                </a:cubicBezTo>
                <a:cubicBezTo>
                  <a:pt x="146732" y="125705"/>
                  <a:pt x="156215" y="123618"/>
                  <a:pt x="163229" y="119442"/>
                </a:cubicBezTo>
                <a:cubicBezTo>
                  <a:pt x="170242" y="115269"/>
                  <a:pt x="174506" y="110816"/>
                  <a:pt x="176021" y="106083"/>
                </a:cubicBezTo>
                <a:cubicBezTo>
                  <a:pt x="177114" y="102665"/>
                  <a:pt x="176199" y="100233"/>
                  <a:pt x="173276" y="98786"/>
                </a:cubicBezTo>
                <a:cubicBezTo>
                  <a:pt x="170285" y="97340"/>
                  <a:pt x="163719" y="96485"/>
                  <a:pt x="153577" y="96221"/>
                </a:cubicBezTo>
                <a:cubicBezTo>
                  <a:pt x="138769" y="95806"/>
                  <a:pt x="127536" y="95009"/>
                  <a:pt x="119878" y="938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Text nitud">
            <a:extLst xmlns:a="http://schemas.openxmlformats.org/drawingml/2006/main">
              <a:ext uri="{FF2B5EF4-FFF2-40B4-BE49-F238E27FC236}">
                <a16:creationId xmlns:a16="http://schemas.microsoft.com/office/drawing/2014/main" id="{18BC8C51-72AF-4005-ADEB-7F65C467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831" y="170427"/>
            <a:ext cx="446833" cy="144432"/>
          </a:xfrm>
          <a:custGeom xmlns:a="http://schemas.openxmlformats.org/drawingml/2006/main">
            <a:pathLst>
              <a:path w="446833" h="144432">
                <a:moveTo>
                  <a:pt x="54155" y="67036"/>
                </a:moveTo>
                <a:cubicBezTo>
                  <a:pt x="68947" y="54220"/>
                  <a:pt x="81191" y="47812"/>
                  <a:pt x="90886" y="47812"/>
                </a:cubicBezTo>
                <a:cubicBezTo>
                  <a:pt x="95867" y="47812"/>
                  <a:pt x="99752" y="49054"/>
                  <a:pt x="102543" y="51538"/>
                </a:cubicBezTo>
                <a:cubicBezTo>
                  <a:pt x="105335" y="54020"/>
                  <a:pt x="106882" y="58109"/>
                  <a:pt x="107184" y="63805"/>
                </a:cubicBezTo>
                <a:cubicBezTo>
                  <a:pt x="107373" y="67779"/>
                  <a:pt x="106154" y="73872"/>
                  <a:pt x="103527" y="82083"/>
                </a:cubicBezTo>
                <a:lnTo>
                  <a:pt x="91098" y="120924"/>
                </a:lnTo>
                <a:cubicBezTo>
                  <a:pt x="89238" y="126735"/>
                  <a:pt x="88442" y="130675"/>
                  <a:pt x="88709" y="132746"/>
                </a:cubicBezTo>
                <a:cubicBezTo>
                  <a:pt x="88905" y="134417"/>
                  <a:pt x="89666" y="135720"/>
                  <a:pt x="90994" y="136656"/>
                </a:cubicBezTo>
                <a:cubicBezTo>
                  <a:pt x="92322" y="137590"/>
                  <a:pt x="95177" y="138057"/>
                  <a:pt x="99560" y="138057"/>
                </a:cubicBezTo>
                <a:lnTo>
                  <a:pt x="98413" y="141643"/>
                </a:lnTo>
                <a:lnTo>
                  <a:pt x="53290" y="141643"/>
                </a:lnTo>
                <a:lnTo>
                  <a:pt x="54438" y="138057"/>
                </a:lnTo>
                <a:lnTo>
                  <a:pt x="56330" y="138057"/>
                </a:lnTo>
                <a:cubicBezTo>
                  <a:pt x="60580" y="138057"/>
                  <a:pt x="63760" y="137406"/>
                  <a:pt x="65870" y="136105"/>
                </a:cubicBezTo>
                <a:cubicBezTo>
                  <a:pt x="67980" y="134802"/>
                  <a:pt x="69773" y="132881"/>
                  <a:pt x="71250" y="130343"/>
                </a:cubicBezTo>
                <a:cubicBezTo>
                  <a:pt x="71836" y="129341"/>
                  <a:pt x="72974" y="126201"/>
                  <a:pt x="74662" y="120924"/>
                </a:cubicBezTo>
                <a:lnTo>
                  <a:pt x="86595" y="83633"/>
                </a:lnTo>
                <a:cubicBezTo>
                  <a:pt x="89247" y="75345"/>
                  <a:pt x="90094" y="69328"/>
                  <a:pt x="89134" y="65583"/>
                </a:cubicBezTo>
                <a:cubicBezTo>
                  <a:pt x="88175" y="61837"/>
                  <a:pt x="85138" y="59964"/>
                  <a:pt x="80025" y="59964"/>
                </a:cubicBezTo>
                <a:cubicBezTo>
                  <a:pt x="72123" y="59964"/>
                  <a:pt x="62873" y="64280"/>
                  <a:pt x="52274" y="72913"/>
                </a:cubicBezTo>
                <a:lnTo>
                  <a:pt x="36911" y="120924"/>
                </a:lnTo>
                <a:cubicBezTo>
                  <a:pt x="34923" y="127135"/>
                  <a:pt x="34059" y="130976"/>
                  <a:pt x="34319" y="132448"/>
                </a:cubicBezTo>
                <a:cubicBezTo>
                  <a:pt x="34629" y="134384"/>
                  <a:pt x="35453" y="135803"/>
                  <a:pt x="36791" y="136706"/>
                </a:cubicBezTo>
                <a:cubicBezTo>
                  <a:pt x="38130" y="137606"/>
                  <a:pt x="41290" y="138057"/>
                  <a:pt x="46270" y="138057"/>
                </a:cubicBezTo>
                <a:lnTo>
                  <a:pt x="45122" y="141643"/>
                </a:lnTo>
                <a:lnTo>
                  <a:pt x="0" y="141643"/>
                </a:lnTo>
                <a:lnTo>
                  <a:pt x="1147" y="138057"/>
                </a:lnTo>
                <a:lnTo>
                  <a:pt x="3140" y="138057"/>
                </a:lnTo>
                <a:cubicBezTo>
                  <a:pt x="7788" y="138057"/>
                  <a:pt x="11305" y="136872"/>
                  <a:pt x="13690" y="134502"/>
                </a:cubicBezTo>
                <a:cubicBezTo>
                  <a:pt x="16076" y="132130"/>
                  <a:pt x="18338" y="127604"/>
                  <a:pt x="20475" y="120924"/>
                </a:cubicBezTo>
                <a:lnTo>
                  <a:pt x="31249" y="87257"/>
                </a:lnTo>
                <a:cubicBezTo>
                  <a:pt x="34755" y="76300"/>
                  <a:pt x="36642" y="69626"/>
                  <a:pt x="36909" y="67235"/>
                </a:cubicBezTo>
                <a:cubicBezTo>
                  <a:pt x="37176" y="64845"/>
                  <a:pt x="36933" y="63218"/>
                  <a:pt x="36180" y="62355"/>
                </a:cubicBezTo>
                <a:cubicBezTo>
                  <a:pt x="35427" y="61491"/>
                  <a:pt x="34187" y="61060"/>
                  <a:pt x="32460" y="61060"/>
                </a:cubicBezTo>
                <a:cubicBezTo>
                  <a:pt x="30601" y="61060"/>
                  <a:pt x="28217" y="61558"/>
                  <a:pt x="25308" y="62554"/>
                </a:cubicBezTo>
                <a:lnTo>
                  <a:pt x="24962" y="58968"/>
                </a:lnTo>
                <a:lnTo>
                  <a:pt x="56024" y="47812"/>
                </a:lnTo>
                <a:lnTo>
                  <a:pt x="60307" y="47812"/>
                </a:lnTo>
                <a:lnTo>
                  <a:pt x="54155" y="67036"/>
                </a:lnTo>
                <a:close/>
                <a:moveTo>
                  <a:pt x="174218" y="0"/>
                </a:moveTo>
                <a:cubicBezTo>
                  <a:pt x="177007" y="0"/>
                  <a:pt x="179066" y="985"/>
                  <a:pt x="180395" y="2954"/>
                </a:cubicBezTo>
                <a:cubicBezTo>
                  <a:pt x="181724" y="4921"/>
                  <a:pt x="181941" y="7307"/>
                  <a:pt x="181043" y="10110"/>
                </a:cubicBezTo>
                <a:cubicBezTo>
                  <a:pt x="180146" y="12914"/>
                  <a:pt x="178398" y="15317"/>
                  <a:pt x="175798" y="17319"/>
                </a:cubicBezTo>
                <a:cubicBezTo>
                  <a:pt x="173199" y="19320"/>
                  <a:pt x="170505" y="20320"/>
                  <a:pt x="167716" y="20320"/>
                </a:cubicBezTo>
                <a:cubicBezTo>
                  <a:pt x="164927" y="20320"/>
                  <a:pt x="162856" y="19320"/>
                  <a:pt x="161504" y="17319"/>
                </a:cubicBezTo>
                <a:cubicBezTo>
                  <a:pt x="160153" y="15317"/>
                  <a:pt x="159926" y="12914"/>
                  <a:pt x="160823" y="10110"/>
                </a:cubicBezTo>
                <a:cubicBezTo>
                  <a:pt x="161720" y="7307"/>
                  <a:pt x="163463" y="4921"/>
                  <a:pt x="166051" y="2954"/>
                </a:cubicBezTo>
                <a:cubicBezTo>
                  <a:pt x="168641" y="985"/>
                  <a:pt x="171363" y="0"/>
                  <a:pt x="174218" y="0"/>
                </a:cubicBezTo>
                <a:moveTo>
                  <a:pt x="167186" y="47812"/>
                </a:moveTo>
                <a:lnTo>
                  <a:pt x="143790" y="120924"/>
                </a:lnTo>
                <a:cubicBezTo>
                  <a:pt x="141952" y="126668"/>
                  <a:pt x="141143" y="130493"/>
                  <a:pt x="141364" y="132398"/>
                </a:cubicBezTo>
                <a:cubicBezTo>
                  <a:pt x="141585" y="134301"/>
                  <a:pt x="142359" y="135720"/>
                  <a:pt x="143686" y="136656"/>
                </a:cubicBezTo>
                <a:cubicBezTo>
                  <a:pt x="145015" y="137590"/>
                  <a:pt x="147837" y="138057"/>
                  <a:pt x="152153" y="138057"/>
                </a:cubicBezTo>
                <a:lnTo>
                  <a:pt x="151006" y="141643"/>
                </a:lnTo>
                <a:lnTo>
                  <a:pt x="106680" y="141643"/>
                </a:lnTo>
                <a:lnTo>
                  <a:pt x="107828" y="138057"/>
                </a:lnTo>
                <a:cubicBezTo>
                  <a:pt x="112277" y="138057"/>
                  <a:pt x="115404" y="137623"/>
                  <a:pt x="117209" y="136756"/>
                </a:cubicBezTo>
                <a:cubicBezTo>
                  <a:pt x="119014" y="135886"/>
                  <a:pt x="120686" y="134450"/>
                  <a:pt x="122223" y="132448"/>
                </a:cubicBezTo>
                <a:cubicBezTo>
                  <a:pt x="123761" y="130443"/>
                  <a:pt x="125438" y="126602"/>
                  <a:pt x="127255" y="120924"/>
                </a:cubicBezTo>
                <a:lnTo>
                  <a:pt x="138411" y="86061"/>
                </a:lnTo>
                <a:cubicBezTo>
                  <a:pt x="141591" y="76125"/>
                  <a:pt x="143351" y="69690"/>
                  <a:pt x="143692" y="66756"/>
                </a:cubicBezTo>
                <a:cubicBezTo>
                  <a:pt x="143911" y="64621"/>
                  <a:pt x="143655" y="63138"/>
                  <a:pt x="142924" y="62308"/>
                </a:cubicBezTo>
                <a:cubicBezTo>
                  <a:pt x="142195" y="61476"/>
                  <a:pt x="140966" y="61060"/>
                  <a:pt x="139240" y="61060"/>
                </a:cubicBezTo>
                <a:cubicBezTo>
                  <a:pt x="137381" y="61060"/>
                  <a:pt x="134963" y="61558"/>
                  <a:pt x="131988" y="62554"/>
                </a:cubicBezTo>
                <a:lnTo>
                  <a:pt x="131741" y="58968"/>
                </a:lnTo>
                <a:lnTo>
                  <a:pt x="162803" y="47812"/>
                </a:lnTo>
                <a:lnTo>
                  <a:pt x="167186" y="47812"/>
                </a:lnTo>
                <a:close/>
                <a:moveTo>
                  <a:pt x="227475" y="20320"/>
                </a:moveTo>
                <a:lnTo>
                  <a:pt x="217848" y="50402"/>
                </a:lnTo>
                <a:lnTo>
                  <a:pt x="239165" y="50402"/>
                </a:lnTo>
                <a:lnTo>
                  <a:pt x="236997" y="57175"/>
                </a:lnTo>
                <a:lnTo>
                  <a:pt x="215617" y="57374"/>
                </a:lnTo>
                <a:lnTo>
                  <a:pt x="196658" y="116622"/>
                </a:lnTo>
                <a:cubicBezTo>
                  <a:pt x="194765" y="122539"/>
                  <a:pt x="194335" y="126528"/>
                  <a:pt x="195368" y="128591"/>
                </a:cubicBezTo>
                <a:cubicBezTo>
                  <a:pt x="196402" y="130651"/>
                  <a:pt x="198247" y="131682"/>
                  <a:pt x="200903" y="131682"/>
                </a:cubicBezTo>
                <a:cubicBezTo>
                  <a:pt x="203094" y="131682"/>
                  <a:pt x="205440" y="130993"/>
                  <a:pt x="207939" y="129615"/>
                </a:cubicBezTo>
                <a:cubicBezTo>
                  <a:pt x="210439" y="128237"/>
                  <a:pt x="212683" y="126203"/>
                  <a:pt x="214673" y="123514"/>
                </a:cubicBezTo>
                <a:lnTo>
                  <a:pt x="218558" y="123514"/>
                </a:lnTo>
                <a:cubicBezTo>
                  <a:pt x="214140" y="130055"/>
                  <a:pt x="209278" y="134977"/>
                  <a:pt x="203971" y="138281"/>
                </a:cubicBezTo>
                <a:cubicBezTo>
                  <a:pt x="198664" y="141585"/>
                  <a:pt x="193753" y="143236"/>
                  <a:pt x="189237" y="143236"/>
                </a:cubicBezTo>
                <a:cubicBezTo>
                  <a:pt x="186182" y="143236"/>
                  <a:pt x="183466" y="142387"/>
                  <a:pt x="181088" y="140687"/>
                </a:cubicBezTo>
                <a:cubicBezTo>
                  <a:pt x="178710" y="138987"/>
                  <a:pt x="177330" y="136555"/>
                  <a:pt x="176948" y="133391"/>
                </a:cubicBezTo>
                <a:cubicBezTo>
                  <a:pt x="176567" y="130226"/>
                  <a:pt x="177431" y="125345"/>
                  <a:pt x="179542" y="118748"/>
                </a:cubicBezTo>
                <a:lnTo>
                  <a:pt x="199246" y="57175"/>
                </a:lnTo>
                <a:lnTo>
                  <a:pt x="184802" y="57175"/>
                </a:lnTo>
                <a:lnTo>
                  <a:pt x="185824" y="53981"/>
                </a:lnTo>
                <a:cubicBezTo>
                  <a:pt x="189942" y="52529"/>
                  <a:pt x="194464" y="50070"/>
                  <a:pt x="199391" y="46604"/>
                </a:cubicBezTo>
                <a:cubicBezTo>
                  <a:pt x="204318" y="43139"/>
                  <a:pt x="209043" y="39008"/>
                  <a:pt x="213566" y="34212"/>
                </a:cubicBezTo>
                <a:cubicBezTo>
                  <a:pt x="215904" y="31681"/>
                  <a:pt x="219511" y="27050"/>
                  <a:pt x="224387" y="20320"/>
                </a:cubicBezTo>
                <a:lnTo>
                  <a:pt x="227475" y="20320"/>
                </a:lnTo>
                <a:close/>
                <a:moveTo>
                  <a:pt x="327810" y="50402"/>
                </a:moveTo>
                <a:lnTo>
                  <a:pt x="310024" y="105983"/>
                </a:lnTo>
                <a:cubicBezTo>
                  <a:pt x="306687" y="116411"/>
                  <a:pt x="304895" y="122789"/>
                  <a:pt x="304648" y="125117"/>
                </a:cubicBezTo>
                <a:cubicBezTo>
                  <a:pt x="304401" y="127443"/>
                  <a:pt x="304678" y="129069"/>
                  <a:pt x="305477" y="129995"/>
                </a:cubicBezTo>
                <a:cubicBezTo>
                  <a:pt x="306277" y="130920"/>
                  <a:pt x="307407" y="131383"/>
                  <a:pt x="308868" y="131383"/>
                </a:cubicBezTo>
                <a:cubicBezTo>
                  <a:pt x="310927" y="131383"/>
                  <a:pt x="313431" y="130819"/>
                  <a:pt x="316383" y="129690"/>
                </a:cubicBezTo>
                <a:lnTo>
                  <a:pt x="316630" y="133276"/>
                </a:lnTo>
                <a:lnTo>
                  <a:pt x="285767" y="144432"/>
                </a:lnTo>
                <a:lnTo>
                  <a:pt x="281285" y="144432"/>
                </a:lnTo>
                <a:lnTo>
                  <a:pt x="287439" y="125198"/>
                </a:lnTo>
                <a:cubicBezTo>
                  <a:pt x="276896" y="133658"/>
                  <a:pt x="269217" y="138979"/>
                  <a:pt x="264402" y="141160"/>
                </a:cubicBezTo>
                <a:cubicBezTo>
                  <a:pt x="259587" y="143341"/>
                  <a:pt x="254889" y="144432"/>
                  <a:pt x="250307" y="144432"/>
                </a:cubicBezTo>
                <a:cubicBezTo>
                  <a:pt x="245193" y="144432"/>
                  <a:pt x="241234" y="142954"/>
                  <a:pt x="238427" y="139999"/>
                </a:cubicBezTo>
                <a:cubicBezTo>
                  <a:pt x="235621" y="137044"/>
                  <a:pt x="234231" y="133242"/>
                  <a:pt x="234258" y="128594"/>
                </a:cubicBezTo>
                <a:cubicBezTo>
                  <a:pt x="234284" y="123946"/>
                  <a:pt x="235658" y="117371"/>
                  <a:pt x="238377" y="108872"/>
                </a:cubicBezTo>
                <a:lnTo>
                  <a:pt x="251414" y="68132"/>
                </a:lnTo>
                <a:cubicBezTo>
                  <a:pt x="252805" y="63784"/>
                  <a:pt x="253303" y="60775"/>
                  <a:pt x="252908" y="59105"/>
                </a:cubicBezTo>
                <a:cubicBezTo>
                  <a:pt x="252514" y="57432"/>
                  <a:pt x="251548" y="56145"/>
                  <a:pt x="250011" y="55242"/>
                </a:cubicBezTo>
                <a:cubicBezTo>
                  <a:pt x="248473" y="54339"/>
                  <a:pt x="245304" y="53921"/>
                  <a:pt x="240501" y="53988"/>
                </a:cubicBezTo>
                <a:lnTo>
                  <a:pt x="241649" y="50402"/>
                </a:lnTo>
                <a:lnTo>
                  <a:pt x="273623" y="50402"/>
                </a:lnTo>
                <a:lnTo>
                  <a:pt x="254060" y="111536"/>
                </a:lnTo>
                <a:cubicBezTo>
                  <a:pt x="251337" y="120046"/>
                  <a:pt x="251027" y="125632"/>
                  <a:pt x="253130" y="128292"/>
                </a:cubicBezTo>
                <a:cubicBezTo>
                  <a:pt x="255235" y="130950"/>
                  <a:pt x="258379" y="132279"/>
                  <a:pt x="262562" y="132279"/>
                </a:cubicBezTo>
                <a:cubicBezTo>
                  <a:pt x="265418" y="132279"/>
                  <a:pt x="268942" y="131382"/>
                  <a:pt x="273136" y="129587"/>
                </a:cubicBezTo>
                <a:cubicBezTo>
                  <a:pt x="277329" y="127792"/>
                  <a:pt x="282725" y="124368"/>
                  <a:pt x="289322" y="119315"/>
                </a:cubicBezTo>
                <a:lnTo>
                  <a:pt x="305828" y="67733"/>
                </a:lnTo>
                <a:cubicBezTo>
                  <a:pt x="307522" y="62440"/>
                  <a:pt x="307722" y="58859"/>
                  <a:pt x="306427" y="56991"/>
                </a:cubicBezTo>
                <a:cubicBezTo>
                  <a:pt x="305132" y="55124"/>
                  <a:pt x="301518" y="54122"/>
                  <a:pt x="295584" y="53988"/>
                </a:cubicBezTo>
                <a:lnTo>
                  <a:pt x="296732" y="50402"/>
                </a:lnTo>
                <a:lnTo>
                  <a:pt x="327810" y="50402"/>
                </a:lnTo>
                <a:close/>
                <a:moveTo>
                  <a:pt x="388353" y="131389"/>
                </a:moveTo>
                <a:cubicBezTo>
                  <a:pt x="382417" y="136036"/>
                  <a:pt x="377000" y="139371"/>
                  <a:pt x="372102" y="141397"/>
                </a:cubicBezTo>
                <a:cubicBezTo>
                  <a:pt x="367205" y="143420"/>
                  <a:pt x="362299" y="144432"/>
                  <a:pt x="357385" y="144432"/>
                </a:cubicBezTo>
                <a:cubicBezTo>
                  <a:pt x="347424" y="144432"/>
                  <a:pt x="340056" y="140274"/>
                  <a:pt x="335279" y="131959"/>
                </a:cubicBezTo>
                <a:cubicBezTo>
                  <a:pt x="330503" y="123642"/>
                  <a:pt x="330204" y="112954"/>
                  <a:pt x="334383" y="99898"/>
                </a:cubicBezTo>
                <a:cubicBezTo>
                  <a:pt x="338560" y="86843"/>
                  <a:pt x="346500" y="74898"/>
                  <a:pt x="358201" y="64064"/>
                </a:cubicBezTo>
                <a:cubicBezTo>
                  <a:pt x="369902" y="53229"/>
                  <a:pt x="382227" y="47812"/>
                  <a:pt x="395176" y="47812"/>
                </a:cubicBezTo>
                <a:cubicBezTo>
                  <a:pt x="403211" y="47812"/>
                  <a:pt x="409034" y="50367"/>
                  <a:pt x="412645" y="55479"/>
                </a:cubicBezTo>
                <a:lnTo>
                  <a:pt x="418094" y="38449"/>
                </a:lnTo>
                <a:cubicBezTo>
                  <a:pt x="421416" y="28067"/>
                  <a:pt x="423209" y="21686"/>
                  <a:pt x="423473" y="19305"/>
                </a:cubicBezTo>
                <a:cubicBezTo>
                  <a:pt x="423737" y="16925"/>
                  <a:pt x="423475" y="15304"/>
                  <a:pt x="422688" y="14443"/>
                </a:cubicBezTo>
                <a:cubicBezTo>
                  <a:pt x="421902" y="13580"/>
                  <a:pt x="420712" y="13148"/>
                  <a:pt x="419118" y="13148"/>
                </a:cubicBezTo>
                <a:cubicBezTo>
                  <a:pt x="417392" y="13148"/>
                  <a:pt x="414931" y="13680"/>
                  <a:pt x="411735" y="14742"/>
                </a:cubicBezTo>
                <a:lnTo>
                  <a:pt x="411588" y="11156"/>
                </a:lnTo>
                <a:lnTo>
                  <a:pt x="442351" y="0"/>
                </a:lnTo>
                <a:lnTo>
                  <a:pt x="446833" y="0"/>
                </a:lnTo>
                <a:lnTo>
                  <a:pt x="413046" y="105585"/>
                </a:lnTo>
                <a:cubicBezTo>
                  <a:pt x="409639" y="116232"/>
                  <a:pt x="407809" y="122730"/>
                  <a:pt x="407556" y="125077"/>
                </a:cubicBezTo>
                <a:cubicBezTo>
                  <a:pt x="407303" y="127424"/>
                  <a:pt x="407575" y="129062"/>
                  <a:pt x="408373" y="129992"/>
                </a:cubicBezTo>
                <a:cubicBezTo>
                  <a:pt x="409172" y="130919"/>
                  <a:pt x="410302" y="131383"/>
                  <a:pt x="411763" y="131383"/>
                </a:cubicBezTo>
                <a:cubicBezTo>
                  <a:pt x="413556" y="131383"/>
                  <a:pt x="416127" y="130819"/>
                  <a:pt x="419477" y="129690"/>
                </a:cubicBezTo>
                <a:lnTo>
                  <a:pt x="419425" y="133276"/>
                </a:lnTo>
                <a:lnTo>
                  <a:pt x="388762" y="144432"/>
                </a:lnTo>
                <a:lnTo>
                  <a:pt x="384180" y="144432"/>
                </a:lnTo>
                <a:lnTo>
                  <a:pt x="388353" y="131389"/>
                </a:lnTo>
                <a:moveTo>
                  <a:pt x="390579" y="124432"/>
                </a:moveTo>
                <a:lnTo>
                  <a:pt x="405586" y="77536"/>
                </a:lnTo>
                <a:cubicBezTo>
                  <a:pt x="406630" y="73030"/>
                  <a:pt x="406748" y="68924"/>
                  <a:pt x="405943" y="65215"/>
                </a:cubicBezTo>
                <a:cubicBezTo>
                  <a:pt x="405138" y="61505"/>
                  <a:pt x="403394" y="58706"/>
                  <a:pt x="400711" y="56820"/>
                </a:cubicBezTo>
                <a:cubicBezTo>
                  <a:pt x="398028" y="54932"/>
                  <a:pt x="395126" y="53988"/>
                  <a:pt x="392005" y="53988"/>
                </a:cubicBezTo>
                <a:cubicBezTo>
                  <a:pt x="386161" y="53988"/>
                  <a:pt x="380111" y="56604"/>
                  <a:pt x="373854" y="61838"/>
                </a:cubicBezTo>
                <a:cubicBezTo>
                  <a:pt x="365607" y="68725"/>
                  <a:pt x="359364" y="78793"/>
                  <a:pt x="355125" y="92041"/>
                </a:cubicBezTo>
                <a:cubicBezTo>
                  <a:pt x="350843" y="105422"/>
                  <a:pt x="350485" y="115673"/>
                  <a:pt x="354049" y="122795"/>
                </a:cubicBezTo>
                <a:cubicBezTo>
                  <a:pt x="357614" y="129915"/>
                  <a:pt x="362983" y="133475"/>
                  <a:pt x="370155" y="133475"/>
                </a:cubicBezTo>
                <a:cubicBezTo>
                  <a:pt x="376198" y="133475"/>
                  <a:pt x="383006" y="130461"/>
                  <a:pt x="390579" y="1244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Text e">
            <a:extLst xmlns:a="http://schemas.openxmlformats.org/drawingml/2006/main">
              <a:ext uri="{FF2B5EF4-FFF2-40B4-BE49-F238E27FC236}">
                <a16:creationId xmlns:a16="http://schemas.microsoft.com/office/drawing/2014/main" id="{683FA1B5-0DE1-44D5-9AC4-308E6FD7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234" y="218239"/>
            <a:ext cx="89384" cy="96620"/>
          </a:xfrm>
          <a:custGeom xmlns:a="http://schemas.openxmlformats.org/drawingml/2006/main">
            <a:pathLst>
              <a:path w="89384" h="96620">
                <a:moveTo>
                  <a:pt x="22730" y="37054"/>
                </a:moveTo>
                <a:cubicBezTo>
                  <a:pt x="18348" y="50539"/>
                  <a:pt x="18251" y="61115"/>
                  <a:pt x="22438" y="68782"/>
                </a:cubicBezTo>
                <a:cubicBezTo>
                  <a:pt x="26625" y="76450"/>
                  <a:pt x="33200" y="80284"/>
                  <a:pt x="42165" y="80284"/>
                </a:cubicBezTo>
                <a:cubicBezTo>
                  <a:pt x="48142" y="80284"/>
                  <a:pt x="53866" y="78633"/>
                  <a:pt x="59338" y="75332"/>
                </a:cubicBezTo>
                <a:cubicBezTo>
                  <a:pt x="64811" y="72030"/>
                  <a:pt x="70322" y="66376"/>
                  <a:pt x="75872" y="58370"/>
                </a:cubicBezTo>
                <a:lnTo>
                  <a:pt x="78320" y="60372"/>
                </a:lnTo>
                <a:cubicBezTo>
                  <a:pt x="73999" y="69517"/>
                  <a:pt x="67283" y="77845"/>
                  <a:pt x="58173" y="85355"/>
                </a:cubicBezTo>
                <a:cubicBezTo>
                  <a:pt x="49063" y="92865"/>
                  <a:pt x="39461" y="96620"/>
                  <a:pt x="29367" y="96620"/>
                </a:cubicBezTo>
                <a:cubicBezTo>
                  <a:pt x="18411" y="96620"/>
                  <a:pt x="10393" y="92363"/>
                  <a:pt x="5315" y="83848"/>
                </a:cubicBezTo>
                <a:cubicBezTo>
                  <a:pt x="238" y="75332"/>
                  <a:pt x="0" y="63883"/>
                  <a:pt x="4602" y="49502"/>
                </a:cubicBezTo>
                <a:cubicBezTo>
                  <a:pt x="9585" y="33930"/>
                  <a:pt x="17472" y="21787"/>
                  <a:pt x="28262" y="13074"/>
                </a:cubicBezTo>
                <a:cubicBezTo>
                  <a:pt x="39053" y="4358"/>
                  <a:pt x="50491" y="0"/>
                  <a:pt x="62577" y="0"/>
                </a:cubicBezTo>
                <a:cubicBezTo>
                  <a:pt x="72803" y="0"/>
                  <a:pt x="80128" y="3362"/>
                  <a:pt x="84550" y="10085"/>
                </a:cubicBezTo>
                <a:cubicBezTo>
                  <a:pt x="88974" y="16807"/>
                  <a:pt x="89384" y="25796"/>
                  <a:pt x="85781" y="37054"/>
                </a:cubicBezTo>
                <a:lnTo>
                  <a:pt x="22730" y="37054"/>
                </a:lnTo>
                <a:moveTo>
                  <a:pt x="24578" y="31277"/>
                </a:moveTo>
                <a:lnTo>
                  <a:pt x="66812" y="31277"/>
                </a:lnTo>
                <a:cubicBezTo>
                  <a:pt x="68335" y="25481"/>
                  <a:pt x="68944" y="21398"/>
                  <a:pt x="68640" y="19028"/>
                </a:cubicBezTo>
                <a:cubicBezTo>
                  <a:pt x="68160" y="15339"/>
                  <a:pt x="66614" y="12441"/>
                  <a:pt x="64001" y="10334"/>
                </a:cubicBezTo>
                <a:cubicBezTo>
                  <a:pt x="61389" y="8226"/>
                  <a:pt x="58290" y="7172"/>
                  <a:pt x="54704" y="7172"/>
                </a:cubicBezTo>
                <a:cubicBezTo>
                  <a:pt x="49192" y="7172"/>
                  <a:pt x="43582" y="9296"/>
                  <a:pt x="37873" y="13544"/>
                </a:cubicBezTo>
                <a:cubicBezTo>
                  <a:pt x="32164" y="17791"/>
                  <a:pt x="27733" y="23703"/>
                  <a:pt x="24578" y="312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27a4f48a94e75"/>
          <a:stretch xmlns:a="http://schemas.openxmlformats.org/drawingml/2006/main"/>
        </p:blipFill>
        <p:spPr>
          <a:xfrm xmlns:a="http://schemas.openxmlformats.org/drawingml/2006/main">
            <a:off x="5641554" y="53998"/>
            <a:ext cx="356934" cy="377083"/>
          </a:xfrm>
          <a:prstGeom xmlns:a="http://schemas.openxmlformats.org/drawingml/2006/main" prst="rect">
            <a:avLst/>
          </a:prstGeom>
        </p:spPr>
      </p:pic>
      <p:sp>
        <p:nvSpPr>
          <p:cNvPr id="312" name="Text U">
            <a:extLst xmlns:a="http://schemas.openxmlformats.org/drawingml/2006/main">
              <a:ext uri="{FF2B5EF4-FFF2-40B4-BE49-F238E27FC236}">
                <a16:creationId xmlns:a16="http://schemas.microsoft.com/office/drawing/2014/main" id="{B58BBBA8-7B35-4F90-8DB1-6BFC4DF9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451" y="158711"/>
            <a:ext cx="144033" cy="138057"/>
          </a:xfrm>
          <a:custGeom xmlns:a="http://schemas.openxmlformats.org/drawingml/2006/main">
            <a:pathLst>
              <a:path w="144033" h="138057">
                <a:moveTo>
                  <a:pt x="96221" y="3785"/>
                </a:moveTo>
                <a:lnTo>
                  <a:pt x="96221" y="0"/>
                </a:lnTo>
                <a:lnTo>
                  <a:pt x="144033" y="0"/>
                </a:lnTo>
                <a:lnTo>
                  <a:pt x="144033" y="3785"/>
                </a:lnTo>
                <a:lnTo>
                  <a:pt x="138953" y="3785"/>
                </a:lnTo>
                <a:cubicBezTo>
                  <a:pt x="133641" y="3785"/>
                  <a:pt x="129557" y="5999"/>
                  <a:pt x="126701" y="10428"/>
                </a:cubicBezTo>
                <a:cubicBezTo>
                  <a:pt x="125307" y="12476"/>
                  <a:pt x="124610" y="17234"/>
                  <a:pt x="124610" y="24703"/>
                </a:cubicBezTo>
                <a:lnTo>
                  <a:pt x="124610" y="79391"/>
                </a:lnTo>
                <a:cubicBezTo>
                  <a:pt x="124610" y="92915"/>
                  <a:pt x="123265" y="103406"/>
                  <a:pt x="120576" y="110864"/>
                </a:cubicBezTo>
                <a:cubicBezTo>
                  <a:pt x="117886" y="118320"/>
                  <a:pt x="112607" y="124717"/>
                  <a:pt x="104738" y="130054"/>
                </a:cubicBezTo>
                <a:cubicBezTo>
                  <a:pt x="96869" y="135389"/>
                  <a:pt x="86161" y="138057"/>
                  <a:pt x="72614" y="138057"/>
                </a:cubicBezTo>
                <a:cubicBezTo>
                  <a:pt x="57872" y="138057"/>
                  <a:pt x="46683" y="135505"/>
                  <a:pt x="39046" y="130402"/>
                </a:cubicBezTo>
                <a:cubicBezTo>
                  <a:pt x="31410" y="125298"/>
                  <a:pt x="25998" y="118436"/>
                  <a:pt x="22810" y="109818"/>
                </a:cubicBezTo>
                <a:cubicBezTo>
                  <a:pt x="20685" y="103918"/>
                  <a:pt x="19623" y="92847"/>
                  <a:pt x="19623" y="76605"/>
                </a:cubicBezTo>
                <a:lnTo>
                  <a:pt x="19623" y="23906"/>
                </a:lnTo>
                <a:cubicBezTo>
                  <a:pt x="19623" y="15647"/>
                  <a:pt x="18477" y="10229"/>
                  <a:pt x="16186" y="7651"/>
                </a:cubicBezTo>
                <a:cubicBezTo>
                  <a:pt x="13895" y="5074"/>
                  <a:pt x="10193" y="3785"/>
                  <a:pt x="5080" y="3785"/>
                </a:cubicBezTo>
                <a:lnTo>
                  <a:pt x="0" y="3785"/>
                </a:lnTo>
                <a:lnTo>
                  <a:pt x="0" y="0"/>
                </a:lnTo>
                <a:lnTo>
                  <a:pt x="58370" y="0"/>
                </a:lnTo>
                <a:lnTo>
                  <a:pt x="58370" y="3785"/>
                </a:lnTo>
                <a:lnTo>
                  <a:pt x="53191" y="3785"/>
                </a:lnTo>
                <a:cubicBezTo>
                  <a:pt x="47613" y="3785"/>
                  <a:pt x="43628" y="5537"/>
                  <a:pt x="41238" y="9039"/>
                </a:cubicBezTo>
                <a:cubicBezTo>
                  <a:pt x="39578" y="11418"/>
                  <a:pt x="38748" y="16373"/>
                  <a:pt x="38748" y="23906"/>
                </a:cubicBezTo>
                <a:lnTo>
                  <a:pt x="38748" y="82662"/>
                </a:lnTo>
                <a:cubicBezTo>
                  <a:pt x="38748" y="87900"/>
                  <a:pt x="39229" y="93899"/>
                  <a:pt x="40192" y="100660"/>
                </a:cubicBezTo>
                <a:cubicBezTo>
                  <a:pt x="41155" y="107419"/>
                  <a:pt x="42898" y="112688"/>
                  <a:pt x="45421" y="116467"/>
                </a:cubicBezTo>
                <a:cubicBezTo>
                  <a:pt x="47945" y="120243"/>
                  <a:pt x="51580" y="123358"/>
                  <a:pt x="56328" y="125811"/>
                </a:cubicBezTo>
                <a:cubicBezTo>
                  <a:pt x="61076" y="128264"/>
                  <a:pt x="66903" y="129490"/>
                  <a:pt x="73810" y="129490"/>
                </a:cubicBezTo>
                <a:cubicBezTo>
                  <a:pt x="82641" y="129490"/>
                  <a:pt x="90544" y="127569"/>
                  <a:pt x="97516" y="123726"/>
                </a:cubicBezTo>
                <a:cubicBezTo>
                  <a:pt x="104489" y="119880"/>
                  <a:pt x="109253" y="114959"/>
                  <a:pt x="111810" y="108962"/>
                </a:cubicBezTo>
                <a:cubicBezTo>
                  <a:pt x="114367" y="102963"/>
                  <a:pt x="115645" y="92805"/>
                  <a:pt x="115645" y="78488"/>
                </a:cubicBezTo>
                <a:lnTo>
                  <a:pt x="115645" y="23906"/>
                </a:lnTo>
                <a:cubicBezTo>
                  <a:pt x="115645" y="15514"/>
                  <a:pt x="114715" y="10261"/>
                  <a:pt x="112856" y="8146"/>
                </a:cubicBezTo>
                <a:cubicBezTo>
                  <a:pt x="110266" y="5239"/>
                  <a:pt x="106415" y="3785"/>
                  <a:pt x="101301" y="3785"/>
                </a:cubicBezTo>
                <a:lnTo>
                  <a:pt x="96221" y="3785"/>
                </a:lnTo>
                <a:close/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edabfdc9e42ce"/>
          <a:stretch xmlns:a="http://schemas.openxmlformats.org/drawingml/2006/main"/>
        </p:blipFill>
        <p:spPr>
          <a:xfrm xmlns:a="http://schemas.openxmlformats.org/drawingml/2006/main">
            <a:off x="8649252" y="66080"/>
            <a:ext cx="356934" cy="377083"/>
          </a:xfrm>
          <a:prstGeom xmlns:a="http://schemas.openxmlformats.org/drawingml/2006/main" prst="rect">
            <a:avLst/>
          </a:prstGeom>
        </p:spPr>
      </p:pic>
      <p:sp>
        <p:nvSpPr>
          <p:cNvPr id="314" name="Text ⨀">
            <a:extLst xmlns:a="http://schemas.openxmlformats.org/drawingml/2006/main">
              <a:ext uri="{FF2B5EF4-FFF2-40B4-BE49-F238E27FC236}">
                <a16:creationId xmlns:a16="http://schemas.microsoft.com/office/drawing/2014/main" id="{D04BBEBD-6372-41E5-9603-381762C4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369" y="141192"/>
            <a:ext cx="196654" cy="196654"/>
          </a:xfrm>
          <a:custGeom xmlns:a="http://schemas.openxmlformats.org/drawingml/2006/main">
            <a:pathLst>
              <a:path w="196654" h="196654">
                <a:moveTo>
                  <a:pt x="183494" y="48960"/>
                </a:moveTo>
                <a:cubicBezTo>
                  <a:pt x="192267" y="64055"/>
                  <a:pt x="196654" y="80511"/>
                  <a:pt x="196654" y="98329"/>
                </a:cubicBezTo>
                <a:cubicBezTo>
                  <a:pt x="196654" y="116144"/>
                  <a:pt x="192267" y="132600"/>
                  <a:pt x="183494" y="147697"/>
                </a:cubicBezTo>
                <a:cubicBezTo>
                  <a:pt x="174722" y="162792"/>
                  <a:pt x="162788" y="174725"/>
                  <a:pt x="147691" y="183497"/>
                </a:cubicBezTo>
                <a:cubicBezTo>
                  <a:pt x="132596" y="192268"/>
                  <a:pt x="116141" y="196654"/>
                  <a:pt x="98326" y="196654"/>
                </a:cubicBezTo>
                <a:cubicBezTo>
                  <a:pt x="80510" y="196654"/>
                  <a:pt x="64054" y="192268"/>
                  <a:pt x="48957" y="183497"/>
                </a:cubicBezTo>
                <a:cubicBezTo>
                  <a:pt x="33863" y="174725"/>
                  <a:pt x="21929" y="162792"/>
                  <a:pt x="13158" y="147697"/>
                </a:cubicBezTo>
                <a:cubicBezTo>
                  <a:pt x="4386" y="132600"/>
                  <a:pt x="0" y="116144"/>
                  <a:pt x="0" y="98329"/>
                </a:cubicBezTo>
                <a:cubicBezTo>
                  <a:pt x="0" y="80511"/>
                  <a:pt x="4386" y="64055"/>
                  <a:pt x="13158" y="48960"/>
                </a:cubicBezTo>
                <a:cubicBezTo>
                  <a:pt x="21929" y="33864"/>
                  <a:pt x="33863" y="21929"/>
                  <a:pt x="48957" y="13158"/>
                </a:cubicBezTo>
                <a:cubicBezTo>
                  <a:pt x="64054" y="4386"/>
                  <a:pt x="80510" y="0"/>
                  <a:pt x="98326" y="0"/>
                </a:cubicBezTo>
                <a:cubicBezTo>
                  <a:pt x="116141" y="0"/>
                  <a:pt x="132596" y="4386"/>
                  <a:pt x="147691" y="13158"/>
                </a:cubicBezTo>
                <a:cubicBezTo>
                  <a:pt x="162788" y="21929"/>
                  <a:pt x="174722" y="33864"/>
                  <a:pt x="183494" y="48960"/>
                </a:cubicBezTo>
                <a:moveTo>
                  <a:pt x="107711" y="88944"/>
                </a:moveTo>
                <a:cubicBezTo>
                  <a:pt x="110294" y="91527"/>
                  <a:pt x="111586" y="94656"/>
                  <a:pt x="111586" y="98329"/>
                </a:cubicBezTo>
                <a:cubicBezTo>
                  <a:pt x="111586" y="102000"/>
                  <a:pt x="110294" y="105127"/>
                  <a:pt x="107711" y="107711"/>
                </a:cubicBezTo>
                <a:cubicBezTo>
                  <a:pt x="105127" y="110294"/>
                  <a:pt x="101999" y="111586"/>
                  <a:pt x="98326" y="111586"/>
                </a:cubicBezTo>
                <a:cubicBezTo>
                  <a:pt x="94655" y="111586"/>
                  <a:pt x="91526" y="110294"/>
                  <a:pt x="88941" y="107711"/>
                </a:cubicBezTo>
                <a:cubicBezTo>
                  <a:pt x="86357" y="105127"/>
                  <a:pt x="85065" y="102000"/>
                  <a:pt x="85065" y="98329"/>
                </a:cubicBezTo>
                <a:cubicBezTo>
                  <a:pt x="85065" y="94656"/>
                  <a:pt x="86357" y="91527"/>
                  <a:pt x="88941" y="88944"/>
                </a:cubicBezTo>
                <a:cubicBezTo>
                  <a:pt x="91526" y="86360"/>
                  <a:pt x="94655" y="85068"/>
                  <a:pt x="98326" y="85068"/>
                </a:cubicBezTo>
                <a:cubicBezTo>
                  <a:pt x="101999" y="85068"/>
                  <a:pt x="105127" y="86360"/>
                  <a:pt x="107711" y="88944"/>
                </a:cubicBezTo>
                <a:moveTo>
                  <a:pt x="155445" y="155448"/>
                </a:moveTo>
                <a:cubicBezTo>
                  <a:pt x="171220" y="139672"/>
                  <a:pt x="179108" y="120633"/>
                  <a:pt x="179108" y="98329"/>
                </a:cubicBezTo>
                <a:cubicBezTo>
                  <a:pt x="179108" y="76025"/>
                  <a:pt x="171220" y="56985"/>
                  <a:pt x="155445" y="41210"/>
                </a:cubicBezTo>
                <a:cubicBezTo>
                  <a:pt x="139669" y="25432"/>
                  <a:pt x="120629" y="17543"/>
                  <a:pt x="98326" y="17543"/>
                </a:cubicBezTo>
                <a:cubicBezTo>
                  <a:pt x="76022" y="17543"/>
                  <a:pt x="56982" y="25432"/>
                  <a:pt x="41207" y="41210"/>
                </a:cubicBezTo>
                <a:cubicBezTo>
                  <a:pt x="25431" y="56985"/>
                  <a:pt x="17543" y="76025"/>
                  <a:pt x="17543" y="98329"/>
                </a:cubicBezTo>
                <a:cubicBezTo>
                  <a:pt x="17543" y="120633"/>
                  <a:pt x="25431" y="139672"/>
                  <a:pt x="41207" y="155448"/>
                </a:cubicBezTo>
                <a:cubicBezTo>
                  <a:pt x="56982" y="171223"/>
                  <a:pt x="76022" y="179111"/>
                  <a:pt x="98326" y="179111"/>
                </a:cubicBezTo>
                <a:cubicBezTo>
                  <a:pt x="120629" y="179111"/>
                  <a:pt x="139669" y="171223"/>
                  <a:pt x="155445" y="155448"/>
                </a:cubicBezTo>
                <a:close/>
              </a:path>
            </a:pathLst>
          </a:custGeom>
          <a:solidFill xmlns:a="http://schemas.openxmlformats.org/drawingml/2006/main">
            <a:srgbClr val="C65F1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Text R">
            <a:extLst xmlns:a="http://schemas.openxmlformats.org/drawingml/2006/main">
              <a:ext uri="{FF2B5EF4-FFF2-40B4-BE49-F238E27FC236}">
                <a16:creationId xmlns:a16="http://schemas.microsoft.com/office/drawing/2014/main" id="{CDBABF96-966D-4980-8360-544D7C77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3" y="202965"/>
            <a:ext cx="144183" cy="139126"/>
          </a:xfrm>
          <a:custGeom xmlns:a="http://schemas.openxmlformats.org/drawingml/2006/main">
            <a:pathLst>
              <a:path w="144183" h="139126">
                <a:moveTo>
                  <a:pt x="138408" y="139126"/>
                </a:moveTo>
                <a:lnTo>
                  <a:pt x="101267" y="139126"/>
                </a:lnTo>
                <a:lnTo>
                  <a:pt x="74989" y="74078"/>
                </a:lnTo>
                <a:cubicBezTo>
                  <a:pt x="71456" y="74214"/>
                  <a:pt x="68596" y="74283"/>
                  <a:pt x="66407" y="74283"/>
                </a:cubicBezTo>
                <a:cubicBezTo>
                  <a:pt x="65518" y="74283"/>
                  <a:pt x="64566" y="74266"/>
                  <a:pt x="63551" y="74231"/>
                </a:cubicBezTo>
                <a:cubicBezTo>
                  <a:pt x="62536" y="74197"/>
                  <a:pt x="61492" y="74146"/>
                  <a:pt x="60419" y="74078"/>
                </a:cubicBezTo>
                <a:lnTo>
                  <a:pt x="47484" y="114502"/>
                </a:lnTo>
                <a:cubicBezTo>
                  <a:pt x="44696" y="123215"/>
                  <a:pt x="43922" y="128626"/>
                  <a:pt x="45162" y="130736"/>
                </a:cubicBezTo>
                <a:cubicBezTo>
                  <a:pt x="46803" y="133730"/>
                  <a:pt x="50222" y="135228"/>
                  <a:pt x="55421" y="135228"/>
                </a:cubicBezTo>
                <a:lnTo>
                  <a:pt x="60859" y="135228"/>
                </a:lnTo>
                <a:lnTo>
                  <a:pt x="59611" y="139126"/>
                </a:lnTo>
                <a:lnTo>
                  <a:pt x="0" y="139126"/>
                </a:lnTo>
                <a:lnTo>
                  <a:pt x="1248" y="135228"/>
                </a:lnTo>
                <a:lnTo>
                  <a:pt x="6480" y="135228"/>
                </a:lnTo>
                <a:cubicBezTo>
                  <a:pt x="12363" y="135228"/>
                  <a:pt x="17179" y="133322"/>
                  <a:pt x="20929" y="129511"/>
                </a:cubicBezTo>
                <a:cubicBezTo>
                  <a:pt x="23041" y="127401"/>
                  <a:pt x="25360" y="122398"/>
                  <a:pt x="27887" y="114502"/>
                </a:cubicBezTo>
                <a:lnTo>
                  <a:pt x="56648" y="24624"/>
                </a:lnTo>
                <a:cubicBezTo>
                  <a:pt x="59436" y="15912"/>
                  <a:pt x="60210" y="10501"/>
                  <a:pt x="58970" y="8391"/>
                </a:cubicBezTo>
                <a:cubicBezTo>
                  <a:pt x="57260" y="5396"/>
                  <a:pt x="53772" y="3899"/>
                  <a:pt x="48505" y="3899"/>
                </a:cubicBezTo>
                <a:lnTo>
                  <a:pt x="43273" y="3899"/>
                </a:lnTo>
                <a:lnTo>
                  <a:pt x="44520" y="0"/>
                </a:lnTo>
                <a:lnTo>
                  <a:pt x="95205" y="0"/>
                </a:lnTo>
                <a:cubicBezTo>
                  <a:pt x="109980" y="0"/>
                  <a:pt x="120528" y="1076"/>
                  <a:pt x="126850" y="3229"/>
                </a:cubicBezTo>
                <a:cubicBezTo>
                  <a:pt x="133172" y="5381"/>
                  <a:pt x="137855" y="9345"/>
                  <a:pt x="140897" y="15121"/>
                </a:cubicBezTo>
                <a:cubicBezTo>
                  <a:pt x="143940" y="20894"/>
                  <a:pt x="144183" y="27778"/>
                  <a:pt x="141625" y="35772"/>
                </a:cubicBezTo>
                <a:cubicBezTo>
                  <a:pt x="138891" y="44316"/>
                  <a:pt x="133731" y="51731"/>
                  <a:pt x="126144" y="58017"/>
                </a:cubicBezTo>
                <a:cubicBezTo>
                  <a:pt x="118558" y="64304"/>
                  <a:pt x="108501" y="68746"/>
                  <a:pt x="95974" y="71343"/>
                </a:cubicBezTo>
                <a:lnTo>
                  <a:pt x="111941" y="111219"/>
                </a:lnTo>
                <a:cubicBezTo>
                  <a:pt x="115575" y="120385"/>
                  <a:pt x="119270" y="126472"/>
                  <a:pt x="123026" y="129482"/>
                </a:cubicBezTo>
                <a:cubicBezTo>
                  <a:pt x="126783" y="132491"/>
                  <a:pt x="132326" y="134407"/>
                  <a:pt x="139656" y="135228"/>
                </a:cubicBezTo>
                <a:lnTo>
                  <a:pt x="138408" y="139126"/>
                </a:lnTo>
                <a:moveTo>
                  <a:pt x="62521" y="67511"/>
                </a:moveTo>
                <a:cubicBezTo>
                  <a:pt x="63820" y="67511"/>
                  <a:pt x="64943" y="67528"/>
                  <a:pt x="65890" y="67562"/>
                </a:cubicBezTo>
                <a:cubicBezTo>
                  <a:pt x="66837" y="67597"/>
                  <a:pt x="67618" y="67614"/>
                  <a:pt x="68233" y="67614"/>
                </a:cubicBezTo>
                <a:cubicBezTo>
                  <a:pt x="81503" y="67614"/>
                  <a:pt x="92424" y="64746"/>
                  <a:pt x="100997" y="59011"/>
                </a:cubicBezTo>
                <a:cubicBezTo>
                  <a:pt x="109570" y="53274"/>
                  <a:pt x="115277" y="45967"/>
                  <a:pt x="118118" y="37090"/>
                </a:cubicBezTo>
                <a:cubicBezTo>
                  <a:pt x="120893" y="28418"/>
                  <a:pt x="120430" y="21369"/>
                  <a:pt x="116729" y="15942"/>
                </a:cubicBezTo>
                <a:cubicBezTo>
                  <a:pt x="113028" y="10512"/>
                  <a:pt x="106698" y="7798"/>
                  <a:pt x="97737" y="7798"/>
                </a:cubicBezTo>
                <a:cubicBezTo>
                  <a:pt x="93770" y="7798"/>
                  <a:pt x="88182" y="8482"/>
                  <a:pt x="80972" y="9850"/>
                </a:cubicBezTo>
                <a:lnTo>
                  <a:pt x="62521" y="675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Text an">
            <a:extLst xmlns:a="http://schemas.openxmlformats.org/drawingml/2006/main">
              <a:ext uri="{FF2B5EF4-FFF2-40B4-BE49-F238E27FC236}">
                <a16:creationId xmlns:a16="http://schemas.microsoft.com/office/drawing/2014/main" id="{77AC6773-A03E-4EA4-A799-84127EA9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7" y="245441"/>
            <a:ext cx="206171" cy="98702"/>
          </a:xfrm>
          <a:custGeom xmlns:a="http://schemas.openxmlformats.org/drawingml/2006/main">
            <a:pathLst>
              <a:path w="206171" h="98702">
                <a:moveTo>
                  <a:pt x="51854" y="83215"/>
                </a:moveTo>
                <a:cubicBezTo>
                  <a:pt x="39824" y="90669"/>
                  <a:pt x="32392" y="94976"/>
                  <a:pt x="29559" y="96137"/>
                </a:cubicBezTo>
                <a:cubicBezTo>
                  <a:pt x="25318" y="97847"/>
                  <a:pt x="21111" y="98702"/>
                  <a:pt x="16939" y="98702"/>
                </a:cubicBezTo>
                <a:cubicBezTo>
                  <a:pt x="10441" y="98702"/>
                  <a:pt x="5800" y="96479"/>
                  <a:pt x="3016" y="92033"/>
                </a:cubicBezTo>
                <a:cubicBezTo>
                  <a:pt x="232" y="87587"/>
                  <a:pt x="0" y="81738"/>
                  <a:pt x="2320" y="74488"/>
                </a:cubicBezTo>
                <a:cubicBezTo>
                  <a:pt x="3787" y="69905"/>
                  <a:pt x="6082" y="65938"/>
                  <a:pt x="9207" y="62586"/>
                </a:cubicBezTo>
                <a:cubicBezTo>
                  <a:pt x="13499" y="57935"/>
                  <a:pt x="19774" y="53557"/>
                  <a:pt x="28030" y="49453"/>
                </a:cubicBezTo>
                <a:cubicBezTo>
                  <a:pt x="36286" y="45349"/>
                  <a:pt x="49426" y="40356"/>
                  <a:pt x="67451" y="34474"/>
                </a:cubicBezTo>
                <a:lnTo>
                  <a:pt x="68629" y="30793"/>
                </a:lnTo>
                <a:cubicBezTo>
                  <a:pt x="71617" y="21456"/>
                  <a:pt x="72179" y="15050"/>
                  <a:pt x="70316" y="11575"/>
                </a:cubicBezTo>
                <a:cubicBezTo>
                  <a:pt x="68452" y="8099"/>
                  <a:pt x="64682" y="6361"/>
                  <a:pt x="59005" y="6361"/>
                </a:cubicBezTo>
                <a:cubicBezTo>
                  <a:pt x="54696" y="6361"/>
                  <a:pt x="50904" y="7524"/>
                  <a:pt x="47629" y="9850"/>
                </a:cubicBezTo>
                <a:cubicBezTo>
                  <a:pt x="44285" y="12175"/>
                  <a:pt x="42132" y="14843"/>
                  <a:pt x="41169" y="17852"/>
                </a:cubicBezTo>
                <a:lnTo>
                  <a:pt x="39470" y="23803"/>
                </a:lnTo>
                <a:cubicBezTo>
                  <a:pt x="38463" y="26950"/>
                  <a:pt x="36882" y="29378"/>
                  <a:pt x="34728" y="31088"/>
                </a:cubicBezTo>
                <a:cubicBezTo>
                  <a:pt x="32573" y="32798"/>
                  <a:pt x="30196" y="33653"/>
                  <a:pt x="27597" y="33653"/>
                </a:cubicBezTo>
                <a:cubicBezTo>
                  <a:pt x="25066" y="33653"/>
                  <a:pt x="23282" y="32762"/>
                  <a:pt x="22245" y="30979"/>
                </a:cubicBezTo>
                <a:cubicBezTo>
                  <a:pt x="21209" y="29194"/>
                  <a:pt x="21185" y="26758"/>
                  <a:pt x="22172" y="23672"/>
                </a:cubicBezTo>
                <a:cubicBezTo>
                  <a:pt x="24061" y="17770"/>
                  <a:pt x="28805" y="12349"/>
                  <a:pt x="36405" y="7410"/>
                </a:cubicBezTo>
                <a:cubicBezTo>
                  <a:pt x="44005" y="2470"/>
                  <a:pt x="53243" y="0"/>
                  <a:pt x="64118" y="0"/>
                </a:cubicBezTo>
                <a:cubicBezTo>
                  <a:pt x="72463" y="0"/>
                  <a:pt x="78855" y="1400"/>
                  <a:pt x="83295" y="4200"/>
                </a:cubicBezTo>
                <a:cubicBezTo>
                  <a:pt x="86652" y="6318"/>
                  <a:pt x="88567" y="9633"/>
                  <a:pt x="89039" y="14143"/>
                </a:cubicBezTo>
                <a:cubicBezTo>
                  <a:pt x="89331" y="17080"/>
                  <a:pt x="88022" y="23092"/>
                  <a:pt x="85115" y="32178"/>
                </a:cubicBezTo>
                <a:lnTo>
                  <a:pt x="74916" y="64048"/>
                </a:lnTo>
                <a:cubicBezTo>
                  <a:pt x="72052" y="72998"/>
                  <a:pt x="70469" y="78481"/>
                  <a:pt x="70166" y="80497"/>
                </a:cubicBezTo>
                <a:cubicBezTo>
                  <a:pt x="69863" y="82512"/>
                  <a:pt x="69995" y="83862"/>
                  <a:pt x="70563" y="84546"/>
                </a:cubicBezTo>
                <a:cubicBezTo>
                  <a:pt x="71131" y="85228"/>
                  <a:pt x="71928" y="85569"/>
                  <a:pt x="72954" y="85569"/>
                </a:cubicBezTo>
                <a:cubicBezTo>
                  <a:pt x="74049" y="85569"/>
                  <a:pt x="75083" y="85329"/>
                  <a:pt x="76057" y="84851"/>
                </a:cubicBezTo>
                <a:cubicBezTo>
                  <a:pt x="77778" y="83961"/>
                  <a:pt x="81347" y="81465"/>
                  <a:pt x="86764" y="77361"/>
                </a:cubicBezTo>
                <a:lnTo>
                  <a:pt x="84926" y="83106"/>
                </a:lnTo>
                <a:cubicBezTo>
                  <a:pt x="73982" y="93366"/>
                  <a:pt x="65021" y="98497"/>
                  <a:pt x="58045" y="98497"/>
                </a:cubicBezTo>
                <a:cubicBezTo>
                  <a:pt x="54693" y="98497"/>
                  <a:pt x="52395" y="97342"/>
                  <a:pt x="51150" y="95034"/>
                </a:cubicBezTo>
                <a:cubicBezTo>
                  <a:pt x="49906" y="92723"/>
                  <a:pt x="50140" y="88784"/>
                  <a:pt x="51854" y="83215"/>
                </a:cubicBezTo>
                <a:moveTo>
                  <a:pt x="53983" y="76562"/>
                </a:moveTo>
                <a:lnTo>
                  <a:pt x="65415" y="40835"/>
                </a:lnTo>
                <a:cubicBezTo>
                  <a:pt x="53776" y="44930"/>
                  <a:pt x="46179" y="47831"/>
                  <a:pt x="42624" y="49537"/>
                </a:cubicBezTo>
                <a:cubicBezTo>
                  <a:pt x="36259" y="52540"/>
                  <a:pt x="31390" y="55680"/>
                  <a:pt x="28015" y="58957"/>
                </a:cubicBezTo>
                <a:cubicBezTo>
                  <a:pt x="24642" y="62231"/>
                  <a:pt x="22333" y="65814"/>
                  <a:pt x="21088" y="69704"/>
                </a:cubicBezTo>
                <a:cubicBezTo>
                  <a:pt x="19515" y="74618"/>
                  <a:pt x="19681" y="78697"/>
                  <a:pt x="21584" y="81939"/>
                </a:cubicBezTo>
                <a:cubicBezTo>
                  <a:pt x="23489" y="85180"/>
                  <a:pt x="26356" y="86800"/>
                  <a:pt x="30186" y="86800"/>
                </a:cubicBezTo>
                <a:cubicBezTo>
                  <a:pt x="35385" y="86800"/>
                  <a:pt x="43317" y="83388"/>
                  <a:pt x="53983" y="76562"/>
                </a:cubicBezTo>
                <a:close/>
                <a:moveTo>
                  <a:pt x="151354" y="19802"/>
                </a:moveTo>
                <a:cubicBezTo>
                  <a:pt x="166590" y="6601"/>
                  <a:pt x="179202" y="0"/>
                  <a:pt x="189189" y="0"/>
                </a:cubicBezTo>
                <a:cubicBezTo>
                  <a:pt x="194319" y="0"/>
                  <a:pt x="198321" y="1279"/>
                  <a:pt x="201196" y="3838"/>
                </a:cubicBezTo>
                <a:cubicBezTo>
                  <a:pt x="204071" y="6394"/>
                  <a:pt x="205665" y="10606"/>
                  <a:pt x="205976" y="16474"/>
                </a:cubicBezTo>
                <a:cubicBezTo>
                  <a:pt x="206171" y="20567"/>
                  <a:pt x="204915" y="26843"/>
                  <a:pt x="202209" y="35301"/>
                </a:cubicBezTo>
                <a:lnTo>
                  <a:pt x="189406" y="75309"/>
                </a:lnTo>
                <a:cubicBezTo>
                  <a:pt x="187491" y="81294"/>
                  <a:pt x="186671" y="85353"/>
                  <a:pt x="186946" y="87486"/>
                </a:cubicBezTo>
                <a:cubicBezTo>
                  <a:pt x="187148" y="89207"/>
                  <a:pt x="187932" y="90549"/>
                  <a:pt x="189299" y="91513"/>
                </a:cubicBezTo>
                <a:cubicBezTo>
                  <a:pt x="190667" y="92475"/>
                  <a:pt x="193609" y="92956"/>
                  <a:pt x="198123" y="92956"/>
                </a:cubicBezTo>
                <a:lnTo>
                  <a:pt x="196941" y="96650"/>
                </a:lnTo>
                <a:lnTo>
                  <a:pt x="150463" y="96650"/>
                </a:lnTo>
                <a:lnTo>
                  <a:pt x="151645" y="92956"/>
                </a:lnTo>
                <a:lnTo>
                  <a:pt x="153594" y="92956"/>
                </a:lnTo>
                <a:cubicBezTo>
                  <a:pt x="157972" y="92956"/>
                  <a:pt x="161247" y="92286"/>
                  <a:pt x="163420" y="90946"/>
                </a:cubicBezTo>
                <a:cubicBezTo>
                  <a:pt x="165594" y="89603"/>
                  <a:pt x="167441" y="87625"/>
                  <a:pt x="168962" y="85011"/>
                </a:cubicBezTo>
                <a:cubicBezTo>
                  <a:pt x="169566" y="83979"/>
                  <a:pt x="170738" y="80744"/>
                  <a:pt x="172477" y="75309"/>
                </a:cubicBezTo>
                <a:lnTo>
                  <a:pt x="184769" y="36898"/>
                </a:lnTo>
                <a:cubicBezTo>
                  <a:pt x="187500" y="28361"/>
                  <a:pt x="188372" y="22163"/>
                  <a:pt x="187384" y="18305"/>
                </a:cubicBezTo>
                <a:cubicBezTo>
                  <a:pt x="186395" y="14446"/>
                  <a:pt x="183268" y="12517"/>
                  <a:pt x="178001" y="12517"/>
                </a:cubicBezTo>
                <a:cubicBezTo>
                  <a:pt x="169861" y="12517"/>
                  <a:pt x="160333" y="16963"/>
                  <a:pt x="149417" y="25855"/>
                </a:cubicBezTo>
                <a:lnTo>
                  <a:pt x="133591" y="75309"/>
                </a:lnTo>
                <a:cubicBezTo>
                  <a:pt x="131544" y="81706"/>
                  <a:pt x="130654" y="85663"/>
                  <a:pt x="130922" y="87178"/>
                </a:cubicBezTo>
                <a:cubicBezTo>
                  <a:pt x="131241" y="89173"/>
                  <a:pt x="132090" y="90635"/>
                  <a:pt x="133468" y="91565"/>
                </a:cubicBezTo>
                <a:cubicBezTo>
                  <a:pt x="134847" y="92492"/>
                  <a:pt x="138102" y="92956"/>
                  <a:pt x="143232" y="92956"/>
                </a:cubicBezTo>
                <a:lnTo>
                  <a:pt x="142050" y="96650"/>
                </a:lnTo>
                <a:lnTo>
                  <a:pt x="95572" y="96650"/>
                </a:lnTo>
                <a:lnTo>
                  <a:pt x="96754" y="92956"/>
                </a:lnTo>
                <a:lnTo>
                  <a:pt x="98806" y="92956"/>
                </a:lnTo>
                <a:cubicBezTo>
                  <a:pt x="103594" y="92956"/>
                  <a:pt x="107216" y="91736"/>
                  <a:pt x="109673" y="89295"/>
                </a:cubicBezTo>
                <a:cubicBezTo>
                  <a:pt x="112131" y="86851"/>
                  <a:pt x="114460" y="82189"/>
                  <a:pt x="116662" y="75309"/>
                </a:cubicBezTo>
                <a:lnTo>
                  <a:pt x="127760" y="40630"/>
                </a:lnTo>
                <a:cubicBezTo>
                  <a:pt x="131371" y="29344"/>
                  <a:pt x="133314" y="22470"/>
                  <a:pt x="133589" y="20007"/>
                </a:cubicBezTo>
                <a:cubicBezTo>
                  <a:pt x="133864" y="17545"/>
                  <a:pt x="133614" y="15869"/>
                  <a:pt x="132838" y="14980"/>
                </a:cubicBezTo>
                <a:cubicBezTo>
                  <a:pt x="132063" y="14090"/>
                  <a:pt x="130786" y="13646"/>
                  <a:pt x="129007" y="13646"/>
                </a:cubicBezTo>
                <a:cubicBezTo>
                  <a:pt x="127092" y="13646"/>
                  <a:pt x="124636" y="14159"/>
                  <a:pt x="121640" y="15185"/>
                </a:cubicBezTo>
                <a:lnTo>
                  <a:pt x="121283" y="11491"/>
                </a:lnTo>
                <a:lnTo>
                  <a:pt x="153278" y="0"/>
                </a:lnTo>
                <a:lnTo>
                  <a:pt x="157690" y="0"/>
                </a:lnTo>
                <a:lnTo>
                  <a:pt x="151354" y="198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Text k">
            <a:extLst xmlns:a="http://schemas.openxmlformats.org/drawingml/2006/main">
              <a:ext uri="{FF2B5EF4-FFF2-40B4-BE49-F238E27FC236}">
                <a16:creationId xmlns:a16="http://schemas.microsoft.com/office/drawing/2014/main" id="{BBBE50B1-AE3B-41A9-BE9B-42A4F397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96" y="196193"/>
            <a:ext cx="129802" cy="145898"/>
          </a:xfrm>
          <a:custGeom xmlns:a="http://schemas.openxmlformats.org/drawingml/2006/main">
            <a:pathLst>
              <a:path w="129802" h="145898">
                <a:moveTo>
                  <a:pt x="79314" y="0"/>
                </a:moveTo>
                <a:lnTo>
                  <a:pt x="49401" y="93479"/>
                </a:lnTo>
                <a:lnTo>
                  <a:pt x="80288" y="71663"/>
                </a:lnTo>
                <a:cubicBezTo>
                  <a:pt x="86833" y="67027"/>
                  <a:pt x="90713" y="64095"/>
                  <a:pt x="91926" y="62868"/>
                </a:cubicBezTo>
                <a:cubicBezTo>
                  <a:pt x="92735" y="62050"/>
                  <a:pt x="93270" y="61232"/>
                  <a:pt x="93532" y="60416"/>
                </a:cubicBezTo>
                <a:cubicBezTo>
                  <a:pt x="93968" y="59052"/>
                  <a:pt x="93780" y="57876"/>
                  <a:pt x="92967" y="56889"/>
                </a:cubicBezTo>
                <a:cubicBezTo>
                  <a:pt x="92155" y="55899"/>
                  <a:pt x="90472" y="55336"/>
                  <a:pt x="87916" y="55199"/>
                </a:cubicBezTo>
                <a:lnTo>
                  <a:pt x="88967" y="51916"/>
                </a:lnTo>
                <a:lnTo>
                  <a:pt x="129802" y="51916"/>
                </a:lnTo>
                <a:lnTo>
                  <a:pt x="128751" y="55199"/>
                </a:lnTo>
                <a:cubicBezTo>
                  <a:pt x="123099" y="55336"/>
                  <a:pt x="118159" y="56186"/>
                  <a:pt x="113931" y="57748"/>
                </a:cubicBezTo>
                <a:cubicBezTo>
                  <a:pt x="109704" y="59308"/>
                  <a:pt x="104726" y="62093"/>
                  <a:pt x="98997" y="66100"/>
                </a:cubicBezTo>
                <a:lnTo>
                  <a:pt x="67765" y="88355"/>
                </a:lnTo>
                <a:lnTo>
                  <a:pt x="82110" y="118872"/>
                </a:lnTo>
                <a:cubicBezTo>
                  <a:pt x="86110" y="127320"/>
                  <a:pt x="88916" y="132660"/>
                  <a:pt x="90527" y="134894"/>
                </a:cubicBezTo>
                <a:cubicBezTo>
                  <a:pt x="92778" y="138120"/>
                  <a:pt x="94980" y="140213"/>
                  <a:pt x="97135" y="141175"/>
                </a:cubicBezTo>
                <a:cubicBezTo>
                  <a:pt x="98625" y="141861"/>
                  <a:pt x="101491" y="142204"/>
                  <a:pt x="105732" y="142204"/>
                </a:cubicBezTo>
                <a:lnTo>
                  <a:pt x="104550" y="145898"/>
                </a:lnTo>
                <a:lnTo>
                  <a:pt x="58893" y="145898"/>
                </a:lnTo>
                <a:lnTo>
                  <a:pt x="60075" y="142204"/>
                </a:lnTo>
                <a:cubicBezTo>
                  <a:pt x="62696" y="142136"/>
                  <a:pt x="64583" y="141742"/>
                  <a:pt x="65737" y="141021"/>
                </a:cubicBezTo>
                <a:cubicBezTo>
                  <a:pt x="66891" y="140301"/>
                  <a:pt x="67676" y="139290"/>
                  <a:pt x="68093" y="137988"/>
                </a:cubicBezTo>
                <a:cubicBezTo>
                  <a:pt x="68598" y="136411"/>
                  <a:pt x="68042" y="133873"/>
                  <a:pt x="66425" y="130376"/>
                </a:cubicBezTo>
                <a:lnTo>
                  <a:pt x="49401" y="93479"/>
                </a:lnTo>
                <a:lnTo>
                  <a:pt x="39456" y="124557"/>
                </a:lnTo>
                <a:cubicBezTo>
                  <a:pt x="37485" y="130717"/>
                  <a:pt x="36616" y="134767"/>
                  <a:pt x="36851" y="136706"/>
                </a:cubicBezTo>
                <a:cubicBezTo>
                  <a:pt x="37086" y="138642"/>
                  <a:pt x="37858" y="140026"/>
                  <a:pt x="39165" y="140858"/>
                </a:cubicBezTo>
                <a:cubicBezTo>
                  <a:pt x="40472" y="141687"/>
                  <a:pt x="43749" y="142136"/>
                  <a:pt x="48994" y="142204"/>
                </a:cubicBezTo>
                <a:lnTo>
                  <a:pt x="47812" y="145898"/>
                </a:lnTo>
                <a:lnTo>
                  <a:pt x="0" y="145898"/>
                </a:lnTo>
                <a:lnTo>
                  <a:pt x="1182" y="142204"/>
                </a:lnTo>
                <a:cubicBezTo>
                  <a:pt x="5970" y="142204"/>
                  <a:pt x="9748" y="141620"/>
                  <a:pt x="12516" y="140451"/>
                </a:cubicBezTo>
                <a:cubicBezTo>
                  <a:pt x="14195" y="139694"/>
                  <a:pt x="15664" y="138524"/>
                  <a:pt x="16923" y="136940"/>
                </a:cubicBezTo>
                <a:cubicBezTo>
                  <a:pt x="18675" y="134670"/>
                  <a:pt x="20443" y="130747"/>
                  <a:pt x="22227" y="125173"/>
                </a:cubicBezTo>
                <a:lnTo>
                  <a:pt x="49609" y="39604"/>
                </a:lnTo>
                <a:cubicBezTo>
                  <a:pt x="53061" y="28818"/>
                  <a:pt x="54932" y="22222"/>
                  <a:pt x="55224" y="19815"/>
                </a:cubicBezTo>
                <a:cubicBezTo>
                  <a:pt x="55516" y="17406"/>
                  <a:pt x="55262" y="15742"/>
                  <a:pt x="54461" y="14823"/>
                </a:cubicBezTo>
                <a:cubicBezTo>
                  <a:pt x="53662" y="13901"/>
                  <a:pt x="52373" y="13441"/>
                  <a:pt x="50594" y="13441"/>
                </a:cubicBezTo>
                <a:cubicBezTo>
                  <a:pt x="49158" y="13441"/>
                  <a:pt x="46817" y="14022"/>
                  <a:pt x="43572" y="15185"/>
                </a:cubicBezTo>
                <a:lnTo>
                  <a:pt x="43010" y="11491"/>
                </a:lnTo>
                <a:lnTo>
                  <a:pt x="74595" y="0"/>
                </a:lnTo>
                <a:lnTo>
                  <a:pt x="7931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Text �">
            <a:extLst xmlns:a="http://schemas.openxmlformats.org/drawingml/2006/main">
              <a:ext uri="{FF2B5EF4-FFF2-40B4-BE49-F238E27FC236}">
                <a16:creationId xmlns:a16="http://schemas.microsoft.com/office/drawing/2014/main" id="{C5A43248-6C19-4C68-A52E-150D823B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69" y="230093"/>
            <a:ext cx="96028" cy="111998"/>
          </a:xfrm>
          <a:custGeom xmlns:a="http://schemas.openxmlformats.org/drawingml/2006/main">
            <a:pathLst>
              <a:path w="96028" h="111998">
                <a:moveTo>
                  <a:pt x="96028" y="2732"/>
                </a:moveTo>
                <a:lnTo>
                  <a:pt x="90773" y="30049"/>
                </a:lnTo>
                <a:lnTo>
                  <a:pt x="79849" y="30049"/>
                </a:lnTo>
                <a:cubicBezTo>
                  <a:pt x="79849" y="29628"/>
                  <a:pt x="79883" y="28997"/>
                  <a:pt x="79951" y="28157"/>
                </a:cubicBezTo>
                <a:cubicBezTo>
                  <a:pt x="80022" y="27317"/>
                  <a:pt x="80128" y="26687"/>
                  <a:pt x="80269" y="26266"/>
                </a:cubicBezTo>
                <a:cubicBezTo>
                  <a:pt x="80269" y="22764"/>
                  <a:pt x="79428" y="19963"/>
                  <a:pt x="77746" y="17862"/>
                </a:cubicBezTo>
                <a:cubicBezTo>
                  <a:pt x="75644" y="15201"/>
                  <a:pt x="72002" y="13870"/>
                  <a:pt x="66819" y="13870"/>
                </a:cubicBezTo>
                <a:cubicBezTo>
                  <a:pt x="57574" y="13870"/>
                  <a:pt x="49800" y="17092"/>
                  <a:pt x="43496" y="23534"/>
                </a:cubicBezTo>
                <a:cubicBezTo>
                  <a:pt x="37193" y="30259"/>
                  <a:pt x="32920" y="39504"/>
                  <a:pt x="30678" y="51271"/>
                </a:cubicBezTo>
                <a:lnTo>
                  <a:pt x="18911" y="111998"/>
                </a:lnTo>
                <a:lnTo>
                  <a:pt x="0" y="111998"/>
                </a:lnTo>
                <a:lnTo>
                  <a:pt x="19122" y="13659"/>
                </a:lnTo>
                <a:lnTo>
                  <a:pt x="1052" y="13659"/>
                </a:lnTo>
                <a:lnTo>
                  <a:pt x="3152" y="2943"/>
                </a:lnTo>
                <a:lnTo>
                  <a:pt x="40133" y="2943"/>
                </a:lnTo>
                <a:lnTo>
                  <a:pt x="36353" y="22274"/>
                </a:lnTo>
                <a:cubicBezTo>
                  <a:pt x="41675" y="14570"/>
                  <a:pt x="47559" y="8967"/>
                  <a:pt x="54003" y="5463"/>
                </a:cubicBezTo>
                <a:cubicBezTo>
                  <a:pt x="60587" y="1821"/>
                  <a:pt x="68010" y="0"/>
                  <a:pt x="76274" y="0"/>
                </a:cubicBezTo>
                <a:cubicBezTo>
                  <a:pt x="79497" y="0"/>
                  <a:pt x="82650" y="211"/>
                  <a:pt x="85732" y="632"/>
                </a:cubicBezTo>
                <a:cubicBezTo>
                  <a:pt x="91756" y="1893"/>
                  <a:pt x="95188" y="2593"/>
                  <a:pt x="96028" y="273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Text S">
            <a:extLst xmlns:a="http://schemas.openxmlformats.org/drawingml/2006/main">
              <a:ext uri="{FF2B5EF4-FFF2-40B4-BE49-F238E27FC236}">
                <a16:creationId xmlns:a16="http://schemas.microsoft.com/office/drawing/2014/main" id="{510A3D0C-AEEC-43D6-8B64-54ECCAA6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12" y="199887"/>
            <a:ext cx="128366" cy="145282"/>
          </a:xfrm>
          <a:custGeom xmlns:a="http://schemas.openxmlformats.org/drawingml/2006/main">
            <a:pathLst>
              <a:path w="128366" h="145282">
                <a:moveTo>
                  <a:pt x="128366" y="0"/>
                </a:moveTo>
                <a:lnTo>
                  <a:pt x="112934" y="48222"/>
                </a:lnTo>
                <a:lnTo>
                  <a:pt x="109138" y="48222"/>
                </a:lnTo>
                <a:cubicBezTo>
                  <a:pt x="110869" y="38965"/>
                  <a:pt x="111022" y="31593"/>
                  <a:pt x="109597" y="26109"/>
                </a:cubicBezTo>
                <a:cubicBezTo>
                  <a:pt x="108172" y="20622"/>
                  <a:pt x="105034" y="16266"/>
                  <a:pt x="100183" y="13043"/>
                </a:cubicBezTo>
                <a:cubicBezTo>
                  <a:pt x="95332" y="9820"/>
                  <a:pt x="89760" y="8208"/>
                  <a:pt x="83468" y="8208"/>
                </a:cubicBezTo>
                <a:cubicBezTo>
                  <a:pt x="76354" y="8208"/>
                  <a:pt x="69778" y="10377"/>
                  <a:pt x="63739" y="14714"/>
                </a:cubicBezTo>
                <a:cubicBezTo>
                  <a:pt x="57699" y="19051"/>
                  <a:pt x="53795" y="23984"/>
                  <a:pt x="52026" y="29514"/>
                </a:cubicBezTo>
                <a:cubicBezTo>
                  <a:pt x="50671" y="33748"/>
                  <a:pt x="50906" y="37607"/>
                  <a:pt x="52733" y="41092"/>
                </a:cubicBezTo>
                <a:cubicBezTo>
                  <a:pt x="55335" y="46213"/>
                  <a:pt x="63239" y="53041"/>
                  <a:pt x="76445" y="61576"/>
                </a:cubicBezTo>
                <a:cubicBezTo>
                  <a:pt x="87211" y="68542"/>
                  <a:pt x="94376" y="73887"/>
                  <a:pt x="97938" y="77611"/>
                </a:cubicBezTo>
                <a:cubicBezTo>
                  <a:pt x="101501" y="81332"/>
                  <a:pt x="103757" y="85721"/>
                  <a:pt x="104704" y="90776"/>
                </a:cubicBezTo>
                <a:cubicBezTo>
                  <a:pt x="105652" y="95829"/>
                  <a:pt x="105240" y="101122"/>
                  <a:pt x="103470" y="106656"/>
                </a:cubicBezTo>
                <a:cubicBezTo>
                  <a:pt x="100104" y="117175"/>
                  <a:pt x="93115" y="126242"/>
                  <a:pt x="82504" y="133858"/>
                </a:cubicBezTo>
                <a:cubicBezTo>
                  <a:pt x="71893" y="141474"/>
                  <a:pt x="60158" y="145282"/>
                  <a:pt x="47299" y="145282"/>
                </a:cubicBezTo>
                <a:cubicBezTo>
                  <a:pt x="43263" y="145282"/>
                  <a:pt x="39567" y="144970"/>
                  <a:pt x="36210" y="144346"/>
                </a:cubicBezTo>
                <a:cubicBezTo>
                  <a:pt x="34200" y="144000"/>
                  <a:pt x="30210" y="142736"/>
                  <a:pt x="24239" y="140553"/>
                </a:cubicBezTo>
                <a:cubicBezTo>
                  <a:pt x="18269" y="138371"/>
                  <a:pt x="14394" y="137280"/>
                  <a:pt x="12616" y="137280"/>
                </a:cubicBezTo>
                <a:cubicBezTo>
                  <a:pt x="10906" y="137280"/>
                  <a:pt x="9389" y="137799"/>
                  <a:pt x="8064" y="138838"/>
                </a:cubicBezTo>
                <a:cubicBezTo>
                  <a:pt x="6740" y="139877"/>
                  <a:pt x="5317" y="142025"/>
                  <a:pt x="3796" y="145282"/>
                </a:cubicBezTo>
                <a:lnTo>
                  <a:pt x="0" y="145282"/>
                </a:lnTo>
                <a:lnTo>
                  <a:pt x="15300" y="97471"/>
                </a:lnTo>
                <a:lnTo>
                  <a:pt x="19096" y="97471"/>
                </a:lnTo>
                <a:cubicBezTo>
                  <a:pt x="17671" y="107483"/>
                  <a:pt x="17667" y="114975"/>
                  <a:pt x="19086" y="119946"/>
                </a:cubicBezTo>
                <a:cubicBezTo>
                  <a:pt x="20504" y="124918"/>
                  <a:pt x="23782" y="129050"/>
                  <a:pt x="28919" y="132342"/>
                </a:cubicBezTo>
                <a:cubicBezTo>
                  <a:pt x="34056" y="135634"/>
                  <a:pt x="40318" y="137280"/>
                  <a:pt x="47705" y="137280"/>
                </a:cubicBezTo>
                <a:cubicBezTo>
                  <a:pt x="56255" y="137280"/>
                  <a:pt x="63732" y="135021"/>
                  <a:pt x="70137" y="130505"/>
                </a:cubicBezTo>
                <a:cubicBezTo>
                  <a:pt x="76541" y="125988"/>
                  <a:pt x="80728" y="120651"/>
                  <a:pt x="82699" y="114493"/>
                </a:cubicBezTo>
                <a:cubicBezTo>
                  <a:pt x="83794" y="111070"/>
                  <a:pt x="83959" y="107615"/>
                  <a:pt x="83195" y="104127"/>
                </a:cubicBezTo>
                <a:cubicBezTo>
                  <a:pt x="82431" y="100636"/>
                  <a:pt x="80547" y="97385"/>
                  <a:pt x="77543" y="94373"/>
                </a:cubicBezTo>
                <a:cubicBezTo>
                  <a:pt x="75532" y="92321"/>
                  <a:pt x="69635" y="87986"/>
                  <a:pt x="59851" y="81369"/>
                </a:cubicBezTo>
                <a:cubicBezTo>
                  <a:pt x="50068" y="74749"/>
                  <a:pt x="43296" y="69457"/>
                  <a:pt x="39537" y="65494"/>
                </a:cubicBezTo>
                <a:cubicBezTo>
                  <a:pt x="35778" y="61531"/>
                  <a:pt x="33364" y="57158"/>
                  <a:pt x="32296" y="52374"/>
                </a:cubicBezTo>
                <a:cubicBezTo>
                  <a:pt x="31227" y="47591"/>
                  <a:pt x="31611" y="42329"/>
                  <a:pt x="33448" y="36590"/>
                </a:cubicBezTo>
                <a:cubicBezTo>
                  <a:pt x="36640" y="26614"/>
                  <a:pt x="43220" y="18022"/>
                  <a:pt x="53187" y="10815"/>
                </a:cubicBezTo>
                <a:cubicBezTo>
                  <a:pt x="63155" y="3605"/>
                  <a:pt x="74056" y="0"/>
                  <a:pt x="85889" y="0"/>
                </a:cubicBezTo>
                <a:cubicBezTo>
                  <a:pt x="93276" y="0"/>
                  <a:pt x="100528" y="1813"/>
                  <a:pt x="107644" y="5438"/>
                </a:cubicBezTo>
                <a:cubicBezTo>
                  <a:pt x="110928" y="7148"/>
                  <a:pt x="113356" y="8003"/>
                  <a:pt x="114929" y="8003"/>
                </a:cubicBezTo>
                <a:cubicBezTo>
                  <a:pt x="116707" y="8003"/>
                  <a:pt x="118331" y="7473"/>
                  <a:pt x="119798" y="6413"/>
                </a:cubicBezTo>
                <a:cubicBezTo>
                  <a:pt x="121266" y="5352"/>
                  <a:pt x="122857" y="3215"/>
                  <a:pt x="124569" y="0"/>
                </a:cubicBezTo>
                <a:lnTo>
                  <a:pt x="12836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Text par">
            <a:extLst xmlns:a="http://schemas.openxmlformats.org/drawingml/2006/main">
              <a:ext uri="{FF2B5EF4-FFF2-40B4-BE49-F238E27FC236}">
                <a16:creationId xmlns:a16="http://schemas.microsoft.com/office/drawing/2014/main" id="{5423938A-A187-4F8B-A065-23FE00F3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95" y="245441"/>
            <a:ext cx="324779" cy="141589"/>
          </a:xfrm>
          <a:custGeom xmlns:a="http://schemas.openxmlformats.org/drawingml/2006/main">
            <a:pathLst>
              <a:path w="324779" h="141589">
                <a:moveTo>
                  <a:pt x="42079" y="11696"/>
                </a:moveTo>
                <a:lnTo>
                  <a:pt x="74689" y="205"/>
                </a:lnTo>
                <a:lnTo>
                  <a:pt x="78588" y="205"/>
                </a:lnTo>
                <a:lnTo>
                  <a:pt x="71529" y="22264"/>
                </a:lnTo>
                <a:cubicBezTo>
                  <a:pt x="79022" y="14026"/>
                  <a:pt x="85742" y="8256"/>
                  <a:pt x="91689" y="4954"/>
                </a:cubicBezTo>
                <a:cubicBezTo>
                  <a:pt x="97636" y="1651"/>
                  <a:pt x="103312" y="0"/>
                  <a:pt x="108716" y="0"/>
                </a:cubicBezTo>
                <a:cubicBezTo>
                  <a:pt x="118155" y="0"/>
                  <a:pt x="124840" y="3689"/>
                  <a:pt x="128772" y="11068"/>
                </a:cubicBezTo>
                <a:cubicBezTo>
                  <a:pt x="133615" y="20088"/>
                  <a:pt x="133718" y="31841"/>
                  <a:pt x="129083" y="46327"/>
                </a:cubicBezTo>
                <a:cubicBezTo>
                  <a:pt x="123901" y="62521"/>
                  <a:pt x="114964" y="75914"/>
                  <a:pt x="102272" y="86505"/>
                </a:cubicBezTo>
                <a:cubicBezTo>
                  <a:pt x="91834" y="95183"/>
                  <a:pt x="80801" y="99523"/>
                  <a:pt x="69173" y="99523"/>
                </a:cubicBezTo>
                <a:cubicBezTo>
                  <a:pt x="64112" y="99523"/>
                  <a:pt x="59964" y="98804"/>
                  <a:pt x="56730" y="97368"/>
                </a:cubicBezTo>
                <a:cubicBezTo>
                  <a:pt x="54322" y="96342"/>
                  <a:pt x="51901" y="94290"/>
                  <a:pt x="49466" y="91212"/>
                </a:cubicBezTo>
                <a:lnTo>
                  <a:pt x="40306" y="119837"/>
                </a:lnTo>
                <a:cubicBezTo>
                  <a:pt x="38236" y="126303"/>
                  <a:pt x="37314" y="130414"/>
                  <a:pt x="37539" y="132169"/>
                </a:cubicBezTo>
                <a:cubicBezTo>
                  <a:pt x="37765" y="133924"/>
                  <a:pt x="38687" y="135316"/>
                  <a:pt x="40307" y="136346"/>
                </a:cubicBezTo>
                <a:cubicBezTo>
                  <a:pt x="41926" y="137379"/>
                  <a:pt x="45300" y="137895"/>
                  <a:pt x="50430" y="137895"/>
                </a:cubicBezTo>
                <a:lnTo>
                  <a:pt x="49248" y="141589"/>
                </a:lnTo>
                <a:lnTo>
                  <a:pt x="0" y="141589"/>
                </a:lnTo>
                <a:lnTo>
                  <a:pt x="1182" y="137895"/>
                </a:lnTo>
                <a:lnTo>
                  <a:pt x="3747" y="137895"/>
                </a:lnTo>
                <a:cubicBezTo>
                  <a:pt x="7487" y="137964"/>
                  <a:pt x="10933" y="137241"/>
                  <a:pt x="14085" y="135728"/>
                </a:cubicBezTo>
                <a:cubicBezTo>
                  <a:pt x="15627" y="134971"/>
                  <a:pt x="17026" y="133750"/>
                  <a:pt x="18283" y="132066"/>
                </a:cubicBezTo>
                <a:cubicBezTo>
                  <a:pt x="19541" y="130382"/>
                  <a:pt x="21270" y="126100"/>
                  <a:pt x="23471" y="119222"/>
                </a:cubicBezTo>
                <a:lnTo>
                  <a:pt x="51969" y="30165"/>
                </a:lnTo>
                <a:cubicBezTo>
                  <a:pt x="53930" y="24036"/>
                  <a:pt x="54902" y="20146"/>
                  <a:pt x="54883" y="18494"/>
                </a:cubicBezTo>
                <a:cubicBezTo>
                  <a:pt x="54865" y="16839"/>
                  <a:pt x="54390" y="15601"/>
                  <a:pt x="53456" y="14778"/>
                </a:cubicBezTo>
                <a:cubicBezTo>
                  <a:pt x="52522" y="13955"/>
                  <a:pt x="51029" y="13543"/>
                  <a:pt x="48977" y="13543"/>
                </a:cubicBezTo>
                <a:cubicBezTo>
                  <a:pt x="47336" y="13543"/>
                  <a:pt x="45096" y="14022"/>
                  <a:pt x="42259" y="14980"/>
                </a:cubicBezTo>
                <a:lnTo>
                  <a:pt x="42079" y="11696"/>
                </a:lnTo>
                <a:moveTo>
                  <a:pt x="69592" y="28318"/>
                </a:moveTo>
                <a:lnTo>
                  <a:pt x="58363" y="63407"/>
                </a:lnTo>
                <a:cubicBezTo>
                  <a:pt x="55934" y="71000"/>
                  <a:pt x="54644" y="75993"/>
                  <a:pt x="54493" y="78387"/>
                </a:cubicBezTo>
                <a:cubicBezTo>
                  <a:pt x="54181" y="82354"/>
                  <a:pt x="55408" y="85842"/>
                  <a:pt x="58172" y="88852"/>
                </a:cubicBezTo>
                <a:cubicBezTo>
                  <a:pt x="60937" y="91862"/>
                  <a:pt x="65158" y="93366"/>
                  <a:pt x="70835" y="93366"/>
                </a:cubicBezTo>
                <a:cubicBezTo>
                  <a:pt x="77675" y="93366"/>
                  <a:pt x="84070" y="90699"/>
                  <a:pt x="90018" y="85364"/>
                </a:cubicBezTo>
                <a:cubicBezTo>
                  <a:pt x="97791" y="78387"/>
                  <a:pt x="103702" y="68571"/>
                  <a:pt x="107751" y="55917"/>
                </a:cubicBezTo>
                <a:cubicBezTo>
                  <a:pt x="112348" y="41553"/>
                  <a:pt x="112736" y="30507"/>
                  <a:pt x="108917" y="22777"/>
                </a:cubicBezTo>
                <a:cubicBezTo>
                  <a:pt x="106246" y="17442"/>
                  <a:pt x="101901" y="14774"/>
                  <a:pt x="95882" y="14774"/>
                </a:cubicBezTo>
                <a:cubicBezTo>
                  <a:pt x="92599" y="14774"/>
                  <a:pt x="89087" y="15595"/>
                  <a:pt x="85347" y="17237"/>
                </a:cubicBezTo>
                <a:cubicBezTo>
                  <a:pt x="82491" y="18468"/>
                  <a:pt x="77239" y="22162"/>
                  <a:pt x="69592" y="28318"/>
                </a:cubicBezTo>
                <a:close/>
                <a:moveTo>
                  <a:pt x="184277" y="83215"/>
                </a:moveTo>
                <a:cubicBezTo>
                  <a:pt x="172247" y="90669"/>
                  <a:pt x="164815" y="94976"/>
                  <a:pt x="161982" y="96137"/>
                </a:cubicBezTo>
                <a:cubicBezTo>
                  <a:pt x="157741" y="97847"/>
                  <a:pt x="153534" y="98702"/>
                  <a:pt x="149362" y="98702"/>
                </a:cubicBezTo>
                <a:cubicBezTo>
                  <a:pt x="142864" y="98702"/>
                  <a:pt x="138223" y="96479"/>
                  <a:pt x="135439" y="92033"/>
                </a:cubicBezTo>
                <a:cubicBezTo>
                  <a:pt x="132655" y="87587"/>
                  <a:pt x="132423" y="81738"/>
                  <a:pt x="134743" y="74488"/>
                </a:cubicBezTo>
                <a:cubicBezTo>
                  <a:pt x="136210" y="69905"/>
                  <a:pt x="138505" y="65938"/>
                  <a:pt x="141630" y="62586"/>
                </a:cubicBezTo>
                <a:cubicBezTo>
                  <a:pt x="145923" y="57935"/>
                  <a:pt x="152197" y="53557"/>
                  <a:pt x="160453" y="49453"/>
                </a:cubicBezTo>
                <a:cubicBezTo>
                  <a:pt x="168709" y="45349"/>
                  <a:pt x="181849" y="40356"/>
                  <a:pt x="199874" y="34474"/>
                </a:cubicBezTo>
                <a:lnTo>
                  <a:pt x="201052" y="30793"/>
                </a:lnTo>
                <a:cubicBezTo>
                  <a:pt x="204040" y="21456"/>
                  <a:pt x="204602" y="15050"/>
                  <a:pt x="202739" y="11575"/>
                </a:cubicBezTo>
                <a:cubicBezTo>
                  <a:pt x="200875" y="8099"/>
                  <a:pt x="197105" y="6361"/>
                  <a:pt x="191428" y="6361"/>
                </a:cubicBezTo>
                <a:cubicBezTo>
                  <a:pt x="187119" y="6361"/>
                  <a:pt x="183327" y="7524"/>
                  <a:pt x="180052" y="9850"/>
                </a:cubicBezTo>
                <a:cubicBezTo>
                  <a:pt x="176708" y="12175"/>
                  <a:pt x="174555" y="14843"/>
                  <a:pt x="173592" y="17852"/>
                </a:cubicBezTo>
                <a:lnTo>
                  <a:pt x="171893" y="23803"/>
                </a:lnTo>
                <a:cubicBezTo>
                  <a:pt x="170886" y="26950"/>
                  <a:pt x="169305" y="29378"/>
                  <a:pt x="167151" y="31088"/>
                </a:cubicBezTo>
                <a:cubicBezTo>
                  <a:pt x="164996" y="32798"/>
                  <a:pt x="162619" y="33653"/>
                  <a:pt x="160020" y="33653"/>
                </a:cubicBezTo>
                <a:cubicBezTo>
                  <a:pt x="157489" y="33653"/>
                  <a:pt x="155705" y="32762"/>
                  <a:pt x="154668" y="30979"/>
                </a:cubicBezTo>
                <a:cubicBezTo>
                  <a:pt x="153632" y="29194"/>
                  <a:pt x="153608" y="26758"/>
                  <a:pt x="154595" y="23672"/>
                </a:cubicBezTo>
                <a:cubicBezTo>
                  <a:pt x="156484" y="17770"/>
                  <a:pt x="161228" y="12349"/>
                  <a:pt x="168828" y="7410"/>
                </a:cubicBezTo>
                <a:cubicBezTo>
                  <a:pt x="176428" y="2470"/>
                  <a:pt x="185666" y="0"/>
                  <a:pt x="196542" y="0"/>
                </a:cubicBezTo>
                <a:cubicBezTo>
                  <a:pt x="204886" y="0"/>
                  <a:pt x="211278" y="1400"/>
                  <a:pt x="215718" y="4200"/>
                </a:cubicBezTo>
                <a:cubicBezTo>
                  <a:pt x="219075" y="6318"/>
                  <a:pt x="220990" y="9633"/>
                  <a:pt x="221462" y="14143"/>
                </a:cubicBezTo>
                <a:cubicBezTo>
                  <a:pt x="221754" y="17080"/>
                  <a:pt x="220445" y="23092"/>
                  <a:pt x="217538" y="32178"/>
                </a:cubicBezTo>
                <a:lnTo>
                  <a:pt x="207339" y="64048"/>
                </a:lnTo>
                <a:cubicBezTo>
                  <a:pt x="204475" y="72998"/>
                  <a:pt x="202892" y="78481"/>
                  <a:pt x="202589" y="80497"/>
                </a:cubicBezTo>
                <a:cubicBezTo>
                  <a:pt x="202286" y="82512"/>
                  <a:pt x="202418" y="83862"/>
                  <a:pt x="202986" y="84546"/>
                </a:cubicBezTo>
                <a:cubicBezTo>
                  <a:pt x="203554" y="85228"/>
                  <a:pt x="204351" y="85569"/>
                  <a:pt x="205377" y="85569"/>
                </a:cubicBezTo>
                <a:cubicBezTo>
                  <a:pt x="206472" y="85569"/>
                  <a:pt x="207506" y="85329"/>
                  <a:pt x="208480" y="84851"/>
                </a:cubicBezTo>
                <a:cubicBezTo>
                  <a:pt x="210201" y="83961"/>
                  <a:pt x="213770" y="81465"/>
                  <a:pt x="219188" y="77361"/>
                </a:cubicBezTo>
                <a:lnTo>
                  <a:pt x="217349" y="83106"/>
                </a:lnTo>
                <a:cubicBezTo>
                  <a:pt x="206405" y="93366"/>
                  <a:pt x="197444" y="98497"/>
                  <a:pt x="190468" y="98497"/>
                </a:cubicBezTo>
                <a:cubicBezTo>
                  <a:pt x="187116" y="98497"/>
                  <a:pt x="184818" y="97342"/>
                  <a:pt x="183573" y="95034"/>
                </a:cubicBezTo>
                <a:cubicBezTo>
                  <a:pt x="182329" y="92723"/>
                  <a:pt x="182563" y="88784"/>
                  <a:pt x="184277" y="83215"/>
                </a:cubicBezTo>
                <a:moveTo>
                  <a:pt x="186406" y="76562"/>
                </a:moveTo>
                <a:lnTo>
                  <a:pt x="197838" y="40835"/>
                </a:lnTo>
                <a:cubicBezTo>
                  <a:pt x="186199" y="44930"/>
                  <a:pt x="178602" y="47831"/>
                  <a:pt x="175047" y="49537"/>
                </a:cubicBezTo>
                <a:cubicBezTo>
                  <a:pt x="168682" y="52540"/>
                  <a:pt x="163813" y="55680"/>
                  <a:pt x="160438" y="58957"/>
                </a:cubicBezTo>
                <a:cubicBezTo>
                  <a:pt x="157065" y="62231"/>
                  <a:pt x="154756" y="65814"/>
                  <a:pt x="153511" y="69704"/>
                </a:cubicBezTo>
                <a:cubicBezTo>
                  <a:pt x="151938" y="74618"/>
                  <a:pt x="152104" y="78697"/>
                  <a:pt x="154007" y="81939"/>
                </a:cubicBezTo>
                <a:cubicBezTo>
                  <a:pt x="155912" y="85180"/>
                  <a:pt x="158779" y="86800"/>
                  <a:pt x="162609" y="86800"/>
                </a:cubicBezTo>
                <a:cubicBezTo>
                  <a:pt x="167808" y="86800"/>
                  <a:pt x="175740" y="83388"/>
                  <a:pt x="186406" y="76562"/>
                </a:cubicBezTo>
                <a:close/>
                <a:moveTo>
                  <a:pt x="290216" y="0"/>
                </a:moveTo>
                <a:lnTo>
                  <a:pt x="283452" y="21136"/>
                </a:lnTo>
                <a:cubicBezTo>
                  <a:pt x="295827" y="7045"/>
                  <a:pt x="306153" y="0"/>
                  <a:pt x="314430" y="0"/>
                </a:cubicBezTo>
                <a:cubicBezTo>
                  <a:pt x="318192" y="0"/>
                  <a:pt x="320937" y="1146"/>
                  <a:pt x="322666" y="3437"/>
                </a:cubicBezTo>
                <a:cubicBezTo>
                  <a:pt x="324395" y="5729"/>
                  <a:pt x="324779" y="8379"/>
                  <a:pt x="323815" y="11389"/>
                </a:cubicBezTo>
                <a:cubicBezTo>
                  <a:pt x="322962" y="14056"/>
                  <a:pt x="321350" y="16313"/>
                  <a:pt x="318981" y="18160"/>
                </a:cubicBezTo>
                <a:cubicBezTo>
                  <a:pt x="316612" y="20007"/>
                  <a:pt x="314196" y="20931"/>
                  <a:pt x="311733" y="20931"/>
                </a:cubicBezTo>
                <a:cubicBezTo>
                  <a:pt x="309339" y="20931"/>
                  <a:pt x="307027" y="19768"/>
                  <a:pt x="304795" y="17442"/>
                </a:cubicBezTo>
                <a:cubicBezTo>
                  <a:pt x="302564" y="15116"/>
                  <a:pt x="300730" y="13954"/>
                  <a:pt x="299294" y="13954"/>
                </a:cubicBezTo>
                <a:cubicBezTo>
                  <a:pt x="298063" y="13954"/>
                  <a:pt x="296512" y="14632"/>
                  <a:pt x="294641" y="15990"/>
                </a:cubicBezTo>
                <a:cubicBezTo>
                  <a:pt x="290672" y="18775"/>
                  <a:pt x="286024" y="23359"/>
                  <a:pt x="280699" y="29741"/>
                </a:cubicBezTo>
                <a:lnTo>
                  <a:pt x="266314" y="74693"/>
                </a:lnTo>
                <a:cubicBezTo>
                  <a:pt x="264649" y="79896"/>
                  <a:pt x="264040" y="83831"/>
                  <a:pt x="264486" y="86499"/>
                </a:cubicBezTo>
                <a:cubicBezTo>
                  <a:pt x="264783" y="88348"/>
                  <a:pt x="265864" y="89887"/>
                  <a:pt x="267728" y="91116"/>
                </a:cubicBezTo>
                <a:cubicBezTo>
                  <a:pt x="269592" y="92343"/>
                  <a:pt x="272645" y="92956"/>
                  <a:pt x="276886" y="92956"/>
                </a:cubicBezTo>
                <a:lnTo>
                  <a:pt x="275704" y="96650"/>
                </a:lnTo>
                <a:lnTo>
                  <a:pt x="227584" y="96650"/>
                </a:lnTo>
                <a:lnTo>
                  <a:pt x="228766" y="92956"/>
                </a:lnTo>
                <a:cubicBezTo>
                  <a:pt x="233554" y="92956"/>
                  <a:pt x="237355" y="92195"/>
                  <a:pt x="240167" y="90673"/>
                </a:cubicBezTo>
                <a:cubicBezTo>
                  <a:pt x="242232" y="89566"/>
                  <a:pt x="243993" y="87801"/>
                  <a:pt x="245452" y="85380"/>
                </a:cubicBezTo>
                <a:cubicBezTo>
                  <a:pt x="246171" y="84202"/>
                  <a:pt x="247416" y="80845"/>
                  <a:pt x="249188" y="75309"/>
                </a:cubicBezTo>
                <a:lnTo>
                  <a:pt x="260745" y="39193"/>
                </a:lnTo>
                <a:cubicBezTo>
                  <a:pt x="264247" y="28249"/>
                  <a:pt x="266109" y="21734"/>
                  <a:pt x="266332" y="19648"/>
                </a:cubicBezTo>
                <a:cubicBezTo>
                  <a:pt x="266555" y="17562"/>
                  <a:pt x="266222" y="16040"/>
                  <a:pt x="265331" y="15082"/>
                </a:cubicBezTo>
                <a:cubicBezTo>
                  <a:pt x="264441" y="14125"/>
                  <a:pt x="263106" y="13646"/>
                  <a:pt x="261328" y="13646"/>
                </a:cubicBezTo>
                <a:cubicBezTo>
                  <a:pt x="259207" y="13646"/>
                  <a:pt x="256649" y="14159"/>
                  <a:pt x="253653" y="15185"/>
                </a:cubicBezTo>
                <a:lnTo>
                  <a:pt x="253809" y="11491"/>
                </a:lnTo>
                <a:lnTo>
                  <a:pt x="285907" y="0"/>
                </a:lnTo>
                <a:lnTo>
                  <a:pt x="29021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Text s">
            <a:extLst xmlns:a="http://schemas.openxmlformats.org/drawingml/2006/main">
              <a:ext uri="{FF2B5EF4-FFF2-40B4-BE49-F238E27FC236}">
                <a16:creationId xmlns:a16="http://schemas.microsoft.com/office/drawing/2014/main" id="{7441AE79-C8C3-4025-B702-A6F39FC6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91" y="245441"/>
            <a:ext cx="88023" cy="99523"/>
          </a:xfrm>
          <a:custGeom xmlns:a="http://schemas.openxmlformats.org/drawingml/2006/main">
            <a:pathLst>
              <a:path w="88023" h="99523">
                <a:moveTo>
                  <a:pt x="88023" y="0"/>
                </a:moveTo>
                <a:lnTo>
                  <a:pt x="77779" y="32011"/>
                </a:lnTo>
                <a:lnTo>
                  <a:pt x="74394" y="32011"/>
                </a:lnTo>
                <a:cubicBezTo>
                  <a:pt x="74999" y="21997"/>
                  <a:pt x="73844" y="15185"/>
                  <a:pt x="70930" y="11575"/>
                </a:cubicBezTo>
                <a:cubicBezTo>
                  <a:pt x="68016" y="7962"/>
                  <a:pt x="63413" y="6156"/>
                  <a:pt x="57120" y="6156"/>
                </a:cubicBezTo>
                <a:cubicBezTo>
                  <a:pt x="52332" y="6156"/>
                  <a:pt x="48064" y="7417"/>
                  <a:pt x="44315" y="9939"/>
                </a:cubicBezTo>
                <a:cubicBezTo>
                  <a:pt x="40567" y="12462"/>
                  <a:pt x="38202" y="15256"/>
                  <a:pt x="37220" y="18324"/>
                </a:cubicBezTo>
                <a:cubicBezTo>
                  <a:pt x="35999" y="22139"/>
                  <a:pt x="36047" y="25411"/>
                  <a:pt x="37363" y="28138"/>
                </a:cubicBezTo>
                <a:cubicBezTo>
                  <a:pt x="38589" y="30932"/>
                  <a:pt x="41950" y="33897"/>
                  <a:pt x="47445" y="37032"/>
                </a:cubicBezTo>
                <a:lnTo>
                  <a:pt x="60101" y="44291"/>
                </a:lnTo>
                <a:cubicBezTo>
                  <a:pt x="71822" y="51054"/>
                  <a:pt x="75912" y="59969"/>
                  <a:pt x="72371" y="71035"/>
                </a:cubicBezTo>
                <a:cubicBezTo>
                  <a:pt x="69639" y="79574"/>
                  <a:pt x="64204" y="86457"/>
                  <a:pt x="56068" y="91683"/>
                </a:cubicBezTo>
                <a:cubicBezTo>
                  <a:pt x="47932" y="96909"/>
                  <a:pt x="39862" y="99523"/>
                  <a:pt x="31860" y="99523"/>
                </a:cubicBezTo>
                <a:cubicBezTo>
                  <a:pt x="26114" y="99523"/>
                  <a:pt x="19859" y="98548"/>
                  <a:pt x="13096" y="96598"/>
                </a:cubicBezTo>
                <a:cubicBezTo>
                  <a:pt x="11047" y="95949"/>
                  <a:pt x="9304" y="95624"/>
                  <a:pt x="7867" y="95624"/>
                </a:cubicBezTo>
                <a:cubicBezTo>
                  <a:pt x="6294" y="95624"/>
                  <a:pt x="4800" y="96445"/>
                  <a:pt x="3386" y="98086"/>
                </a:cubicBezTo>
                <a:lnTo>
                  <a:pt x="0" y="98086"/>
                </a:lnTo>
                <a:lnTo>
                  <a:pt x="10769" y="64433"/>
                </a:lnTo>
                <a:lnTo>
                  <a:pt x="14155" y="64433"/>
                </a:lnTo>
                <a:cubicBezTo>
                  <a:pt x="13006" y="74009"/>
                  <a:pt x="14356" y="81225"/>
                  <a:pt x="18205" y="86082"/>
                </a:cubicBezTo>
                <a:cubicBezTo>
                  <a:pt x="22055" y="90938"/>
                  <a:pt x="27331" y="93366"/>
                  <a:pt x="34035" y="93366"/>
                </a:cubicBezTo>
                <a:cubicBezTo>
                  <a:pt x="38754" y="93366"/>
                  <a:pt x="43043" y="91989"/>
                  <a:pt x="46900" y="89234"/>
                </a:cubicBezTo>
                <a:cubicBezTo>
                  <a:pt x="50758" y="86476"/>
                  <a:pt x="53307" y="83158"/>
                  <a:pt x="54549" y="79278"/>
                </a:cubicBezTo>
                <a:cubicBezTo>
                  <a:pt x="56051" y="74582"/>
                  <a:pt x="55656" y="70635"/>
                  <a:pt x="53362" y="67437"/>
                </a:cubicBezTo>
                <a:cubicBezTo>
                  <a:pt x="51068" y="64238"/>
                  <a:pt x="45743" y="60197"/>
                  <a:pt x="37388" y="55315"/>
                </a:cubicBezTo>
                <a:cubicBezTo>
                  <a:pt x="29033" y="50430"/>
                  <a:pt x="23952" y="46001"/>
                  <a:pt x="22145" y="42028"/>
                </a:cubicBezTo>
                <a:cubicBezTo>
                  <a:pt x="20317" y="38123"/>
                  <a:pt x="20356" y="33190"/>
                  <a:pt x="22263" y="27231"/>
                </a:cubicBezTo>
                <a:cubicBezTo>
                  <a:pt x="24741" y="19489"/>
                  <a:pt x="29463" y="13015"/>
                  <a:pt x="36429" y="7810"/>
                </a:cubicBezTo>
                <a:cubicBezTo>
                  <a:pt x="43397" y="2603"/>
                  <a:pt x="51087" y="0"/>
                  <a:pt x="59500" y="0"/>
                </a:cubicBezTo>
                <a:cubicBezTo>
                  <a:pt x="63194" y="0"/>
                  <a:pt x="67422" y="787"/>
                  <a:pt x="72186" y="2360"/>
                </a:cubicBezTo>
                <a:cubicBezTo>
                  <a:pt x="75346" y="3386"/>
                  <a:pt x="77507" y="3899"/>
                  <a:pt x="78670" y="3899"/>
                </a:cubicBezTo>
                <a:cubicBezTo>
                  <a:pt x="79764" y="3899"/>
                  <a:pt x="80696" y="3659"/>
                  <a:pt x="81465" y="3181"/>
                </a:cubicBezTo>
                <a:cubicBezTo>
                  <a:pt x="82234" y="2702"/>
                  <a:pt x="83291" y="1642"/>
                  <a:pt x="84637" y="0"/>
                </a:cubicBezTo>
                <a:lnTo>
                  <a:pt x="880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Text it">
            <a:extLst xmlns:a="http://schemas.openxmlformats.org/drawingml/2006/main">
              <a:ext uri="{FF2B5EF4-FFF2-40B4-BE49-F238E27FC236}">
                <a16:creationId xmlns:a16="http://schemas.microsoft.com/office/drawing/2014/main" id="{A80419E8-ECD3-4930-B595-93C15E72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35" y="196193"/>
            <a:ext cx="136519" cy="147540"/>
          </a:xfrm>
          <a:custGeom xmlns:a="http://schemas.openxmlformats.org/drawingml/2006/main">
            <a:pathLst>
              <a:path w="136519" h="147540">
                <a:moveTo>
                  <a:pt x="69567" y="0"/>
                </a:moveTo>
                <a:cubicBezTo>
                  <a:pt x="72440" y="0"/>
                  <a:pt x="74561" y="1014"/>
                  <a:pt x="75930" y="3043"/>
                </a:cubicBezTo>
                <a:cubicBezTo>
                  <a:pt x="77299" y="5069"/>
                  <a:pt x="77522" y="7526"/>
                  <a:pt x="76597" y="10414"/>
                </a:cubicBezTo>
                <a:cubicBezTo>
                  <a:pt x="75673" y="13302"/>
                  <a:pt x="73872" y="15777"/>
                  <a:pt x="71195" y="17840"/>
                </a:cubicBezTo>
                <a:cubicBezTo>
                  <a:pt x="68517" y="19900"/>
                  <a:pt x="65742" y="20931"/>
                  <a:pt x="62870" y="20931"/>
                </a:cubicBezTo>
                <a:cubicBezTo>
                  <a:pt x="59997" y="20931"/>
                  <a:pt x="57864" y="19900"/>
                  <a:pt x="56471" y="17840"/>
                </a:cubicBezTo>
                <a:cubicBezTo>
                  <a:pt x="55079" y="15777"/>
                  <a:pt x="54845" y="13302"/>
                  <a:pt x="55770" y="10414"/>
                </a:cubicBezTo>
                <a:cubicBezTo>
                  <a:pt x="56694" y="7526"/>
                  <a:pt x="58489" y="5069"/>
                  <a:pt x="61155" y="3043"/>
                </a:cubicBezTo>
                <a:cubicBezTo>
                  <a:pt x="63822" y="1014"/>
                  <a:pt x="66626" y="0"/>
                  <a:pt x="69567" y="0"/>
                </a:cubicBezTo>
                <a:moveTo>
                  <a:pt x="62324" y="49248"/>
                </a:moveTo>
                <a:lnTo>
                  <a:pt x="38225" y="124557"/>
                </a:lnTo>
                <a:cubicBezTo>
                  <a:pt x="36332" y="130474"/>
                  <a:pt x="35498" y="134413"/>
                  <a:pt x="35726" y="136375"/>
                </a:cubicBezTo>
                <a:cubicBezTo>
                  <a:pt x="35953" y="138335"/>
                  <a:pt x="36751" y="139798"/>
                  <a:pt x="38118" y="140762"/>
                </a:cubicBezTo>
                <a:cubicBezTo>
                  <a:pt x="39486" y="141723"/>
                  <a:pt x="42393" y="142204"/>
                  <a:pt x="46839" y="142204"/>
                </a:cubicBezTo>
                <a:lnTo>
                  <a:pt x="45657" y="145898"/>
                </a:lnTo>
                <a:lnTo>
                  <a:pt x="0" y="145898"/>
                </a:lnTo>
                <a:lnTo>
                  <a:pt x="1182" y="142204"/>
                </a:lnTo>
                <a:cubicBezTo>
                  <a:pt x="5765" y="142204"/>
                  <a:pt x="8986" y="141758"/>
                  <a:pt x="10845" y="140864"/>
                </a:cubicBezTo>
                <a:cubicBezTo>
                  <a:pt x="12705" y="139969"/>
                  <a:pt x="14426" y="138489"/>
                  <a:pt x="16010" y="136427"/>
                </a:cubicBezTo>
                <a:cubicBezTo>
                  <a:pt x="17594" y="134362"/>
                  <a:pt x="19322" y="130405"/>
                  <a:pt x="21193" y="124557"/>
                </a:cubicBezTo>
                <a:lnTo>
                  <a:pt x="32684" y="88647"/>
                </a:lnTo>
                <a:cubicBezTo>
                  <a:pt x="35959" y="78412"/>
                  <a:pt x="37773" y="71784"/>
                  <a:pt x="38124" y="68762"/>
                </a:cubicBezTo>
                <a:cubicBezTo>
                  <a:pt x="38349" y="66562"/>
                  <a:pt x="38086" y="65035"/>
                  <a:pt x="37333" y="64180"/>
                </a:cubicBezTo>
                <a:cubicBezTo>
                  <a:pt x="36582" y="63323"/>
                  <a:pt x="35316" y="62894"/>
                  <a:pt x="33538" y="62894"/>
                </a:cubicBezTo>
                <a:cubicBezTo>
                  <a:pt x="31623" y="62894"/>
                  <a:pt x="29133" y="63407"/>
                  <a:pt x="26069" y="64433"/>
                </a:cubicBezTo>
                <a:lnTo>
                  <a:pt x="25814" y="60740"/>
                </a:lnTo>
                <a:lnTo>
                  <a:pt x="57809" y="49248"/>
                </a:lnTo>
                <a:lnTo>
                  <a:pt x="62324" y="49248"/>
                </a:lnTo>
                <a:close/>
                <a:moveTo>
                  <a:pt x="124478" y="20931"/>
                </a:moveTo>
                <a:lnTo>
                  <a:pt x="114562" y="51916"/>
                </a:lnTo>
                <a:lnTo>
                  <a:pt x="136519" y="51916"/>
                </a:lnTo>
                <a:lnTo>
                  <a:pt x="134286" y="58893"/>
                </a:lnTo>
                <a:lnTo>
                  <a:pt x="112264" y="59098"/>
                </a:lnTo>
                <a:lnTo>
                  <a:pt x="92735" y="120126"/>
                </a:lnTo>
                <a:cubicBezTo>
                  <a:pt x="90785" y="126220"/>
                  <a:pt x="90342" y="130329"/>
                  <a:pt x="91406" y="132454"/>
                </a:cubicBezTo>
                <a:cubicBezTo>
                  <a:pt x="92471" y="134577"/>
                  <a:pt x="94372" y="135638"/>
                  <a:pt x="97108" y="135638"/>
                </a:cubicBezTo>
                <a:cubicBezTo>
                  <a:pt x="99365" y="135638"/>
                  <a:pt x="101781" y="134928"/>
                  <a:pt x="104356" y="133509"/>
                </a:cubicBezTo>
                <a:cubicBezTo>
                  <a:pt x="106930" y="132090"/>
                  <a:pt x="109242" y="129995"/>
                  <a:pt x="111291" y="127225"/>
                </a:cubicBezTo>
                <a:lnTo>
                  <a:pt x="115293" y="127225"/>
                </a:lnTo>
                <a:cubicBezTo>
                  <a:pt x="110743" y="133962"/>
                  <a:pt x="105735" y="139032"/>
                  <a:pt x="100268" y="142435"/>
                </a:cubicBezTo>
                <a:cubicBezTo>
                  <a:pt x="94802" y="145838"/>
                  <a:pt x="89743" y="147540"/>
                  <a:pt x="85091" y="147540"/>
                </a:cubicBezTo>
                <a:cubicBezTo>
                  <a:pt x="81945" y="147540"/>
                  <a:pt x="79147" y="146664"/>
                  <a:pt x="76698" y="144914"/>
                </a:cubicBezTo>
                <a:cubicBezTo>
                  <a:pt x="74248" y="143163"/>
                  <a:pt x="72827" y="140658"/>
                  <a:pt x="72434" y="137398"/>
                </a:cubicBezTo>
                <a:cubicBezTo>
                  <a:pt x="72040" y="134138"/>
                  <a:pt x="72931" y="129111"/>
                  <a:pt x="75105" y="122316"/>
                </a:cubicBezTo>
                <a:lnTo>
                  <a:pt x="95401" y="58893"/>
                </a:lnTo>
                <a:lnTo>
                  <a:pt x="80524" y="58893"/>
                </a:lnTo>
                <a:lnTo>
                  <a:pt x="81576" y="55603"/>
                </a:lnTo>
                <a:cubicBezTo>
                  <a:pt x="85817" y="54107"/>
                  <a:pt x="90475" y="51574"/>
                  <a:pt x="95551" y="48004"/>
                </a:cubicBezTo>
                <a:cubicBezTo>
                  <a:pt x="100626" y="44435"/>
                  <a:pt x="105493" y="40180"/>
                  <a:pt x="110152" y="35240"/>
                </a:cubicBezTo>
                <a:cubicBezTo>
                  <a:pt x="112559" y="32632"/>
                  <a:pt x="116274" y="27862"/>
                  <a:pt x="121297" y="20931"/>
                </a:cubicBezTo>
                <a:lnTo>
                  <a:pt x="124478" y="209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Text yrat">
            <a:extLst xmlns:a="http://schemas.openxmlformats.org/drawingml/2006/main">
              <a:ext uri="{FF2B5EF4-FFF2-40B4-BE49-F238E27FC236}">
                <a16:creationId xmlns:a16="http://schemas.microsoft.com/office/drawing/2014/main" id="{BC7F1E70-82BA-470D-AE5A-66CC1417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56" y="217124"/>
            <a:ext cx="424319" cy="170317"/>
          </a:xfrm>
          <a:custGeom xmlns:a="http://schemas.openxmlformats.org/drawingml/2006/main">
            <a:pathLst>
              <a:path w="424319" h="170317">
                <a:moveTo>
                  <a:pt x="37036" y="30985"/>
                </a:moveTo>
                <a:lnTo>
                  <a:pt x="80847" y="30985"/>
                </a:lnTo>
                <a:lnTo>
                  <a:pt x="79665" y="34679"/>
                </a:lnTo>
                <a:lnTo>
                  <a:pt x="77510" y="34679"/>
                </a:lnTo>
                <a:cubicBezTo>
                  <a:pt x="74432" y="34679"/>
                  <a:pt x="71909" y="35349"/>
                  <a:pt x="69941" y="36689"/>
                </a:cubicBezTo>
                <a:cubicBezTo>
                  <a:pt x="67974" y="38030"/>
                  <a:pt x="66671" y="39696"/>
                  <a:pt x="66033" y="41688"/>
                </a:cubicBezTo>
                <a:cubicBezTo>
                  <a:pt x="65176" y="44368"/>
                  <a:pt x="65117" y="48079"/>
                  <a:pt x="65857" y="52820"/>
                </a:cubicBezTo>
                <a:lnTo>
                  <a:pt x="73529" y="100343"/>
                </a:lnTo>
                <a:lnTo>
                  <a:pt x="111214" y="48309"/>
                </a:lnTo>
                <a:cubicBezTo>
                  <a:pt x="113279" y="45487"/>
                  <a:pt x="114753" y="42699"/>
                  <a:pt x="115635" y="39944"/>
                </a:cubicBezTo>
                <a:cubicBezTo>
                  <a:pt x="116031" y="38706"/>
                  <a:pt x="116088" y="37777"/>
                  <a:pt x="115808" y="37157"/>
                </a:cubicBezTo>
                <a:cubicBezTo>
                  <a:pt x="115503" y="36401"/>
                  <a:pt x="114840" y="35799"/>
                  <a:pt x="113821" y="35352"/>
                </a:cubicBezTo>
                <a:cubicBezTo>
                  <a:pt x="112801" y="34903"/>
                  <a:pt x="110821" y="34679"/>
                  <a:pt x="107880" y="34679"/>
                </a:cubicBezTo>
                <a:lnTo>
                  <a:pt x="109062" y="30985"/>
                </a:lnTo>
                <a:lnTo>
                  <a:pt x="139637" y="30985"/>
                </a:lnTo>
                <a:lnTo>
                  <a:pt x="138455" y="34679"/>
                </a:lnTo>
                <a:cubicBezTo>
                  <a:pt x="135837" y="34953"/>
                  <a:pt x="133711" y="35502"/>
                  <a:pt x="132079" y="36327"/>
                </a:cubicBezTo>
                <a:cubicBezTo>
                  <a:pt x="130448" y="37150"/>
                  <a:pt x="128449" y="38694"/>
                  <a:pt x="126082" y="40960"/>
                </a:cubicBezTo>
                <a:cubicBezTo>
                  <a:pt x="125159" y="41922"/>
                  <a:pt x="123150" y="44565"/>
                  <a:pt x="120057" y="48889"/>
                </a:cubicBezTo>
                <a:lnTo>
                  <a:pt x="51792" y="142621"/>
                </a:lnTo>
                <a:cubicBezTo>
                  <a:pt x="45177" y="151750"/>
                  <a:pt x="38131" y="158648"/>
                  <a:pt x="30653" y="163314"/>
                </a:cubicBezTo>
                <a:cubicBezTo>
                  <a:pt x="23174" y="167983"/>
                  <a:pt x="16664" y="170317"/>
                  <a:pt x="11124" y="170317"/>
                </a:cubicBezTo>
                <a:cubicBezTo>
                  <a:pt x="7088" y="170317"/>
                  <a:pt x="4145" y="169148"/>
                  <a:pt x="2294" y="166809"/>
                </a:cubicBezTo>
                <a:cubicBezTo>
                  <a:pt x="442" y="164473"/>
                  <a:pt x="0" y="161794"/>
                  <a:pt x="967" y="158771"/>
                </a:cubicBezTo>
                <a:cubicBezTo>
                  <a:pt x="1891" y="155883"/>
                  <a:pt x="3574" y="153563"/>
                  <a:pt x="6016" y="151810"/>
                </a:cubicBezTo>
                <a:cubicBezTo>
                  <a:pt x="8458" y="150058"/>
                  <a:pt x="11321" y="149181"/>
                  <a:pt x="14604" y="149181"/>
                </a:cubicBezTo>
                <a:cubicBezTo>
                  <a:pt x="16861" y="149181"/>
                  <a:pt x="19705" y="149913"/>
                  <a:pt x="23135" y="151377"/>
                </a:cubicBezTo>
                <a:cubicBezTo>
                  <a:pt x="25552" y="152376"/>
                  <a:pt x="27102" y="152875"/>
                  <a:pt x="27786" y="152875"/>
                </a:cubicBezTo>
                <a:cubicBezTo>
                  <a:pt x="29838" y="152875"/>
                  <a:pt x="32415" y="151822"/>
                  <a:pt x="35517" y="149717"/>
                </a:cubicBezTo>
                <a:cubicBezTo>
                  <a:pt x="38619" y="147611"/>
                  <a:pt x="42368" y="143537"/>
                  <a:pt x="46764" y="137494"/>
                </a:cubicBezTo>
                <a:lnTo>
                  <a:pt x="58686" y="121078"/>
                </a:lnTo>
                <a:lnTo>
                  <a:pt x="47558" y="50367"/>
                </a:lnTo>
                <a:cubicBezTo>
                  <a:pt x="47215" y="48234"/>
                  <a:pt x="46421" y="45585"/>
                  <a:pt x="45177" y="42419"/>
                </a:cubicBezTo>
                <a:cubicBezTo>
                  <a:pt x="44237" y="40012"/>
                  <a:pt x="43352" y="38395"/>
                  <a:pt x="42522" y="37568"/>
                </a:cubicBezTo>
                <a:cubicBezTo>
                  <a:pt x="41302" y="36467"/>
                  <a:pt x="39079" y="35504"/>
                  <a:pt x="35854" y="34679"/>
                </a:cubicBezTo>
                <a:lnTo>
                  <a:pt x="37036" y="30985"/>
                </a:lnTo>
                <a:close/>
                <a:moveTo>
                  <a:pt x="216497" y="28318"/>
                </a:moveTo>
                <a:lnTo>
                  <a:pt x="209734" y="49453"/>
                </a:lnTo>
                <a:cubicBezTo>
                  <a:pt x="222109" y="35363"/>
                  <a:pt x="232434" y="28318"/>
                  <a:pt x="240711" y="28318"/>
                </a:cubicBezTo>
                <a:cubicBezTo>
                  <a:pt x="244473" y="28318"/>
                  <a:pt x="247218" y="29463"/>
                  <a:pt x="248948" y="31755"/>
                </a:cubicBezTo>
                <a:cubicBezTo>
                  <a:pt x="250677" y="34046"/>
                  <a:pt x="251060" y="36697"/>
                  <a:pt x="250097" y="39706"/>
                </a:cubicBezTo>
                <a:cubicBezTo>
                  <a:pt x="249243" y="42374"/>
                  <a:pt x="247632" y="44631"/>
                  <a:pt x="245262" y="46478"/>
                </a:cubicBezTo>
                <a:cubicBezTo>
                  <a:pt x="242893" y="48325"/>
                  <a:pt x="240477" y="49248"/>
                  <a:pt x="238015" y="49248"/>
                </a:cubicBezTo>
                <a:cubicBezTo>
                  <a:pt x="235621" y="49248"/>
                  <a:pt x="233308" y="48085"/>
                  <a:pt x="231077" y="45760"/>
                </a:cubicBezTo>
                <a:cubicBezTo>
                  <a:pt x="228845" y="43434"/>
                  <a:pt x="227012" y="42271"/>
                  <a:pt x="225575" y="42271"/>
                </a:cubicBezTo>
                <a:cubicBezTo>
                  <a:pt x="224344" y="42271"/>
                  <a:pt x="222793" y="42950"/>
                  <a:pt x="220922" y="44307"/>
                </a:cubicBezTo>
                <a:cubicBezTo>
                  <a:pt x="216953" y="47093"/>
                  <a:pt x="212306" y="51676"/>
                  <a:pt x="206980" y="58059"/>
                </a:cubicBezTo>
                <a:lnTo>
                  <a:pt x="192595" y="103011"/>
                </a:lnTo>
                <a:cubicBezTo>
                  <a:pt x="190930" y="108214"/>
                  <a:pt x="190321" y="112149"/>
                  <a:pt x="190767" y="114816"/>
                </a:cubicBezTo>
                <a:cubicBezTo>
                  <a:pt x="191065" y="116665"/>
                  <a:pt x="192145" y="118204"/>
                  <a:pt x="194009" y="119433"/>
                </a:cubicBezTo>
                <a:cubicBezTo>
                  <a:pt x="195874" y="120660"/>
                  <a:pt x="198926" y="121274"/>
                  <a:pt x="203167" y="121274"/>
                </a:cubicBezTo>
                <a:lnTo>
                  <a:pt x="201985" y="124967"/>
                </a:lnTo>
                <a:lnTo>
                  <a:pt x="153866" y="124967"/>
                </a:lnTo>
                <a:lnTo>
                  <a:pt x="155048" y="121274"/>
                </a:lnTo>
                <a:cubicBezTo>
                  <a:pt x="159836" y="121274"/>
                  <a:pt x="163636" y="120513"/>
                  <a:pt x="166449" y="118991"/>
                </a:cubicBezTo>
                <a:cubicBezTo>
                  <a:pt x="168513" y="117884"/>
                  <a:pt x="170275" y="116119"/>
                  <a:pt x="171734" y="113697"/>
                </a:cubicBezTo>
                <a:cubicBezTo>
                  <a:pt x="172452" y="112520"/>
                  <a:pt x="173698" y="109163"/>
                  <a:pt x="175469" y="103627"/>
                </a:cubicBezTo>
                <a:lnTo>
                  <a:pt x="187026" y="67511"/>
                </a:lnTo>
                <a:cubicBezTo>
                  <a:pt x="190528" y="56567"/>
                  <a:pt x="192391" y="50052"/>
                  <a:pt x="192614" y="47966"/>
                </a:cubicBezTo>
                <a:cubicBezTo>
                  <a:pt x="192837" y="45880"/>
                  <a:pt x="192503" y="44358"/>
                  <a:pt x="191612" y="43400"/>
                </a:cubicBezTo>
                <a:cubicBezTo>
                  <a:pt x="190722" y="42442"/>
                  <a:pt x="189387" y="41964"/>
                  <a:pt x="187609" y="41964"/>
                </a:cubicBezTo>
                <a:cubicBezTo>
                  <a:pt x="185489" y="41964"/>
                  <a:pt x="182930" y="42477"/>
                  <a:pt x="179934" y="43503"/>
                </a:cubicBezTo>
                <a:lnTo>
                  <a:pt x="180090" y="39809"/>
                </a:lnTo>
                <a:lnTo>
                  <a:pt x="212188" y="28318"/>
                </a:lnTo>
                <a:lnTo>
                  <a:pt x="216497" y="28318"/>
                </a:lnTo>
                <a:close/>
                <a:moveTo>
                  <a:pt x="297483" y="111533"/>
                </a:moveTo>
                <a:cubicBezTo>
                  <a:pt x="285453" y="118987"/>
                  <a:pt x="278021" y="123294"/>
                  <a:pt x="275187" y="124454"/>
                </a:cubicBezTo>
                <a:cubicBezTo>
                  <a:pt x="270947" y="126164"/>
                  <a:pt x="266740" y="127019"/>
                  <a:pt x="262568" y="127019"/>
                </a:cubicBezTo>
                <a:cubicBezTo>
                  <a:pt x="256070" y="127019"/>
                  <a:pt x="251429" y="124796"/>
                  <a:pt x="248645" y="120350"/>
                </a:cubicBezTo>
                <a:cubicBezTo>
                  <a:pt x="245861" y="115904"/>
                  <a:pt x="245629" y="110056"/>
                  <a:pt x="247949" y="102806"/>
                </a:cubicBezTo>
                <a:cubicBezTo>
                  <a:pt x="249416" y="98223"/>
                  <a:pt x="251711" y="94256"/>
                  <a:pt x="254836" y="90904"/>
                </a:cubicBezTo>
                <a:cubicBezTo>
                  <a:pt x="259128" y="86253"/>
                  <a:pt x="265403" y="81875"/>
                  <a:pt x="273659" y="77771"/>
                </a:cubicBezTo>
                <a:cubicBezTo>
                  <a:pt x="281915" y="73667"/>
                  <a:pt x="295055" y="68674"/>
                  <a:pt x="313080" y="62792"/>
                </a:cubicBezTo>
                <a:lnTo>
                  <a:pt x="314258" y="59111"/>
                </a:lnTo>
                <a:cubicBezTo>
                  <a:pt x="317246" y="49774"/>
                  <a:pt x="317808" y="43368"/>
                  <a:pt x="315945" y="39892"/>
                </a:cubicBezTo>
                <a:cubicBezTo>
                  <a:pt x="314081" y="36417"/>
                  <a:pt x="310311" y="34679"/>
                  <a:pt x="304634" y="34679"/>
                </a:cubicBezTo>
                <a:cubicBezTo>
                  <a:pt x="300325" y="34679"/>
                  <a:pt x="296533" y="35842"/>
                  <a:pt x="293258" y="38167"/>
                </a:cubicBezTo>
                <a:cubicBezTo>
                  <a:pt x="289914" y="40493"/>
                  <a:pt x="287761" y="43161"/>
                  <a:pt x="286798" y="46170"/>
                </a:cubicBezTo>
                <a:lnTo>
                  <a:pt x="285099" y="52121"/>
                </a:lnTo>
                <a:cubicBezTo>
                  <a:pt x="284092" y="55267"/>
                  <a:pt x="282511" y="57696"/>
                  <a:pt x="280357" y="59406"/>
                </a:cubicBezTo>
                <a:cubicBezTo>
                  <a:pt x="278202" y="61116"/>
                  <a:pt x="275825" y="61971"/>
                  <a:pt x="273226" y="61971"/>
                </a:cubicBezTo>
                <a:cubicBezTo>
                  <a:pt x="270695" y="61971"/>
                  <a:pt x="268911" y="61079"/>
                  <a:pt x="267874" y="59297"/>
                </a:cubicBezTo>
                <a:cubicBezTo>
                  <a:pt x="266838" y="57512"/>
                  <a:pt x="266814" y="55076"/>
                  <a:pt x="267801" y="51990"/>
                </a:cubicBezTo>
                <a:cubicBezTo>
                  <a:pt x="269690" y="46088"/>
                  <a:pt x="274434" y="40667"/>
                  <a:pt x="282034" y="35727"/>
                </a:cubicBezTo>
                <a:cubicBezTo>
                  <a:pt x="289634" y="30788"/>
                  <a:pt x="298872" y="28318"/>
                  <a:pt x="309747" y="28318"/>
                </a:cubicBezTo>
                <a:cubicBezTo>
                  <a:pt x="318092" y="28318"/>
                  <a:pt x="324484" y="29718"/>
                  <a:pt x="328924" y="32518"/>
                </a:cubicBezTo>
                <a:cubicBezTo>
                  <a:pt x="332281" y="34636"/>
                  <a:pt x="334196" y="37950"/>
                  <a:pt x="334668" y="42461"/>
                </a:cubicBezTo>
                <a:cubicBezTo>
                  <a:pt x="334959" y="45398"/>
                  <a:pt x="333651" y="51409"/>
                  <a:pt x="330744" y="60496"/>
                </a:cubicBezTo>
                <a:lnTo>
                  <a:pt x="320545" y="92366"/>
                </a:lnTo>
                <a:cubicBezTo>
                  <a:pt x="317681" y="101316"/>
                  <a:pt x="316098" y="106799"/>
                  <a:pt x="315795" y="108814"/>
                </a:cubicBezTo>
                <a:cubicBezTo>
                  <a:pt x="315492" y="110830"/>
                  <a:pt x="315624" y="112180"/>
                  <a:pt x="316192" y="112864"/>
                </a:cubicBezTo>
                <a:cubicBezTo>
                  <a:pt x="316760" y="113546"/>
                  <a:pt x="317557" y="113887"/>
                  <a:pt x="318583" y="113887"/>
                </a:cubicBezTo>
                <a:cubicBezTo>
                  <a:pt x="319678" y="113887"/>
                  <a:pt x="320712" y="113647"/>
                  <a:pt x="321686" y="113168"/>
                </a:cubicBezTo>
                <a:cubicBezTo>
                  <a:pt x="323407" y="112279"/>
                  <a:pt x="326976" y="109783"/>
                  <a:pt x="332393" y="105679"/>
                </a:cubicBezTo>
                <a:lnTo>
                  <a:pt x="330555" y="111424"/>
                </a:lnTo>
                <a:cubicBezTo>
                  <a:pt x="319611" y="121684"/>
                  <a:pt x="310650" y="126814"/>
                  <a:pt x="303674" y="126814"/>
                </a:cubicBezTo>
                <a:cubicBezTo>
                  <a:pt x="300322" y="126814"/>
                  <a:pt x="298024" y="125660"/>
                  <a:pt x="296779" y="123351"/>
                </a:cubicBezTo>
                <a:cubicBezTo>
                  <a:pt x="295535" y="121041"/>
                  <a:pt x="295769" y="117101"/>
                  <a:pt x="297483" y="111533"/>
                </a:cubicBezTo>
                <a:moveTo>
                  <a:pt x="299612" y="104880"/>
                </a:moveTo>
                <a:lnTo>
                  <a:pt x="311044" y="69153"/>
                </a:lnTo>
                <a:cubicBezTo>
                  <a:pt x="299405" y="73248"/>
                  <a:pt x="291808" y="76149"/>
                  <a:pt x="288253" y="77855"/>
                </a:cubicBezTo>
                <a:cubicBezTo>
                  <a:pt x="281888" y="80858"/>
                  <a:pt x="277019" y="83998"/>
                  <a:pt x="273644" y="87275"/>
                </a:cubicBezTo>
                <a:cubicBezTo>
                  <a:pt x="270271" y="90549"/>
                  <a:pt x="267962" y="94132"/>
                  <a:pt x="266717" y="98022"/>
                </a:cubicBezTo>
                <a:cubicBezTo>
                  <a:pt x="265144" y="102936"/>
                  <a:pt x="265310" y="107014"/>
                  <a:pt x="267213" y="110257"/>
                </a:cubicBezTo>
                <a:cubicBezTo>
                  <a:pt x="269118" y="113498"/>
                  <a:pt x="271985" y="115118"/>
                  <a:pt x="275815" y="115118"/>
                </a:cubicBezTo>
                <a:cubicBezTo>
                  <a:pt x="281014" y="115118"/>
                  <a:pt x="288946" y="111705"/>
                  <a:pt x="299612" y="104880"/>
                </a:cubicBezTo>
                <a:close/>
                <a:moveTo>
                  <a:pt x="412278" y="0"/>
                </a:moveTo>
                <a:lnTo>
                  <a:pt x="402363" y="30985"/>
                </a:lnTo>
                <a:lnTo>
                  <a:pt x="424319" y="30985"/>
                </a:lnTo>
                <a:lnTo>
                  <a:pt x="422087" y="37962"/>
                </a:lnTo>
                <a:lnTo>
                  <a:pt x="400065" y="38167"/>
                </a:lnTo>
                <a:lnTo>
                  <a:pt x="380536" y="99195"/>
                </a:lnTo>
                <a:cubicBezTo>
                  <a:pt x="378586" y="105290"/>
                  <a:pt x="378143" y="109399"/>
                  <a:pt x="379207" y="111524"/>
                </a:cubicBezTo>
                <a:cubicBezTo>
                  <a:pt x="380272" y="113646"/>
                  <a:pt x="382173" y="114707"/>
                  <a:pt x="384909" y="114707"/>
                </a:cubicBezTo>
                <a:cubicBezTo>
                  <a:pt x="387166" y="114707"/>
                  <a:pt x="389582" y="113998"/>
                  <a:pt x="392156" y="112578"/>
                </a:cubicBezTo>
                <a:cubicBezTo>
                  <a:pt x="394731" y="111159"/>
                  <a:pt x="397043" y="109064"/>
                  <a:pt x="399092" y="106294"/>
                </a:cubicBezTo>
                <a:lnTo>
                  <a:pt x="403093" y="106294"/>
                </a:lnTo>
                <a:cubicBezTo>
                  <a:pt x="398543" y="113032"/>
                  <a:pt x="393535" y="118102"/>
                  <a:pt x="388069" y="121505"/>
                </a:cubicBezTo>
                <a:cubicBezTo>
                  <a:pt x="382602" y="124908"/>
                  <a:pt x="377543" y="126609"/>
                  <a:pt x="372892" y="126609"/>
                </a:cubicBezTo>
                <a:cubicBezTo>
                  <a:pt x="369746" y="126609"/>
                  <a:pt x="366948" y="125734"/>
                  <a:pt x="364498" y="123983"/>
                </a:cubicBezTo>
                <a:cubicBezTo>
                  <a:pt x="362049" y="122233"/>
                  <a:pt x="360627" y="119727"/>
                  <a:pt x="360234" y="116468"/>
                </a:cubicBezTo>
                <a:cubicBezTo>
                  <a:pt x="359841" y="113208"/>
                  <a:pt x="360731" y="108181"/>
                  <a:pt x="362906" y="101385"/>
                </a:cubicBezTo>
                <a:lnTo>
                  <a:pt x="383201" y="37962"/>
                </a:lnTo>
                <a:lnTo>
                  <a:pt x="368324" y="37962"/>
                </a:lnTo>
                <a:lnTo>
                  <a:pt x="369377" y="34673"/>
                </a:lnTo>
                <a:cubicBezTo>
                  <a:pt x="373618" y="33176"/>
                  <a:pt x="378276" y="30643"/>
                  <a:pt x="383351" y="27074"/>
                </a:cubicBezTo>
                <a:cubicBezTo>
                  <a:pt x="388426" y="23504"/>
                  <a:pt x="393293" y="19249"/>
                  <a:pt x="397952" y="14310"/>
                </a:cubicBezTo>
                <a:cubicBezTo>
                  <a:pt x="400360" y="11702"/>
                  <a:pt x="404075" y="6932"/>
                  <a:pt x="409098" y="0"/>
                </a:cubicBezTo>
                <a:lnTo>
                  <a:pt x="41227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Text i">
            <a:extLst xmlns:a="http://schemas.openxmlformats.org/drawingml/2006/main">
              <a:ext uri="{FF2B5EF4-FFF2-40B4-BE49-F238E27FC236}">
                <a16:creationId xmlns:a16="http://schemas.microsoft.com/office/drawing/2014/main" id="{9BE89A31-0F3D-4C7F-B13F-80F527E3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101" y="196193"/>
            <a:ext cx="77522" cy="145898"/>
          </a:xfrm>
          <a:custGeom xmlns:a="http://schemas.openxmlformats.org/drawingml/2006/main">
            <a:pathLst>
              <a:path w="77522" h="145898">
                <a:moveTo>
                  <a:pt x="69567" y="0"/>
                </a:moveTo>
                <a:cubicBezTo>
                  <a:pt x="72440" y="0"/>
                  <a:pt x="74561" y="1014"/>
                  <a:pt x="75930" y="3043"/>
                </a:cubicBezTo>
                <a:cubicBezTo>
                  <a:pt x="77299" y="5069"/>
                  <a:pt x="77522" y="7526"/>
                  <a:pt x="76597" y="10414"/>
                </a:cubicBezTo>
                <a:cubicBezTo>
                  <a:pt x="75673" y="13302"/>
                  <a:pt x="73872" y="15777"/>
                  <a:pt x="71195" y="17840"/>
                </a:cubicBezTo>
                <a:cubicBezTo>
                  <a:pt x="68517" y="19900"/>
                  <a:pt x="65742" y="20931"/>
                  <a:pt x="62870" y="20931"/>
                </a:cubicBezTo>
                <a:cubicBezTo>
                  <a:pt x="59997" y="20931"/>
                  <a:pt x="57864" y="19900"/>
                  <a:pt x="56471" y="17840"/>
                </a:cubicBezTo>
                <a:cubicBezTo>
                  <a:pt x="55079" y="15777"/>
                  <a:pt x="54845" y="13302"/>
                  <a:pt x="55770" y="10414"/>
                </a:cubicBezTo>
                <a:cubicBezTo>
                  <a:pt x="56694" y="7526"/>
                  <a:pt x="58489" y="5069"/>
                  <a:pt x="61155" y="3043"/>
                </a:cubicBezTo>
                <a:cubicBezTo>
                  <a:pt x="63822" y="1014"/>
                  <a:pt x="66626" y="0"/>
                  <a:pt x="69567" y="0"/>
                </a:cubicBezTo>
                <a:moveTo>
                  <a:pt x="62324" y="49248"/>
                </a:moveTo>
                <a:lnTo>
                  <a:pt x="38225" y="124557"/>
                </a:lnTo>
                <a:cubicBezTo>
                  <a:pt x="36332" y="130474"/>
                  <a:pt x="35498" y="134413"/>
                  <a:pt x="35726" y="136375"/>
                </a:cubicBezTo>
                <a:cubicBezTo>
                  <a:pt x="35953" y="138335"/>
                  <a:pt x="36751" y="139798"/>
                  <a:pt x="38118" y="140762"/>
                </a:cubicBezTo>
                <a:cubicBezTo>
                  <a:pt x="39486" y="141723"/>
                  <a:pt x="42393" y="142204"/>
                  <a:pt x="46839" y="142204"/>
                </a:cubicBezTo>
                <a:lnTo>
                  <a:pt x="45657" y="145898"/>
                </a:lnTo>
                <a:lnTo>
                  <a:pt x="0" y="145898"/>
                </a:lnTo>
                <a:lnTo>
                  <a:pt x="1182" y="142204"/>
                </a:lnTo>
                <a:cubicBezTo>
                  <a:pt x="5765" y="142204"/>
                  <a:pt x="8986" y="141758"/>
                  <a:pt x="10845" y="140864"/>
                </a:cubicBezTo>
                <a:cubicBezTo>
                  <a:pt x="12705" y="139969"/>
                  <a:pt x="14426" y="138489"/>
                  <a:pt x="16010" y="136427"/>
                </a:cubicBezTo>
                <a:cubicBezTo>
                  <a:pt x="17594" y="134362"/>
                  <a:pt x="19322" y="130405"/>
                  <a:pt x="21193" y="124557"/>
                </a:cubicBezTo>
                <a:lnTo>
                  <a:pt x="32684" y="88647"/>
                </a:lnTo>
                <a:cubicBezTo>
                  <a:pt x="35959" y="78412"/>
                  <a:pt x="37773" y="71784"/>
                  <a:pt x="38124" y="68762"/>
                </a:cubicBezTo>
                <a:cubicBezTo>
                  <a:pt x="38349" y="66562"/>
                  <a:pt x="38086" y="65035"/>
                  <a:pt x="37333" y="64180"/>
                </a:cubicBezTo>
                <a:cubicBezTo>
                  <a:pt x="36582" y="63323"/>
                  <a:pt x="35316" y="62894"/>
                  <a:pt x="33538" y="62894"/>
                </a:cubicBezTo>
                <a:cubicBezTo>
                  <a:pt x="31623" y="62894"/>
                  <a:pt x="29133" y="63407"/>
                  <a:pt x="26069" y="64433"/>
                </a:cubicBezTo>
                <a:lnTo>
                  <a:pt x="25814" y="60740"/>
                </a:lnTo>
                <a:lnTo>
                  <a:pt x="57809" y="49248"/>
                </a:lnTo>
                <a:lnTo>
                  <a:pt x="62324" y="492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Text o">
            <a:extLst xmlns:a="http://schemas.openxmlformats.org/drawingml/2006/main">
              <a:ext uri="{FF2B5EF4-FFF2-40B4-BE49-F238E27FC236}">
                <a16:creationId xmlns:a16="http://schemas.microsoft.com/office/drawing/2014/main" id="{831404C1-2BB4-4300-AC21-1F4063C5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753" y="245441"/>
            <a:ext cx="99161" cy="99523"/>
          </a:xfrm>
          <a:custGeom xmlns:a="http://schemas.openxmlformats.org/drawingml/2006/main">
            <a:pathLst>
              <a:path w="99161" h="99523">
                <a:moveTo>
                  <a:pt x="65437" y="0"/>
                </a:moveTo>
                <a:cubicBezTo>
                  <a:pt x="79665" y="0"/>
                  <a:pt x="89360" y="5398"/>
                  <a:pt x="94523" y="16195"/>
                </a:cubicBezTo>
                <a:cubicBezTo>
                  <a:pt x="98891" y="25418"/>
                  <a:pt x="99161" y="36010"/>
                  <a:pt x="95334" y="47969"/>
                </a:cubicBezTo>
                <a:cubicBezTo>
                  <a:pt x="92645" y="56374"/>
                  <a:pt x="87904" y="64881"/>
                  <a:pt x="81114" y="73491"/>
                </a:cubicBezTo>
                <a:cubicBezTo>
                  <a:pt x="74323" y="82099"/>
                  <a:pt x="66689" y="88589"/>
                  <a:pt x="58210" y="92962"/>
                </a:cubicBezTo>
                <a:cubicBezTo>
                  <a:pt x="49731" y="97336"/>
                  <a:pt x="41148" y="99523"/>
                  <a:pt x="32461" y="99523"/>
                </a:cubicBezTo>
                <a:cubicBezTo>
                  <a:pt x="18303" y="99523"/>
                  <a:pt x="8855" y="93885"/>
                  <a:pt x="4118" y="82609"/>
                </a:cubicBezTo>
                <a:cubicBezTo>
                  <a:pt x="112" y="73113"/>
                  <a:pt x="0" y="62454"/>
                  <a:pt x="3783" y="50633"/>
                </a:cubicBezTo>
                <a:cubicBezTo>
                  <a:pt x="6538" y="42023"/>
                  <a:pt x="11414" y="33465"/>
                  <a:pt x="18411" y="24958"/>
                </a:cubicBezTo>
                <a:cubicBezTo>
                  <a:pt x="25409" y="16450"/>
                  <a:pt x="33046" y="10164"/>
                  <a:pt x="41324" y="6098"/>
                </a:cubicBezTo>
                <a:cubicBezTo>
                  <a:pt x="49602" y="2033"/>
                  <a:pt x="57640" y="0"/>
                  <a:pt x="65437" y="0"/>
                </a:cubicBezTo>
                <a:moveTo>
                  <a:pt x="60090" y="6772"/>
                </a:moveTo>
                <a:cubicBezTo>
                  <a:pt x="56464" y="6772"/>
                  <a:pt x="52478" y="7846"/>
                  <a:pt x="48132" y="9994"/>
                </a:cubicBezTo>
                <a:cubicBezTo>
                  <a:pt x="43785" y="12140"/>
                  <a:pt x="39622" y="15905"/>
                  <a:pt x="35642" y="21290"/>
                </a:cubicBezTo>
                <a:cubicBezTo>
                  <a:pt x="31662" y="26674"/>
                  <a:pt x="28320" y="33591"/>
                  <a:pt x="25616" y="42041"/>
                </a:cubicBezTo>
                <a:cubicBezTo>
                  <a:pt x="21254" y="55671"/>
                  <a:pt x="20211" y="67429"/>
                  <a:pt x="22486" y="77313"/>
                </a:cubicBezTo>
                <a:cubicBezTo>
                  <a:pt x="24761" y="87194"/>
                  <a:pt x="30345" y="92135"/>
                  <a:pt x="39237" y="92135"/>
                </a:cubicBezTo>
                <a:cubicBezTo>
                  <a:pt x="45872" y="92135"/>
                  <a:pt x="52216" y="89409"/>
                  <a:pt x="58271" y="83956"/>
                </a:cubicBezTo>
                <a:cubicBezTo>
                  <a:pt x="64325" y="78503"/>
                  <a:pt x="69478" y="69132"/>
                  <a:pt x="73730" y="55844"/>
                </a:cubicBezTo>
                <a:cubicBezTo>
                  <a:pt x="79052" y="39214"/>
                  <a:pt x="79648" y="26128"/>
                  <a:pt x="75520" y="16586"/>
                </a:cubicBezTo>
                <a:cubicBezTo>
                  <a:pt x="72757" y="10043"/>
                  <a:pt x="67614" y="6772"/>
                  <a:pt x="60090" y="67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Text ρ">
            <a:extLst xmlns:a="http://schemas.openxmlformats.org/drawingml/2006/main">
              <a:ext uri="{FF2B5EF4-FFF2-40B4-BE49-F238E27FC236}">
                <a16:creationId xmlns:a16="http://schemas.microsoft.com/office/drawing/2014/main" id="{6C625868-84E5-4F99-B701-D4D0CC88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076" y="245441"/>
            <a:ext cx="123729" cy="141589"/>
          </a:xfrm>
          <a:custGeom xmlns:a="http://schemas.openxmlformats.org/drawingml/2006/main">
            <a:pathLst>
              <a:path w="123729" h="141589">
                <a:moveTo>
                  <a:pt x="17545" y="141589"/>
                </a:moveTo>
                <a:lnTo>
                  <a:pt x="0" y="141589"/>
                </a:lnTo>
                <a:cubicBezTo>
                  <a:pt x="5046" y="133729"/>
                  <a:pt x="10117" y="121836"/>
                  <a:pt x="15214" y="105909"/>
                </a:cubicBezTo>
                <a:lnTo>
                  <a:pt x="33718" y="48084"/>
                </a:lnTo>
                <a:cubicBezTo>
                  <a:pt x="38945" y="31750"/>
                  <a:pt x="47433" y="19652"/>
                  <a:pt x="59182" y="11793"/>
                </a:cubicBezTo>
                <a:cubicBezTo>
                  <a:pt x="70932" y="3931"/>
                  <a:pt x="82381" y="0"/>
                  <a:pt x="93531" y="0"/>
                </a:cubicBezTo>
                <a:cubicBezTo>
                  <a:pt x="105638" y="0"/>
                  <a:pt x="114056" y="4151"/>
                  <a:pt x="118787" y="12453"/>
                </a:cubicBezTo>
                <a:cubicBezTo>
                  <a:pt x="123517" y="20755"/>
                  <a:pt x="123729" y="31637"/>
                  <a:pt x="119421" y="45099"/>
                </a:cubicBezTo>
                <a:cubicBezTo>
                  <a:pt x="114720" y="59788"/>
                  <a:pt x="106060" y="72531"/>
                  <a:pt x="93439" y="83328"/>
                </a:cubicBezTo>
                <a:cubicBezTo>
                  <a:pt x="80819" y="94124"/>
                  <a:pt x="68626" y="99523"/>
                  <a:pt x="56861" y="99523"/>
                </a:cubicBezTo>
                <a:cubicBezTo>
                  <a:pt x="48927" y="99523"/>
                  <a:pt x="42178" y="96992"/>
                  <a:pt x="36616" y="91930"/>
                </a:cubicBezTo>
                <a:lnTo>
                  <a:pt x="32315" y="105371"/>
                </a:lnTo>
                <a:cubicBezTo>
                  <a:pt x="27740" y="119666"/>
                  <a:pt x="22817" y="131739"/>
                  <a:pt x="17545" y="141589"/>
                </a:cubicBezTo>
                <a:moveTo>
                  <a:pt x="44223" y="68159"/>
                </a:moveTo>
                <a:cubicBezTo>
                  <a:pt x="41578" y="76425"/>
                  <a:pt x="41750" y="82727"/>
                  <a:pt x="44739" y="87066"/>
                </a:cubicBezTo>
                <a:cubicBezTo>
                  <a:pt x="47729" y="91403"/>
                  <a:pt x="52609" y="93572"/>
                  <a:pt x="59381" y="93572"/>
                </a:cubicBezTo>
                <a:cubicBezTo>
                  <a:pt x="67384" y="93572"/>
                  <a:pt x="75169" y="90139"/>
                  <a:pt x="82735" y="83273"/>
                </a:cubicBezTo>
                <a:cubicBezTo>
                  <a:pt x="90301" y="76407"/>
                  <a:pt x="95888" y="67338"/>
                  <a:pt x="99496" y="56065"/>
                </a:cubicBezTo>
                <a:cubicBezTo>
                  <a:pt x="104065" y="41786"/>
                  <a:pt x="104024" y="30480"/>
                  <a:pt x="99372" y="22146"/>
                </a:cubicBezTo>
                <a:cubicBezTo>
                  <a:pt x="94720" y="13812"/>
                  <a:pt x="87914" y="9644"/>
                  <a:pt x="78953" y="9644"/>
                </a:cubicBezTo>
                <a:cubicBezTo>
                  <a:pt x="72866" y="9644"/>
                  <a:pt x="68069" y="11540"/>
                  <a:pt x="64564" y="15332"/>
                </a:cubicBezTo>
                <a:cubicBezTo>
                  <a:pt x="61060" y="19124"/>
                  <a:pt x="57941" y="25290"/>
                  <a:pt x="55208" y="33829"/>
                </a:cubicBezTo>
                <a:lnTo>
                  <a:pt x="44223" y="68159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a5dde8fd64e76"/>
          <a:stretch xmlns:a="http://schemas.openxmlformats.org/drawingml/2006/main"/>
        </p:blipFill>
        <p:spPr>
          <a:xfrm xmlns:a="http://schemas.openxmlformats.org/drawingml/2006/main">
            <a:off x="9052030" y="176557"/>
            <a:ext cx="1932108" cy="199389"/>
          </a:xfrm>
          <a:prstGeom xmlns:a="http://schemas.openxmlformats.org/drawingml/2006/main" prst="rect">
            <a:avLst/>
          </a:prstGeom>
        </p:spPr>
      </p:pic>
      <p:pic>
        <p:nvPicPr>
          <p:cNvPr id="6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8d651372645b2"/>
          <a:stretch xmlns:a="http://schemas.openxmlformats.org/drawingml/2006/main"/>
        </p:blipFill>
        <p:spPr>
          <a:xfrm xmlns:a="http://schemas.openxmlformats.org/drawingml/2006/main">
            <a:off x="6037773" y="133396"/>
            <a:ext cx="2305081" cy="231079"/>
          </a:xfrm>
          <a:prstGeom xmlns:a="http://schemas.openxmlformats.org/drawingml/2006/main" prst="rect">
            <a:avLst/>
          </a:prstGeom>
        </p:spPr>
      </p:pic>
      <p:pic>
        <p:nvPicPr>
          <p:cNvPr id="6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72f6112964dfb"/>
          <a:stretch xmlns:a="http://schemas.openxmlformats.org/drawingml/2006/main"/>
        </p:blipFill>
        <p:spPr>
          <a:xfrm xmlns:a="http://schemas.openxmlformats.org/drawingml/2006/main">
            <a:off x="5940596" y="841490"/>
            <a:ext cx="547365" cy="210126"/>
          </a:xfrm>
          <a:prstGeom xmlns:a="http://schemas.openxmlformats.org/drawingml/2006/main" prst="rect">
            <a:avLst/>
          </a:prstGeom>
        </p:spPr>
      </p:pic>
      <p:pic>
        <p:nvPicPr>
          <p:cNvPr id="6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c25f168a74906"/>
          <a:stretch xmlns:a="http://schemas.openxmlformats.org/drawingml/2006/main"/>
        </p:blipFill>
        <p:spPr>
          <a:xfrm xmlns:a="http://schemas.openxmlformats.org/drawingml/2006/main">
            <a:off x="5940101" y="3244280"/>
            <a:ext cx="553608" cy="209075"/>
          </a:xfrm>
          <a:prstGeom xmlns:a="http://schemas.openxmlformats.org/drawingml/2006/main" prst="rect">
            <a:avLst/>
          </a:prstGeom>
        </p:spPr>
      </p:pic>
      <p:pic>
        <p:nvPicPr>
          <p:cNvPr id="6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e9b0eaf964eae"/>
          <a:stretch xmlns:a="http://schemas.openxmlformats.org/drawingml/2006/main"/>
        </p:blipFill>
        <p:spPr>
          <a:xfrm xmlns:a="http://schemas.openxmlformats.org/drawingml/2006/main">
            <a:off x="7594895" y="1134616"/>
            <a:ext cx="548251" cy="204873"/>
          </a:xfrm>
          <a:prstGeom xmlns:a="http://schemas.openxmlformats.org/drawingml/2006/main" prst="rect">
            <a:avLst/>
          </a:prstGeom>
        </p:spPr>
      </p:pic>
      <p:pic>
        <p:nvPicPr>
          <p:cNvPr id="6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c37fbbe8c441d"/>
          <a:stretch xmlns:a="http://schemas.openxmlformats.org/drawingml/2006/main"/>
        </p:blipFill>
        <p:spPr>
          <a:xfrm xmlns:a="http://schemas.openxmlformats.org/drawingml/2006/main">
            <a:off x="9722440" y="1131464"/>
            <a:ext cx="500928" cy="191215"/>
          </a:xfrm>
          <a:prstGeom xmlns:a="http://schemas.openxmlformats.org/drawingml/2006/main" prst="rect">
            <a:avLst/>
          </a:prstGeom>
        </p:spPr>
      </p:pic>
      <p:pic>
        <p:nvPicPr>
          <p:cNvPr id="6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ddb0aaa8e45fc"/>
          <a:stretch xmlns:a="http://schemas.openxmlformats.org/drawingml/2006/main"/>
        </p:blipFill>
        <p:spPr>
          <a:xfrm xmlns:a="http://schemas.openxmlformats.org/drawingml/2006/main">
            <a:off x="706879" y="1162211"/>
            <a:ext cx="248999" cy="176999"/>
          </a:xfrm>
          <a:prstGeom xmlns:a="http://schemas.openxmlformats.org/drawingml/2006/main" prst="rect">
            <a:avLst/>
          </a:prstGeom>
        </p:spPr>
      </p:pic>
      <p:pic>
        <p:nvPicPr>
          <p:cNvPr id="6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52fa5e9014820"/>
          <a:stretch xmlns:a="http://schemas.openxmlformats.org/drawingml/2006/main"/>
        </p:blipFill>
        <p:spPr>
          <a:xfrm xmlns:a="http://schemas.openxmlformats.org/drawingml/2006/main">
            <a:off x="1893039" y="3143455"/>
            <a:ext cx="350910" cy="246827"/>
          </a:xfrm>
          <a:prstGeom xmlns:a="http://schemas.openxmlformats.org/drawingml/2006/main" prst="rect">
            <a:avLst/>
          </a:prstGeom>
        </p:spPr>
      </p:pic>
      <p:pic>
        <p:nvPicPr>
          <p:cNvPr id="6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f1ad6b5d74c4d"/>
          <a:stretch xmlns:a="http://schemas.openxmlformats.org/drawingml/2006/main"/>
        </p:blipFill>
        <p:spPr>
          <a:xfrm xmlns:a="http://schemas.openxmlformats.org/drawingml/2006/main">
            <a:off x="1383681" y="841490"/>
            <a:ext cx="929413" cy="2647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4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2026-09-08T02:01:47.8590000Z</dcterms:created>
  <dcterms:modified xsi:type="dcterms:W3CDTF">2026-09-08T02:01:47.8590000Z</dcterms:modified>
</coreProperties>
</file>