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1999ff73ae46e8" /><Relationship Type="http://schemas.openxmlformats.org/officeDocument/2006/relationships/extended-properties" Target="/docProps/app.xml" Id="Rd0f1577a851141a0" /><Relationship Type="http://schemas.openxmlformats.org/officeDocument/2006/relationships/officeDocument" Target="/ppt/presentation.xml" Id="Rb73c8738133841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816b6e5e7f417c"/>
  </p:sldMasterIdLst>
  <p:notesMasterIdLst>
    <p:notesMasterId xmlns:r="http://schemas.openxmlformats.org/officeDocument/2006/relationships" r:id="Ra3f3cfdf5e8b45d2"/>
  </p:notesMasterIdLst>
  <p:sldIdLst>
    <p:sldId xmlns:r="http://schemas.openxmlformats.org/officeDocument/2006/relationships" id="256" r:id="R311d71e71bee4bf1"/>
  </p:sldIdLst>
  <p:sldSz cx="6829425" cy="6543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f1c07209b442ac" /><Relationship Type="http://schemas.openxmlformats.org/officeDocument/2006/relationships/slideMaster" Target="/ppt/slideMasters/slideMaster1.xml" Id="R9d816b6e5e7f417c" /><Relationship Type="http://schemas.openxmlformats.org/officeDocument/2006/relationships/notesMaster" Target="/ppt/notesMasters/notesMaster1.xml" Id="Ra3f3cfdf5e8b45d2" /><Relationship Type="http://schemas.openxmlformats.org/officeDocument/2006/relationships/presProps" Target="/ppt/presProps.xml" Id="R5054815a85164b8c" /><Relationship Type="http://schemas.openxmlformats.org/officeDocument/2006/relationships/tableStyles" Target="/ppt/tableStyles.xml" Id="Rba3cb3b077d544e3" /><Relationship Type="http://schemas.openxmlformats.org/officeDocument/2006/relationships/slide" Target="/ppt/slides/slide1.xml" Id="R311d71e71bee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ffb7e31afc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b02429a5e24e44" /><Relationship Type="http://schemas.openxmlformats.org/officeDocument/2006/relationships/notesMaster" Target="/ppt/notesMasters/notesMaster1.xml" Id="R4e76870c3ce94de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素材ID：AI-041</ns1:t>
            </ns1:r>
          </ns1:p>
          <ns1:p>
            <ns1:r>
              <ns1:t>论文：Native and Compact Structured Latents for 3D Generation</ns1:t>
            </ns1:r>
          </ns1:p>
          <ns1:p>
            <ns1:r>
              <ns1:t>会议：CVPR 2026</ns1:t>
            </ns1:r>
          </ns1:p>
          <ns1:p>
            <ns1:r>
              <ns1:t>奖项：Best Student Paper</ns1:t>
            </ns1:r>
          </ns1:p>
          <ns1:p>
            <ns1:r>
              <ns1:t>图号：Figure 3，PDF第3页</ns1:t>
            </ns1:r>
          </ns1:p>
          <ns1:p>
            <ns1:r>
              <ns1:t>类型：方法细节</ns1:t>
            </ns1:r>
          </ns1:p>
          <ns1:p>
            <ns1:r>
              <ns1:t>借鉴点：双层虚线区域组织网格拓扑、属性采样和双向转换，空间几何细节与数据结构字段一一对应。</ns1:t>
            </ns1:r>
          </ns1:p>
          <ns1:p>
            <ns1:r>
              <ns1:t>论文URL：https://openaccess.thecvf.com/content/CVPR2026/html/Xiang_Native_and_Compact_Structured_Latents_for_3D_Generation_CVPR_2026_paper.html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44fddb25449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bd0d55c7e5469b" /><Relationship Type="http://schemas.openxmlformats.org/officeDocument/2006/relationships/slideLayout" Target="/ppt/slideLayouts/slideLayout1.xml" Id="R1df88b159e254c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f88b159e254c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a799361b94fb4" /><Relationship Type="http://schemas.openxmlformats.org/officeDocument/2006/relationships/image" Target="/ppt/media/image.png" Id="R20282675ab5c4403" /><Relationship Type="http://schemas.openxmlformats.org/officeDocument/2006/relationships/image" Target="/ppt/media/image2.png" Id="Rdc23cee1304041d3" /><Relationship Type="http://schemas.openxmlformats.org/officeDocument/2006/relationships/image" Target="/ppt/media/image3.png" Id="Rc1e6a2d0438b4fc4" /><Relationship Type="http://schemas.openxmlformats.org/officeDocument/2006/relationships/image" Target="/ppt/media/image4.png" Id="R9ff397d786e5425a" /><Relationship Type="http://schemas.openxmlformats.org/officeDocument/2006/relationships/image" Target="/ppt/media/image5.png" Id="R6f204553ff254ffd" /><Relationship Type="http://schemas.openxmlformats.org/officeDocument/2006/relationships/image" Target="/ppt/media/image6.png" Id="R62069eec265f4936" /><Relationship Type="http://schemas.openxmlformats.org/officeDocument/2006/relationships/image" Target="/ppt/media/image7.png" Id="R6968cd7024404f1c" /><Relationship Type="http://schemas.openxmlformats.org/officeDocument/2006/relationships/image" Target="/ppt/media/image8.png" Id="R08e07d27ecb2411f" /><Relationship Type="http://schemas.openxmlformats.org/officeDocument/2006/relationships/image" Target="/ppt/media/image9.png" Id="Rca89e9f51c7649ed" /><Relationship Type="http://schemas.openxmlformats.org/officeDocument/2006/relationships/notesSlide" Target="/ppt/notesSlides/notesSlide1.xml" Id="R8ef43bcfb89540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30E91-3BCF-4B19-B90C-0292E6EA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6" y="3717923"/>
            <a:ext cx="4482122" cy="966472"/>
          </a:xfrm>
          <a:custGeom xmlns:a="http://schemas.openxmlformats.org/drawingml/2006/main">
            <a:pathLst>
              <a:path w="4482122" h="966472">
                <a:moveTo>
                  <a:pt x="0" y="241620"/>
                </a:moveTo>
                <a:lnTo>
                  <a:pt x="4218543" y="241620"/>
                </a:lnTo>
                <a:lnTo>
                  <a:pt x="4218543" y="0"/>
                </a:lnTo>
                <a:lnTo>
                  <a:pt x="4482122" y="483238"/>
                </a:lnTo>
                <a:lnTo>
                  <a:pt x="4218543" y="966472"/>
                </a:lnTo>
                <a:lnTo>
                  <a:pt x="4218543" y="724855"/>
                </a:lnTo>
                <a:lnTo>
                  <a:pt x="0" y="724855"/>
                </a:lnTo>
                <a:lnTo>
                  <a:pt x="0" y="241620"/>
                </a:lnTo>
                <a:close/>
                <a:moveTo>
                  <a:pt x="0" y="241620"/>
                </a:moveTo>
              </a:path>
            </a:pathLst>
          </a:custGeom>
          <a:solidFill xmlns:a="http://schemas.openxmlformats.org/drawingml/2006/main">
            <a:srgbClr val="D8D2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9811A-9F05-4358-8657-373236E8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468" y="3848317"/>
            <a:ext cx="383525" cy="419318"/>
          </a:xfrm>
          <a:custGeom xmlns:a="http://schemas.openxmlformats.org/drawingml/2006/main">
            <a:pathLst>
              <a:path w="383525" h="419318">
                <a:moveTo>
                  <a:pt x="126973" y="0"/>
                </a:moveTo>
                <a:lnTo>
                  <a:pt x="380942" y="2583"/>
                </a:lnTo>
                <a:cubicBezTo>
                  <a:pt x="381781" y="86266"/>
                  <a:pt x="382660" y="169980"/>
                  <a:pt x="383525" y="253663"/>
                </a:cubicBezTo>
                <a:lnTo>
                  <a:pt x="256552" y="416735"/>
                </a:lnTo>
                <a:lnTo>
                  <a:pt x="0" y="419318"/>
                </a:lnTo>
                <a:lnTo>
                  <a:pt x="0" y="165666"/>
                </a:lnTo>
                <a:lnTo>
                  <a:pt x="126973" y="0"/>
                </a:lnTo>
                <a:close/>
                <a:moveTo>
                  <a:pt x="12697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ABE48-FE6F-4695-991A-05FA7B6C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584" y="4105284"/>
            <a:ext cx="251748" cy="10"/>
          </a:xfrm>
          <a:custGeom xmlns:a="http://schemas.openxmlformats.org/drawingml/2006/main">
            <a:pathLst>
              <a:path w="251748" h="1" fill="none">
                <a:moveTo>
                  <a:pt x="0" y="0"/>
                </a:moveTo>
                <a:lnTo>
                  <a:pt x="2517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1CC83-E079-4287-8DCF-CE01DCA5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30" y="28432"/>
            <a:ext cx="1828082" cy="6248868"/>
          </a:xfrm>
          <a:custGeom xmlns:a="http://schemas.openxmlformats.org/drawingml/2006/main">
            <a:pathLst>
              <a:path w="1828082" h="6248868">
                <a:moveTo>
                  <a:pt x="0" y="279209"/>
                </a:moveTo>
                <a:cubicBezTo>
                  <a:pt x="0" y="125003"/>
                  <a:pt x="125003" y="0"/>
                  <a:pt x="279223" y="0"/>
                </a:cubicBezTo>
                <a:lnTo>
                  <a:pt x="1548873" y="0"/>
                </a:lnTo>
                <a:cubicBezTo>
                  <a:pt x="1703079" y="0"/>
                  <a:pt x="1828082" y="125003"/>
                  <a:pt x="1828082" y="279209"/>
                </a:cubicBezTo>
                <a:lnTo>
                  <a:pt x="1828082" y="5969635"/>
                </a:lnTo>
                <a:cubicBezTo>
                  <a:pt x="1828082" y="6123868"/>
                  <a:pt x="1703079" y="6248868"/>
                  <a:pt x="1548873" y="6248868"/>
                </a:cubicBezTo>
                <a:lnTo>
                  <a:pt x="279223" y="6248868"/>
                </a:lnTo>
                <a:cubicBezTo>
                  <a:pt x="125003" y="6248868"/>
                  <a:pt x="0" y="6123868"/>
                  <a:pt x="0" y="5969635"/>
                </a:cubicBezTo>
                <a:lnTo>
                  <a:pt x="0" y="279209"/>
                </a:lnTo>
                <a:close/>
                <a:moveTo>
                  <a:pt x="0" y="279209"/>
                </a:moveTo>
              </a:path>
            </a:pathLst>
          </a:custGeom>
          <a:solidFill xmlns:a="http://schemas.openxmlformats.org/drawingml/2006/main">
            <a:srgbClr val="F2EE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7A33ED-0B2B-499A-956D-8259562D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469" y="3007128"/>
            <a:ext cx="1375578" cy="294036"/>
          </a:xfrm>
          <a:custGeom xmlns:a="http://schemas.openxmlformats.org/drawingml/2006/main">
            <a:pathLst>
              <a:path w="1375578" h="294036">
                <a:moveTo>
                  <a:pt x="0" y="49008"/>
                </a:moveTo>
                <a:cubicBezTo>
                  <a:pt x="0" y="21935"/>
                  <a:pt x="21935" y="0"/>
                  <a:pt x="49011" y="0"/>
                </a:cubicBezTo>
                <a:lnTo>
                  <a:pt x="1326570" y="0"/>
                </a:lnTo>
                <a:cubicBezTo>
                  <a:pt x="1353643" y="0"/>
                  <a:pt x="1375578" y="21935"/>
                  <a:pt x="1375578" y="49008"/>
                </a:cubicBezTo>
                <a:lnTo>
                  <a:pt x="1375578" y="245025"/>
                </a:lnTo>
                <a:cubicBezTo>
                  <a:pt x="1375578" y="272098"/>
                  <a:pt x="1353643" y="294036"/>
                  <a:pt x="1326570" y="294036"/>
                </a:cubicBezTo>
                <a:lnTo>
                  <a:pt x="49011" y="294036"/>
                </a:lnTo>
                <a:cubicBezTo>
                  <a:pt x="21935" y="294036"/>
                  <a:pt x="0" y="272098"/>
                  <a:pt x="0" y="245025"/>
                </a:cubicBezTo>
                <a:lnTo>
                  <a:pt x="0" y="49008"/>
                </a:lnTo>
                <a:close/>
                <a:moveTo>
                  <a:pt x="0" y="49008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O-Voxel">
            <a:extLst xmlns:a="http://schemas.openxmlformats.org/drawingml/2006/main">
              <a:ext uri="{FF2B5EF4-FFF2-40B4-BE49-F238E27FC236}">
                <a16:creationId xmlns:a16="http://schemas.microsoft.com/office/drawing/2014/main" id="{E99F74BA-2C8B-41DC-8940-F92301BD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241" y="3059409"/>
            <a:ext cx="853173" cy="182066"/>
          </a:xfrm>
          <a:custGeom xmlns:a="http://schemas.openxmlformats.org/drawingml/2006/main">
            <a:pathLst>
              <a:path w="853173" h="182066">
                <a:moveTo>
                  <a:pt x="0" y="94090"/>
                </a:moveTo>
                <a:cubicBezTo>
                  <a:pt x="0" y="67744"/>
                  <a:pt x="8350" y="46652"/>
                  <a:pt x="25050" y="30814"/>
                </a:cubicBezTo>
                <a:cubicBezTo>
                  <a:pt x="41752" y="14976"/>
                  <a:pt x="63119" y="7057"/>
                  <a:pt x="89151" y="7057"/>
                </a:cubicBezTo>
                <a:cubicBezTo>
                  <a:pt x="115497" y="7057"/>
                  <a:pt x="137059" y="14976"/>
                  <a:pt x="153838" y="30814"/>
                </a:cubicBezTo>
                <a:cubicBezTo>
                  <a:pt x="170617" y="46652"/>
                  <a:pt x="179006" y="67744"/>
                  <a:pt x="179006" y="94090"/>
                </a:cubicBezTo>
                <a:cubicBezTo>
                  <a:pt x="179006" y="119966"/>
                  <a:pt x="170577" y="141098"/>
                  <a:pt x="153719" y="157487"/>
                </a:cubicBezTo>
                <a:cubicBezTo>
                  <a:pt x="136861" y="173873"/>
                  <a:pt x="115339" y="182066"/>
                  <a:pt x="89151" y="182066"/>
                </a:cubicBezTo>
                <a:cubicBezTo>
                  <a:pt x="63275" y="182066"/>
                  <a:pt x="41947" y="173873"/>
                  <a:pt x="25168" y="157487"/>
                </a:cubicBezTo>
                <a:cubicBezTo>
                  <a:pt x="8389" y="141098"/>
                  <a:pt x="0" y="119966"/>
                  <a:pt x="0" y="94090"/>
                </a:cubicBezTo>
                <a:moveTo>
                  <a:pt x="32225" y="94090"/>
                </a:moveTo>
                <a:cubicBezTo>
                  <a:pt x="32225" y="111967"/>
                  <a:pt x="37556" y="126668"/>
                  <a:pt x="48219" y="138195"/>
                </a:cubicBezTo>
                <a:cubicBezTo>
                  <a:pt x="58884" y="149721"/>
                  <a:pt x="72606" y="155484"/>
                  <a:pt x="89385" y="155484"/>
                </a:cubicBezTo>
                <a:cubicBezTo>
                  <a:pt x="106321" y="155484"/>
                  <a:pt x="120121" y="149721"/>
                  <a:pt x="130784" y="138195"/>
                </a:cubicBezTo>
                <a:cubicBezTo>
                  <a:pt x="141449" y="126668"/>
                  <a:pt x="146781" y="111967"/>
                  <a:pt x="146781" y="94090"/>
                </a:cubicBezTo>
                <a:cubicBezTo>
                  <a:pt x="146781" y="76684"/>
                  <a:pt x="141488" y="62178"/>
                  <a:pt x="130902" y="50573"/>
                </a:cubicBezTo>
                <a:cubicBezTo>
                  <a:pt x="120318" y="38968"/>
                  <a:pt x="106479" y="33165"/>
                  <a:pt x="89385" y="33165"/>
                </a:cubicBezTo>
                <a:cubicBezTo>
                  <a:pt x="72448" y="33165"/>
                  <a:pt x="58686" y="38968"/>
                  <a:pt x="48100" y="50573"/>
                </a:cubicBezTo>
                <a:cubicBezTo>
                  <a:pt x="37517" y="62178"/>
                  <a:pt x="32225" y="76684"/>
                  <a:pt x="32225" y="94090"/>
                </a:cubicBezTo>
                <a:close/>
                <a:moveTo>
                  <a:pt x="255221" y="107969"/>
                </a:moveTo>
                <a:lnTo>
                  <a:pt x="255221" y="131960"/>
                </a:lnTo>
                <a:lnTo>
                  <a:pt x="198765" y="131960"/>
                </a:lnTo>
                <a:lnTo>
                  <a:pt x="198765" y="107969"/>
                </a:lnTo>
                <a:lnTo>
                  <a:pt x="255221" y="107969"/>
                </a:lnTo>
                <a:close/>
                <a:moveTo>
                  <a:pt x="327203" y="177831"/>
                </a:moveTo>
                <a:lnTo>
                  <a:pt x="261339" y="11292"/>
                </a:lnTo>
                <a:lnTo>
                  <a:pt x="294504" y="11292"/>
                </a:lnTo>
                <a:lnTo>
                  <a:pt x="340376" y="139490"/>
                </a:lnTo>
                <a:lnTo>
                  <a:pt x="341316" y="139490"/>
                </a:lnTo>
                <a:lnTo>
                  <a:pt x="387654" y="11292"/>
                </a:lnTo>
                <a:lnTo>
                  <a:pt x="419646" y="11292"/>
                </a:lnTo>
                <a:lnTo>
                  <a:pt x="352841" y="177831"/>
                </a:lnTo>
                <a:lnTo>
                  <a:pt x="327203" y="177831"/>
                </a:lnTo>
                <a:close/>
                <a:moveTo>
                  <a:pt x="417767" y="120905"/>
                </a:moveTo>
                <a:cubicBezTo>
                  <a:pt x="417767" y="103499"/>
                  <a:pt x="423647" y="89269"/>
                  <a:pt x="435408" y="78214"/>
                </a:cubicBezTo>
                <a:cubicBezTo>
                  <a:pt x="447169" y="67157"/>
                  <a:pt x="461752" y="61628"/>
                  <a:pt x="479158" y="61628"/>
                </a:cubicBezTo>
                <a:cubicBezTo>
                  <a:pt x="496566" y="61628"/>
                  <a:pt x="511151" y="67157"/>
                  <a:pt x="522912" y="78214"/>
                </a:cubicBezTo>
                <a:cubicBezTo>
                  <a:pt x="534673" y="89269"/>
                  <a:pt x="540553" y="103499"/>
                  <a:pt x="540553" y="120905"/>
                </a:cubicBezTo>
                <a:cubicBezTo>
                  <a:pt x="540553" y="138469"/>
                  <a:pt x="534633" y="152896"/>
                  <a:pt x="522793" y="164188"/>
                </a:cubicBezTo>
                <a:cubicBezTo>
                  <a:pt x="510953" y="175480"/>
                  <a:pt x="496408" y="181126"/>
                  <a:pt x="479158" y="181126"/>
                </a:cubicBezTo>
                <a:cubicBezTo>
                  <a:pt x="461910" y="181126"/>
                  <a:pt x="447366" y="175480"/>
                  <a:pt x="435526" y="164188"/>
                </a:cubicBezTo>
                <a:cubicBezTo>
                  <a:pt x="423686" y="152896"/>
                  <a:pt x="417767" y="138469"/>
                  <a:pt x="417767" y="120905"/>
                </a:cubicBezTo>
                <a:moveTo>
                  <a:pt x="454930" y="95504"/>
                </a:moveTo>
                <a:cubicBezTo>
                  <a:pt x="449285" y="102716"/>
                  <a:pt x="446463" y="111184"/>
                  <a:pt x="446463" y="120909"/>
                </a:cubicBezTo>
                <a:cubicBezTo>
                  <a:pt x="446463" y="130631"/>
                  <a:pt x="449285" y="139177"/>
                  <a:pt x="454930" y="146547"/>
                </a:cubicBezTo>
                <a:cubicBezTo>
                  <a:pt x="460577" y="153917"/>
                  <a:pt x="468653" y="157602"/>
                  <a:pt x="479158" y="157602"/>
                </a:cubicBezTo>
                <a:cubicBezTo>
                  <a:pt x="489665" y="157602"/>
                  <a:pt x="497741" y="153917"/>
                  <a:pt x="503386" y="146547"/>
                </a:cubicBezTo>
                <a:cubicBezTo>
                  <a:pt x="509033" y="139177"/>
                  <a:pt x="511857" y="130631"/>
                  <a:pt x="511857" y="120909"/>
                </a:cubicBezTo>
                <a:cubicBezTo>
                  <a:pt x="511857" y="111184"/>
                  <a:pt x="509033" y="102716"/>
                  <a:pt x="503386" y="95504"/>
                </a:cubicBezTo>
                <a:cubicBezTo>
                  <a:pt x="497741" y="88289"/>
                  <a:pt x="489665" y="84682"/>
                  <a:pt x="479158" y="84682"/>
                </a:cubicBezTo>
                <a:cubicBezTo>
                  <a:pt x="468653" y="84682"/>
                  <a:pt x="460577" y="88289"/>
                  <a:pt x="454930" y="95504"/>
                </a:cubicBezTo>
                <a:close/>
                <a:moveTo>
                  <a:pt x="548315" y="177831"/>
                </a:moveTo>
                <a:lnTo>
                  <a:pt x="594187" y="117847"/>
                </a:lnTo>
                <a:lnTo>
                  <a:pt x="553491" y="64923"/>
                </a:lnTo>
                <a:lnTo>
                  <a:pt x="587363" y="64923"/>
                </a:lnTo>
                <a:lnTo>
                  <a:pt x="611828" y="99972"/>
                </a:lnTo>
                <a:lnTo>
                  <a:pt x="637000" y="64923"/>
                </a:lnTo>
                <a:lnTo>
                  <a:pt x="669462" y="64923"/>
                </a:lnTo>
                <a:lnTo>
                  <a:pt x="628999" y="117847"/>
                </a:lnTo>
                <a:lnTo>
                  <a:pt x="675104" y="177831"/>
                </a:lnTo>
                <a:lnTo>
                  <a:pt x="640762" y="177831"/>
                </a:lnTo>
                <a:lnTo>
                  <a:pt x="611358" y="136666"/>
                </a:lnTo>
                <a:lnTo>
                  <a:pt x="581721" y="177831"/>
                </a:lnTo>
                <a:lnTo>
                  <a:pt x="548315" y="177831"/>
                </a:lnTo>
                <a:close/>
                <a:moveTo>
                  <a:pt x="711096" y="110087"/>
                </a:moveTo>
                <a:lnTo>
                  <a:pt x="768963" y="110087"/>
                </a:lnTo>
                <a:cubicBezTo>
                  <a:pt x="768963" y="102246"/>
                  <a:pt x="766688" y="95737"/>
                  <a:pt x="762139" y="90561"/>
                </a:cubicBezTo>
                <a:cubicBezTo>
                  <a:pt x="757593" y="85385"/>
                  <a:pt x="751007" y="82798"/>
                  <a:pt x="742380" y="82798"/>
                </a:cubicBezTo>
                <a:cubicBezTo>
                  <a:pt x="734070" y="82798"/>
                  <a:pt x="726934" y="85385"/>
                  <a:pt x="720974" y="90561"/>
                </a:cubicBezTo>
                <a:cubicBezTo>
                  <a:pt x="715015" y="95737"/>
                  <a:pt x="711723" y="102246"/>
                  <a:pt x="711096" y="110087"/>
                </a:cubicBezTo>
                <a:moveTo>
                  <a:pt x="797189" y="122789"/>
                </a:moveTo>
                <a:cubicBezTo>
                  <a:pt x="797189" y="126082"/>
                  <a:pt x="797111" y="128591"/>
                  <a:pt x="796956" y="130316"/>
                </a:cubicBezTo>
                <a:lnTo>
                  <a:pt x="711096" y="130316"/>
                </a:lnTo>
                <a:cubicBezTo>
                  <a:pt x="711723" y="138158"/>
                  <a:pt x="715172" y="144744"/>
                  <a:pt x="721444" y="150075"/>
                </a:cubicBezTo>
                <a:cubicBezTo>
                  <a:pt x="727718" y="155406"/>
                  <a:pt x="735010" y="158072"/>
                  <a:pt x="743321" y="158072"/>
                </a:cubicBezTo>
                <a:cubicBezTo>
                  <a:pt x="756338" y="158072"/>
                  <a:pt x="766296" y="153211"/>
                  <a:pt x="773195" y="143489"/>
                </a:cubicBezTo>
                <a:lnTo>
                  <a:pt x="792013" y="158542"/>
                </a:lnTo>
                <a:cubicBezTo>
                  <a:pt x="780879" y="173598"/>
                  <a:pt x="764727" y="181126"/>
                  <a:pt x="743558" y="181126"/>
                </a:cubicBezTo>
                <a:cubicBezTo>
                  <a:pt x="725836" y="181126"/>
                  <a:pt x="711291" y="175795"/>
                  <a:pt x="699922" y="165132"/>
                </a:cubicBezTo>
                <a:cubicBezTo>
                  <a:pt x="688554" y="154467"/>
                  <a:pt x="682870" y="140117"/>
                  <a:pt x="682870" y="122082"/>
                </a:cubicBezTo>
                <a:cubicBezTo>
                  <a:pt x="682870" y="104047"/>
                  <a:pt x="688514" y="89463"/>
                  <a:pt x="699804" y="78329"/>
                </a:cubicBezTo>
                <a:cubicBezTo>
                  <a:pt x="711096" y="67195"/>
                  <a:pt x="725367" y="61628"/>
                  <a:pt x="742617" y="61628"/>
                </a:cubicBezTo>
                <a:cubicBezTo>
                  <a:pt x="758925" y="61628"/>
                  <a:pt x="772096" y="66882"/>
                  <a:pt x="782132" y="77389"/>
                </a:cubicBezTo>
                <a:cubicBezTo>
                  <a:pt x="792170" y="87896"/>
                  <a:pt x="797189" y="103029"/>
                  <a:pt x="797189" y="122789"/>
                </a:cubicBezTo>
                <a:close/>
                <a:moveTo>
                  <a:pt x="824947" y="177831"/>
                </a:moveTo>
                <a:lnTo>
                  <a:pt x="824947" y="0"/>
                </a:lnTo>
                <a:lnTo>
                  <a:pt x="853173" y="0"/>
                </a:lnTo>
                <a:lnTo>
                  <a:pt x="853173" y="177831"/>
                </a:lnTo>
                <a:lnTo>
                  <a:pt x="824947" y="1778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36DCE-13FC-4017-8307-2AF8DAC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091" y="166507"/>
            <a:ext cx="1554557" cy="2630960"/>
          </a:xfrm>
          <a:custGeom xmlns:a="http://schemas.openxmlformats.org/drawingml/2006/main">
            <a:pathLst>
              <a:path w="1554557" h="2630960">
                <a:moveTo>
                  <a:pt x="0" y="180506"/>
                </a:moveTo>
                <a:cubicBezTo>
                  <a:pt x="0" y="80807"/>
                  <a:pt x="80824" y="0"/>
                  <a:pt x="180523" y="0"/>
                </a:cubicBezTo>
                <a:lnTo>
                  <a:pt x="1374048" y="0"/>
                </a:lnTo>
                <a:cubicBezTo>
                  <a:pt x="1473733" y="0"/>
                  <a:pt x="1554557" y="80807"/>
                  <a:pt x="1554557" y="180506"/>
                </a:cubicBezTo>
                <a:lnTo>
                  <a:pt x="1554557" y="2450454"/>
                </a:lnTo>
                <a:cubicBezTo>
                  <a:pt x="1554557" y="2550139"/>
                  <a:pt x="1473733" y="2630960"/>
                  <a:pt x="1374048" y="2630960"/>
                </a:cubicBezTo>
                <a:lnTo>
                  <a:pt x="180523" y="2630960"/>
                </a:lnTo>
                <a:cubicBezTo>
                  <a:pt x="80824" y="2630960"/>
                  <a:pt x="0" y="2550139"/>
                  <a:pt x="0" y="2450454"/>
                </a:cubicBezTo>
                <a:lnTo>
                  <a:pt x="0" y="180506"/>
                </a:lnTo>
                <a:close/>
                <a:moveTo>
                  <a:pt x="0" y="180506"/>
                </a:moveTo>
              </a:path>
            </a:pathLst>
          </a:custGeom>
          <a:solidFill xmlns:a="http://schemas.openxmlformats.org/drawingml/2006/main">
            <a:srgbClr val="D8D2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3C364-3B44-435C-858B-D2460352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76" y="2482267"/>
            <a:ext cx="132551" cy="216275"/>
          </a:xfrm>
          <a:custGeom xmlns:a="http://schemas.openxmlformats.org/drawingml/2006/main">
            <a:pathLst>
              <a:path w="132551" h="216275">
                <a:moveTo>
                  <a:pt x="110974" y="0"/>
                </a:moveTo>
                <a:cubicBezTo>
                  <a:pt x="118614" y="0"/>
                  <a:pt x="125828" y="692"/>
                  <a:pt x="132551" y="2065"/>
                </a:cubicBezTo>
                <a:lnTo>
                  <a:pt x="127385" y="25052"/>
                </a:lnTo>
                <a:lnTo>
                  <a:pt x="112583" y="25052"/>
                </a:lnTo>
                <a:cubicBezTo>
                  <a:pt x="112276" y="20299"/>
                  <a:pt x="111506" y="16919"/>
                  <a:pt x="110279" y="14922"/>
                </a:cubicBezTo>
                <a:cubicBezTo>
                  <a:pt x="109042" y="12966"/>
                  <a:pt x="107127" y="11967"/>
                  <a:pt x="104531" y="11967"/>
                </a:cubicBezTo>
                <a:cubicBezTo>
                  <a:pt x="101457" y="11967"/>
                  <a:pt x="98980" y="13007"/>
                  <a:pt x="97065" y="15160"/>
                </a:cubicBezTo>
                <a:cubicBezTo>
                  <a:pt x="95146" y="17304"/>
                  <a:pt x="93548" y="20221"/>
                  <a:pt x="92243" y="23908"/>
                </a:cubicBezTo>
                <a:cubicBezTo>
                  <a:pt x="90955" y="27581"/>
                  <a:pt x="89650" y="32386"/>
                  <a:pt x="88345" y="38376"/>
                </a:cubicBezTo>
                <a:lnTo>
                  <a:pt x="85469" y="51008"/>
                </a:lnTo>
                <a:lnTo>
                  <a:pt x="110041" y="51008"/>
                </a:lnTo>
                <a:lnTo>
                  <a:pt x="106953" y="65344"/>
                </a:lnTo>
                <a:lnTo>
                  <a:pt x="82248" y="65344"/>
                </a:lnTo>
                <a:lnTo>
                  <a:pt x="61469" y="161382"/>
                </a:lnTo>
                <a:cubicBezTo>
                  <a:pt x="57397" y="179991"/>
                  <a:pt x="50861" y="193778"/>
                  <a:pt x="41838" y="202778"/>
                </a:cubicBezTo>
                <a:cubicBezTo>
                  <a:pt x="32784" y="211777"/>
                  <a:pt x="21485" y="216275"/>
                  <a:pt x="7919" y="216275"/>
                </a:cubicBezTo>
                <a:cubicBezTo>
                  <a:pt x="4658" y="216275"/>
                  <a:pt x="1997" y="216101"/>
                  <a:pt x="0" y="215716"/>
                </a:cubicBezTo>
                <a:lnTo>
                  <a:pt x="2757" y="202859"/>
                </a:lnTo>
                <a:cubicBezTo>
                  <a:pt x="4300" y="203084"/>
                  <a:pt x="5670" y="203190"/>
                  <a:pt x="6911" y="203190"/>
                </a:cubicBezTo>
                <a:cubicBezTo>
                  <a:pt x="11276" y="203190"/>
                  <a:pt x="14881" y="200781"/>
                  <a:pt x="17743" y="195949"/>
                </a:cubicBezTo>
                <a:cubicBezTo>
                  <a:pt x="20633" y="191117"/>
                  <a:pt x="23161" y="183876"/>
                  <a:pt x="25383" y="174239"/>
                </a:cubicBezTo>
                <a:lnTo>
                  <a:pt x="49955" y="65344"/>
                </a:lnTo>
                <a:lnTo>
                  <a:pt x="32624" y="65344"/>
                </a:lnTo>
                <a:lnTo>
                  <a:pt x="34703" y="56065"/>
                </a:lnTo>
                <a:cubicBezTo>
                  <a:pt x="39988" y="55986"/>
                  <a:pt x="43726" y="55615"/>
                  <a:pt x="45897" y="54920"/>
                </a:cubicBezTo>
                <a:cubicBezTo>
                  <a:pt x="48067" y="54228"/>
                  <a:pt x="49890" y="52950"/>
                  <a:pt x="51287" y="51100"/>
                </a:cubicBezTo>
                <a:cubicBezTo>
                  <a:pt x="52725" y="49290"/>
                  <a:pt x="54082" y="45869"/>
                  <a:pt x="55387" y="40904"/>
                </a:cubicBezTo>
                <a:cubicBezTo>
                  <a:pt x="57278" y="33622"/>
                  <a:pt x="59701" y="27581"/>
                  <a:pt x="62614" y="22803"/>
                </a:cubicBezTo>
                <a:cubicBezTo>
                  <a:pt x="65504" y="18023"/>
                  <a:pt x="69310" y="13859"/>
                  <a:pt x="73968" y="10277"/>
                </a:cubicBezTo>
                <a:cubicBezTo>
                  <a:pt x="78654" y="6723"/>
                  <a:pt x="84099" y="4113"/>
                  <a:pt x="90328" y="2477"/>
                </a:cubicBezTo>
                <a:cubicBezTo>
                  <a:pt x="96598" y="838"/>
                  <a:pt x="103454" y="0"/>
                  <a:pt x="110974" y="0"/>
                </a:cubicBezTo>
                <a:close/>
                <a:moveTo>
                  <a:pt x="110974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787AE-ED81-4AF4-98A8-1A1A889F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001" y="2439658"/>
            <a:ext cx="469164" cy="157508"/>
          </a:xfrm>
          <a:custGeom xmlns:a="http://schemas.openxmlformats.org/drawingml/2006/main">
            <a:pathLst>
              <a:path w="469164" h="157508">
                <a:moveTo>
                  <a:pt x="240394" y="81570"/>
                </a:moveTo>
                <a:cubicBezTo>
                  <a:pt x="228014" y="81823"/>
                  <a:pt x="218909" y="83434"/>
                  <a:pt x="213106" y="86321"/>
                </a:cubicBezTo>
                <a:cubicBezTo>
                  <a:pt x="207303" y="89210"/>
                  <a:pt x="204413" y="93643"/>
                  <a:pt x="204413" y="99538"/>
                </a:cubicBezTo>
                <a:cubicBezTo>
                  <a:pt x="204413" y="104118"/>
                  <a:pt x="205718" y="107420"/>
                  <a:pt x="208301" y="109468"/>
                </a:cubicBezTo>
                <a:cubicBezTo>
                  <a:pt x="210908" y="111479"/>
                  <a:pt x="214462" y="112504"/>
                  <a:pt x="218960" y="112504"/>
                </a:cubicBezTo>
                <a:cubicBezTo>
                  <a:pt x="222156" y="112504"/>
                  <a:pt x="225046" y="111945"/>
                  <a:pt x="227653" y="110841"/>
                </a:cubicBezTo>
                <a:cubicBezTo>
                  <a:pt x="230290" y="109724"/>
                  <a:pt x="232539" y="108286"/>
                  <a:pt x="234403" y="106527"/>
                </a:cubicBezTo>
                <a:cubicBezTo>
                  <a:pt x="236267" y="104759"/>
                  <a:pt x="237729" y="102813"/>
                  <a:pt x="238796" y="100670"/>
                </a:cubicBezTo>
                <a:cubicBezTo>
                  <a:pt x="239845" y="98526"/>
                  <a:pt x="240394" y="96424"/>
                  <a:pt x="240394" y="94349"/>
                </a:cubicBezTo>
                <a:lnTo>
                  <a:pt x="240394" y="81570"/>
                </a:lnTo>
                <a:close/>
                <a:moveTo>
                  <a:pt x="334606" y="47839"/>
                </a:moveTo>
                <a:cubicBezTo>
                  <a:pt x="331826" y="47839"/>
                  <a:pt x="329083" y="48387"/>
                  <a:pt x="326367" y="49478"/>
                </a:cubicBezTo>
                <a:cubicBezTo>
                  <a:pt x="323665" y="50555"/>
                  <a:pt x="321255" y="51993"/>
                  <a:pt x="319139" y="53751"/>
                </a:cubicBezTo>
                <a:cubicBezTo>
                  <a:pt x="317010" y="55496"/>
                  <a:pt x="315333" y="57465"/>
                  <a:pt x="314028" y="59632"/>
                </a:cubicBezTo>
                <a:cubicBezTo>
                  <a:pt x="312750" y="61803"/>
                  <a:pt x="312109" y="64001"/>
                  <a:pt x="312109" y="66182"/>
                </a:cubicBezTo>
                <a:lnTo>
                  <a:pt x="312109" y="90181"/>
                </a:lnTo>
                <a:cubicBezTo>
                  <a:pt x="312109" y="95201"/>
                  <a:pt x="312512" y="99314"/>
                  <a:pt x="313336" y="102561"/>
                </a:cubicBezTo>
                <a:cubicBezTo>
                  <a:pt x="314120" y="105781"/>
                  <a:pt x="315398" y="108337"/>
                  <a:pt x="317115" y="110201"/>
                </a:cubicBezTo>
                <a:cubicBezTo>
                  <a:pt x="318860" y="112078"/>
                  <a:pt x="321054" y="113356"/>
                  <a:pt x="323692" y="114062"/>
                </a:cubicBezTo>
                <a:cubicBezTo>
                  <a:pt x="326353" y="114753"/>
                  <a:pt x="329495" y="115087"/>
                  <a:pt x="333103" y="115087"/>
                </a:cubicBezTo>
                <a:cubicBezTo>
                  <a:pt x="340409" y="115087"/>
                  <a:pt x="345882" y="112252"/>
                  <a:pt x="349542" y="106582"/>
                </a:cubicBezTo>
                <a:cubicBezTo>
                  <a:pt x="353188" y="100871"/>
                  <a:pt x="355011" y="92430"/>
                  <a:pt x="355011" y="81209"/>
                </a:cubicBezTo>
                <a:cubicBezTo>
                  <a:pt x="355011" y="70015"/>
                  <a:pt x="353375" y="61657"/>
                  <a:pt x="350046" y="56133"/>
                </a:cubicBezTo>
                <a:cubicBezTo>
                  <a:pt x="346720" y="50609"/>
                  <a:pt x="341582" y="47839"/>
                  <a:pt x="334606" y="47839"/>
                </a:cubicBezTo>
                <a:close/>
                <a:moveTo>
                  <a:pt x="433559" y="44591"/>
                </a:moveTo>
                <a:cubicBezTo>
                  <a:pt x="430536" y="44591"/>
                  <a:pt x="427820" y="45191"/>
                  <a:pt x="425397" y="46391"/>
                </a:cubicBezTo>
                <a:cubicBezTo>
                  <a:pt x="422964" y="47587"/>
                  <a:pt x="420848" y="49331"/>
                  <a:pt x="419036" y="51608"/>
                </a:cubicBezTo>
                <a:cubicBezTo>
                  <a:pt x="417212" y="53911"/>
                  <a:pt x="415761" y="56692"/>
                  <a:pt x="414602" y="60021"/>
                </a:cubicBezTo>
                <a:cubicBezTo>
                  <a:pt x="413461" y="63333"/>
                  <a:pt x="412715" y="67102"/>
                  <a:pt x="412381" y="71266"/>
                </a:cubicBezTo>
                <a:lnTo>
                  <a:pt x="451196" y="71266"/>
                </a:lnTo>
                <a:cubicBezTo>
                  <a:pt x="450637" y="62188"/>
                  <a:pt x="448971" y="55468"/>
                  <a:pt x="446218" y="51114"/>
                </a:cubicBezTo>
                <a:cubicBezTo>
                  <a:pt x="443447" y="46776"/>
                  <a:pt x="439229" y="44591"/>
                  <a:pt x="433559" y="44591"/>
                </a:cubicBezTo>
                <a:close/>
                <a:moveTo>
                  <a:pt x="434557" y="36314"/>
                </a:moveTo>
                <a:cubicBezTo>
                  <a:pt x="440452" y="36314"/>
                  <a:pt x="445577" y="37204"/>
                  <a:pt x="449864" y="39027"/>
                </a:cubicBezTo>
                <a:cubicBezTo>
                  <a:pt x="454164" y="40840"/>
                  <a:pt x="457636" y="43314"/>
                  <a:pt x="460325" y="46524"/>
                </a:cubicBezTo>
                <a:cubicBezTo>
                  <a:pt x="461657" y="48081"/>
                  <a:pt x="462857" y="49863"/>
                  <a:pt x="463906" y="51860"/>
                </a:cubicBezTo>
                <a:cubicBezTo>
                  <a:pt x="464973" y="53884"/>
                  <a:pt x="465876" y="56211"/>
                  <a:pt x="466636" y="58835"/>
                </a:cubicBezTo>
                <a:cubicBezTo>
                  <a:pt x="467382" y="61496"/>
                  <a:pt x="467968" y="64519"/>
                  <a:pt x="468381" y="67913"/>
                </a:cubicBezTo>
                <a:cubicBezTo>
                  <a:pt x="468820" y="71320"/>
                  <a:pt x="469072" y="75208"/>
                  <a:pt x="469164" y="79546"/>
                </a:cubicBezTo>
                <a:lnTo>
                  <a:pt x="411904" y="79546"/>
                </a:lnTo>
                <a:lnTo>
                  <a:pt x="411904" y="80293"/>
                </a:lnTo>
                <a:cubicBezTo>
                  <a:pt x="411904" y="90849"/>
                  <a:pt x="413846" y="98727"/>
                  <a:pt x="417785" y="103972"/>
                </a:cubicBezTo>
                <a:cubicBezTo>
                  <a:pt x="421710" y="109202"/>
                  <a:pt x="427953" y="111840"/>
                  <a:pt x="436472" y="111840"/>
                </a:cubicBezTo>
                <a:cubicBezTo>
                  <a:pt x="438776" y="111840"/>
                  <a:pt x="440946" y="111612"/>
                  <a:pt x="443035" y="111134"/>
                </a:cubicBezTo>
                <a:cubicBezTo>
                  <a:pt x="445138" y="110640"/>
                  <a:pt x="447203" y="109921"/>
                  <a:pt x="449278" y="108896"/>
                </a:cubicBezTo>
                <a:cubicBezTo>
                  <a:pt x="451356" y="107911"/>
                  <a:pt x="453418" y="106609"/>
                  <a:pt x="455520" y="105011"/>
                </a:cubicBezTo>
                <a:cubicBezTo>
                  <a:pt x="457585" y="103427"/>
                  <a:pt x="459793" y="101535"/>
                  <a:pt x="462056" y="99368"/>
                </a:cubicBezTo>
                <a:lnTo>
                  <a:pt x="467914" y="106316"/>
                </a:lnTo>
                <a:cubicBezTo>
                  <a:pt x="464799" y="109390"/>
                  <a:pt x="461831" y="112000"/>
                  <a:pt x="459023" y="114140"/>
                </a:cubicBezTo>
                <a:cubicBezTo>
                  <a:pt x="456212" y="116297"/>
                  <a:pt x="453391" y="118028"/>
                  <a:pt x="450610" y="119360"/>
                </a:cubicBezTo>
                <a:cubicBezTo>
                  <a:pt x="447826" y="120717"/>
                  <a:pt x="444981" y="121688"/>
                  <a:pt x="442091" y="122301"/>
                </a:cubicBezTo>
                <a:cubicBezTo>
                  <a:pt x="439174" y="122914"/>
                  <a:pt x="436114" y="123221"/>
                  <a:pt x="432894" y="123221"/>
                </a:cubicBezTo>
                <a:cubicBezTo>
                  <a:pt x="420153" y="123221"/>
                  <a:pt x="410598" y="119558"/>
                  <a:pt x="404209" y="112303"/>
                </a:cubicBezTo>
                <a:cubicBezTo>
                  <a:pt x="397779" y="105011"/>
                  <a:pt x="394559" y="94308"/>
                  <a:pt x="394559" y="80132"/>
                </a:cubicBezTo>
                <a:cubicBezTo>
                  <a:pt x="394559" y="73624"/>
                  <a:pt x="395503" y="67661"/>
                  <a:pt x="397432" y="62270"/>
                </a:cubicBezTo>
                <a:cubicBezTo>
                  <a:pt x="399323" y="56893"/>
                  <a:pt x="401998" y="52299"/>
                  <a:pt x="405525" y="48439"/>
                </a:cubicBezTo>
                <a:cubicBezTo>
                  <a:pt x="409041" y="44591"/>
                  <a:pt x="413260" y="41610"/>
                  <a:pt x="418156" y="39480"/>
                </a:cubicBezTo>
                <a:cubicBezTo>
                  <a:pt x="423070" y="37364"/>
                  <a:pt x="428539" y="36314"/>
                  <a:pt x="434557" y="36314"/>
                </a:cubicBezTo>
                <a:close/>
                <a:moveTo>
                  <a:pt x="341220" y="36314"/>
                </a:moveTo>
                <a:cubicBezTo>
                  <a:pt x="351296" y="36314"/>
                  <a:pt x="359073" y="40001"/>
                  <a:pt x="364514" y="47362"/>
                </a:cubicBezTo>
                <a:cubicBezTo>
                  <a:pt x="369946" y="54695"/>
                  <a:pt x="372676" y="65384"/>
                  <a:pt x="372676" y="79372"/>
                </a:cubicBezTo>
                <a:cubicBezTo>
                  <a:pt x="372676" y="86961"/>
                  <a:pt x="371728" y="93511"/>
                  <a:pt x="369868" y="99007"/>
                </a:cubicBezTo>
                <a:cubicBezTo>
                  <a:pt x="368004" y="104479"/>
                  <a:pt x="365394" y="109029"/>
                  <a:pt x="362013" y="112637"/>
                </a:cubicBezTo>
                <a:cubicBezTo>
                  <a:pt x="358647" y="116246"/>
                  <a:pt x="354547" y="118893"/>
                  <a:pt x="349794" y="120611"/>
                </a:cubicBezTo>
                <a:cubicBezTo>
                  <a:pt x="345040" y="122356"/>
                  <a:pt x="339745" y="123221"/>
                  <a:pt x="333942" y="123221"/>
                </a:cubicBezTo>
                <a:cubicBezTo>
                  <a:pt x="325396" y="123221"/>
                  <a:pt x="318141" y="121916"/>
                  <a:pt x="312109" y="119279"/>
                </a:cubicBezTo>
                <a:lnTo>
                  <a:pt x="312109" y="136265"/>
                </a:lnTo>
                <a:cubicBezTo>
                  <a:pt x="312109" y="139564"/>
                  <a:pt x="312178" y="142068"/>
                  <a:pt x="312310" y="143823"/>
                </a:cubicBezTo>
                <a:cubicBezTo>
                  <a:pt x="312457" y="145595"/>
                  <a:pt x="312869" y="146951"/>
                  <a:pt x="313561" y="147899"/>
                </a:cubicBezTo>
                <a:cubicBezTo>
                  <a:pt x="314280" y="148843"/>
                  <a:pt x="315370" y="149562"/>
                  <a:pt x="316890" y="150066"/>
                </a:cubicBezTo>
                <a:cubicBezTo>
                  <a:pt x="318393" y="150574"/>
                  <a:pt x="320495" y="151211"/>
                  <a:pt x="323225" y="151984"/>
                </a:cubicBezTo>
                <a:lnTo>
                  <a:pt x="323225" y="157508"/>
                </a:lnTo>
                <a:lnTo>
                  <a:pt x="285261" y="157508"/>
                </a:lnTo>
                <a:lnTo>
                  <a:pt x="285261" y="151984"/>
                </a:lnTo>
                <a:cubicBezTo>
                  <a:pt x="287660" y="151265"/>
                  <a:pt x="289521" y="150652"/>
                  <a:pt x="290908" y="150148"/>
                </a:cubicBezTo>
                <a:cubicBezTo>
                  <a:pt x="292264" y="149654"/>
                  <a:pt x="293317" y="148921"/>
                  <a:pt x="294008" y="147963"/>
                </a:cubicBezTo>
                <a:cubicBezTo>
                  <a:pt x="294687" y="147020"/>
                  <a:pt x="295153" y="145674"/>
                  <a:pt x="295327" y="143878"/>
                </a:cubicBezTo>
                <a:cubicBezTo>
                  <a:pt x="295538" y="142096"/>
                  <a:pt x="295644" y="139564"/>
                  <a:pt x="295644" y="136265"/>
                </a:cubicBezTo>
                <a:lnTo>
                  <a:pt x="295644" y="61725"/>
                </a:lnTo>
                <a:cubicBezTo>
                  <a:pt x="295644" y="58556"/>
                  <a:pt x="295620" y="55922"/>
                  <a:pt x="295593" y="53884"/>
                </a:cubicBezTo>
                <a:cubicBezTo>
                  <a:pt x="295566" y="51805"/>
                  <a:pt x="295232" y="50091"/>
                  <a:pt x="294595" y="48773"/>
                </a:cubicBezTo>
                <a:cubicBezTo>
                  <a:pt x="293954" y="47440"/>
                  <a:pt x="292850" y="46391"/>
                  <a:pt x="291293" y="45617"/>
                </a:cubicBezTo>
                <a:cubicBezTo>
                  <a:pt x="289735" y="44884"/>
                  <a:pt x="287432" y="44247"/>
                  <a:pt x="284409" y="43753"/>
                </a:cubicBezTo>
                <a:lnTo>
                  <a:pt x="284409" y="38056"/>
                </a:lnTo>
                <a:lnTo>
                  <a:pt x="306095" y="37139"/>
                </a:lnTo>
                <a:lnTo>
                  <a:pt x="312283" y="37139"/>
                </a:lnTo>
                <a:cubicBezTo>
                  <a:pt x="312109" y="39535"/>
                  <a:pt x="311925" y="41889"/>
                  <a:pt x="311697" y="44220"/>
                </a:cubicBezTo>
                <a:cubicBezTo>
                  <a:pt x="311472" y="46524"/>
                  <a:pt x="311258" y="48837"/>
                  <a:pt x="311111" y="51195"/>
                </a:cubicBezTo>
                <a:cubicBezTo>
                  <a:pt x="311258" y="51301"/>
                  <a:pt x="311418" y="51369"/>
                  <a:pt x="311564" y="51369"/>
                </a:cubicBezTo>
                <a:cubicBezTo>
                  <a:pt x="311697" y="51369"/>
                  <a:pt x="311816" y="51420"/>
                  <a:pt x="311953" y="51526"/>
                </a:cubicBezTo>
                <a:cubicBezTo>
                  <a:pt x="315503" y="48081"/>
                  <a:pt x="318645" y="45310"/>
                  <a:pt x="321361" y="43300"/>
                </a:cubicBezTo>
                <a:cubicBezTo>
                  <a:pt x="324050" y="41252"/>
                  <a:pt x="326527" y="39722"/>
                  <a:pt x="328749" y="38696"/>
                </a:cubicBezTo>
                <a:cubicBezTo>
                  <a:pt x="330974" y="37671"/>
                  <a:pt x="333076" y="37006"/>
                  <a:pt x="335046" y="36727"/>
                </a:cubicBezTo>
                <a:cubicBezTo>
                  <a:pt x="336988" y="36447"/>
                  <a:pt x="339053" y="36314"/>
                  <a:pt x="341220" y="36314"/>
                </a:cubicBezTo>
                <a:close/>
                <a:moveTo>
                  <a:pt x="231009" y="36314"/>
                </a:moveTo>
                <a:cubicBezTo>
                  <a:pt x="235293" y="36420"/>
                  <a:pt x="239061" y="36901"/>
                  <a:pt x="242254" y="37776"/>
                </a:cubicBezTo>
                <a:cubicBezTo>
                  <a:pt x="245478" y="38642"/>
                  <a:pt x="248139" y="40121"/>
                  <a:pt x="250283" y="42250"/>
                </a:cubicBezTo>
                <a:cubicBezTo>
                  <a:pt x="252426" y="44367"/>
                  <a:pt x="254062" y="47229"/>
                  <a:pt x="255142" y="50810"/>
                </a:cubicBezTo>
                <a:cubicBezTo>
                  <a:pt x="256232" y="54415"/>
                  <a:pt x="256805" y="58968"/>
                  <a:pt x="256859" y="64492"/>
                </a:cubicBezTo>
                <a:lnTo>
                  <a:pt x="256859" y="96451"/>
                </a:lnTo>
                <a:cubicBezTo>
                  <a:pt x="256859" y="100084"/>
                  <a:pt x="256832" y="103001"/>
                  <a:pt x="256777" y="105222"/>
                </a:cubicBezTo>
                <a:cubicBezTo>
                  <a:pt x="256723" y="107471"/>
                  <a:pt x="256978" y="109284"/>
                  <a:pt x="257524" y="110668"/>
                </a:cubicBezTo>
                <a:cubicBezTo>
                  <a:pt x="258082" y="112078"/>
                  <a:pt x="259081" y="113169"/>
                  <a:pt x="260532" y="113970"/>
                </a:cubicBezTo>
                <a:cubicBezTo>
                  <a:pt x="261994" y="114781"/>
                  <a:pt x="264192" y="115578"/>
                  <a:pt x="267160" y="116338"/>
                </a:cubicBezTo>
                <a:lnTo>
                  <a:pt x="267160" y="121715"/>
                </a:lnTo>
                <a:lnTo>
                  <a:pt x="241379" y="121715"/>
                </a:lnTo>
                <a:cubicBezTo>
                  <a:pt x="241484" y="119640"/>
                  <a:pt x="241590" y="117575"/>
                  <a:pt x="241644" y="115527"/>
                </a:cubicBezTo>
                <a:cubicBezTo>
                  <a:pt x="241695" y="113448"/>
                  <a:pt x="241764" y="111465"/>
                  <a:pt x="241896" y="109495"/>
                </a:cubicBezTo>
                <a:cubicBezTo>
                  <a:pt x="241709" y="109390"/>
                  <a:pt x="241563" y="109311"/>
                  <a:pt x="241379" y="109284"/>
                </a:cubicBezTo>
                <a:cubicBezTo>
                  <a:pt x="241205" y="109257"/>
                  <a:pt x="241004" y="109189"/>
                  <a:pt x="240724" y="109083"/>
                </a:cubicBezTo>
                <a:cubicBezTo>
                  <a:pt x="238090" y="111639"/>
                  <a:pt x="235599" y="113809"/>
                  <a:pt x="233231" y="115605"/>
                </a:cubicBezTo>
                <a:cubicBezTo>
                  <a:pt x="230849" y="117391"/>
                  <a:pt x="228491" y="118853"/>
                  <a:pt x="226123" y="119998"/>
                </a:cubicBezTo>
                <a:cubicBezTo>
                  <a:pt x="223741" y="121156"/>
                  <a:pt x="221332" y="121967"/>
                  <a:pt x="218936" y="122448"/>
                </a:cubicBezTo>
                <a:cubicBezTo>
                  <a:pt x="216500" y="122966"/>
                  <a:pt x="213971" y="123221"/>
                  <a:pt x="211361" y="123221"/>
                </a:cubicBezTo>
                <a:cubicBezTo>
                  <a:pt x="207739" y="123221"/>
                  <a:pt x="204468" y="122686"/>
                  <a:pt x="201524" y="121637"/>
                </a:cubicBezTo>
                <a:cubicBezTo>
                  <a:pt x="198610" y="120556"/>
                  <a:pt x="196133" y="119081"/>
                  <a:pt x="194085" y="117162"/>
                </a:cubicBezTo>
                <a:cubicBezTo>
                  <a:pt x="192034" y="115220"/>
                  <a:pt x="190476" y="112944"/>
                  <a:pt x="189399" y="110334"/>
                </a:cubicBezTo>
                <a:cubicBezTo>
                  <a:pt x="188306" y="107700"/>
                  <a:pt x="187760" y="104810"/>
                  <a:pt x="187760" y="101644"/>
                </a:cubicBezTo>
                <a:cubicBezTo>
                  <a:pt x="187760" y="93044"/>
                  <a:pt x="192166" y="86453"/>
                  <a:pt x="200938" y="81904"/>
                </a:cubicBezTo>
                <a:cubicBezTo>
                  <a:pt x="209726" y="77325"/>
                  <a:pt x="222875" y="74595"/>
                  <a:pt x="240394" y="73689"/>
                </a:cubicBezTo>
                <a:lnTo>
                  <a:pt x="240394" y="67661"/>
                </a:lnTo>
                <a:cubicBezTo>
                  <a:pt x="240394" y="63548"/>
                  <a:pt x="240060" y="60045"/>
                  <a:pt x="239419" y="57186"/>
                </a:cubicBezTo>
                <a:cubicBezTo>
                  <a:pt x="238782" y="54310"/>
                  <a:pt x="237784" y="51993"/>
                  <a:pt x="236400" y="50197"/>
                </a:cubicBezTo>
                <a:cubicBezTo>
                  <a:pt x="235040" y="48411"/>
                  <a:pt x="233258" y="47110"/>
                  <a:pt x="231009" y="46309"/>
                </a:cubicBezTo>
                <a:cubicBezTo>
                  <a:pt x="228771" y="45498"/>
                  <a:pt x="226068" y="45086"/>
                  <a:pt x="222903" y="45086"/>
                </a:cubicBezTo>
                <a:cubicBezTo>
                  <a:pt x="218497" y="45086"/>
                  <a:pt x="214796" y="46258"/>
                  <a:pt x="211774" y="48612"/>
                </a:cubicBezTo>
                <a:cubicBezTo>
                  <a:pt x="208751" y="50943"/>
                  <a:pt x="206529" y="54644"/>
                  <a:pt x="205078" y="59741"/>
                </a:cubicBezTo>
                <a:lnTo>
                  <a:pt x="192698" y="59741"/>
                </a:lnTo>
                <a:lnTo>
                  <a:pt x="192698" y="47001"/>
                </a:lnTo>
                <a:cubicBezTo>
                  <a:pt x="196719" y="45113"/>
                  <a:pt x="200392" y="43501"/>
                  <a:pt x="203749" y="42169"/>
                </a:cubicBezTo>
                <a:cubicBezTo>
                  <a:pt x="207102" y="40812"/>
                  <a:pt x="210295" y="39722"/>
                  <a:pt x="213304" y="38843"/>
                </a:cubicBezTo>
                <a:cubicBezTo>
                  <a:pt x="216353" y="38005"/>
                  <a:pt x="219321" y="37364"/>
                  <a:pt x="222184" y="36979"/>
                </a:cubicBezTo>
                <a:cubicBezTo>
                  <a:pt x="225070" y="36594"/>
                  <a:pt x="228014" y="36366"/>
                  <a:pt x="231009" y="36314"/>
                </a:cubicBezTo>
                <a:close/>
                <a:moveTo>
                  <a:pt x="35940" y="36314"/>
                </a:moveTo>
                <a:cubicBezTo>
                  <a:pt x="37909" y="36314"/>
                  <a:pt x="39797" y="36338"/>
                  <a:pt x="41675" y="36447"/>
                </a:cubicBezTo>
                <a:cubicBezTo>
                  <a:pt x="43539" y="36512"/>
                  <a:pt x="45508" y="36672"/>
                  <a:pt x="47519" y="36924"/>
                </a:cubicBezTo>
                <a:cubicBezTo>
                  <a:pt x="49570" y="37180"/>
                  <a:pt x="51764" y="37511"/>
                  <a:pt x="54146" y="37896"/>
                </a:cubicBezTo>
                <a:cubicBezTo>
                  <a:pt x="56528" y="38284"/>
                  <a:pt x="59179" y="38788"/>
                  <a:pt x="62120" y="39415"/>
                </a:cubicBezTo>
                <a:lnTo>
                  <a:pt x="62120" y="58051"/>
                </a:lnTo>
                <a:lnTo>
                  <a:pt x="52511" y="58051"/>
                </a:lnTo>
                <a:cubicBezTo>
                  <a:pt x="51672" y="55721"/>
                  <a:pt x="50701" y="53696"/>
                  <a:pt x="49543" y="51993"/>
                </a:cubicBezTo>
                <a:cubicBezTo>
                  <a:pt x="48398" y="50303"/>
                  <a:pt x="47065" y="48892"/>
                  <a:pt x="45576" y="47815"/>
                </a:cubicBezTo>
                <a:cubicBezTo>
                  <a:pt x="44070" y="46721"/>
                  <a:pt x="42315" y="45897"/>
                  <a:pt x="40342" y="45392"/>
                </a:cubicBezTo>
                <a:cubicBezTo>
                  <a:pt x="38373" y="44857"/>
                  <a:pt x="36096" y="44591"/>
                  <a:pt x="33517" y="44591"/>
                </a:cubicBezTo>
                <a:cubicBezTo>
                  <a:pt x="28736" y="44591"/>
                  <a:pt x="24943" y="45590"/>
                  <a:pt x="22163" y="47587"/>
                </a:cubicBezTo>
                <a:cubicBezTo>
                  <a:pt x="19352" y="49611"/>
                  <a:pt x="17968" y="52473"/>
                  <a:pt x="17968" y="56211"/>
                </a:cubicBezTo>
                <a:cubicBezTo>
                  <a:pt x="17968" y="57769"/>
                  <a:pt x="18169" y="59169"/>
                  <a:pt x="18554" y="60406"/>
                </a:cubicBezTo>
                <a:cubicBezTo>
                  <a:pt x="18939" y="61629"/>
                  <a:pt x="19805" y="62856"/>
                  <a:pt x="21137" y="64107"/>
                </a:cubicBezTo>
                <a:cubicBezTo>
                  <a:pt x="22493" y="65384"/>
                  <a:pt x="24463" y="66690"/>
                  <a:pt x="27100" y="68100"/>
                </a:cubicBezTo>
                <a:cubicBezTo>
                  <a:pt x="29707" y="69470"/>
                  <a:pt x="33261" y="71109"/>
                  <a:pt x="37708" y="72959"/>
                </a:cubicBezTo>
                <a:cubicBezTo>
                  <a:pt x="42182" y="74714"/>
                  <a:pt x="45989" y="76459"/>
                  <a:pt x="49154" y="78122"/>
                </a:cubicBezTo>
                <a:cubicBezTo>
                  <a:pt x="52350" y="79798"/>
                  <a:pt x="54961" y="81598"/>
                  <a:pt x="57036" y="83485"/>
                </a:cubicBezTo>
                <a:cubicBezTo>
                  <a:pt x="59084" y="85377"/>
                  <a:pt x="60590" y="87506"/>
                  <a:pt x="61534" y="89824"/>
                </a:cubicBezTo>
                <a:cubicBezTo>
                  <a:pt x="62481" y="92178"/>
                  <a:pt x="62972" y="94894"/>
                  <a:pt x="62972" y="97954"/>
                </a:cubicBezTo>
                <a:cubicBezTo>
                  <a:pt x="62972" y="102309"/>
                  <a:pt x="62202" y="106061"/>
                  <a:pt x="60668" y="109202"/>
                </a:cubicBezTo>
                <a:cubicBezTo>
                  <a:pt x="59125" y="112358"/>
                  <a:pt x="56903" y="114992"/>
                  <a:pt x="54013" y="117057"/>
                </a:cubicBezTo>
                <a:cubicBezTo>
                  <a:pt x="51127" y="119159"/>
                  <a:pt x="47573" y="120717"/>
                  <a:pt x="43378" y="121715"/>
                </a:cubicBezTo>
                <a:cubicBezTo>
                  <a:pt x="39211" y="122713"/>
                  <a:pt x="34515" y="123221"/>
                  <a:pt x="29268" y="123221"/>
                </a:cubicBezTo>
                <a:cubicBezTo>
                  <a:pt x="19273" y="123221"/>
                  <a:pt x="9531" y="121834"/>
                  <a:pt x="0" y="119105"/>
                </a:cubicBezTo>
                <a:lnTo>
                  <a:pt x="0" y="100060"/>
                </a:lnTo>
                <a:lnTo>
                  <a:pt x="9422" y="100060"/>
                </a:lnTo>
                <a:cubicBezTo>
                  <a:pt x="11112" y="105342"/>
                  <a:pt x="13548" y="109189"/>
                  <a:pt x="16718" y="111533"/>
                </a:cubicBezTo>
                <a:cubicBezTo>
                  <a:pt x="19887" y="113915"/>
                  <a:pt x="24279" y="115087"/>
                  <a:pt x="29935" y="115087"/>
                </a:cubicBezTo>
                <a:cubicBezTo>
                  <a:pt x="32331" y="115087"/>
                  <a:pt x="34539" y="114859"/>
                  <a:pt x="36577" y="114355"/>
                </a:cubicBezTo>
                <a:cubicBezTo>
                  <a:pt x="38601" y="113837"/>
                  <a:pt x="40383" y="113077"/>
                  <a:pt x="41903" y="112000"/>
                </a:cubicBezTo>
                <a:cubicBezTo>
                  <a:pt x="43378" y="110947"/>
                  <a:pt x="44591" y="109615"/>
                  <a:pt x="45454" y="107979"/>
                </a:cubicBezTo>
                <a:cubicBezTo>
                  <a:pt x="46295" y="106367"/>
                  <a:pt x="46731" y="104452"/>
                  <a:pt x="46731" y="102227"/>
                </a:cubicBezTo>
                <a:cubicBezTo>
                  <a:pt x="46731" y="100871"/>
                  <a:pt x="46599" y="99699"/>
                  <a:pt x="46319" y="98673"/>
                </a:cubicBezTo>
                <a:cubicBezTo>
                  <a:pt x="46040" y="97623"/>
                  <a:pt x="45600" y="96676"/>
                  <a:pt x="45017" y="95787"/>
                </a:cubicBezTo>
                <a:cubicBezTo>
                  <a:pt x="44431" y="94894"/>
                  <a:pt x="43685" y="94042"/>
                  <a:pt x="42765" y="93231"/>
                </a:cubicBezTo>
                <a:cubicBezTo>
                  <a:pt x="41848" y="92406"/>
                  <a:pt x="40744" y="91619"/>
                  <a:pt x="39466" y="90849"/>
                </a:cubicBezTo>
                <a:cubicBezTo>
                  <a:pt x="36458" y="89118"/>
                  <a:pt x="33435" y="87575"/>
                  <a:pt x="30389" y="86201"/>
                </a:cubicBezTo>
                <a:cubicBezTo>
                  <a:pt x="27353" y="84845"/>
                  <a:pt x="24436" y="83485"/>
                  <a:pt x="21641" y="82184"/>
                </a:cubicBezTo>
                <a:cubicBezTo>
                  <a:pt x="18861" y="80879"/>
                  <a:pt x="16251" y="79546"/>
                  <a:pt x="13828" y="78214"/>
                </a:cubicBezTo>
                <a:cubicBezTo>
                  <a:pt x="11392" y="76871"/>
                  <a:pt x="9275" y="75355"/>
                  <a:pt x="7452" y="73651"/>
                </a:cubicBezTo>
                <a:cubicBezTo>
                  <a:pt x="5670" y="71961"/>
                  <a:pt x="4232" y="70015"/>
                  <a:pt x="3220" y="67848"/>
                </a:cubicBezTo>
                <a:cubicBezTo>
                  <a:pt x="2167" y="65664"/>
                  <a:pt x="1649" y="63135"/>
                  <a:pt x="1649" y="60219"/>
                </a:cubicBezTo>
                <a:cubicBezTo>
                  <a:pt x="1649" y="56160"/>
                  <a:pt x="2528" y="52633"/>
                  <a:pt x="4232" y="49611"/>
                </a:cubicBezTo>
                <a:cubicBezTo>
                  <a:pt x="5977" y="46588"/>
                  <a:pt x="8386" y="44114"/>
                  <a:pt x="11446" y="42169"/>
                </a:cubicBezTo>
                <a:cubicBezTo>
                  <a:pt x="14520" y="40199"/>
                  <a:pt x="18142" y="38747"/>
                  <a:pt x="22309" y="37776"/>
                </a:cubicBezTo>
                <a:cubicBezTo>
                  <a:pt x="26501" y="36805"/>
                  <a:pt x="31026" y="36314"/>
                  <a:pt x="35940" y="36314"/>
                </a:cubicBezTo>
                <a:close/>
                <a:moveTo>
                  <a:pt x="103849" y="0"/>
                </a:moveTo>
                <a:lnTo>
                  <a:pt x="109785" y="0"/>
                </a:lnTo>
                <a:lnTo>
                  <a:pt x="109785" y="51369"/>
                </a:lnTo>
                <a:lnTo>
                  <a:pt x="109959" y="51369"/>
                </a:lnTo>
                <a:cubicBezTo>
                  <a:pt x="112794" y="48640"/>
                  <a:pt x="115404" y="46309"/>
                  <a:pt x="117813" y="44367"/>
                </a:cubicBezTo>
                <a:cubicBezTo>
                  <a:pt x="120209" y="42448"/>
                  <a:pt x="122512" y="40891"/>
                  <a:pt x="124720" y="39695"/>
                </a:cubicBezTo>
                <a:cubicBezTo>
                  <a:pt x="126918" y="38482"/>
                  <a:pt x="129086" y="37616"/>
                  <a:pt x="131205" y="37112"/>
                </a:cubicBezTo>
                <a:cubicBezTo>
                  <a:pt x="133335" y="36567"/>
                  <a:pt x="135556" y="36314"/>
                  <a:pt x="137884" y="36314"/>
                </a:cubicBezTo>
                <a:cubicBezTo>
                  <a:pt x="146604" y="36314"/>
                  <a:pt x="152860" y="38696"/>
                  <a:pt x="156707" y="43447"/>
                </a:cubicBezTo>
                <a:cubicBezTo>
                  <a:pt x="160568" y="48227"/>
                  <a:pt x="162483" y="55693"/>
                  <a:pt x="162483" y="65851"/>
                </a:cubicBezTo>
                <a:lnTo>
                  <a:pt x="162483" y="100390"/>
                </a:lnTo>
                <a:cubicBezTo>
                  <a:pt x="162483" y="103706"/>
                  <a:pt x="162524" y="106289"/>
                  <a:pt x="162602" y="108085"/>
                </a:cubicBezTo>
                <a:cubicBezTo>
                  <a:pt x="162684" y="109843"/>
                  <a:pt x="163042" y="111226"/>
                  <a:pt x="163655" y="112170"/>
                </a:cubicBezTo>
                <a:cubicBezTo>
                  <a:pt x="164269" y="113118"/>
                  <a:pt x="165291" y="113837"/>
                  <a:pt x="166743" y="114355"/>
                </a:cubicBezTo>
                <a:cubicBezTo>
                  <a:pt x="168208" y="114859"/>
                  <a:pt x="170256" y="115527"/>
                  <a:pt x="172934" y="116338"/>
                </a:cubicBezTo>
                <a:lnTo>
                  <a:pt x="172934" y="121715"/>
                </a:lnTo>
                <a:lnTo>
                  <a:pt x="136034" y="121715"/>
                </a:lnTo>
                <a:lnTo>
                  <a:pt x="136034" y="116338"/>
                </a:lnTo>
                <a:cubicBezTo>
                  <a:pt x="138300" y="115578"/>
                  <a:pt x="140054" y="114941"/>
                  <a:pt x="141360" y="114474"/>
                </a:cubicBezTo>
                <a:cubicBezTo>
                  <a:pt x="142665" y="113993"/>
                  <a:pt x="143663" y="113302"/>
                  <a:pt x="144328" y="112385"/>
                </a:cubicBezTo>
                <a:cubicBezTo>
                  <a:pt x="144992" y="111465"/>
                  <a:pt x="145418" y="110136"/>
                  <a:pt x="145633" y="108419"/>
                </a:cubicBezTo>
                <a:cubicBezTo>
                  <a:pt x="145834" y="106674"/>
                  <a:pt x="145912" y="104146"/>
                  <a:pt x="145912" y="100803"/>
                </a:cubicBezTo>
                <a:lnTo>
                  <a:pt x="145912" y="75021"/>
                </a:lnTo>
                <a:cubicBezTo>
                  <a:pt x="145912" y="69576"/>
                  <a:pt x="145687" y="65078"/>
                  <a:pt x="145166" y="61578"/>
                </a:cubicBezTo>
                <a:cubicBezTo>
                  <a:pt x="144662" y="58051"/>
                  <a:pt x="143837" y="55281"/>
                  <a:pt x="142665" y="53298"/>
                </a:cubicBezTo>
                <a:cubicBezTo>
                  <a:pt x="141492" y="51274"/>
                  <a:pt x="139908" y="49890"/>
                  <a:pt x="137938" y="49106"/>
                </a:cubicBezTo>
                <a:cubicBezTo>
                  <a:pt x="135969" y="48333"/>
                  <a:pt x="133505" y="47893"/>
                  <a:pt x="130619" y="47839"/>
                </a:cubicBezTo>
                <a:cubicBezTo>
                  <a:pt x="128503" y="47839"/>
                  <a:pt x="126227" y="48387"/>
                  <a:pt x="123790" y="49478"/>
                </a:cubicBezTo>
                <a:cubicBezTo>
                  <a:pt x="121367" y="50555"/>
                  <a:pt x="119118" y="51965"/>
                  <a:pt x="117067" y="53669"/>
                </a:cubicBezTo>
                <a:cubicBezTo>
                  <a:pt x="115005" y="55359"/>
                  <a:pt x="113261" y="57278"/>
                  <a:pt x="111877" y="59408"/>
                </a:cubicBezTo>
                <a:cubicBezTo>
                  <a:pt x="110477" y="61496"/>
                  <a:pt x="109785" y="63599"/>
                  <a:pt x="109785" y="65664"/>
                </a:cubicBezTo>
                <a:lnTo>
                  <a:pt x="109785" y="100390"/>
                </a:lnTo>
                <a:cubicBezTo>
                  <a:pt x="109785" y="103784"/>
                  <a:pt x="109853" y="106395"/>
                  <a:pt x="109986" y="108218"/>
                </a:cubicBezTo>
                <a:cubicBezTo>
                  <a:pt x="110146" y="110003"/>
                  <a:pt x="110545" y="111387"/>
                  <a:pt x="111209" y="112331"/>
                </a:cubicBezTo>
                <a:cubicBezTo>
                  <a:pt x="111877" y="113302"/>
                  <a:pt x="112876" y="114021"/>
                  <a:pt x="114232" y="114528"/>
                </a:cubicBezTo>
                <a:cubicBezTo>
                  <a:pt x="115564" y="115019"/>
                  <a:pt x="117428" y="115632"/>
                  <a:pt x="119837" y="116338"/>
                </a:cubicBezTo>
                <a:lnTo>
                  <a:pt x="119837" y="121715"/>
                </a:lnTo>
                <a:lnTo>
                  <a:pt x="83111" y="121715"/>
                </a:lnTo>
                <a:lnTo>
                  <a:pt x="83111" y="116338"/>
                </a:lnTo>
                <a:cubicBezTo>
                  <a:pt x="85492" y="115673"/>
                  <a:pt x="87384" y="115087"/>
                  <a:pt x="88743" y="114556"/>
                </a:cubicBezTo>
                <a:cubicBezTo>
                  <a:pt x="90127" y="114021"/>
                  <a:pt x="91139" y="113251"/>
                  <a:pt x="91803" y="112252"/>
                </a:cubicBezTo>
                <a:cubicBezTo>
                  <a:pt x="92468" y="111254"/>
                  <a:pt x="92880" y="109843"/>
                  <a:pt x="93054" y="108030"/>
                </a:cubicBezTo>
                <a:cubicBezTo>
                  <a:pt x="93214" y="106221"/>
                  <a:pt x="93320" y="103665"/>
                  <a:pt x="93320" y="100390"/>
                </a:cubicBezTo>
                <a:lnTo>
                  <a:pt x="93320" y="29366"/>
                </a:lnTo>
                <a:cubicBezTo>
                  <a:pt x="93320" y="24838"/>
                  <a:pt x="93320" y="21233"/>
                  <a:pt x="93320" y="18517"/>
                </a:cubicBezTo>
                <a:cubicBezTo>
                  <a:pt x="93320" y="15828"/>
                  <a:pt x="92989" y="13685"/>
                  <a:pt x="92297" y="12100"/>
                </a:cubicBezTo>
                <a:cubicBezTo>
                  <a:pt x="91630" y="10492"/>
                  <a:pt x="90498" y="9347"/>
                  <a:pt x="88863" y="8573"/>
                </a:cubicBezTo>
                <a:cubicBezTo>
                  <a:pt x="87251" y="7827"/>
                  <a:pt x="84828" y="7190"/>
                  <a:pt x="81608" y="6710"/>
                </a:cubicBezTo>
                <a:lnTo>
                  <a:pt x="81608" y="1186"/>
                </a:lnTo>
                <a:lnTo>
                  <a:pt x="103849" y="0"/>
                </a:lnTo>
                <a:close/>
                <a:moveTo>
                  <a:pt x="103849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5A21C-050F-452B-8EC0-F7DF622A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8176" y="427891"/>
            <a:ext cx="130752" cy="141438"/>
          </a:xfrm>
          <a:custGeom xmlns:a="http://schemas.openxmlformats.org/drawingml/2006/main">
            <a:pathLst>
              <a:path w="130752" h="141438">
                <a:moveTo>
                  <a:pt x="54920" y="12110"/>
                </a:moveTo>
                <a:cubicBezTo>
                  <a:pt x="48957" y="12110"/>
                  <a:pt x="45072" y="12192"/>
                  <a:pt x="43208" y="12339"/>
                </a:cubicBezTo>
                <a:lnTo>
                  <a:pt x="43208" y="69947"/>
                </a:lnTo>
                <a:lnTo>
                  <a:pt x="53458" y="69947"/>
                </a:lnTo>
                <a:cubicBezTo>
                  <a:pt x="60525" y="69947"/>
                  <a:pt x="66090" y="68697"/>
                  <a:pt x="70216" y="66219"/>
                </a:cubicBezTo>
                <a:cubicBezTo>
                  <a:pt x="74302" y="63732"/>
                  <a:pt x="77164" y="60362"/>
                  <a:pt x="78800" y="56116"/>
                </a:cubicBezTo>
                <a:cubicBezTo>
                  <a:pt x="80412" y="51870"/>
                  <a:pt x="81236" y="46599"/>
                  <a:pt x="81236" y="40318"/>
                </a:cubicBezTo>
                <a:cubicBezTo>
                  <a:pt x="81236" y="30907"/>
                  <a:pt x="79028" y="23877"/>
                  <a:pt x="74609" y="19168"/>
                </a:cubicBezTo>
                <a:cubicBezTo>
                  <a:pt x="70189" y="14469"/>
                  <a:pt x="63612" y="12110"/>
                  <a:pt x="54920" y="12110"/>
                </a:cubicBezTo>
                <a:close/>
                <a:moveTo>
                  <a:pt x="0" y="0"/>
                </a:moveTo>
                <a:lnTo>
                  <a:pt x="60420" y="0"/>
                </a:lnTo>
                <a:cubicBezTo>
                  <a:pt x="70363" y="0"/>
                  <a:pt x="78626" y="889"/>
                  <a:pt x="85216" y="2702"/>
                </a:cubicBezTo>
                <a:cubicBezTo>
                  <a:pt x="91817" y="4498"/>
                  <a:pt x="97075" y="6948"/>
                  <a:pt x="100963" y="10090"/>
                </a:cubicBezTo>
                <a:cubicBezTo>
                  <a:pt x="104875" y="13242"/>
                  <a:pt x="107870" y="17130"/>
                  <a:pt x="109949" y="21747"/>
                </a:cubicBezTo>
                <a:cubicBezTo>
                  <a:pt x="112010" y="26381"/>
                  <a:pt x="113036" y="31851"/>
                  <a:pt x="113036" y="38134"/>
                </a:cubicBezTo>
                <a:cubicBezTo>
                  <a:pt x="113036" y="44895"/>
                  <a:pt x="111864" y="50698"/>
                  <a:pt x="109482" y="55557"/>
                </a:cubicBezTo>
                <a:cubicBezTo>
                  <a:pt x="107086" y="60389"/>
                  <a:pt x="103876" y="64396"/>
                  <a:pt x="99845" y="67616"/>
                </a:cubicBezTo>
                <a:cubicBezTo>
                  <a:pt x="95797" y="70813"/>
                  <a:pt x="90382" y="73835"/>
                  <a:pt x="83605" y="76670"/>
                </a:cubicBezTo>
                <a:lnTo>
                  <a:pt x="83605" y="77720"/>
                </a:lnTo>
                <a:cubicBezTo>
                  <a:pt x="88716" y="79918"/>
                  <a:pt x="92962" y="82886"/>
                  <a:pt x="96318" y="86573"/>
                </a:cubicBezTo>
                <a:cubicBezTo>
                  <a:pt x="99658" y="90273"/>
                  <a:pt x="102680" y="94959"/>
                  <a:pt x="105369" y="100602"/>
                </a:cubicBezTo>
                <a:lnTo>
                  <a:pt x="111918" y="114712"/>
                </a:lnTo>
                <a:cubicBezTo>
                  <a:pt x="114808" y="120979"/>
                  <a:pt x="117694" y="125705"/>
                  <a:pt x="120556" y="128861"/>
                </a:cubicBezTo>
                <a:cubicBezTo>
                  <a:pt x="123419" y="132002"/>
                  <a:pt x="126813" y="133917"/>
                  <a:pt x="130752" y="134609"/>
                </a:cubicBezTo>
                <a:lnTo>
                  <a:pt x="130752" y="141438"/>
                </a:lnTo>
                <a:lnTo>
                  <a:pt x="90873" y="141438"/>
                </a:lnTo>
                <a:cubicBezTo>
                  <a:pt x="86852" y="135914"/>
                  <a:pt x="82327" y="127702"/>
                  <a:pt x="77297" y="116788"/>
                </a:cubicBezTo>
                <a:lnTo>
                  <a:pt x="69218" y="99072"/>
                </a:lnTo>
                <a:cubicBezTo>
                  <a:pt x="66809" y="93800"/>
                  <a:pt x="64717" y="90072"/>
                  <a:pt x="62999" y="87878"/>
                </a:cubicBezTo>
                <a:cubicBezTo>
                  <a:pt x="61258" y="85666"/>
                  <a:pt x="59500" y="84136"/>
                  <a:pt x="57649" y="83325"/>
                </a:cubicBezTo>
                <a:cubicBezTo>
                  <a:pt x="55840" y="82473"/>
                  <a:pt x="53005" y="82071"/>
                  <a:pt x="49222" y="82071"/>
                </a:cubicBezTo>
                <a:lnTo>
                  <a:pt x="43208" y="82071"/>
                </a:lnTo>
                <a:lnTo>
                  <a:pt x="43208" y="115431"/>
                </a:lnTo>
                <a:cubicBezTo>
                  <a:pt x="43208" y="120621"/>
                  <a:pt x="43433" y="124230"/>
                  <a:pt x="43927" y="126332"/>
                </a:cubicBezTo>
                <a:cubicBezTo>
                  <a:pt x="44404" y="128394"/>
                  <a:pt x="45365" y="130033"/>
                  <a:pt x="46735" y="131283"/>
                </a:cubicBezTo>
                <a:cubicBezTo>
                  <a:pt x="48118" y="132534"/>
                  <a:pt x="50674" y="133638"/>
                  <a:pt x="54415" y="134609"/>
                </a:cubicBezTo>
                <a:lnTo>
                  <a:pt x="54415" y="141438"/>
                </a:lnTo>
                <a:lnTo>
                  <a:pt x="0" y="141438"/>
                </a:lnTo>
                <a:lnTo>
                  <a:pt x="0" y="134609"/>
                </a:lnTo>
                <a:cubicBezTo>
                  <a:pt x="3728" y="133638"/>
                  <a:pt x="6270" y="132534"/>
                  <a:pt x="7613" y="131283"/>
                </a:cubicBezTo>
                <a:cubicBezTo>
                  <a:pt x="8945" y="130033"/>
                  <a:pt x="9865" y="128394"/>
                  <a:pt x="10356" y="126370"/>
                </a:cubicBezTo>
                <a:cubicBezTo>
                  <a:pt x="10836" y="124335"/>
                  <a:pt x="11075" y="120676"/>
                  <a:pt x="11075" y="115431"/>
                </a:cubicBezTo>
                <a:lnTo>
                  <a:pt x="11075" y="26129"/>
                </a:lnTo>
                <a:cubicBezTo>
                  <a:pt x="11075" y="20858"/>
                  <a:pt x="10863" y="17222"/>
                  <a:pt x="10410" y="15188"/>
                </a:cubicBezTo>
                <a:cubicBezTo>
                  <a:pt x="9971" y="13136"/>
                  <a:pt x="9051" y="11501"/>
                  <a:pt x="7667" y="10247"/>
                </a:cubicBezTo>
                <a:cubicBezTo>
                  <a:pt x="6284" y="9023"/>
                  <a:pt x="3728" y="7865"/>
                  <a:pt x="0" y="6839"/>
                </a:cubicBez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F5798-9521-4AFC-A298-8FE63B94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579" y="511002"/>
            <a:ext cx="284396" cy="142852"/>
          </a:xfrm>
          <a:custGeom xmlns:a="http://schemas.openxmlformats.org/drawingml/2006/main">
            <a:pathLst>
              <a:path w="284396" h="142852">
                <a:moveTo>
                  <a:pt x="250974" y="0"/>
                </a:moveTo>
                <a:lnTo>
                  <a:pt x="284396" y="0"/>
                </a:lnTo>
                <a:lnTo>
                  <a:pt x="284396" y="142852"/>
                </a:lnTo>
                <a:lnTo>
                  <a:pt x="250974" y="142852"/>
                </a:lnTo>
                <a:lnTo>
                  <a:pt x="250974" y="137076"/>
                </a:lnTo>
                <a:lnTo>
                  <a:pt x="271938" y="137076"/>
                </a:lnTo>
                <a:lnTo>
                  <a:pt x="271938" y="5776"/>
                </a:lnTo>
                <a:lnTo>
                  <a:pt x="250974" y="5776"/>
                </a:lnTo>
                <a:lnTo>
                  <a:pt x="250974" y="0"/>
                </a:lnTo>
                <a:close/>
                <a:moveTo>
                  <a:pt x="0" y="0"/>
                </a:moveTo>
                <a:lnTo>
                  <a:pt x="33381" y="0"/>
                </a:lnTo>
                <a:lnTo>
                  <a:pt x="33381" y="5776"/>
                </a:lnTo>
                <a:lnTo>
                  <a:pt x="12417" y="5776"/>
                </a:lnTo>
                <a:lnTo>
                  <a:pt x="12417" y="137076"/>
                </a:lnTo>
                <a:lnTo>
                  <a:pt x="33381" y="137076"/>
                </a:lnTo>
                <a:lnTo>
                  <a:pt x="33381" y="142852"/>
                </a:lnTo>
                <a:lnTo>
                  <a:pt x="0" y="14285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09072-69C2-4379-886A-B003656A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176" y="529106"/>
            <a:ext cx="67272" cy="98564"/>
          </a:xfrm>
          <a:custGeom xmlns:a="http://schemas.openxmlformats.org/drawingml/2006/main">
            <a:pathLst>
              <a:path w="67272" h="98564">
                <a:moveTo>
                  <a:pt x="33622" y="7265"/>
                </a:moveTo>
                <a:cubicBezTo>
                  <a:pt x="30150" y="7265"/>
                  <a:pt x="27209" y="8185"/>
                  <a:pt x="24879" y="9994"/>
                </a:cubicBezTo>
                <a:cubicBezTo>
                  <a:pt x="22538" y="11817"/>
                  <a:pt x="20674" y="14496"/>
                  <a:pt x="19287" y="18009"/>
                </a:cubicBezTo>
                <a:cubicBezTo>
                  <a:pt x="17931" y="21536"/>
                  <a:pt x="16959" y="25823"/>
                  <a:pt x="16373" y="30893"/>
                </a:cubicBezTo>
                <a:cubicBezTo>
                  <a:pt x="15815" y="35977"/>
                  <a:pt x="15508" y="41729"/>
                  <a:pt x="15508" y="48169"/>
                </a:cubicBezTo>
                <a:cubicBezTo>
                  <a:pt x="15508" y="55612"/>
                  <a:pt x="15879" y="62028"/>
                  <a:pt x="16598" y="67446"/>
                </a:cubicBezTo>
                <a:cubicBezTo>
                  <a:pt x="17317" y="72874"/>
                  <a:pt x="18435" y="77321"/>
                  <a:pt x="19982" y="80821"/>
                </a:cubicBezTo>
                <a:cubicBezTo>
                  <a:pt x="21485" y="84324"/>
                  <a:pt x="23400" y="86879"/>
                  <a:pt x="25703" y="88542"/>
                </a:cubicBezTo>
                <a:cubicBezTo>
                  <a:pt x="28007" y="90181"/>
                  <a:pt x="30736" y="91006"/>
                  <a:pt x="33929" y="91006"/>
                </a:cubicBezTo>
                <a:cubicBezTo>
                  <a:pt x="36924" y="91006"/>
                  <a:pt x="39562" y="90232"/>
                  <a:pt x="41811" y="88702"/>
                </a:cubicBezTo>
                <a:cubicBezTo>
                  <a:pt x="44060" y="87145"/>
                  <a:pt x="45897" y="84736"/>
                  <a:pt x="47386" y="81461"/>
                </a:cubicBezTo>
                <a:cubicBezTo>
                  <a:pt x="48865" y="78187"/>
                  <a:pt x="49969" y="74046"/>
                  <a:pt x="50715" y="69041"/>
                </a:cubicBezTo>
                <a:cubicBezTo>
                  <a:pt x="51475" y="63998"/>
                  <a:pt x="51833" y="58075"/>
                  <a:pt x="51833" y="51246"/>
                </a:cubicBezTo>
                <a:cubicBezTo>
                  <a:pt x="51833" y="43539"/>
                  <a:pt x="51420" y="36924"/>
                  <a:pt x="50609" y="31373"/>
                </a:cubicBezTo>
                <a:cubicBezTo>
                  <a:pt x="49785" y="25850"/>
                  <a:pt x="48612" y="21270"/>
                  <a:pt x="47133" y="17716"/>
                </a:cubicBezTo>
                <a:cubicBezTo>
                  <a:pt x="45617" y="14135"/>
                  <a:pt x="43726" y="11514"/>
                  <a:pt x="41450" y="9821"/>
                </a:cubicBezTo>
                <a:cubicBezTo>
                  <a:pt x="39201" y="8107"/>
                  <a:pt x="36594" y="7265"/>
                  <a:pt x="33622" y="7265"/>
                </a:cubicBezTo>
                <a:close/>
                <a:moveTo>
                  <a:pt x="33929" y="0"/>
                </a:moveTo>
                <a:cubicBezTo>
                  <a:pt x="39865" y="0"/>
                  <a:pt x="44953" y="1104"/>
                  <a:pt x="49171" y="3326"/>
                </a:cubicBezTo>
                <a:cubicBezTo>
                  <a:pt x="53390" y="5551"/>
                  <a:pt x="56852" y="8717"/>
                  <a:pt x="59527" y="12843"/>
                </a:cubicBezTo>
                <a:cubicBezTo>
                  <a:pt x="62188" y="16956"/>
                  <a:pt x="64158" y="21989"/>
                  <a:pt x="65412" y="27952"/>
                </a:cubicBezTo>
                <a:cubicBezTo>
                  <a:pt x="66635" y="33875"/>
                  <a:pt x="67272" y="40611"/>
                  <a:pt x="67272" y="48091"/>
                </a:cubicBezTo>
                <a:cubicBezTo>
                  <a:pt x="67272" y="64717"/>
                  <a:pt x="64331" y="77294"/>
                  <a:pt x="58436" y="85813"/>
                </a:cubicBezTo>
                <a:cubicBezTo>
                  <a:pt x="52552" y="94318"/>
                  <a:pt x="44005" y="98564"/>
                  <a:pt x="32811" y="98564"/>
                </a:cubicBezTo>
                <a:cubicBezTo>
                  <a:pt x="21737" y="98564"/>
                  <a:pt x="13484" y="94560"/>
                  <a:pt x="8079" y="86518"/>
                </a:cubicBezTo>
                <a:cubicBezTo>
                  <a:pt x="2689" y="78466"/>
                  <a:pt x="0" y="66301"/>
                  <a:pt x="0" y="49969"/>
                </a:cubicBezTo>
                <a:cubicBezTo>
                  <a:pt x="0" y="41422"/>
                  <a:pt x="852" y="34035"/>
                  <a:pt x="2518" y="27792"/>
                </a:cubicBezTo>
                <a:cubicBezTo>
                  <a:pt x="4181" y="21563"/>
                  <a:pt x="6522" y="16370"/>
                  <a:pt x="9545" y="12243"/>
                </a:cubicBezTo>
                <a:cubicBezTo>
                  <a:pt x="12594" y="8130"/>
                  <a:pt x="16159" y="5070"/>
                  <a:pt x="20313" y="3046"/>
                </a:cubicBezTo>
                <a:cubicBezTo>
                  <a:pt x="24453" y="998"/>
                  <a:pt x="29005" y="0"/>
                  <a:pt x="33929" y="0"/>
                </a:cubicBezTo>
                <a:close/>
                <a:moveTo>
                  <a:pt x="33929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EA904-EDB6-4990-B779-AB4E10F6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547" y="608731"/>
            <a:ext cx="22388" cy="38042"/>
          </a:xfrm>
          <a:custGeom xmlns:a="http://schemas.openxmlformats.org/drawingml/2006/main">
            <a:pathLst>
              <a:path w="22388" h="38042">
                <a:moveTo>
                  <a:pt x="8226" y="0"/>
                </a:moveTo>
                <a:lnTo>
                  <a:pt x="21352" y="0"/>
                </a:lnTo>
                <a:cubicBezTo>
                  <a:pt x="22044" y="3500"/>
                  <a:pt x="22388" y="6948"/>
                  <a:pt x="22388" y="10328"/>
                </a:cubicBezTo>
                <a:cubicBezTo>
                  <a:pt x="22388" y="13828"/>
                  <a:pt x="21805" y="17024"/>
                  <a:pt x="20606" y="19914"/>
                </a:cubicBezTo>
                <a:cubicBezTo>
                  <a:pt x="19410" y="22827"/>
                  <a:pt x="17491" y="25717"/>
                  <a:pt x="14881" y="28579"/>
                </a:cubicBezTo>
                <a:cubicBezTo>
                  <a:pt x="12247" y="31438"/>
                  <a:pt x="8638" y="34621"/>
                  <a:pt x="4035" y="38042"/>
                </a:cubicBezTo>
                <a:lnTo>
                  <a:pt x="0" y="33490"/>
                </a:lnTo>
                <a:cubicBezTo>
                  <a:pt x="2556" y="31094"/>
                  <a:pt x="4392" y="28937"/>
                  <a:pt x="5551" y="26995"/>
                </a:cubicBezTo>
                <a:cubicBezTo>
                  <a:pt x="6696" y="25076"/>
                  <a:pt x="7507" y="22909"/>
                  <a:pt x="8028" y="20445"/>
                </a:cubicBezTo>
                <a:cubicBezTo>
                  <a:pt x="8505" y="17995"/>
                  <a:pt x="8771" y="14935"/>
                  <a:pt x="8771" y="11248"/>
                </a:cubicBezTo>
                <a:cubicBezTo>
                  <a:pt x="8771" y="7439"/>
                  <a:pt x="8587" y="3701"/>
                  <a:pt x="8226" y="0"/>
                </a:cubicBezTo>
                <a:close/>
                <a:moveTo>
                  <a:pt x="8226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CFCFB7-712C-41B1-8425-A14876B7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671" y="529624"/>
            <a:ext cx="63548" cy="96489"/>
          </a:xfrm>
          <a:custGeom xmlns:a="http://schemas.openxmlformats.org/drawingml/2006/main">
            <a:pathLst>
              <a:path w="63548" h="96489">
                <a:moveTo>
                  <a:pt x="36873" y="0"/>
                </a:moveTo>
                <a:lnTo>
                  <a:pt x="41426" y="0"/>
                </a:lnTo>
                <a:cubicBezTo>
                  <a:pt x="41344" y="2757"/>
                  <a:pt x="41266" y="5217"/>
                  <a:pt x="41225" y="7388"/>
                </a:cubicBezTo>
                <a:cubicBezTo>
                  <a:pt x="41170" y="9558"/>
                  <a:pt x="41119" y="11661"/>
                  <a:pt x="41092" y="13722"/>
                </a:cubicBezTo>
                <a:cubicBezTo>
                  <a:pt x="41065" y="15774"/>
                  <a:pt x="41065" y="17798"/>
                  <a:pt x="41065" y="19781"/>
                </a:cubicBezTo>
                <a:lnTo>
                  <a:pt x="41065" y="76698"/>
                </a:lnTo>
                <a:cubicBezTo>
                  <a:pt x="41065" y="78255"/>
                  <a:pt x="41119" y="79587"/>
                  <a:pt x="41225" y="80718"/>
                </a:cubicBezTo>
                <a:cubicBezTo>
                  <a:pt x="41317" y="81836"/>
                  <a:pt x="41477" y="82780"/>
                  <a:pt x="41705" y="83554"/>
                </a:cubicBezTo>
                <a:cubicBezTo>
                  <a:pt x="41930" y="84351"/>
                  <a:pt x="42223" y="85015"/>
                  <a:pt x="42595" y="85550"/>
                </a:cubicBezTo>
                <a:cubicBezTo>
                  <a:pt x="42983" y="86109"/>
                  <a:pt x="43423" y="86573"/>
                  <a:pt x="43900" y="86971"/>
                </a:cubicBezTo>
                <a:cubicBezTo>
                  <a:pt x="44513" y="87571"/>
                  <a:pt x="45310" y="88024"/>
                  <a:pt x="46309" y="88358"/>
                </a:cubicBezTo>
                <a:cubicBezTo>
                  <a:pt x="47307" y="88689"/>
                  <a:pt x="48585" y="88944"/>
                  <a:pt x="50115" y="89183"/>
                </a:cubicBezTo>
                <a:cubicBezTo>
                  <a:pt x="51672" y="89408"/>
                  <a:pt x="53536" y="89582"/>
                  <a:pt x="55721" y="89714"/>
                </a:cubicBezTo>
                <a:cubicBezTo>
                  <a:pt x="57891" y="89847"/>
                  <a:pt x="60498" y="89916"/>
                  <a:pt x="63548" y="89967"/>
                </a:cubicBezTo>
                <a:lnTo>
                  <a:pt x="63548" y="96489"/>
                </a:lnTo>
                <a:lnTo>
                  <a:pt x="4113" y="96489"/>
                </a:lnTo>
                <a:lnTo>
                  <a:pt x="4113" y="89967"/>
                </a:lnTo>
                <a:cubicBezTo>
                  <a:pt x="7084" y="89861"/>
                  <a:pt x="9572" y="89769"/>
                  <a:pt x="11610" y="89636"/>
                </a:cubicBezTo>
                <a:cubicBezTo>
                  <a:pt x="13685" y="89517"/>
                  <a:pt x="15416" y="89329"/>
                  <a:pt x="16881" y="89101"/>
                </a:cubicBezTo>
                <a:cubicBezTo>
                  <a:pt x="18316" y="88876"/>
                  <a:pt x="19488" y="88638"/>
                  <a:pt x="20353" y="88358"/>
                </a:cubicBezTo>
                <a:cubicBezTo>
                  <a:pt x="21233" y="88079"/>
                  <a:pt x="21992" y="87745"/>
                  <a:pt x="22630" y="87333"/>
                </a:cubicBezTo>
                <a:cubicBezTo>
                  <a:pt x="23321" y="86907"/>
                  <a:pt x="23935" y="86413"/>
                  <a:pt x="24425" y="85881"/>
                </a:cubicBezTo>
                <a:cubicBezTo>
                  <a:pt x="24933" y="85363"/>
                  <a:pt x="25345" y="84699"/>
                  <a:pt x="25625" y="83911"/>
                </a:cubicBezTo>
                <a:cubicBezTo>
                  <a:pt x="25932" y="83087"/>
                  <a:pt x="26156" y="82116"/>
                  <a:pt x="26344" y="80971"/>
                </a:cubicBezTo>
                <a:cubicBezTo>
                  <a:pt x="26518" y="79826"/>
                  <a:pt x="26596" y="78415"/>
                  <a:pt x="26596" y="76698"/>
                </a:cubicBezTo>
                <a:lnTo>
                  <a:pt x="26596" y="23001"/>
                </a:lnTo>
                <a:cubicBezTo>
                  <a:pt x="26596" y="21059"/>
                  <a:pt x="26238" y="19686"/>
                  <a:pt x="25465" y="18888"/>
                </a:cubicBezTo>
                <a:cubicBezTo>
                  <a:pt x="24732" y="18077"/>
                  <a:pt x="23655" y="17689"/>
                  <a:pt x="22245" y="17689"/>
                </a:cubicBezTo>
                <a:cubicBezTo>
                  <a:pt x="20715" y="17689"/>
                  <a:pt x="18411" y="18476"/>
                  <a:pt x="15375" y="20088"/>
                </a:cubicBezTo>
                <a:cubicBezTo>
                  <a:pt x="12329" y="21682"/>
                  <a:pt x="8386" y="24054"/>
                  <a:pt x="3530" y="27192"/>
                </a:cubicBezTo>
                <a:cubicBezTo>
                  <a:pt x="2890" y="26051"/>
                  <a:pt x="2276" y="24906"/>
                  <a:pt x="1745" y="23747"/>
                </a:cubicBezTo>
                <a:cubicBezTo>
                  <a:pt x="1186" y="22602"/>
                  <a:pt x="613" y="21417"/>
                  <a:pt x="0" y="20221"/>
                </a:cubicBezTo>
                <a:cubicBezTo>
                  <a:pt x="6219" y="16850"/>
                  <a:pt x="12329" y="13443"/>
                  <a:pt x="18411" y="10063"/>
                </a:cubicBezTo>
                <a:cubicBezTo>
                  <a:pt x="24466" y="6723"/>
                  <a:pt x="30631" y="3339"/>
                  <a:pt x="36873" y="0"/>
                </a:cubicBezTo>
                <a:close/>
                <a:moveTo>
                  <a:pt x="36873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FC8B4-E2A8-4D0A-B877-E20A341F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000" y="381449"/>
            <a:ext cx="63279" cy="98285"/>
          </a:xfrm>
          <a:custGeom xmlns:a="http://schemas.openxmlformats.org/drawingml/2006/main">
            <a:pathLst>
              <a:path w="63279" h="98285">
                <a:moveTo>
                  <a:pt x="32798" y="0"/>
                </a:moveTo>
                <a:cubicBezTo>
                  <a:pt x="36792" y="0"/>
                  <a:pt x="40519" y="440"/>
                  <a:pt x="44005" y="1278"/>
                </a:cubicBezTo>
                <a:cubicBezTo>
                  <a:pt x="47454" y="2130"/>
                  <a:pt x="50476" y="3408"/>
                  <a:pt x="53032" y="5135"/>
                </a:cubicBezTo>
                <a:cubicBezTo>
                  <a:pt x="55560" y="6853"/>
                  <a:pt x="57557" y="8996"/>
                  <a:pt x="58982" y="11579"/>
                </a:cubicBezTo>
                <a:cubicBezTo>
                  <a:pt x="60392" y="14148"/>
                  <a:pt x="61111" y="17130"/>
                  <a:pt x="61111" y="20537"/>
                </a:cubicBezTo>
                <a:cubicBezTo>
                  <a:pt x="61111" y="23730"/>
                  <a:pt x="60672" y="26542"/>
                  <a:pt x="59752" y="29002"/>
                </a:cubicBezTo>
                <a:cubicBezTo>
                  <a:pt x="58862" y="31425"/>
                  <a:pt x="57475" y="33650"/>
                  <a:pt x="55612" y="35647"/>
                </a:cubicBezTo>
                <a:cubicBezTo>
                  <a:pt x="53737" y="37667"/>
                  <a:pt x="51447" y="39453"/>
                  <a:pt x="48704" y="41088"/>
                </a:cubicBezTo>
                <a:cubicBezTo>
                  <a:pt x="45989" y="42700"/>
                  <a:pt x="42847" y="44258"/>
                  <a:pt x="39320" y="45774"/>
                </a:cubicBezTo>
                <a:lnTo>
                  <a:pt x="39320" y="46667"/>
                </a:lnTo>
                <a:cubicBezTo>
                  <a:pt x="42649" y="47280"/>
                  <a:pt x="45791" y="48224"/>
                  <a:pt x="48677" y="49556"/>
                </a:cubicBezTo>
                <a:cubicBezTo>
                  <a:pt x="51567" y="50885"/>
                  <a:pt x="54095" y="52552"/>
                  <a:pt x="56279" y="54559"/>
                </a:cubicBezTo>
                <a:cubicBezTo>
                  <a:pt x="58447" y="56583"/>
                  <a:pt x="60164" y="58941"/>
                  <a:pt x="61418" y="61575"/>
                </a:cubicBezTo>
                <a:cubicBezTo>
                  <a:pt x="62669" y="64222"/>
                  <a:pt x="63279" y="67139"/>
                  <a:pt x="63279" y="70346"/>
                </a:cubicBezTo>
                <a:cubicBezTo>
                  <a:pt x="63279" y="74326"/>
                  <a:pt x="62536" y="78040"/>
                  <a:pt x="61030" y="81461"/>
                </a:cubicBezTo>
                <a:cubicBezTo>
                  <a:pt x="59554" y="84896"/>
                  <a:pt x="57291" y="87823"/>
                  <a:pt x="54310" y="90338"/>
                </a:cubicBezTo>
                <a:cubicBezTo>
                  <a:pt x="51287" y="92843"/>
                  <a:pt x="47600" y="94785"/>
                  <a:pt x="43208" y="96196"/>
                </a:cubicBezTo>
                <a:cubicBezTo>
                  <a:pt x="38816" y="97566"/>
                  <a:pt x="33677" y="98285"/>
                  <a:pt x="27768" y="98285"/>
                </a:cubicBezTo>
                <a:cubicBezTo>
                  <a:pt x="23134" y="98285"/>
                  <a:pt x="18408" y="97821"/>
                  <a:pt x="13630" y="96874"/>
                </a:cubicBezTo>
                <a:cubicBezTo>
                  <a:pt x="8826" y="95957"/>
                  <a:pt x="4273" y="94758"/>
                  <a:pt x="0" y="93255"/>
                </a:cubicBezTo>
                <a:lnTo>
                  <a:pt x="0" y="77096"/>
                </a:lnTo>
                <a:lnTo>
                  <a:pt x="9637" y="77096"/>
                </a:lnTo>
                <a:cubicBezTo>
                  <a:pt x="10451" y="79570"/>
                  <a:pt x="11409" y="81713"/>
                  <a:pt x="12499" y="83485"/>
                </a:cubicBezTo>
                <a:cubicBezTo>
                  <a:pt x="13603" y="85240"/>
                  <a:pt x="14881" y="86706"/>
                  <a:pt x="16360" y="87823"/>
                </a:cubicBezTo>
                <a:cubicBezTo>
                  <a:pt x="17825" y="88955"/>
                  <a:pt x="19529" y="89766"/>
                  <a:pt x="21444" y="90260"/>
                </a:cubicBezTo>
                <a:cubicBezTo>
                  <a:pt x="23362" y="90764"/>
                  <a:pt x="25570" y="91006"/>
                  <a:pt x="27993" y="91006"/>
                </a:cubicBezTo>
                <a:cubicBezTo>
                  <a:pt x="34437" y="91006"/>
                  <a:pt x="39320" y="89462"/>
                  <a:pt x="42649" y="86399"/>
                </a:cubicBezTo>
                <a:cubicBezTo>
                  <a:pt x="45975" y="83325"/>
                  <a:pt x="47628" y="78681"/>
                  <a:pt x="47628" y="72435"/>
                </a:cubicBezTo>
                <a:cubicBezTo>
                  <a:pt x="47628" y="65793"/>
                  <a:pt x="45430" y="60750"/>
                  <a:pt x="41065" y="57356"/>
                </a:cubicBezTo>
                <a:cubicBezTo>
                  <a:pt x="36713" y="53921"/>
                  <a:pt x="30215" y="52218"/>
                  <a:pt x="21631" y="52218"/>
                </a:cubicBezTo>
                <a:lnTo>
                  <a:pt x="15027" y="52218"/>
                </a:lnTo>
                <a:lnTo>
                  <a:pt x="15027" y="45028"/>
                </a:lnTo>
                <a:cubicBezTo>
                  <a:pt x="20272" y="44775"/>
                  <a:pt x="24824" y="44033"/>
                  <a:pt x="28630" y="42806"/>
                </a:cubicBezTo>
                <a:cubicBezTo>
                  <a:pt x="32464" y="41583"/>
                  <a:pt x="35647" y="39998"/>
                  <a:pt x="38202" y="38056"/>
                </a:cubicBezTo>
                <a:cubicBezTo>
                  <a:pt x="40731" y="36110"/>
                  <a:pt x="42622" y="33834"/>
                  <a:pt x="43872" y="31254"/>
                </a:cubicBezTo>
                <a:cubicBezTo>
                  <a:pt x="45123" y="28644"/>
                  <a:pt x="45764" y="25874"/>
                  <a:pt x="45764" y="22906"/>
                </a:cubicBezTo>
                <a:cubicBezTo>
                  <a:pt x="45764" y="18128"/>
                  <a:pt x="44339" y="14349"/>
                  <a:pt x="41491" y="11579"/>
                </a:cubicBezTo>
                <a:cubicBezTo>
                  <a:pt x="38628" y="8798"/>
                  <a:pt x="34515" y="7411"/>
                  <a:pt x="29124" y="7411"/>
                </a:cubicBezTo>
                <a:cubicBezTo>
                  <a:pt x="24572" y="7411"/>
                  <a:pt x="20779" y="8665"/>
                  <a:pt x="17692" y="11153"/>
                </a:cubicBezTo>
                <a:cubicBezTo>
                  <a:pt x="14629" y="13654"/>
                  <a:pt x="12274" y="17382"/>
                  <a:pt x="10635" y="22320"/>
                </a:cubicBezTo>
                <a:lnTo>
                  <a:pt x="1090" y="22320"/>
                </a:lnTo>
                <a:lnTo>
                  <a:pt x="1090" y="7572"/>
                </a:lnTo>
                <a:cubicBezTo>
                  <a:pt x="7003" y="5070"/>
                  <a:pt x="12553" y="3166"/>
                  <a:pt x="17770" y="1915"/>
                </a:cubicBezTo>
                <a:cubicBezTo>
                  <a:pt x="22987" y="637"/>
                  <a:pt x="27993" y="0"/>
                  <a:pt x="32798" y="0"/>
                </a:cubicBezTo>
                <a:close/>
                <a:moveTo>
                  <a:pt x="32798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FF2F6-9FC8-459D-A553-8F4515AE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870" y="987462"/>
            <a:ext cx="118972" cy="141455"/>
          </a:xfrm>
          <a:custGeom xmlns:a="http://schemas.openxmlformats.org/drawingml/2006/main">
            <a:pathLst>
              <a:path w="118972" h="141455">
                <a:moveTo>
                  <a:pt x="43208" y="74104"/>
                </a:moveTo>
                <a:lnTo>
                  <a:pt x="43208" y="129024"/>
                </a:lnTo>
                <a:cubicBezTo>
                  <a:pt x="47294" y="129235"/>
                  <a:pt x="51979" y="129331"/>
                  <a:pt x="57305" y="129331"/>
                </a:cubicBezTo>
                <a:cubicBezTo>
                  <a:pt x="63865" y="129331"/>
                  <a:pt x="69269" y="128516"/>
                  <a:pt x="73529" y="126908"/>
                </a:cubicBezTo>
                <a:cubicBezTo>
                  <a:pt x="77774" y="125269"/>
                  <a:pt x="81076" y="122448"/>
                  <a:pt x="83434" y="118389"/>
                </a:cubicBezTo>
                <a:cubicBezTo>
                  <a:pt x="85775" y="114355"/>
                  <a:pt x="86934" y="108831"/>
                  <a:pt x="86934" y="101764"/>
                </a:cubicBezTo>
                <a:cubicBezTo>
                  <a:pt x="86934" y="95838"/>
                  <a:pt x="86041" y="90849"/>
                  <a:pt x="84245" y="86842"/>
                </a:cubicBezTo>
                <a:cubicBezTo>
                  <a:pt x="82460" y="82848"/>
                  <a:pt x="79492" y="79706"/>
                  <a:pt x="75406" y="77485"/>
                </a:cubicBezTo>
                <a:cubicBezTo>
                  <a:pt x="71280" y="75236"/>
                  <a:pt x="65357" y="74104"/>
                  <a:pt x="57636" y="74104"/>
                </a:cubicBezTo>
                <a:lnTo>
                  <a:pt x="43208" y="74104"/>
                </a:lnTo>
                <a:close/>
                <a:moveTo>
                  <a:pt x="57305" y="12128"/>
                </a:moveTo>
                <a:cubicBezTo>
                  <a:pt x="52473" y="12128"/>
                  <a:pt x="47788" y="12301"/>
                  <a:pt x="43208" y="12659"/>
                </a:cubicBezTo>
                <a:lnTo>
                  <a:pt x="43208" y="61990"/>
                </a:lnTo>
                <a:lnTo>
                  <a:pt x="56985" y="61990"/>
                </a:lnTo>
                <a:cubicBezTo>
                  <a:pt x="63892" y="61990"/>
                  <a:pt x="69310" y="60992"/>
                  <a:pt x="73276" y="58968"/>
                </a:cubicBezTo>
                <a:cubicBezTo>
                  <a:pt x="77216" y="56971"/>
                  <a:pt x="80187" y="54109"/>
                  <a:pt x="82221" y="50422"/>
                </a:cubicBezTo>
                <a:cubicBezTo>
                  <a:pt x="84273" y="46721"/>
                  <a:pt x="85298" y="41637"/>
                  <a:pt x="85298" y="35142"/>
                </a:cubicBezTo>
                <a:cubicBezTo>
                  <a:pt x="85298" y="27182"/>
                  <a:pt x="83046" y="21379"/>
                  <a:pt x="78602" y="17678"/>
                </a:cubicBezTo>
                <a:cubicBezTo>
                  <a:pt x="74142" y="13991"/>
                  <a:pt x="67034" y="12128"/>
                  <a:pt x="57305" y="12128"/>
                </a:cubicBezTo>
                <a:close/>
                <a:moveTo>
                  <a:pt x="0" y="0"/>
                </a:moveTo>
                <a:lnTo>
                  <a:pt x="67886" y="0"/>
                </a:lnTo>
                <a:cubicBezTo>
                  <a:pt x="74915" y="0"/>
                  <a:pt x="80746" y="320"/>
                  <a:pt x="85349" y="961"/>
                </a:cubicBezTo>
                <a:cubicBezTo>
                  <a:pt x="89929" y="1571"/>
                  <a:pt x="94097" y="2569"/>
                  <a:pt x="97821" y="3888"/>
                </a:cubicBezTo>
                <a:cubicBezTo>
                  <a:pt x="101563" y="5244"/>
                  <a:pt x="104544" y="6764"/>
                  <a:pt x="106793" y="8468"/>
                </a:cubicBezTo>
                <a:cubicBezTo>
                  <a:pt x="109015" y="10158"/>
                  <a:pt x="110947" y="12100"/>
                  <a:pt x="112477" y="14325"/>
                </a:cubicBezTo>
                <a:cubicBezTo>
                  <a:pt x="114034" y="16520"/>
                  <a:pt x="115258" y="19062"/>
                  <a:pt x="116109" y="21870"/>
                </a:cubicBezTo>
                <a:cubicBezTo>
                  <a:pt x="116975" y="24705"/>
                  <a:pt x="117415" y="27847"/>
                  <a:pt x="117415" y="31309"/>
                </a:cubicBezTo>
                <a:cubicBezTo>
                  <a:pt x="117415" y="46922"/>
                  <a:pt x="108030" y="58634"/>
                  <a:pt x="89237" y="66437"/>
                </a:cubicBezTo>
                <a:lnTo>
                  <a:pt x="89237" y="67381"/>
                </a:lnTo>
                <a:cubicBezTo>
                  <a:pt x="98901" y="70404"/>
                  <a:pt x="106262" y="74820"/>
                  <a:pt x="111346" y="80572"/>
                </a:cubicBezTo>
                <a:cubicBezTo>
                  <a:pt x="116416" y="86348"/>
                  <a:pt x="118972" y="93282"/>
                  <a:pt x="118972" y="101365"/>
                </a:cubicBezTo>
                <a:cubicBezTo>
                  <a:pt x="118972" y="108258"/>
                  <a:pt x="117789" y="114276"/>
                  <a:pt x="115486" y="119388"/>
                </a:cubicBezTo>
                <a:cubicBezTo>
                  <a:pt x="113169" y="124499"/>
                  <a:pt x="109656" y="128690"/>
                  <a:pt x="104929" y="131965"/>
                </a:cubicBezTo>
                <a:cubicBezTo>
                  <a:pt x="100203" y="135267"/>
                  <a:pt x="94628" y="137662"/>
                  <a:pt x="88239" y="139179"/>
                </a:cubicBezTo>
                <a:cubicBezTo>
                  <a:pt x="81850" y="140685"/>
                  <a:pt x="73716" y="141455"/>
                  <a:pt x="63841" y="141455"/>
                </a:cubicBezTo>
                <a:lnTo>
                  <a:pt x="0" y="141455"/>
                </a:lnTo>
                <a:lnTo>
                  <a:pt x="0" y="134626"/>
                </a:lnTo>
                <a:cubicBezTo>
                  <a:pt x="3728" y="133655"/>
                  <a:pt x="6256" y="132551"/>
                  <a:pt x="7616" y="131300"/>
                </a:cubicBezTo>
                <a:cubicBezTo>
                  <a:pt x="8972" y="130046"/>
                  <a:pt x="9892" y="128411"/>
                  <a:pt x="10356" y="126387"/>
                </a:cubicBezTo>
                <a:cubicBezTo>
                  <a:pt x="10836" y="124352"/>
                  <a:pt x="11102" y="120689"/>
                  <a:pt x="11102" y="115445"/>
                </a:cubicBezTo>
                <a:lnTo>
                  <a:pt x="11102" y="26143"/>
                </a:lnTo>
                <a:cubicBezTo>
                  <a:pt x="11102" y="20871"/>
                  <a:pt x="10863" y="17239"/>
                  <a:pt x="10437" y="15188"/>
                </a:cubicBezTo>
                <a:cubicBezTo>
                  <a:pt x="9971" y="13153"/>
                  <a:pt x="9051" y="11514"/>
                  <a:pt x="7667" y="10264"/>
                </a:cubicBezTo>
                <a:cubicBezTo>
                  <a:pt x="6284" y="9040"/>
                  <a:pt x="3728" y="7882"/>
                  <a:pt x="0" y="6856"/>
                </a:cubicBez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E612A-F5A2-496E-985C-A7564FAE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448" y="954691"/>
            <a:ext cx="63279" cy="98288"/>
          </a:xfrm>
          <a:custGeom xmlns:a="http://schemas.openxmlformats.org/drawingml/2006/main">
            <a:pathLst>
              <a:path w="63279" h="98288">
                <a:moveTo>
                  <a:pt x="32811" y="0"/>
                </a:moveTo>
                <a:cubicBezTo>
                  <a:pt x="36792" y="0"/>
                  <a:pt x="40530" y="412"/>
                  <a:pt x="44005" y="1278"/>
                </a:cubicBezTo>
                <a:cubicBezTo>
                  <a:pt x="47478" y="2116"/>
                  <a:pt x="50473" y="3394"/>
                  <a:pt x="53029" y="5139"/>
                </a:cubicBezTo>
                <a:cubicBezTo>
                  <a:pt x="55560" y="6856"/>
                  <a:pt x="57554" y="8999"/>
                  <a:pt x="58992" y="11555"/>
                </a:cubicBezTo>
                <a:cubicBezTo>
                  <a:pt x="60392" y="14138"/>
                  <a:pt x="61108" y="17133"/>
                  <a:pt x="61108" y="20527"/>
                </a:cubicBezTo>
                <a:cubicBezTo>
                  <a:pt x="61108" y="23720"/>
                  <a:pt x="60672" y="26542"/>
                  <a:pt x="59752" y="28992"/>
                </a:cubicBezTo>
                <a:cubicBezTo>
                  <a:pt x="58859" y="31428"/>
                  <a:pt x="57475" y="33650"/>
                  <a:pt x="55612" y="35647"/>
                </a:cubicBezTo>
                <a:cubicBezTo>
                  <a:pt x="53748" y="37657"/>
                  <a:pt x="51444" y="39453"/>
                  <a:pt x="48704" y="41092"/>
                </a:cubicBezTo>
                <a:cubicBezTo>
                  <a:pt x="46002" y="42700"/>
                  <a:pt x="42860" y="44258"/>
                  <a:pt x="39320" y="45764"/>
                </a:cubicBezTo>
                <a:lnTo>
                  <a:pt x="39320" y="46670"/>
                </a:lnTo>
                <a:cubicBezTo>
                  <a:pt x="42673" y="47253"/>
                  <a:pt x="45788" y="48227"/>
                  <a:pt x="48677" y="49556"/>
                </a:cubicBezTo>
                <a:cubicBezTo>
                  <a:pt x="51580" y="50875"/>
                  <a:pt x="54109" y="52538"/>
                  <a:pt x="56276" y="54562"/>
                </a:cubicBezTo>
                <a:cubicBezTo>
                  <a:pt x="58447" y="56586"/>
                  <a:pt x="60164" y="58941"/>
                  <a:pt x="61415" y="61565"/>
                </a:cubicBezTo>
                <a:cubicBezTo>
                  <a:pt x="62665" y="64226"/>
                  <a:pt x="63279" y="67139"/>
                  <a:pt x="63279" y="70336"/>
                </a:cubicBezTo>
                <a:cubicBezTo>
                  <a:pt x="63279" y="74329"/>
                  <a:pt x="62546" y="78030"/>
                  <a:pt x="61030" y="81461"/>
                </a:cubicBezTo>
                <a:cubicBezTo>
                  <a:pt x="59551" y="84883"/>
                  <a:pt x="57302" y="87827"/>
                  <a:pt x="54306" y="90328"/>
                </a:cubicBezTo>
                <a:cubicBezTo>
                  <a:pt x="51287" y="92843"/>
                  <a:pt x="47614" y="94788"/>
                  <a:pt x="43208" y="96185"/>
                </a:cubicBezTo>
                <a:cubicBezTo>
                  <a:pt x="38812" y="97569"/>
                  <a:pt x="33677" y="98288"/>
                  <a:pt x="27765" y="98288"/>
                </a:cubicBezTo>
                <a:cubicBezTo>
                  <a:pt x="23148" y="98288"/>
                  <a:pt x="18408" y="97821"/>
                  <a:pt x="13630" y="96877"/>
                </a:cubicBezTo>
                <a:cubicBezTo>
                  <a:pt x="8826" y="95957"/>
                  <a:pt x="4300" y="94761"/>
                  <a:pt x="0" y="93245"/>
                </a:cubicBezTo>
                <a:lnTo>
                  <a:pt x="0" y="77083"/>
                </a:lnTo>
                <a:lnTo>
                  <a:pt x="9664" y="77083"/>
                </a:lnTo>
                <a:cubicBezTo>
                  <a:pt x="10461" y="79574"/>
                  <a:pt x="11405" y="81717"/>
                  <a:pt x="12499" y="83485"/>
                </a:cubicBezTo>
                <a:cubicBezTo>
                  <a:pt x="13603" y="85244"/>
                  <a:pt x="14881" y="86709"/>
                  <a:pt x="16360" y="87827"/>
                </a:cubicBezTo>
                <a:cubicBezTo>
                  <a:pt x="17822" y="88958"/>
                  <a:pt x="19539" y="89769"/>
                  <a:pt x="21457" y="90260"/>
                </a:cubicBezTo>
                <a:cubicBezTo>
                  <a:pt x="23373" y="90767"/>
                  <a:pt x="25570" y="90992"/>
                  <a:pt x="27993" y="90992"/>
                </a:cubicBezTo>
                <a:cubicBezTo>
                  <a:pt x="34447" y="90992"/>
                  <a:pt x="39320" y="89462"/>
                  <a:pt x="42646" y="86402"/>
                </a:cubicBezTo>
                <a:cubicBezTo>
                  <a:pt x="45975" y="83325"/>
                  <a:pt x="47638" y="78667"/>
                  <a:pt x="47638" y="72438"/>
                </a:cubicBezTo>
                <a:cubicBezTo>
                  <a:pt x="47638" y="65783"/>
                  <a:pt x="45443" y="60750"/>
                  <a:pt x="41088" y="57343"/>
                </a:cubicBezTo>
                <a:cubicBezTo>
                  <a:pt x="36723" y="53921"/>
                  <a:pt x="30229" y="52207"/>
                  <a:pt x="21628" y="52207"/>
                </a:cubicBezTo>
                <a:lnTo>
                  <a:pt x="15041" y="52207"/>
                </a:lnTo>
                <a:lnTo>
                  <a:pt x="15041" y="45031"/>
                </a:lnTo>
                <a:cubicBezTo>
                  <a:pt x="20299" y="44765"/>
                  <a:pt x="24824" y="44033"/>
                  <a:pt x="28644" y="42796"/>
                </a:cubicBezTo>
                <a:cubicBezTo>
                  <a:pt x="32478" y="41569"/>
                  <a:pt x="35647" y="39988"/>
                  <a:pt x="38202" y="38042"/>
                </a:cubicBezTo>
                <a:cubicBezTo>
                  <a:pt x="40731" y="36100"/>
                  <a:pt x="42646" y="33824"/>
                  <a:pt x="43872" y="31241"/>
                </a:cubicBezTo>
                <a:cubicBezTo>
                  <a:pt x="45123" y="28634"/>
                  <a:pt x="45764" y="25877"/>
                  <a:pt x="45764" y="22909"/>
                </a:cubicBezTo>
                <a:cubicBezTo>
                  <a:pt x="45764" y="18132"/>
                  <a:pt x="44339" y="14349"/>
                  <a:pt x="41504" y="11555"/>
                </a:cubicBezTo>
                <a:cubicBezTo>
                  <a:pt x="38642" y="8798"/>
                  <a:pt x="34515" y="7415"/>
                  <a:pt x="29124" y="7415"/>
                </a:cubicBezTo>
                <a:cubicBezTo>
                  <a:pt x="24572" y="7415"/>
                  <a:pt x="20790" y="8665"/>
                  <a:pt x="17689" y="11143"/>
                </a:cubicBezTo>
                <a:cubicBezTo>
                  <a:pt x="14629" y="13658"/>
                  <a:pt x="12271" y="17385"/>
                  <a:pt x="10635" y="22323"/>
                </a:cubicBezTo>
                <a:lnTo>
                  <a:pt x="1131" y="22323"/>
                </a:lnTo>
                <a:lnTo>
                  <a:pt x="1131" y="7575"/>
                </a:lnTo>
                <a:cubicBezTo>
                  <a:pt x="7003" y="5060"/>
                  <a:pt x="12550" y="3169"/>
                  <a:pt x="17770" y="1918"/>
                </a:cubicBezTo>
                <a:cubicBezTo>
                  <a:pt x="22987" y="641"/>
                  <a:pt x="27993" y="0"/>
                  <a:pt x="32811" y="0"/>
                </a:cubicBezTo>
                <a:close/>
                <a:moveTo>
                  <a:pt x="32811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BE48E-9A52-4FF2-AA16-1F12AB53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823" y="1526553"/>
            <a:ext cx="130765" cy="141438"/>
          </a:xfrm>
          <a:custGeom xmlns:a="http://schemas.openxmlformats.org/drawingml/2006/main">
            <a:pathLst>
              <a:path w="130765" h="141438">
                <a:moveTo>
                  <a:pt x="54920" y="12110"/>
                </a:moveTo>
                <a:cubicBezTo>
                  <a:pt x="48970" y="12110"/>
                  <a:pt x="45082" y="12165"/>
                  <a:pt x="43218" y="12325"/>
                </a:cubicBezTo>
                <a:lnTo>
                  <a:pt x="43218" y="69920"/>
                </a:lnTo>
                <a:lnTo>
                  <a:pt x="53468" y="69920"/>
                </a:lnTo>
                <a:cubicBezTo>
                  <a:pt x="60498" y="69920"/>
                  <a:pt x="66100" y="68697"/>
                  <a:pt x="70186" y="66192"/>
                </a:cubicBezTo>
                <a:cubicBezTo>
                  <a:pt x="74299" y="63718"/>
                  <a:pt x="77161" y="60338"/>
                  <a:pt x="78800" y="56089"/>
                </a:cubicBezTo>
                <a:cubicBezTo>
                  <a:pt x="80408" y="51843"/>
                  <a:pt x="81236" y="46585"/>
                  <a:pt x="81236" y="40291"/>
                </a:cubicBezTo>
                <a:cubicBezTo>
                  <a:pt x="81236" y="30907"/>
                  <a:pt x="79011" y="23853"/>
                  <a:pt x="74605" y="19154"/>
                </a:cubicBezTo>
                <a:cubicBezTo>
                  <a:pt x="70186" y="14469"/>
                  <a:pt x="63612" y="12110"/>
                  <a:pt x="54920" y="12110"/>
                </a:cubicBezTo>
                <a:close/>
                <a:moveTo>
                  <a:pt x="0" y="0"/>
                </a:moveTo>
                <a:lnTo>
                  <a:pt x="60389" y="0"/>
                </a:lnTo>
                <a:cubicBezTo>
                  <a:pt x="70346" y="0"/>
                  <a:pt x="78626" y="889"/>
                  <a:pt x="85227" y="2689"/>
                </a:cubicBezTo>
                <a:cubicBezTo>
                  <a:pt x="91817" y="4471"/>
                  <a:pt x="97061" y="6948"/>
                  <a:pt x="100976" y="10100"/>
                </a:cubicBezTo>
                <a:cubicBezTo>
                  <a:pt x="104888" y="13242"/>
                  <a:pt x="107856" y="17130"/>
                  <a:pt x="109945" y="21761"/>
                </a:cubicBezTo>
                <a:cubicBezTo>
                  <a:pt x="112024" y="26381"/>
                  <a:pt x="113036" y="31823"/>
                  <a:pt x="113036" y="38120"/>
                </a:cubicBezTo>
                <a:cubicBezTo>
                  <a:pt x="113036" y="44895"/>
                  <a:pt x="111836" y="50698"/>
                  <a:pt x="109468" y="55530"/>
                </a:cubicBezTo>
                <a:cubicBezTo>
                  <a:pt x="107086" y="60362"/>
                  <a:pt x="103863" y="64383"/>
                  <a:pt x="99818" y="67603"/>
                </a:cubicBezTo>
                <a:cubicBezTo>
                  <a:pt x="95783" y="70826"/>
                  <a:pt x="90393" y="73832"/>
                  <a:pt x="83618" y="76681"/>
                </a:cubicBezTo>
                <a:lnTo>
                  <a:pt x="83618" y="77693"/>
                </a:lnTo>
                <a:cubicBezTo>
                  <a:pt x="88730" y="79918"/>
                  <a:pt x="92976" y="82858"/>
                  <a:pt x="96315" y="86573"/>
                </a:cubicBezTo>
                <a:cubicBezTo>
                  <a:pt x="99671" y="90246"/>
                  <a:pt x="102690" y="94931"/>
                  <a:pt x="105369" y="100602"/>
                </a:cubicBezTo>
                <a:lnTo>
                  <a:pt x="111915" y="114699"/>
                </a:lnTo>
                <a:cubicBezTo>
                  <a:pt x="114804" y="120979"/>
                  <a:pt x="117694" y="125692"/>
                  <a:pt x="120556" y="128833"/>
                </a:cubicBezTo>
                <a:cubicBezTo>
                  <a:pt x="123415" y="131975"/>
                  <a:pt x="126823" y="133894"/>
                  <a:pt x="130765" y="134585"/>
                </a:cubicBezTo>
                <a:lnTo>
                  <a:pt x="130765" y="141438"/>
                </a:lnTo>
                <a:lnTo>
                  <a:pt x="90873" y="141438"/>
                </a:lnTo>
                <a:cubicBezTo>
                  <a:pt x="86852" y="135887"/>
                  <a:pt x="82327" y="127688"/>
                  <a:pt x="77294" y="116760"/>
                </a:cubicBezTo>
                <a:lnTo>
                  <a:pt x="69215" y="99044"/>
                </a:lnTo>
                <a:cubicBezTo>
                  <a:pt x="66792" y="93800"/>
                  <a:pt x="64717" y="90072"/>
                  <a:pt x="62999" y="87851"/>
                </a:cubicBezTo>
                <a:cubicBezTo>
                  <a:pt x="61268" y="85653"/>
                  <a:pt x="59500" y="84109"/>
                  <a:pt x="57663" y="83298"/>
                </a:cubicBezTo>
                <a:cubicBezTo>
                  <a:pt x="55826" y="82487"/>
                  <a:pt x="53001" y="82047"/>
                  <a:pt x="49222" y="82047"/>
                </a:cubicBezTo>
                <a:lnTo>
                  <a:pt x="43218" y="82047"/>
                </a:lnTo>
                <a:lnTo>
                  <a:pt x="43218" y="115418"/>
                </a:lnTo>
                <a:cubicBezTo>
                  <a:pt x="43218" y="120607"/>
                  <a:pt x="43447" y="124230"/>
                  <a:pt x="43924" y="126305"/>
                </a:cubicBezTo>
                <a:cubicBezTo>
                  <a:pt x="44418" y="128367"/>
                  <a:pt x="45334" y="130033"/>
                  <a:pt x="46721" y="131270"/>
                </a:cubicBezTo>
                <a:cubicBezTo>
                  <a:pt x="48091" y="132520"/>
                  <a:pt x="50660" y="133611"/>
                  <a:pt x="54388" y="134585"/>
                </a:cubicBezTo>
                <a:lnTo>
                  <a:pt x="54388" y="141438"/>
                </a:lnTo>
                <a:lnTo>
                  <a:pt x="0" y="141438"/>
                </a:lnTo>
                <a:lnTo>
                  <a:pt x="0" y="134585"/>
                </a:lnTo>
                <a:cubicBezTo>
                  <a:pt x="3714" y="133611"/>
                  <a:pt x="6270" y="132520"/>
                  <a:pt x="7599" y="131270"/>
                </a:cubicBezTo>
                <a:cubicBezTo>
                  <a:pt x="8958" y="130033"/>
                  <a:pt x="9875" y="128394"/>
                  <a:pt x="10356" y="126359"/>
                </a:cubicBezTo>
                <a:cubicBezTo>
                  <a:pt x="10846" y="124308"/>
                  <a:pt x="11075" y="120676"/>
                  <a:pt x="11075" y="115418"/>
                </a:cubicBezTo>
                <a:lnTo>
                  <a:pt x="11075" y="26102"/>
                </a:lnTo>
                <a:cubicBezTo>
                  <a:pt x="11075" y="20830"/>
                  <a:pt x="10846" y="17208"/>
                  <a:pt x="10407" y="15160"/>
                </a:cubicBezTo>
                <a:cubicBezTo>
                  <a:pt x="9957" y="13136"/>
                  <a:pt x="9023" y="11473"/>
                  <a:pt x="7653" y="10247"/>
                </a:cubicBezTo>
                <a:cubicBezTo>
                  <a:pt x="6270" y="8996"/>
                  <a:pt x="3714" y="7865"/>
                  <a:pt x="0" y="6825"/>
                </a:cubicBez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A8BD0-6670-419B-9BA8-33FCCDEF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09" y="1620407"/>
            <a:ext cx="93282" cy="92976"/>
          </a:xfrm>
          <a:custGeom xmlns:a="http://schemas.openxmlformats.org/drawingml/2006/main">
            <a:pathLst>
              <a:path w="93282" h="92976">
                <a:moveTo>
                  <a:pt x="0" y="0"/>
                </a:moveTo>
                <a:lnTo>
                  <a:pt x="93282" y="40836"/>
                </a:lnTo>
                <a:lnTo>
                  <a:pt x="93282" y="52950"/>
                </a:lnTo>
                <a:lnTo>
                  <a:pt x="0" y="92976"/>
                </a:lnTo>
                <a:lnTo>
                  <a:pt x="0" y="79931"/>
                </a:lnTo>
                <a:lnTo>
                  <a:pt x="78960" y="46892"/>
                </a:lnTo>
                <a:lnTo>
                  <a:pt x="0" y="13044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76887-6E38-4F62-94C7-E373511A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723" y="1614042"/>
            <a:ext cx="67259" cy="98567"/>
          </a:xfrm>
          <a:custGeom xmlns:a="http://schemas.openxmlformats.org/drawingml/2006/main">
            <a:pathLst>
              <a:path w="67259" h="98567">
                <a:moveTo>
                  <a:pt x="33622" y="7268"/>
                </a:moveTo>
                <a:cubicBezTo>
                  <a:pt x="30109" y="7268"/>
                  <a:pt x="27196" y="8188"/>
                  <a:pt x="24851" y="9998"/>
                </a:cubicBezTo>
                <a:cubicBezTo>
                  <a:pt x="22521" y="11807"/>
                  <a:pt x="20660" y="14496"/>
                  <a:pt x="19273" y="18023"/>
                </a:cubicBezTo>
                <a:cubicBezTo>
                  <a:pt x="17890" y="21526"/>
                  <a:pt x="16919" y="25823"/>
                  <a:pt x="16360" y="30883"/>
                </a:cubicBezTo>
                <a:cubicBezTo>
                  <a:pt x="15774" y="35981"/>
                  <a:pt x="15494" y="41729"/>
                  <a:pt x="15494" y="48173"/>
                </a:cubicBezTo>
                <a:cubicBezTo>
                  <a:pt x="15494" y="55615"/>
                  <a:pt x="15852" y="62028"/>
                  <a:pt x="16585" y="67446"/>
                </a:cubicBezTo>
                <a:cubicBezTo>
                  <a:pt x="17304" y="72864"/>
                  <a:pt x="18435" y="77325"/>
                  <a:pt x="19965" y="80824"/>
                </a:cubicBezTo>
                <a:cubicBezTo>
                  <a:pt x="21471" y="84324"/>
                  <a:pt x="23386" y="86879"/>
                  <a:pt x="25690" y="88546"/>
                </a:cubicBezTo>
                <a:cubicBezTo>
                  <a:pt x="27966" y="90181"/>
                  <a:pt x="30723" y="91020"/>
                  <a:pt x="33929" y="91020"/>
                </a:cubicBezTo>
                <a:cubicBezTo>
                  <a:pt x="36911" y="91020"/>
                  <a:pt x="39545" y="90236"/>
                  <a:pt x="41797" y="88706"/>
                </a:cubicBezTo>
                <a:cubicBezTo>
                  <a:pt x="44019" y="87135"/>
                  <a:pt x="45897" y="84739"/>
                  <a:pt x="47372" y="81465"/>
                </a:cubicBezTo>
                <a:cubicBezTo>
                  <a:pt x="48824" y="78190"/>
                  <a:pt x="49955" y="74050"/>
                  <a:pt x="50701" y="69031"/>
                </a:cubicBezTo>
                <a:cubicBezTo>
                  <a:pt x="51434" y="64001"/>
                  <a:pt x="51819" y="58062"/>
                  <a:pt x="51819" y="51233"/>
                </a:cubicBezTo>
                <a:cubicBezTo>
                  <a:pt x="51819" y="43542"/>
                  <a:pt x="51407" y="36924"/>
                  <a:pt x="50596" y="31401"/>
                </a:cubicBezTo>
                <a:cubicBezTo>
                  <a:pt x="49781" y="25850"/>
                  <a:pt x="48599" y="21270"/>
                  <a:pt x="47120" y="17719"/>
                </a:cubicBezTo>
                <a:cubicBezTo>
                  <a:pt x="45603" y="14138"/>
                  <a:pt x="43712" y="11501"/>
                  <a:pt x="41436" y="9824"/>
                </a:cubicBezTo>
                <a:cubicBezTo>
                  <a:pt x="39160" y="8107"/>
                  <a:pt x="36553" y="7268"/>
                  <a:pt x="33622" y="7268"/>
                </a:cubicBezTo>
                <a:close/>
                <a:moveTo>
                  <a:pt x="33929" y="0"/>
                </a:moveTo>
                <a:cubicBezTo>
                  <a:pt x="39852" y="0"/>
                  <a:pt x="44939" y="1107"/>
                  <a:pt x="49158" y="3329"/>
                </a:cubicBezTo>
                <a:cubicBezTo>
                  <a:pt x="53376" y="5551"/>
                  <a:pt x="56838" y="8720"/>
                  <a:pt x="59486" y="12833"/>
                </a:cubicBezTo>
                <a:cubicBezTo>
                  <a:pt x="62174" y="16973"/>
                  <a:pt x="64144" y="21989"/>
                  <a:pt x="65371" y="27952"/>
                </a:cubicBezTo>
                <a:cubicBezTo>
                  <a:pt x="66621" y="33878"/>
                  <a:pt x="67259" y="40598"/>
                  <a:pt x="67259" y="48094"/>
                </a:cubicBezTo>
                <a:cubicBezTo>
                  <a:pt x="67259" y="64717"/>
                  <a:pt x="64304" y="77297"/>
                  <a:pt x="58423" y="85803"/>
                </a:cubicBezTo>
                <a:cubicBezTo>
                  <a:pt x="52511" y="94322"/>
                  <a:pt x="43964" y="98567"/>
                  <a:pt x="32798" y="98567"/>
                </a:cubicBezTo>
                <a:cubicBezTo>
                  <a:pt x="21696" y="98567"/>
                  <a:pt x="13470" y="94546"/>
                  <a:pt x="8079" y="86522"/>
                </a:cubicBezTo>
                <a:cubicBezTo>
                  <a:pt x="2675" y="78469"/>
                  <a:pt x="0" y="66301"/>
                  <a:pt x="0" y="49955"/>
                </a:cubicBezTo>
                <a:cubicBezTo>
                  <a:pt x="0" y="41426"/>
                  <a:pt x="811" y="34038"/>
                  <a:pt x="2501" y="27796"/>
                </a:cubicBezTo>
                <a:cubicBezTo>
                  <a:pt x="4167" y="21553"/>
                  <a:pt x="6508" y="16360"/>
                  <a:pt x="9531" y="12247"/>
                </a:cubicBezTo>
                <a:cubicBezTo>
                  <a:pt x="12553" y="8134"/>
                  <a:pt x="16159" y="5060"/>
                  <a:pt x="20299" y="3050"/>
                </a:cubicBezTo>
                <a:cubicBezTo>
                  <a:pt x="24439" y="1026"/>
                  <a:pt x="28992" y="0"/>
                  <a:pt x="33929" y="0"/>
                </a:cubicBezTo>
                <a:close/>
                <a:moveTo>
                  <a:pt x="33929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A3BA8-47BB-4FAF-8852-B97C43F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091" y="3505709"/>
            <a:ext cx="1544334" cy="2630963"/>
          </a:xfrm>
          <a:custGeom xmlns:a="http://schemas.openxmlformats.org/drawingml/2006/main">
            <a:pathLst>
              <a:path w="1544334" h="2630963">
                <a:moveTo>
                  <a:pt x="0" y="172682"/>
                </a:moveTo>
                <a:cubicBezTo>
                  <a:pt x="0" y="77311"/>
                  <a:pt x="77321" y="0"/>
                  <a:pt x="172696" y="0"/>
                </a:cubicBezTo>
                <a:lnTo>
                  <a:pt x="1371638" y="0"/>
                </a:lnTo>
                <a:cubicBezTo>
                  <a:pt x="1467013" y="0"/>
                  <a:pt x="1544334" y="77311"/>
                  <a:pt x="1544334" y="172682"/>
                </a:cubicBezTo>
                <a:lnTo>
                  <a:pt x="1544334" y="2458281"/>
                </a:lnTo>
                <a:cubicBezTo>
                  <a:pt x="1544334" y="2553639"/>
                  <a:pt x="1467013" y="2630963"/>
                  <a:pt x="1371638" y="2630963"/>
                </a:cubicBezTo>
                <a:lnTo>
                  <a:pt x="172696" y="2630963"/>
                </a:lnTo>
                <a:cubicBezTo>
                  <a:pt x="77321" y="2630963"/>
                  <a:pt x="0" y="2553639"/>
                  <a:pt x="0" y="2458281"/>
                </a:cubicBezTo>
                <a:lnTo>
                  <a:pt x="0" y="172682"/>
                </a:lnTo>
                <a:close/>
                <a:moveTo>
                  <a:pt x="0" y="172682"/>
                </a:moveTo>
              </a:path>
            </a:pathLst>
          </a:custGeom>
          <a:solidFill xmlns:a="http://schemas.openxmlformats.org/drawingml/2006/main">
            <a:srgbClr val="D8D2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11AC6-C40C-49C7-935B-17AB368F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254" y="5819622"/>
            <a:ext cx="132551" cy="216285"/>
          </a:xfrm>
          <a:custGeom xmlns:a="http://schemas.openxmlformats.org/drawingml/2006/main">
            <a:pathLst>
              <a:path w="132551" h="216285">
                <a:moveTo>
                  <a:pt x="110947" y="0"/>
                </a:moveTo>
                <a:cubicBezTo>
                  <a:pt x="118614" y="0"/>
                  <a:pt x="125801" y="692"/>
                  <a:pt x="132551" y="2075"/>
                </a:cubicBezTo>
                <a:lnTo>
                  <a:pt x="127385" y="25035"/>
                </a:lnTo>
                <a:lnTo>
                  <a:pt x="112555" y="25035"/>
                </a:lnTo>
                <a:cubicBezTo>
                  <a:pt x="112252" y="20313"/>
                  <a:pt x="111479" y="16932"/>
                  <a:pt x="110255" y="14935"/>
                </a:cubicBezTo>
                <a:cubicBezTo>
                  <a:pt x="109029" y="12939"/>
                  <a:pt x="107141" y="11954"/>
                  <a:pt x="104531" y="11954"/>
                </a:cubicBezTo>
                <a:cubicBezTo>
                  <a:pt x="101457" y="11954"/>
                  <a:pt x="98980" y="13017"/>
                  <a:pt x="97065" y="15174"/>
                </a:cubicBezTo>
                <a:cubicBezTo>
                  <a:pt x="95146" y="17317"/>
                  <a:pt x="93534" y="20231"/>
                  <a:pt x="92233" y="23894"/>
                </a:cubicBezTo>
                <a:cubicBezTo>
                  <a:pt x="90928" y="27567"/>
                  <a:pt x="89622" y="32399"/>
                  <a:pt x="88317" y="38362"/>
                </a:cubicBezTo>
                <a:lnTo>
                  <a:pt x="85455" y="50994"/>
                </a:lnTo>
                <a:lnTo>
                  <a:pt x="110027" y="50994"/>
                </a:lnTo>
                <a:lnTo>
                  <a:pt x="106926" y="65357"/>
                </a:lnTo>
                <a:lnTo>
                  <a:pt x="82235" y="65357"/>
                </a:lnTo>
                <a:lnTo>
                  <a:pt x="61442" y="161365"/>
                </a:lnTo>
                <a:cubicBezTo>
                  <a:pt x="57383" y="179974"/>
                  <a:pt x="50834" y="193792"/>
                  <a:pt x="41811" y="202791"/>
                </a:cubicBezTo>
                <a:cubicBezTo>
                  <a:pt x="32784" y="211787"/>
                  <a:pt x="21485" y="216285"/>
                  <a:pt x="7933" y="216285"/>
                </a:cubicBezTo>
                <a:cubicBezTo>
                  <a:pt x="4634" y="216285"/>
                  <a:pt x="1997" y="216088"/>
                  <a:pt x="0" y="215703"/>
                </a:cubicBezTo>
                <a:lnTo>
                  <a:pt x="2770" y="202842"/>
                </a:lnTo>
                <a:cubicBezTo>
                  <a:pt x="4300" y="203071"/>
                  <a:pt x="5657" y="203204"/>
                  <a:pt x="6883" y="203204"/>
                </a:cubicBezTo>
                <a:cubicBezTo>
                  <a:pt x="11248" y="203204"/>
                  <a:pt x="14881" y="200767"/>
                  <a:pt x="17743" y="195962"/>
                </a:cubicBezTo>
                <a:cubicBezTo>
                  <a:pt x="20606" y="191131"/>
                  <a:pt x="23175" y="183889"/>
                  <a:pt x="25397" y="174253"/>
                </a:cubicBezTo>
                <a:lnTo>
                  <a:pt x="49969" y="65357"/>
                </a:lnTo>
                <a:lnTo>
                  <a:pt x="32624" y="65357"/>
                </a:lnTo>
                <a:lnTo>
                  <a:pt x="34703" y="56051"/>
                </a:lnTo>
                <a:cubicBezTo>
                  <a:pt x="39974" y="55973"/>
                  <a:pt x="43699" y="55584"/>
                  <a:pt x="45897" y="54906"/>
                </a:cubicBezTo>
                <a:cubicBezTo>
                  <a:pt x="48081" y="54214"/>
                  <a:pt x="49863" y="52964"/>
                  <a:pt x="51301" y="51114"/>
                </a:cubicBezTo>
                <a:cubicBezTo>
                  <a:pt x="52698" y="49277"/>
                  <a:pt x="54054" y="45869"/>
                  <a:pt x="55359" y="40891"/>
                </a:cubicBezTo>
                <a:cubicBezTo>
                  <a:pt x="57278" y="33622"/>
                  <a:pt x="59687" y="27591"/>
                  <a:pt x="62600" y="22814"/>
                </a:cubicBezTo>
                <a:cubicBezTo>
                  <a:pt x="65517" y="18009"/>
                  <a:pt x="69296" y="13842"/>
                  <a:pt x="73968" y="10287"/>
                </a:cubicBezTo>
                <a:cubicBezTo>
                  <a:pt x="78654" y="6733"/>
                  <a:pt x="84099" y="4127"/>
                  <a:pt x="90341" y="2488"/>
                </a:cubicBezTo>
                <a:cubicBezTo>
                  <a:pt x="96570" y="825"/>
                  <a:pt x="103454" y="0"/>
                  <a:pt x="110947" y="0"/>
                </a:cubicBezTo>
                <a:close/>
                <a:moveTo>
                  <a:pt x="110947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30641-BBF5-479E-8F52-AB5C48F8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772" y="5793827"/>
            <a:ext cx="311169" cy="106391"/>
          </a:xfrm>
          <a:custGeom xmlns:a="http://schemas.openxmlformats.org/drawingml/2006/main">
            <a:pathLst>
              <a:path w="311169" h="106391">
                <a:moveTo>
                  <a:pt x="210792" y="64744"/>
                </a:moveTo>
                <a:cubicBezTo>
                  <a:pt x="198413" y="65023"/>
                  <a:pt x="189335" y="66604"/>
                  <a:pt x="183532" y="69521"/>
                </a:cubicBezTo>
                <a:cubicBezTo>
                  <a:pt x="177729" y="72411"/>
                  <a:pt x="174839" y="76813"/>
                  <a:pt x="174839" y="82739"/>
                </a:cubicBezTo>
                <a:cubicBezTo>
                  <a:pt x="174839" y="87292"/>
                  <a:pt x="176117" y="90617"/>
                  <a:pt x="178727" y="92642"/>
                </a:cubicBezTo>
                <a:cubicBezTo>
                  <a:pt x="181307" y="94679"/>
                  <a:pt x="184861" y="95702"/>
                  <a:pt x="189389" y="95702"/>
                </a:cubicBezTo>
                <a:cubicBezTo>
                  <a:pt x="192555" y="95702"/>
                  <a:pt x="195445" y="95143"/>
                  <a:pt x="198079" y="94011"/>
                </a:cubicBezTo>
                <a:cubicBezTo>
                  <a:pt x="200689" y="92921"/>
                  <a:pt x="202938" y="91456"/>
                  <a:pt x="204802" y="89728"/>
                </a:cubicBezTo>
                <a:cubicBezTo>
                  <a:pt x="206679" y="87956"/>
                  <a:pt x="208155" y="86014"/>
                  <a:pt x="209208" y="83870"/>
                </a:cubicBezTo>
                <a:cubicBezTo>
                  <a:pt x="210271" y="81713"/>
                  <a:pt x="210792" y="79597"/>
                  <a:pt x="210792" y="77546"/>
                </a:cubicBezTo>
                <a:lnTo>
                  <a:pt x="210792" y="64744"/>
                </a:lnTo>
                <a:close/>
                <a:moveTo>
                  <a:pt x="201435" y="19484"/>
                </a:moveTo>
                <a:cubicBezTo>
                  <a:pt x="205732" y="19617"/>
                  <a:pt x="209460" y="20098"/>
                  <a:pt x="212680" y="20963"/>
                </a:cubicBezTo>
                <a:cubicBezTo>
                  <a:pt x="215876" y="21815"/>
                  <a:pt x="218565" y="23318"/>
                  <a:pt x="220708" y="25448"/>
                </a:cubicBezTo>
                <a:cubicBezTo>
                  <a:pt x="222865" y="27540"/>
                  <a:pt x="224474" y="30399"/>
                  <a:pt x="225567" y="34008"/>
                </a:cubicBezTo>
                <a:cubicBezTo>
                  <a:pt x="226644" y="37616"/>
                  <a:pt x="227230" y="42165"/>
                  <a:pt x="227285" y="47692"/>
                </a:cubicBezTo>
                <a:lnTo>
                  <a:pt x="227285" y="79625"/>
                </a:lnTo>
                <a:cubicBezTo>
                  <a:pt x="227285" y="83257"/>
                  <a:pt x="227258" y="86198"/>
                  <a:pt x="227176" y="88423"/>
                </a:cubicBezTo>
                <a:cubicBezTo>
                  <a:pt x="227125" y="90645"/>
                  <a:pt x="227390" y="92454"/>
                  <a:pt x="227949" y="93865"/>
                </a:cubicBezTo>
                <a:cubicBezTo>
                  <a:pt x="228508" y="95252"/>
                  <a:pt x="229507" y="96342"/>
                  <a:pt x="230958" y="97167"/>
                </a:cubicBezTo>
                <a:cubicBezTo>
                  <a:pt x="232396" y="97954"/>
                  <a:pt x="234618" y="98779"/>
                  <a:pt x="237559" y="99535"/>
                </a:cubicBezTo>
                <a:lnTo>
                  <a:pt x="237559" y="104888"/>
                </a:lnTo>
                <a:lnTo>
                  <a:pt x="211791" y="104888"/>
                </a:lnTo>
                <a:cubicBezTo>
                  <a:pt x="211910" y="102837"/>
                  <a:pt x="211988" y="100762"/>
                  <a:pt x="212043" y="98697"/>
                </a:cubicBezTo>
                <a:cubicBezTo>
                  <a:pt x="212097" y="96649"/>
                  <a:pt x="212203" y="94625"/>
                  <a:pt x="212295" y="92682"/>
                </a:cubicBezTo>
                <a:cubicBezTo>
                  <a:pt x="212148" y="92563"/>
                  <a:pt x="211964" y="92509"/>
                  <a:pt x="211791" y="92481"/>
                </a:cubicBezTo>
                <a:cubicBezTo>
                  <a:pt x="211630" y="92454"/>
                  <a:pt x="211402" y="92376"/>
                  <a:pt x="211123" y="92257"/>
                </a:cubicBezTo>
                <a:cubicBezTo>
                  <a:pt x="208516" y="94839"/>
                  <a:pt x="206011" y="97007"/>
                  <a:pt x="203657" y="98806"/>
                </a:cubicBezTo>
                <a:cubicBezTo>
                  <a:pt x="201275" y="100561"/>
                  <a:pt x="198903" y="102040"/>
                  <a:pt x="196521" y="103171"/>
                </a:cubicBezTo>
                <a:cubicBezTo>
                  <a:pt x="194167" y="104316"/>
                  <a:pt x="191771" y="105141"/>
                  <a:pt x="189335" y="105645"/>
                </a:cubicBezTo>
                <a:cubicBezTo>
                  <a:pt x="186912" y="106166"/>
                  <a:pt x="184411" y="106391"/>
                  <a:pt x="181773" y="106391"/>
                </a:cubicBezTo>
                <a:cubicBezTo>
                  <a:pt x="178141" y="106391"/>
                  <a:pt x="174866" y="105887"/>
                  <a:pt x="171949" y="104807"/>
                </a:cubicBezTo>
                <a:cubicBezTo>
                  <a:pt x="169009" y="103757"/>
                  <a:pt x="166531" y="102251"/>
                  <a:pt x="164483" y="100336"/>
                </a:cubicBezTo>
                <a:cubicBezTo>
                  <a:pt x="162459" y="98417"/>
                  <a:pt x="160902" y="96141"/>
                  <a:pt x="159812" y="93534"/>
                </a:cubicBezTo>
                <a:cubicBezTo>
                  <a:pt x="158731" y="90897"/>
                  <a:pt x="158173" y="88011"/>
                  <a:pt x="158173" y="84814"/>
                </a:cubicBezTo>
                <a:cubicBezTo>
                  <a:pt x="158173" y="76217"/>
                  <a:pt x="162565" y="69654"/>
                  <a:pt x="171363" y="65074"/>
                </a:cubicBezTo>
                <a:cubicBezTo>
                  <a:pt x="180138" y="60495"/>
                  <a:pt x="193274" y="57782"/>
                  <a:pt x="210792" y="56889"/>
                </a:cubicBezTo>
                <a:lnTo>
                  <a:pt x="210792" y="50858"/>
                </a:lnTo>
                <a:cubicBezTo>
                  <a:pt x="210792" y="46745"/>
                  <a:pt x="210486" y="43232"/>
                  <a:pt x="209845" y="40369"/>
                </a:cubicBezTo>
                <a:cubicBezTo>
                  <a:pt x="209208" y="37483"/>
                  <a:pt x="208182" y="35166"/>
                  <a:pt x="206826" y="33367"/>
                </a:cubicBezTo>
                <a:cubicBezTo>
                  <a:pt x="205439" y="31612"/>
                  <a:pt x="203657" y="30307"/>
                  <a:pt x="201435" y="29482"/>
                </a:cubicBezTo>
                <a:cubicBezTo>
                  <a:pt x="199210" y="28695"/>
                  <a:pt x="196494" y="28283"/>
                  <a:pt x="193301" y="28283"/>
                </a:cubicBezTo>
                <a:cubicBezTo>
                  <a:pt x="188909" y="28283"/>
                  <a:pt x="185195" y="29455"/>
                  <a:pt x="182172" y="31786"/>
                </a:cubicBezTo>
                <a:cubicBezTo>
                  <a:pt x="179190" y="34140"/>
                  <a:pt x="176941" y="37841"/>
                  <a:pt x="175503" y="42912"/>
                </a:cubicBezTo>
                <a:lnTo>
                  <a:pt x="163100" y="42912"/>
                </a:lnTo>
                <a:lnTo>
                  <a:pt x="163100" y="30201"/>
                </a:lnTo>
                <a:cubicBezTo>
                  <a:pt x="167145" y="28310"/>
                  <a:pt x="170804" y="26698"/>
                  <a:pt x="174147" y="25342"/>
                </a:cubicBezTo>
                <a:cubicBezTo>
                  <a:pt x="177500" y="24010"/>
                  <a:pt x="180697" y="22906"/>
                  <a:pt x="183743" y="22040"/>
                </a:cubicBezTo>
                <a:cubicBezTo>
                  <a:pt x="186779" y="21175"/>
                  <a:pt x="189720" y="20565"/>
                  <a:pt x="192609" y="20152"/>
                </a:cubicBezTo>
                <a:cubicBezTo>
                  <a:pt x="195472" y="19764"/>
                  <a:pt x="198413" y="19539"/>
                  <a:pt x="201435" y="19484"/>
                </a:cubicBezTo>
                <a:close/>
                <a:moveTo>
                  <a:pt x="55281" y="19484"/>
                </a:moveTo>
                <a:cubicBezTo>
                  <a:pt x="61418" y="19484"/>
                  <a:pt x="66328" y="20790"/>
                  <a:pt x="70029" y="23373"/>
                </a:cubicBezTo>
                <a:cubicBezTo>
                  <a:pt x="73743" y="25979"/>
                  <a:pt x="76486" y="29987"/>
                  <a:pt x="78190" y="35473"/>
                </a:cubicBezTo>
                <a:cubicBezTo>
                  <a:pt x="81332" y="32450"/>
                  <a:pt x="84126" y="29949"/>
                  <a:pt x="86600" y="27952"/>
                </a:cubicBezTo>
                <a:cubicBezTo>
                  <a:pt x="89091" y="25928"/>
                  <a:pt x="91432" y="24316"/>
                  <a:pt x="93630" y="23093"/>
                </a:cubicBezTo>
                <a:cubicBezTo>
                  <a:pt x="95838" y="21866"/>
                  <a:pt x="98036" y="20991"/>
                  <a:pt x="100206" y="20456"/>
                </a:cubicBezTo>
                <a:cubicBezTo>
                  <a:pt x="102374" y="19924"/>
                  <a:pt x="104759" y="19617"/>
                  <a:pt x="107315" y="19484"/>
                </a:cubicBezTo>
                <a:cubicBezTo>
                  <a:pt x="111094" y="19539"/>
                  <a:pt x="114501" y="20098"/>
                  <a:pt x="117524" y="21124"/>
                </a:cubicBezTo>
                <a:cubicBezTo>
                  <a:pt x="120529" y="22149"/>
                  <a:pt x="123085" y="23812"/>
                  <a:pt x="125163" y="26116"/>
                </a:cubicBezTo>
                <a:cubicBezTo>
                  <a:pt x="127252" y="28378"/>
                  <a:pt x="128864" y="31397"/>
                  <a:pt x="129968" y="35139"/>
                </a:cubicBezTo>
                <a:cubicBezTo>
                  <a:pt x="131099" y="38867"/>
                  <a:pt x="131631" y="43447"/>
                  <a:pt x="131580" y="48861"/>
                </a:cubicBezTo>
                <a:lnTo>
                  <a:pt x="131580" y="83564"/>
                </a:lnTo>
                <a:cubicBezTo>
                  <a:pt x="131580" y="86852"/>
                  <a:pt x="131604" y="89394"/>
                  <a:pt x="131713" y="91125"/>
                </a:cubicBezTo>
                <a:cubicBezTo>
                  <a:pt x="131777" y="92894"/>
                  <a:pt x="132111" y="94277"/>
                  <a:pt x="132725" y="95265"/>
                </a:cubicBezTo>
                <a:cubicBezTo>
                  <a:pt x="133348" y="96264"/>
                  <a:pt x="134333" y="97034"/>
                  <a:pt x="135720" y="97566"/>
                </a:cubicBezTo>
                <a:cubicBezTo>
                  <a:pt x="137076" y="98111"/>
                  <a:pt x="139046" y="98779"/>
                  <a:pt x="141602" y="99535"/>
                </a:cubicBezTo>
                <a:lnTo>
                  <a:pt x="141602" y="104888"/>
                </a:lnTo>
                <a:lnTo>
                  <a:pt x="105062" y="104888"/>
                </a:lnTo>
                <a:lnTo>
                  <a:pt x="105062" y="99535"/>
                </a:lnTo>
                <a:cubicBezTo>
                  <a:pt x="107287" y="98779"/>
                  <a:pt x="109083" y="98152"/>
                  <a:pt x="110415" y="97698"/>
                </a:cubicBezTo>
                <a:cubicBezTo>
                  <a:pt x="111731" y="97259"/>
                  <a:pt x="112756" y="96567"/>
                  <a:pt x="113448" y="95650"/>
                </a:cubicBezTo>
                <a:cubicBezTo>
                  <a:pt x="114167" y="94730"/>
                  <a:pt x="114607" y="93401"/>
                  <a:pt x="114808" y="91643"/>
                </a:cubicBezTo>
                <a:cubicBezTo>
                  <a:pt x="114982" y="89871"/>
                  <a:pt x="115087" y="87316"/>
                  <a:pt x="115087" y="83990"/>
                </a:cubicBezTo>
                <a:lnTo>
                  <a:pt x="115087" y="57714"/>
                </a:lnTo>
                <a:cubicBezTo>
                  <a:pt x="115087" y="51805"/>
                  <a:pt x="114781" y="47106"/>
                  <a:pt x="114143" y="43566"/>
                </a:cubicBezTo>
                <a:cubicBezTo>
                  <a:pt x="113475" y="40063"/>
                  <a:pt x="112532" y="37388"/>
                  <a:pt x="111281" y="35510"/>
                </a:cubicBezTo>
                <a:cubicBezTo>
                  <a:pt x="110027" y="33646"/>
                  <a:pt x="108446" y="32423"/>
                  <a:pt x="106476" y="31864"/>
                </a:cubicBezTo>
                <a:cubicBezTo>
                  <a:pt x="104531" y="31319"/>
                  <a:pt x="102254" y="31040"/>
                  <a:pt x="99699" y="31040"/>
                </a:cubicBezTo>
                <a:cubicBezTo>
                  <a:pt x="97756" y="31040"/>
                  <a:pt x="95599" y="31557"/>
                  <a:pt x="93258" y="32570"/>
                </a:cubicBezTo>
                <a:cubicBezTo>
                  <a:pt x="90928" y="33622"/>
                  <a:pt x="88757" y="35006"/>
                  <a:pt x="86736" y="36774"/>
                </a:cubicBezTo>
                <a:cubicBezTo>
                  <a:pt x="84739" y="38533"/>
                  <a:pt x="83046" y="40557"/>
                  <a:pt x="81662" y="42833"/>
                </a:cubicBezTo>
                <a:cubicBezTo>
                  <a:pt x="80320" y="45109"/>
                  <a:pt x="79628" y="47478"/>
                  <a:pt x="79628" y="49941"/>
                </a:cubicBezTo>
                <a:lnTo>
                  <a:pt x="79628" y="83564"/>
                </a:lnTo>
                <a:cubicBezTo>
                  <a:pt x="79628" y="86852"/>
                  <a:pt x="79679" y="89421"/>
                  <a:pt x="79798" y="91231"/>
                </a:cubicBezTo>
                <a:cubicBezTo>
                  <a:pt x="79907" y="93013"/>
                  <a:pt x="80293" y="94424"/>
                  <a:pt x="80930" y="95398"/>
                </a:cubicBezTo>
                <a:cubicBezTo>
                  <a:pt x="81570" y="96369"/>
                  <a:pt x="82569" y="97140"/>
                  <a:pt x="83925" y="97647"/>
                </a:cubicBezTo>
                <a:cubicBezTo>
                  <a:pt x="85298" y="98179"/>
                  <a:pt x="87268" y="98819"/>
                  <a:pt x="89824" y="99535"/>
                </a:cubicBezTo>
                <a:lnTo>
                  <a:pt x="89824" y="104888"/>
                </a:lnTo>
                <a:lnTo>
                  <a:pt x="53110" y="104888"/>
                </a:lnTo>
                <a:lnTo>
                  <a:pt x="53110" y="99535"/>
                </a:lnTo>
                <a:cubicBezTo>
                  <a:pt x="55336" y="98779"/>
                  <a:pt x="57104" y="98138"/>
                  <a:pt x="58423" y="97647"/>
                </a:cubicBezTo>
                <a:cubicBezTo>
                  <a:pt x="59728" y="97194"/>
                  <a:pt x="60726" y="96502"/>
                  <a:pt x="61418" y="95569"/>
                </a:cubicBezTo>
                <a:cubicBezTo>
                  <a:pt x="62137" y="94652"/>
                  <a:pt x="62577" y="93320"/>
                  <a:pt x="62774" y="91589"/>
                </a:cubicBezTo>
                <a:cubicBezTo>
                  <a:pt x="62948" y="89871"/>
                  <a:pt x="63054" y="87316"/>
                  <a:pt x="63054" y="83990"/>
                </a:cubicBezTo>
                <a:lnTo>
                  <a:pt x="63054" y="58804"/>
                </a:lnTo>
                <a:cubicBezTo>
                  <a:pt x="63054" y="52722"/>
                  <a:pt x="62747" y="47863"/>
                  <a:pt x="62110" y="44258"/>
                </a:cubicBezTo>
                <a:cubicBezTo>
                  <a:pt x="61469" y="40635"/>
                  <a:pt x="60498" y="37841"/>
                  <a:pt x="59247" y="35923"/>
                </a:cubicBezTo>
                <a:cubicBezTo>
                  <a:pt x="57997" y="34008"/>
                  <a:pt x="56412" y="32730"/>
                  <a:pt x="54443" y="32116"/>
                </a:cubicBezTo>
                <a:cubicBezTo>
                  <a:pt x="52500" y="31506"/>
                  <a:pt x="50251" y="31145"/>
                  <a:pt x="47668" y="31040"/>
                </a:cubicBezTo>
                <a:cubicBezTo>
                  <a:pt x="45443" y="31145"/>
                  <a:pt x="43143" y="31759"/>
                  <a:pt x="40734" y="32835"/>
                </a:cubicBezTo>
                <a:cubicBezTo>
                  <a:pt x="38335" y="33929"/>
                  <a:pt x="36127" y="35340"/>
                  <a:pt x="34157" y="37095"/>
                </a:cubicBezTo>
                <a:cubicBezTo>
                  <a:pt x="32202" y="38867"/>
                  <a:pt x="30590" y="40836"/>
                  <a:pt x="29353" y="43007"/>
                </a:cubicBezTo>
                <a:cubicBezTo>
                  <a:pt x="28126" y="45174"/>
                  <a:pt x="27567" y="47358"/>
                  <a:pt x="27673" y="49529"/>
                </a:cubicBezTo>
                <a:lnTo>
                  <a:pt x="27673" y="83564"/>
                </a:lnTo>
                <a:cubicBezTo>
                  <a:pt x="27673" y="87012"/>
                  <a:pt x="27741" y="89674"/>
                  <a:pt x="27901" y="91456"/>
                </a:cubicBezTo>
                <a:cubicBezTo>
                  <a:pt x="28020" y="93279"/>
                  <a:pt x="28433" y="94652"/>
                  <a:pt x="29097" y="95569"/>
                </a:cubicBezTo>
                <a:cubicBezTo>
                  <a:pt x="29765" y="96502"/>
                  <a:pt x="30791" y="97167"/>
                  <a:pt x="32147" y="97620"/>
                </a:cubicBezTo>
                <a:cubicBezTo>
                  <a:pt x="33517" y="98060"/>
                  <a:pt x="35463" y="98697"/>
                  <a:pt x="37977" y="99535"/>
                </a:cubicBezTo>
                <a:lnTo>
                  <a:pt x="37977" y="104888"/>
                </a:lnTo>
                <a:lnTo>
                  <a:pt x="1254" y="104888"/>
                </a:lnTo>
                <a:lnTo>
                  <a:pt x="1254" y="99535"/>
                </a:lnTo>
                <a:cubicBezTo>
                  <a:pt x="3435" y="98779"/>
                  <a:pt x="5166" y="98152"/>
                  <a:pt x="6471" y="97698"/>
                </a:cubicBezTo>
                <a:cubicBezTo>
                  <a:pt x="7776" y="97259"/>
                  <a:pt x="8798" y="96567"/>
                  <a:pt x="9493" y="95650"/>
                </a:cubicBezTo>
                <a:cubicBezTo>
                  <a:pt x="10185" y="94730"/>
                  <a:pt x="10635" y="93374"/>
                  <a:pt x="10822" y="91589"/>
                </a:cubicBezTo>
                <a:cubicBezTo>
                  <a:pt x="11023" y="89820"/>
                  <a:pt x="11129" y="87210"/>
                  <a:pt x="11129" y="83816"/>
                </a:cubicBezTo>
                <a:lnTo>
                  <a:pt x="11129" y="44418"/>
                </a:lnTo>
                <a:cubicBezTo>
                  <a:pt x="11129" y="42288"/>
                  <a:pt x="11075" y="40475"/>
                  <a:pt x="10996" y="38945"/>
                </a:cubicBezTo>
                <a:cubicBezTo>
                  <a:pt x="10891" y="37415"/>
                  <a:pt x="10822" y="36151"/>
                  <a:pt x="10690" y="35207"/>
                </a:cubicBezTo>
                <a:cubicBezTo>
                  <a:pt x="10584" y="34062"/>
                  <a:pt x="10383" y="33036"/>
                  <a:pt x="10076" y="32225"/>
                </a:cubicBezTo>
                <a:cubicBezTo>
                  <a:pt x="9773" y="31373"/>
                  <a:pt x="9238" y="30641"/>
                  <a:pt x="8495" y="29987"/>
                </a:cubicBezTo>
                <a:cubicBezTo>
                  <a:pt x="7722" y="29349"/>
                  <a:pt x="6682" y="28791"/>
                  <a:pt x="5299" y="28310"/>
                </a:cubicBezTo>
                <a:cubicBezTo>
                  <a:pt x="3943" y="27843"/>
                  <a:pt x="2171" y="27393"/>
                  <a:pt x="0" y="26927"/>
                </a:cubicBezTo>
                <a:lnTo>
                  <a:pt x="0" y="21256"/>
                </a:lnTo>
                <a:lnTo>
                  <a:pt x="21911" y="20323"/>
                </a:lnTo>
                <a:lnTo>
                  <a:pt x="27847" y="20323"/>
                </a:lnTo>
                <a:cubicBezTo>
                  <a:pt x="27673" y="22732"/>
                  <a:pt x="27489" y="25090"/>
                  <a:pt x="27261" y="27393"/>
                </a:cubicBezTo>
                <a:cubicBezTo>
                  <a:pt x="27036" y="29707"/>
                  <a:pt x="26848" y="32038"/>
                  <a:pt x="26678" y="34393"/>
                </a:cubicBezTo>
                <a:cubicBezTo>
                  <a:pt x="26848" y="34498"/>
                  <a:pt x="27008" y="34539"/>
                  <a:pt x="27182" y="34539"/>
                </a:cubicBezTo>
                <a:cubicBezTo>
                  <a:pt x="27342" y="34539"/>
                  <a:pt x="27516" y="34594"/>
                  <a:pt x="27673" y="34727"/>
                </a:cubicBezTo>
                <a:cubicBezTo>
                  <a:pt x="30631" y="31810"/>
                  <a:pt x="33346" y="29401"/>
                  <a:pt x="35793" y="27485"/>
                </a:cubicBezTo>
                <a:cubicBezTo>
                  <a:pt x="38257" y="25543"/>
                  <a:pt x="40560" y="24010"/>
                  <a:pt x="42728" y="22841"/>
                </a:cubicBezTo>
                <a:cubicBezTo>
                  <a:pt x="44898" y="21655"/>
                  <a:pt x="47028" y="20844"/>
                  <a:pt x="49038" y="20323"/>
                </a:cubicBezTo>
                <a:cubicBezTo>
                  <a:pt x="51090" y="19818"/>
                  <a:pt x="53165" y="19539"/>
                  <a:pt x="55281" y="19484"/>
                </a:cubicBezTo>
                <a:close/>
                <a:moveTo>
                  <a:pt x="265245" y="0"/>
                </a:moveTo>
                <a:lnTo>
                  <a:pt x="278957" y="0"/>
                </a:lnTo>
                <a:lnTo>
                  <a:pt x="278957" y="21256"/>
                </a:lnTo>
                <a:lnTo>
                  <a:pt x="308228" y="21256"/>
                </a:lnTo>
                <a:lnTo>
                  <a:pt x="308228" y="30532"/>
                </a:lnTo>
                <a:lnTo>
                  <a:pt x="278957" y="30532"/>
                </a:lnTo>
                <a:lnTo>
                  <a:pt x="278957" y="70438"/>
                </a:lnTo>
                <a:cubicBezTo>
                  <a:pt x="279036" y="75549"/>
                  <a:pt x="279342" y="79730"/>
                  <a:pt x="279874" y="82950"/>
                </a:cubicBezTo>
                <a:cubicBezTo>
                  <a:pt x="280433" y="86147"/>
                  <a:pt x="281312" y="88648"/>
                  <a:pt x="282484" y="90406"/>
                </a:cubicBezTo>
                <a:cubicBezTo>
                  <a:pt x="283656" y="92202"/>
                  <a:pt x="285091" y="93425"/>
                  <a:pt x="286836" y="94066"/>
                </a:cubicBezTo>
                <a:cubicBezTo>
                  <a:pt x="288567" y="94703"/>
                  <a:pt x="290618" y="95010"/>
                  <a:pt x="293013" y="95010"/>
                </a:cubicBezTo>
                <a:cubicBezTo>
                  <a:pt x="295423" y="95010"/>
                  <a:pt x="297777" y="94478"/>
                  <a:pt x="300094" y="93401"/>
                </a:cubicBezTo>
                <a:cubicBezTo>
                  <a:pt x="302398" y="92308"/>
                  <a:pt x="304674" y="90846"/>
                  <a:pt x="306896" y="89009"/>
                </a:cubicBezTo>
                <a:cubicBezTo>
                  <a:pt x="307693" y="90008"/>
                  <a:pt x="308412" y="91006"/>
                  <a:pt x="309080" y="92015"/>
                </a:cubicBezTo>
                <a:cubicBezTo>
                  <a:pt x="309745" y="93013"/>
                  <a:pt x="310450" y="94011"/>
                  <a:pt x="311169" y="95010"/>
                </a:cubicBezTo>
                <a:cubicBezTo>
                  <a:pt x="306548" y="98976"/>
                  <a:pt x="302251" y="101866"/>
                  <a:pt x="298285" y="103675"/>
                </a:cubicBezTo>
                <a:cubicBezTo>
                  <a:pt x="294315" y="105498"/>
                  <a:pt x="290311" y="106391"/>
                  <a:pt x="286236" y="106391"/>
                </a:cubicBezTo>
                <a:cubicBezTo>
                  <a:pt x="278156" y="106391"/>
                  <a:pt x="272156" y="104220"/>
                  <a:pt x="268213" y="99869"/>
                </a:cubicBezTo>
                <a:cubicBezTo>
                  <a:pt x="264274" y="95531"/>
                  <a:pt x="262304" y="88730"/>
                  <a:pt x="262304" y="79465"/>
                </a:cubicBezTo>
                <a:lnTo>
                  <a:pt x="262304" y="30532"/>
                </a:lnTo>
                <a:lnTo>
                  <a:pt x="249022" y="30532"/>
                </a:lnTo>
                <a:lnTo>
                  <a:pt x="249022" y="25448"/>
                </a:lnTo>
                <a:cubicBezTo>
                  <a:pt x="250804" y="25155"/>
                  <a:pt x="252416" y="24729"/>
                  <a:pt x="253878" y="24143"/>
                </a:cubicBezTo>
                <a:cubicBezTo>
                  <a:pt x="255329" y="23546"/>
                  <a:pt x="256607" y="22865"/>
                  <a:pt x="257711" y="22095"/>
                </a:cubicBezTo>
                <a:cubicBezTo>
                  <a:pt x="258723" y="21348"/>
                  <a:pt x="259602" y="20510"/>
                  <a:pt x="260321" y="19484"/>
                </a:cubicBezTo>
                <a:cubicBezTo>
                  <a:pt x="261027" y="18486"/>
                  <a:pt x="261664" y="17181"/>
                  <a:pt x="262236" y="15573"/>
                </a:cubicBezTo>
                <a:cubicBezTo>
                  <a:pt x="262795" y="13934"/>
                  <a:pt x="263303" y="11899"/>
                  <a:pt x="263794" y="9357"/>
                </a:cubicBezTo>
                <a:cubicBezTo>
                  <a:pt x="264247" y="6853"/>
                  <a:pt x="264741" y="3738"/>
                  <a:pt x="265245" y="0"/>
                </a:cubicBezTo>
                <a:close/>
                <a:moveTo>
                  <a:pt x="265245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7F8CB-3CDF-466C-8065-3DB3DE2C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17" y="3605422"/>
            <a:ext cx="841189" cy="465344"/>
          </a:xfrm>
          <a:custGeom xmlns:a="http://schemas.openxmlformats.org/drawingml/2006/main">
            <a:pathLst>
              <a:path w="841189" h="465344">
                <a:moveTo>
                  <a:pt x="0" y="103505"/>
                </a:moveTo>
                <a:cubicBezTo>
                  <a:pt x="0" y="46360"/>
                  <a:pt x="46319" y="0"/>
                  <a:pt x="103491" y="0"/>
                </a:cubicBezTo>
                <a:lnTo>
                  <a:pt x="737698" y="0"/>
                </a:lnTo>
                <a:cubicBezTo>
                  <a:pt x="794839" y="0"/>
                  <a:pt x="841189" y="46360"/>
                  <a:pt x="841189" y="103505"/>
                </a:cubicBezTo>
                <a:lnTo>
                  <a:pt x="841189" y="361840"/>
                </a:lnTo>
                <a:cubicBezTo>
                  <a:pt x="841189" y="419012"/>
                  <a:pt x="794839" y="465344"/>
                  <a:pt x="737698" y="465344"/>
                </a:cubicBezTo>
                <a:lnTo>
                  <a:pt x="103491" y="465344"/>
                </a:lnTo>
                <a:cubicBezTo>
                  <a:pt x="46319" y="465344"/>
                  <a:pt x="0" y="419012"/>
                  <a:pt x="0" y="361840"/>
                </a:cubicBezTo>
                <a:lnTo>
                  <a:pt x="0" y="103505"/>
                </a:lnTo>
                <a:close/>
                <a:moveTo>
                  <a:pt x="0" y="1035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Base">
            <a:extLst xmlns:a="http://schemas.openxmlformats.org/drawingml/2006/main">
              <a:ext uri="{FF2B5EF4-FFF2-40B4-BE49-F238E27FC236}">
                <a16:creationId xmlns:a16="http://schemas.microsoft.com/office/drawing/2014/main" id="{D265F9AD-9831-4930-BD31-94D0B4A3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487" y="3702736"/>
            <a:ext cx="294330" cy="101531"/>
          </a:xfrm>
          <a:custGeom xmlns:a="http://schemas.openxmlformats.org/drawingml/2006/main">
            <a:pathLst>
              <a:path w="294330" h="101531">
                <a:moveTo>
                  <a:pt x="0" y="99562"/>
                </a:moveTo>
                <a:lnTo>
                  <a:pt x="0" y="0"/>
                </a:lnTo>
                <a:lnTo>
                  <a:pt x="38813" y="0"/>
                </a:lnTo>
                <a:cubicBezTo>
                  <a:pt x="47250" y="0"/>
                  <a:pt x="54445" y="2063"/>
                  <a:pt x="60397" y="6188"/>
                </a:cubicBezTo>
                <a:cubicBezTo>
                  <a:pt x="66351" y="10313"/>
                  <a:pt x="69328" y="16593"/>
                  <a:pt x="69328" y="25030"/>
                </a:cubicBezTo>
                <a:cubicBezTo>
                  <a:pt x="69328" y="30468"/>
                  <a:pt x="67781" y="35062"/>
                  <a:pt x="64687" y="38813"/>
                </a:cubicBezTo>
                <a:cubicBezTo>
                  <a:pt x="61594" y="42562"/>
                  <a:pt x="57375" y="45234"/>
                  <a:pt x="52031" y="46827"/>
                </a:cubicBezTo>
                <a:lnTo>
                  <a:pt x="52031" y="47108"/>
                </a:lnTo>
                <a:cubicBezTo>
                  <a:pt x="58500" y="47952"/>
                  <a:pt x="63703" y="50437"/>
                  <a:pt x="67639" y="54563"/>
                </a:cubicBezTo>
                <a:cubicBezTo>
                  <a:pt x="71578" y="58687"/>
                  <a:pt x="73547" y="64030"/>
                  <a:pt x="73547" y="70594"/>
                </a:cubicBezTo>
                <a:cubicBezTo>
                  <a:pt x="73547" y="75749"/>
                  <a:pt x="72492" y="80272"/>
                  <a:pt x="70382" y="84163"/>
                </a:cubicBezTo>
                <a:cubicBezTo>
                  <a:pt x="68273" y="88054"/>
                  <a:pt x="65391" y="91078"/>
                  <a:pt x="61734" y="93234"/>
                </a:cubicBezTo>
                <a:cubicBezTo>
                  <a:pt x="58078" y="95389"/>
                  <a:pt x="54093" y="96983"/>
                  <a:pt x="49780" y="98014"/>
                </a:cubicBezTo>
                <a:cubicBezTo>
                  <a:pt x="45468" y="99046"/>
                  <a:pt x="40828" y="99562"/>
                  <a:pt x="35858" y="99562"/>
                </a:cubicBezTo>
                <a:lnTo>
                  <a:pt x="0" y="99562"/>
                </a:lnTo>
                <a:moveTo>
                  <a:pt x="17718" y="14623"/>
                </a:moveTo>
                <a:lnTo>
                  <a:pt x="17718" y="40499"/>
                </a:lnTo>
                <a:lnTo>
                  <a:pt x="33468" y="40499"/>
                </a:lnTo>
                <a:cubicBezTo>
                  <a:pt x="39374" y="40499"/>
                  <a:pt x="43875" y="39328"/>
                  <a:pt x="46969" y="36984"/>
                </a:cubicBezTo>
                <a:cubicBezTo>
                  <a:pt x="50063" y="34640"/>
                  <a:pt x="51610" y="31311"/>
                  <a:pt x="51610" y="26998"/>
                </a:cubicBezTo>
                <a:cubicBezTo>
                  <a:pt x="51610" y="22592"/>
                  <a:pt x="50016" y="19429"/>
                  <a:pt x="46827" y="17507"/>
                </a:cubicBezTo>
                <a:cubicBezTo>
                  <a:pt x="43640" y="15585"/>
                  <a:pt x="38671" y="14623"/>
                  <a:pt x="31921" y="14623"/>
                </a:cubicBezTo>
                <a:lnTo>
                  <a:pt x="17718" y="14623"/>
                </a:lnTo>
                <a:moveTo>
                  <a:pt x="17718" y="55687"/>
                </a:moveTo>
                <a:lnTo>
                  <a:pt x="17718" y="84655"/>
                </a:lnTo>
                <a:lnTo>
                  <a:pt x="33609" y="84655"/>
                </a:lnTo>
                <a:cubicBezTo>
                  <a:pt x="48422" y="84655"/>
                  <a:pt x="55829" y="79686"/>
                  <a:pt x="55829" y="69748"/>
                </a:cubicBezTo>
                <a:cubicBezTo>
                  <a:pt x="55829" y="64686"/>
                  <a:pt x="54094" y="61076"/>
                  <a:pt x="50625" y="58921"/>
                </a:cubicBezTo>
                <a:cubicBezTo>
                  <a:pt x="47156" y="56765"/>
                  <a:pt x="41719" y="55687"/>
                  <a:pt x="34313" y="55687"/>
                </a:cubicBezTo>
                <a:lnTo>
                  <a:pt x="17718" y="55687"/>
                </a:lnTo>
                <a:close/>
                <a:moveTo>
                  <a:pt x="132047" y="99562"/>
                </a:moveTo>
                <a:lnTo>
                  <a:pt x="132047" y="90983"/>
                </a:lnTo>
                <a:lnTo>
                  <a:pt x="131626" y="90983"/>
                </a:lnTo>
                <a:cubicBezTo>
                  <a:pt x="129938" y="93983"/>
                  <a:pt x="127196" y="96444"/>
                  <a:pt x="123400" y="98366"/>
                </a:cubicBezTo>
                <a:cubicBezTo>
                  <a:pt x="119603" y="100287"/>
                  <a:pt x="115361" y="101248"/>
                  <a:pt x="110673" y="101248"/>
                </a:cubicBezTo>
                <a:cubicBezTo>
                  <a:pt x="104204" y="101248"/>
                  <a:pt x="98368" y="99537"/>
                  <a:pt x="93163" y="96115"/>
                </a:cubicBezTo>
                <a:cubicBezTo>
                  <a:pt x="87961" y="92694"/>
                  <a:pt x="85359" y="87421"/>
                  <a:pt x="85359" y="80297"/>
                </a:cubicBezTo>
                <a:cubicBezTo>
                  <a:pt x="85359" y="76453"/>
                  <a:pt x="86320" y="73101"/>
                  <a:pt x="88241" y="70242"/>
                </a:cubicBezTo>
                <a:cubicBezTo>
                  <a:pt x="90164" y="67382"/>
                  <a:pt x="92578" y="65156"/>
                  <a:pt x="95485" y="63562"/>
                </a:cubicBezTo>
                <a:cubicBezTo>
                  <a:pt x="98392" y="61968"/>
                  <a:pt x="102025" y="60679"/>
                  <a:pt x="106384" y="59695"/>
                </a:cubicBezTo>
                <a:cubicBezTo>
                  <a:pt x="110742" y="58710"/>
                  <a:pt x="114867" y="58077"/>
                  <a:pt x="118758" y="57796"/>
                </a:cubicBezTo>
                <a:cubicBezTo>
                  <a:pt x="122649" y="57514"/>
                  <a:pt x="126985" y="57374"/>
                  <a:pt x="131766" y="57374"/>
                </a:cubicBezTo>
                <a:lnTo>
                  <a:pt x="131766" y="55687"/>
                </a:lnTo>
                <a:cubicBezTo>
                  <a:pt x="131766" y="51749"/>
                  <a:pt x="130313" y="48702"/>
                  <a:pt x="127406" y="46546"/>
                </a:cubicBezTo>
                <a:cubicBezTo>
                  <a:pt x="124500" y="44390"/>
                  <a:pt x="120797" y="43312"/>
                  <a:pt x="116297" y="43312"/>
                </a:cubicBezTo>
                <a:cubicBezTo>
                  <a:pt x="109173" y="43312"/>
                  <a:pt x="103033" y="45890"/>
                  <a:pt x="97875" y="51046"/>
                </a:cubicBezTo>
                <a:lnTo>
                  <a:pt x="89157" y="40780"/>
                </a:lnTo>
                <a:cubicBezTo>
                  <a:pt x="96845" y="33655"/>
                  <a:pt x="106361" y="30092"/>
                  <a:pt x="117705" y="30092"/>
                </a:cubicBezTo>
                <a:cubicBezTo>
                  <a:pt x="123517" y="30092"/>
                  <a:pt x="128462" y="30913"/>
                  <a:pt x="132541" y="32553"/>
                </a:cubicBezTo>
                <a:cubicBezTo>
                  <a:pt x="136619" y="34194"/>
                  <a:pt x="139736" y="36444"/>
                  <a:pt x="141892" y="39304"/>
                </a:cubicBezTo>
                <a:cubicBezTo>
                  <a:pt x="144048" y="42164"/>
                  <a:pt x="145570" y="45164"/>
                  <a:pt x="146460" y="48306"/>
                </a:cubicBezTo>
                <a:cubicBezTo>
                  <a:pt x="147351" y="51446"/>
                  <a:pt x="147797" y="54843"/>
                  <a:pt x="147797" y="58498"/>
                </a:cubicBezTo>
                <a:lnTo>
                  <a:pt x="147797" y="99562"/>
                </a:lnTo>
                <a:lnTo>
                  <a:pt x="132047" y="99562"/>
                </a:lnTo>
                <a:moveTo>
                  <a:pt x="131766" y="71156"/>
                </a:moveTo>
                <a:lnTo>
                  <a:pt x="131766" y="68765"/>
                </a:lnTo>
                <a:lnTo>
                  <a:pt x="127970" y="68765"/>
                </a:lnTo>
                <a:cubicBezTo>
                  <a:pt x="110814" y="68765"/>
                  <a:pt x="102236" y="72515"/>
                  <a:pt x="102236" y="80014"/>
                </a:cubicBezTo>
                <a:cubicBezTo>
                  <a:pt x="102236" y="83015"/>
                  <a:pt x="103384" y="85172"/>
                  <a:pt x="105680" y="86485"/>
                </a:cubicBezTo>
                <a:cubicBezTo>
                  <a:pt x="107977" y="87797"/>
                  <a:pt x="110767" y="88453"/>
                  <a:pt x="114048" y="88453"/>
                </a:cubicBezTo>
                <a:cubicBezTo>
                  <a:pt x="119766" y="88453"/>
                  <a:pt x="124148" y="86929"/>
                  <a:pt x="127195" y="83882"/>
                </a:cubicBezTo>
                <a:cubicBezTo>
                  <a:pt x="130242" y="80835"/>
                  <a:pt x="131766" y="76593"/>
                  <a:pt x="131766" y="71156"/>
                </a:cubicBezTo>
                <a:close/>
                <a:moveTo>
                  <a:pt x="215438" y="40358"/>
                </a:moveTo>
                <a:lnTo>
                  <a:pt x="204470" y="50061"/>
                </a:lnTo>
                <a:cubicBezTo>
                  <a:pt x="202875" y="47999"/>
                  <a:pt x="200765" y="46266"/>
                  <a:pt x="198140" y="44859"/>
                </a:cubicBezTo>
                <a:cubicBezTo>
                  <a:pt x="195515" y="43452"/>
                  <a:pt x="192703" y="42748"/>
                  <a:pt x="189703" y="42748"/>
                </a:cubicBezTo>
                <a:cubicBezTo>
                  <a:pt x="186703" y="42748"/>
                  <a:pt x="184148" y="43357"/>
                  <a:pt x="182038" y="44576"/>
                </a:cubicBezTo>
                <a:cubicBezTo>
                  <a:pt x="179930" y="45795"/>
                  <a:pt x="178876" y="47623"/>
                  <a:pt x="178876" y="50061"/>
                </a:cubicBezTo>
                <a:cubicBezTo>
                  <a:pt x="178876" y="52405"/>
                  <a:pt x="179953" y="54141"/>
                  <a:pt x="182109" y="55266"/>
                </a:cubicBezTo>
                <a:cubicBezTo>
                  <a:pt x="184266" y="56391"/>
                  <a:pt x="188064" y="57609"/>
                  <a:pt x="193501" y="58921"/>
                </a:cubicBezTo>
                <a:cubicBezTo>
                  <a:pt x="196407" y="59577"/>
                  <a:pt x="198984" y="60351"/>
                  <a:pt x="201235" y="61242"/>
                </a:cubicBezTo>
                <a:cubicBezTo>
                  <a:pt x="203485" y="62132"/>
                  <a:pt x="205758" y="63327"/>
                  <a:pt x="208054" y="64828"/>
                </a:cubicBezTo>
                <a:cubicBezTo>
                  <a:pt x="210351" y="66327"/>
                  <a:pt x="212133" y="68296"/>
                  <a:pt x="213399" y="70733"/>
                </a:cubicBezTo>
                <a:cubicBezTo>
                  <a:pt x="214665" y="73171"/>
                  <a:pt x="215298" y="75937"/>
                  <a:pt x="215298" y="79031"/>
                </a:cubicBezTo>
                <a:cubicBezTo>
                  <a:pt x="215298" y="86718"/>
                  <a:pt x="212649" y="92390"/>
                  <a:pt x="207352" y="96047"/>
                </a:cubicBezTo>
                <a:cubicBezTo>
                  <a:pt x="202055" y="99703"/>
                  <a:pt x="195329" y="101531"/>
                  <a:pt x="187173" y="101531"/>
                </a:cubicBezTo>
                <a:cubicBezTo>
                  <a:pt x="181829" y="101531"/>
                  <a:pt x="176672" y="100547"/>
                  <a:pt x="171702" y="98579"/>
                </a:cubicBezTo>
                <a:cubicBezTo>
                  <a:pt x="166734" y="96609"/>
                  <a:pt x="162656" y="93890"/>
                  <a:pt x="159469" y="90421"/>
                </a:cubicBezTo>
                <a:lnTo>
                  <a:pt x="170578" y="80014"/>
                </a:lnTo>
                <a:cubicBezTo>
                  <a:pt x="174891" y="85640"/>
                  <a:pt x="180657" y="88453"/>
                  <a:pt x="187875" y="88453"/>
                </a:cubicBezTo>
                <a:cubicBezTo>
                  <a:pt x="190782" y="88453"/>
                  <a:pt x="193313" y="87797"/>
                  <a:pt x="195469" y="86485"/>
                </a:cubicBezTo>
                <a:cubicBezTo>
                  <a:pt x="197626" y="85172"/>
                  <a:pt x="198705" y="83156"/>
                  <a:pt x="198705" y="80436"/>
                </a:cubicBezTo>
                <a:cubicBezTo>
                  <a:pt x="198705" y="77811"/>
                  <a:pt x="197556" y="75867"/>
                  <a:pt x="195259" y="74602"/>
                </a:cubicBezTo>
                <a:cubicBezTo>
                  <a:pt x="192961" y="73336"/>
                  <a:pt x="188954" y="72046"/>
                  <a:pt x="183236" y="70733"/>
                </a:cubicBezTo>
                <a:cubicBezTo>
                  <a:pt x="177142" y="69234"/>
                  <a:pt x="172290" y="67102"/>
                  <a:pt x="168681" y="64337"/>
                </a:cubicBezTo>
                <a:cubicBezTo>
                  <a:pt x="165072" y="61570"/>
                  <a:pt x="163267" y="57327"/>
                  <a:pt x="163267" y="51608"/>
                </a:cubicBezTo>
                <a:cubicBezTo>
                  <a:pt x="163267" y="44577"/>
                  <a:pt x="165892" y="39233"/>
                  <a:pt x="171142" y="35577"/>
                </a:cubicBezTo>
                <a:cubicBezTo>
                  <a:pt x="176392" y="31920"/>
                  <a:pt x="182720" y="30092"/>
                  <a:pt x="190126" y="30092"/>
                </a:cubicBezTo>
                <a:cubicBezTo>
                  <a:pt x="195189" y="30092"/>
                  <a:pt x="200017" y="30983"/>
                  <a:pt x="204610" y="32766"/>
                </a:cubicBezTo>
                <a:cubicBezTo>
                  <a:pt x="209203" y="34547"/>
                  <a:pt x="212813" y="37077"/>
                  <a:pt x="215438" y="40358"/>
                </a:cubicBezTo>
                <a:close/>
                <a:moveTo>
                  <a:pt x="242861" y="59062"/>
                </a:moveTo>
                <a:lnTo>
                  <a:pt x="277456" y="59062"/>
                </a:lnTo>
                <a:cubicBezTo>
                  <a:pt x="277456" y="54374"/>
                  <a:pt x="276096" y="50483"/>
                  <a:pt x="273376" y="47389"/>
                </a:cubicBezTo>
                <a:cubicBezTo>
                  <a:pt x="270658" y="44295"/>
                  <a:pt x="266721" y="42748"/>
                  <a:pt x="261564" y="42748"/>
                </a:cubicBezTo>
                <a:cubicBezTo>
                  <a:pt x="256596" y="42748"/>
                  <a:pt x="252330" y="44295"/>
                  <a:pt x="248767" y="47389"/>
                </a:cubicBezTo>
                <a:cubicBezTo>
                  <a:pt x="245205" y="50483"/>
                  <a:pt x="243236" y="54374"/>
                  <a:pt x="242861" y="59062"/>
                </a:cubicBezTo>
                <a:moveTo>
                  <a:pt x="294330" y="66656"/>
                </a:moveTo>
                <a:cubicBezTo>
                  <a:pt x="294330" y="68625"/>
                  <a:pt x="294284" y="70124"/>
                  <a:pt x="294191" y="71156"/>
                </a:cubicBezTo>
                <a:lnTo>
                  <a:pt x="242861" y="71156"/>
                </a:lnTo>
                <a:cubicBezTo>
                  <a:pt x="243236" y="75844"/>
                  <a:pt x="245298" y="79781"/>
                  <a:pt x="249048" y="82968"/>
                </a:cubicBezTo>
                <a:cubicBezTo>
                  <a:pt x="252798" y="86155"/>
                  <a:pt x="257158" y="87749"/>
                  <a:pt x="262126" y="87749"/>
                </a:cubicBezTo>
                <a:cubicBezTo>
                  <a:pt x="269908" y="87749"/>
                  <a:pt x="275861" y="84843"/>
                  <a:pt x="279985" y="79031"/>
                </a:cubicBezTo>
                <a:lnTo>
                  <a:pt x="291236" y="88030"/>
                </a:lnTo>
                <a:cubicBezTo>
                  <a:pt x="284580" y="97031"/>
                  <a:pt x="274924" y="101531"/>
                  <a:pt x="262268" y="101531"/>
                </a:cubicBezTo>
                <a:cubicBezTo>
                  <a:pt x="251673" y="101531"/>
                  <a:pt x="242978" y="98344"/>
                  <a:pt x="236182" y="91970"/>
                </a:cubicBezTo>
                <a:cubicBezTo>
                  <a:pt x="229385" y="85594"/>
                  <a:pt x="225987" y="77015"/>
                  <a:pt x="225987" y="66233"/>
                </a:cubicBezTo>
                <a:cubicBezTo>
                  <a:pt x="225987" y="55452"/>
                  <a:pt x="229361" y="46733"/>
                  <a:pt x="236111" y="40077"/>
                </a:cubicBezTo>
                <a:cubicBezTo>
                  <a:pt x="242861" y="33420"/>
                  <a:pt x="251393" y="30092"/>
                  <a:pt x="261706" y="30092"/>
                </a:cubicBezTo>
                <a:cubicBezTo>
                  <a:pt x="271455" y="30092"/>
                  <a:pt x="279329" y="33233"/>
                  <a:pt x="285328" y="39514"/>
                </a:cubicBezTo>
                <a:cubicBezTo>
                  <a:pt x="291330" y="45796"/>
                  <a:pt x="294330" y="54843"/>
                  <a:pt x="294330" y="66656"/>
                </a:cubicBez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Color">
            <a:extLst xmlns:a="http://schemas.openxmlformats.org/drawingml/2006/main">
              <a:ext uri="{FF2B5EF4-FFF2-40B4-BE49-F238E27FC236}">
                <a16:creationId xmlns:a16="http://schemas.microsoft.com/office/drawing/2014/main" id="{EB0FCD28-6860-4ADD-A1EA-CEA89548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519" y="3864735"/>
            <a:ext cx="349596" cy="108844"/>
          </a:xfrm>
          <a:custGeom xmlns:a="http://schemas.openxmlformats.org/drawingml/2006/main">
            <a:pathLst>
              <a:path w="349596" h="108844">
                <a:moveTo>
                  <a:pt x="90140" y="19406"/>
                </a:moveTo>
                <a:lnTo>
                  <a:pt x="76641" y="30092"/>
                </a:lnTo>
                <a:cubicBezTo>
                  <a:pt x="74203" y="26718"/>
                  <a:pt x="70898" y="24163"/>
                  <a:pt x="66725" y="22430"/>
                </a:cubicBezTo>
                <a:cubicBezTo>
                  <a:pt x="62554" y="20694"/>
                  <a:pt x="58312" y="19827"/>
                  <a:pt x="53999" y="19827"/>
                </a:cubicBezTo>
                <a:cubicBezTo>
                  <a:pt x="43875" y="19827"/>
                  <a:pt x="35601" y="23296"/>
                  <a:pt x="29178" y="30234"/>
                </a:cubicBezTo>
                <a:cubicBezTo>
                  <a:pt x="22757" y="37172"/>
                  <a:pt x="19546" y="45844"/>
                  <a:pt x="19546" y="56249"/>
                </a:cubicBezTo>
                <a:cubicBezTo>
                  <a:pt x="19546" y="67124"/>
                  <a:pt x="22616" y="75960"/>
                  <a:pt x="28756" y="82758"/>
                </a:cubicBezTo>
                <a:cubicBezTo>
                  <a:pt x="34897" y="89554"/>
                  <a:pt x="43077" y="92953"/>
                  <a:pt x="53297" y="92953"/>
                </a:cubicBezTo>
                <a:cubicBezTo>
                  <a:pt x="63797" y="92953"/>
                  <a:pt x="71859" y="89109"/>
                  <a:pt x="77484" y="81421"/>
                </a:cubicBezTo>
                <a:lnTo>
                  <a:pt x="91687" y="91405"/>
                </a:lnTo>
                <a:cubicBezTo>
                  <a:pt x="82406" y="103031"/>
                  <a:pt x="69562" y="108844"/>
                  <a:pt x="53155" y="108844"/>
                </a:cubicBezTo>
                <a:cubicBezTo>
                  <a:pt x="37593" y="108844"/>
                  <a:pt x="24842" y="103946"/>
                  <a:pt x="14905" y="94150"/>
                </a:cubicBezTo>
                <a:cubicBezTo>
                  <a:pt x="4968" y="84352"/>
                  <a:pt x="0" y="71719"/>
                  <a:pt x="0" y="56249"/>
                </a:cubicBezTo>
                <a:cubicBezTo>
                  <a:pt x="0" y="40594"/>
                  <a:pt x="5086" y="28008"/>
                  <a:pt x="15257" y="18492"/>
                </a:cubicBezTo>
                <a:cubicBezTo>
                  <a:pt x="25429" y="8976"/>
                  <a:pt x="38343" y="4219"/>
                  <a:pt x="53999" y="4219"/>
                </a:cubicBezTo>
                <a:cubicBezTo>
                  <a:pt x="60937" y="4219"/>
                  <a:pt x="67757" y="5507"/>
                  <a:pt x="74461" y="8085"/>
                </a:cubicBezTo>
                <a:cubicBezTo>
                  <a:pt x="81164" y="10663"/>
                  <a:pt x="86391" y="14437"/>
                  <a:pt x="90140" y="19406"/>
                </a:cubicBezTo>
                <a:close/>
                <a:moveTo>
                  <a:pt x="96188" y="72280"/>
                </a:moveTo>
                <a:cubicBezTo>
                  <a:pt x="96188" y="61875"/>
                  <a:pt x="99704" y="53367"/>
                  <a:pt x="106735" y="46758"/>
                </a:cubicBezTo>
                <a:cubicBezTo>
                  <a:pt x="113766" y="40148"/>
                  <a:pt x="122484" y="36843"/>
                  <a:pt x="132889" y="36843"/>
                </a:cubicBezTo>
                <a:cubicBezTo>
                  <a:pt x="143297" y="36843"/>
                  <a:pt x="152016" y="40148"/>
                  <a:pt x="159047" y="46758"/>
                </a:cubicBezTo>
                <a:cubicBezTo>
                  <a:pt x="166078" y="53367"/>
                  <a:pt x="169593" y="61875"/>
                  <a:pt x="169593" y="72280"/>
                </a:cubicBezTo>
                <a:cubicBezTo>
                  <a:pt x="169593" y="82780"/>
                  <a:pt x="166054" y="91405"/>
                  <a:pt x="158976" y="98156"/>
                </a:cubicBezTo>
                <a:cubicBezTo>
                  <a:pt x="151898" y="104907"/>
                  <a:pt x="143202" y="108282"/>
                  <a:pt x="132889" y="108282"/>
                </a:cubicBezTo>
                <a:cubicBezTo>
                  <a:pt x="122578" y="108282"/>
                  <a:pt x="113884" y="104907"/>
                  <a:pt x="106805" y="98156"/>
                </a:cubicBezTo>
                <a:cubicBezTo>
                  <a:pt x="99727" y="91405"/>
                  <a:pt x="96188" y="82780"/>
                  <a:pt x="96188" y="72280"/>
                </a:cubicBezTo>
                <a:moveTo>
                  <a:pt x="118405" y="57095"/>
                </a:moveTo>
                <a:cubicBezTo>
                  <a:pt x="115031" y="61406"/>
                  <a:pt x="113344" y="66469"/>
                  <a:pt x="113344" y="72282"/>
                </a:cubicBezTo>
                <a:cubicBezTo>
                  <a:pt x="113344" y="78095"/>
                  <a:pt x="115031" y="83204"/>
                  <a:pt x="118405" y="87610"/>
                </a:cubicBezTo>
                <a:cubicBezTo>
                  <a:pt x="121781" y="92016"/>
                  <a:pt x="126609" y="94219"/>
                  <a:pt x="132889" y="94219"/>
                </a:cubicBezTo>
                <a:cubicBezTo>
                  <a:pt x="139171" y="94219"/>
                  <a:pt x="143999" y="92016"/>
                  <a:pt x="147373" y="87610"/>
                </a:cubicBezTo>
                <a:cubicBezTo>
                  <a:pt x="150750" y="83204"/>
                  <a:pt x="152438" y="78095"/>
                  <a:pt x="152438" y="72282"/>
                </a:cubicBezTo>
                <a:cubicBezTo>
                  <a:pt x="152438" y="66469"/>
                  <a:pt x="150750" y="61406"/>
                  <a:pt x="147373" y="57095"/>
                </a:cubicBezTo>
                <a:cubicBezTo>
                  <a:pt x="143999" y="52782"/>
                  <a:pt x="139171" y="50625"/>
                  <a:pt x="132889" y="50625"/>
                </a:cubicBezTo>
                <a:cubicBezTo>
                  <a:pt x="126609" y="50625"/>
                  <a:pt x="121781" y="52782"/>
                  <a:pt x="118405" y="57095"/>
                </a:cubicBezTo>
                <a:close/>
                <a:moveTo>
                  <a:pt x="186189" y="106312"/>
                </a:moveTo>
                <a:lnTo>
                  <a:pt x="186189" y="0"/>
                </a:lnTo>
                <a:lnTo>
                  <a:pt x="203063" y="0"/>
                </a:lnTo>
                <a:lnTo>
                  <a:pt x="203063" y="106312"/>
                </a:lnTo>
                <a:lnTo>
                  <a:pt x="186189" y="106312"/>
                </a:lnTo>
                <a:close/>
                <a:moveTo>
                  <a:pt x="219658" y="72280"/>
                </a:moveTo>
                <a:cubicBezTo>
                  <a:pt x="219658" y="61875"/>
                  <a:pt x="223174" y="53367"/>
                  <a:pt x="230205" y="46758"/>
                </a:cubicBezTo>
                <a:cubicBezTo>
                  <a:pt x="237236" y="40148"/>
                  <a:pt x="245954" y="36843"/>
                  <a:pt x="256359" y="36843"/>
                </a:cubicBezTo>
                <a:cubicBezTo>
                  <a:pt x="266767" y="36843"/>
                  <a:pt x="275486" y="40148"/>
                  <a:pt x="282517" y="46758"/>
                </a:cubicBezTo>
                <a:cubicBezTo>
                  <a:pt x="289548" y="53367"/>
                  <a:pt x="293063" y="61875"/>
                  <a:pt x="293063" y="72280"/>
                </a:cubicBezTo>
                <a:cubicBezTo>
                  <a:pt x="293063" y="82780"/>
                  <a:pt x="289524" y="91405"/>
                  <a:pt x="282446" y="98156"/>
                </a:cubicBezTo>
                <a:cubicBezTo>
                  <a:pt x="275368" y="104907"/>
                  <a:pt x="266672" y="108282"/>
                  <a:pt x="256359" y="108282"/>
                </a:cubicBezTo>
                <a:cubicBezTo>
                  <a:pt x="246048" y="108282"/>
                  <a:pt x="237354" y="104907"/>
                  <a:pt x="230275" y="98156"/>
                </a:cubicBezTo>
                <a:cubicBezTo>
                  <a:pt x="223197" y="91405"/>
                  <a:pt x="219658" y="82780"/>
                  <a:pt x="219658" y="72280"/>
                </a:cubicBezTo>
                <a:moveTo>
                  <a:pt x="241875" y="57095"/>
                </a:moveTo>
                <a:cubicBezTo>
                  <a:pt x="238501" y="61406"/>
                  <a:pt x="236814" y="66469"/>
                  <a:pt x="236814" y="72282"/>
                </a:cubicBezTo>
                <a:cubicBezTo>
                  <a:pt x="236814" y="78095"/>
                  <a:pt x="238501" y="83204"/>
                  <a:pt x="241875" y="87610"/>
                </a:cubicBezTo>
                <a:cubicBezTo>
                  <a:pt x="245251" y="92016"/>
                  <a:pt x="250079" y="94219"/>
                  <a:pt x="256359" y="94219"/>
                </a:cubicBezTo>
                <a:cubicBezTo>
                  <a:pt x="262641" y="94219"/>
                  <a:pt x="267469" y="92016"/>
                  <a:pt x="270844" y="87610"/>
                </a:cubicBezTo>
                <a:cubicBezTo>
                  <a:pt x="274220" y="83204"/>
                  <a:pt x="275908" y="78095"/>
                  <a:pt x="275908" y="72282"/>
                </a:cubicBezTo>
                <a:cubicBezTo>
                  <a:pt x="275908" y="66469"/>
                  <a:pt x="274220" y="61406"/>
                  <a:pt x="270844" y="57095"/>
                </a:cubicBezTo>
                <a:cubicBezTo>
                  <a:pt x="267469" y="52782"/>
                  <a:pt x="262641" y="50625"/>
                  <a:pt x="256359" y="50625"/>
                </a:cubicBezTo>
                <a:cubicBezTo>
                  <a:pt x="250079" y="50625"/>
                  <a:pt x="245251" y="52782"/>
                  <a:pt x="241875" y="57095"/>
                </a:cubicBezTo>
                <a:close/>
                <a:moveTo>
                  <a:pt x="309378" y="106312"/>
                </a:moveTo>
                <a:lnTo>
                  <a:pt x="309378" y="38813"/>
                </a:lnTo>
                <a:lnTo>
                  <a:pt x="325548" y="38813"/>
                </a:lnTo>
                <a:lnTo>
                  <a:pt x="325548" y="50063"/>
                </a:lnTo>
                <a:lnTo>
                  <a:pt x="325829" y="50063"/>
                </a:lnTo>
                <a:cubicBezTo>
                  <a:pt x="327705" y="46032"/>
                  <a:pt x="330377" y="42821"/>
                  <a:pt x="333846" y="40431"/>
                </a:cubicBezTo>
                <a:cubicBezTo>
                  <a:pt x="337315" y="38039"/>
                  <a:pt x="341205" y="36843"/>
                  <a:pt x="345517" y="36843"/>
                </a:cubicBezTo>
                <a:cubicBezTo>
                  <a:pt x="347111" y="36843"/>
                  <a:pt x="348470" y="36984"/>
                  <a:pt x="349596" y="37266"/>
                </a:cubicBezTo>
                <a:lnTo>
                  <a:pt x="349596" y="52734"/>
                </a:lnTo>
                <a:cubicBezTo>
                  <a:pt x="347721" y="52265"/>
                  <a:pt x="345986" y="52031"/>
                  <a:pt x="344393" y="52031"/>
                </a:cubicBezTo>
                <a:cubicBezTo>
                  <a:pt x="341486" y="52031"/>
                  <a:pt x="338907" y="52500"/>
                  <a:pt x="336657" y="53438"/>
                </a:cubicBezTo>
                <a:cubicBezTo>
                  <a:pt x="334408" y="54375"/>
                  <a:pt x="332651" y="55547"/>
                  <a:pt x="331385" y="56953"/>
                </a:cubicBezTo>
                <a:cubicBezTo>
                  <a:pt x="330119" y="58359"/>
                  <a:pt x="329087" y="59930"/>
                  <a:pt x="328291" y="61665"/>
                </a:cubicBezTo>
                <a:cubicBezTo>
                  <a:pt x="327494" y="63399"/>
                  <a:pt x="326954" y="64969"/>
                  <a:pt x="326673" y="66375"/>
                </a:cubicBezTo>
                <a:cubicBezTo>
                  <a:pt x="326392" y="67781"/>
                  <a:pt x="326252" y="69047"/>
                  <a:pt x="326252" y="70171"/>
                </a:cubicBezTo>
                <a:lnTo>
                  <a:pt x="326252" y="106312"/>
                </a:lnTo>
                <a:lnTo>
                  <a:pt x="309378" y="106312"/>
                </a:ln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04553-1065-46CE-BE0D-225BFEDC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17" y="4147464"/>
            <a:ext cx="841189" cy="299147"/>
          </a:xfrm>
          <a:custGeom xmlns:a="http://schemas.openxmlformats.org/drawingml/2006/main">
            <a:pathLst>
              <a:path w="841189" h="299147">
                <a:moveTo>
                  <a:pt x="0" y="84538"/>
                </a:moveTo>
                <a:cubicBezTo>
                  <a:pt x="0" y="37844"/>
                  <a:pt x="37841" y="0"/>
                  <a:pt x="84521" y="0"/>
                </a:cubicBezTo>
                <a:lnTo>
                  <a:pt x="756664" y="0"/>
                </a:lnTo>
                <a:cubicBezTo>
                  <a:pt x="803348" y="0"/>
                  <a:pt x="841189" y="37844"/>
                  <a:pt x="841189" y="84538"/>
                </a:cubicBezTo>
                <a:lnTo>
                  <a:pt x="841189" y="214622"/>
                </a:lnTo>
                <a:cubicBezTo>
                  <a:pt x="841189" y="261306"/>
                  <a:pt x="803348" y="299147"/>
                  <a:pt x="756664" y="299147"/>
                </a:cubicBezTo>
                <a:lnTo>
                  <a:pt x="84521" y="299147"/>
                </a:lnTo>
                <a:cubicBezTo>
                  <a:pt x="37841" y="299147"/>
                  <a:pt x="0" y="261306"/>
                  <a:pt x="0" y="214622"/>
                </a:cubicBezTo>
                <a:lnTo>
                  <a:pt x="0" y="84538"/>
                </a:lnTo>
                <a:close/>
                <a:moveTo>
                  <a:pt x="0" y="8453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Metallic">
            <a:extLst xmlns:a="http://schemas.openxmlformats.org/drawingml/2006/main">
              <a:ext uri="{FF2B5EF4-FFF2-40B4-BE49-F238E27FC236}">
                <a16:creationId xmlns:a16="http://schemas.microsoft.com/office/drawing/2014/main" id="{D8DE838A-4EB4-4FD7-9756-6A3701FB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192" y="4238031"/>
            <a:ext cx="505127" cy="108282"/>
          </a:xfrm>
          <a:custGeom xmlns:a="http://schemas.openxmlformats.org/drawingml/2006/main">
            <a:pathLst>
              <a:path w="505127" h="108282">
                <a:moveTo>
                  <a:pt x="0" y="106312"/>
                </a:moveTo>
                <a:lnTo>
                  <a:pt x="0" y="6751"/>
                </a:lnTo>
                <a:lnTo>
                  <a:pt x="27702" y="6751"/>
                </a:lnTo>
                <a:lnTo>
                  <a:pt x="53578" y="77484"/>
                </a:lnTo>
                <a:lnTo>
                  <a:pt x="54001" y="77484"/>
                </a:lnTo>
                <a:lnTo>
                  <a:pt x="79593" y="6751"/>
                </a:lnTo>
                <a:lnTo>
                  <a:pt x="107437" y="6751"/>
                </a:lnTo>
                <a:lnTo>
                  <a:pt x="107437" y="106312"/>
                </a:lnTo>
                <a:lnTo>
                  <a:pt x="89859" y="106312"/>
                </a:lnTo>
                <a:lnTo>
                  <a:pt x="89859" y="26296"/>
                </a:lnTo>
                <a:lnTo>
                  <a:pt x="89578" y="26296"/>
                </a:lnTo>
                <a:lnTo>
                  <a:pt x="59344" y="106312"/>
                </a:lnTo>
                <a:lnTo>
                  <a:pt x="46969" y="106312"/>
                </a:lnTo>
                <a:lnTo>
                  <a:pt x="17156" y="26296"/>
                </a:lnTo>
                <a:lnTo>
                  <a:pt x="16874" y="26296"/>
                </a:lnTo>
                <a:lnTo>
                  <a:pt x="16874" y="106312"/>
                </a:lnTo>
                <a:lnTo>
                  <a:pt x="0" y="106312"/>
                </a:lnTo>
                <a:close/>
                <a:moveTo>
                  <a:pt x="141469" y="65813"/>
                </a:moveTo>
                <a:lnTo>
                  <a:pt x="176063" y="65813"/>
                </a:lnTo>
                <a:cubicBezTo>
                  <a:pt x="176063" y="61125"/>
                  <a:pt x="174704" y="57234"/>
                  <a:pt x="171984" y="54140"/>
                </a:cubicBezTo>
                <a:cubicBezTo>
                  <a:pt x="169266" y="51046"/>
                  <a:pt x="165329" y="49499"/>
                  <a:pt x="160172" y="49499"/>
                </a:cubicBezTo>
                <a:cubicBezTo>
                  <a:pt x="155203" y="49499"/>
                  <a:pt x="150938" y="51046"/>
                  <a:pt x="147374" y="54140"/>
                </a:cubicBezTo>
                <a:cubicBezTo>
                  <a:pt x="143812" y="57234"/>
                  <a:pt x="141844" y="61125"/>
                  <a:pt x="141469" y="65813"/>
                </a:cubicBezTo>
                <a:moveTo>
                  <a:pt x="192938" y="73407"/>
                </a:moveTo>
                <a:cubicBezTo>
                  <a:pt x="192938" y="75375"/>
                  <a:pt x="192891" y="76875"/>
                  <a:pt x="192798" y="77906"/>
                </a:cubicBezTo>
                <a:lnTo>
                  <a:pt x="141469" y="77906"/>
                </a:lnTo>
                <a:cubicBezTo>
                  <a:pt x="141844" y="82594"/>
                  <a:pt x="143906" y="86532"/>
                  <a:pt x="147655" y="89719"/>
                </a:cubicBezTo>
                <a:cubicBezTo>
                  <a:pt x="151406" y="92906"/>
                  <a:pt x="155766" y="94500"/>
                  <a:pt x="160734" y="94500"/>
                </a:cubicBezTo>
                <a:cubicBezTo>
                  <a:pt x="168516" y="94500"/>
                  <a:pt x="174469" y="91594"/>
                  <a:pt x="178593" y="85781"/>
                </a:cubicBezTo>
                <a:lnTo>
                  <a:pt x="189843" y="94781"/>
                </a:lnTo>
                <a:cubicBezTo>
                  <a:pt x="183187" y="103782"/>
                  <a:pt x="173531" y="108282"/>
                  <a:pt x="160875" y="108282"/>
                </a:cubicBezTo>
                <a:cubicBezTo>
                  <a:pt x="150281" y="108282"/>
                  <a:pt x="141586" y="105095"/>
                  <a:pt x="134789" y="98720"/>
                </a:cubicBezTo>
                <a:cubicBezTo>
                  <a:pt x="127993" y="92345"/>
                  <a:pt x="124595" y="83766"/>
                  <a:pt x="124595" y="72984"/>
                </a:cubicBezTo>
                <a:cubicBezTo>
                  <a:pt x="124595" y="62202"/>
                  <a:pt x="127969" y="53483"/>
                  <a:pt x="134718" y="46827"/>
                </a:cubicBezTo>
                <a:cubicBezTo>
                  <a:pt x="141469" y="40171"/>
                  <a:pt x="150001" y="36843"/>
                  <a:pt x="160313" y="36843"/>
                </a:cubicBezTo>
                <a:cubicBezTo>
                  <a:pt x="170062" y="36843"/>
                  <a:pt x="177936" y="39984"/>
                  <a:pt x="183936" y="46265"/>
                </a:cubicBezTo>
                <a:cubicBezTo>
                  <a:pt x="189937" y="52546"/>
                  <a:pt x="192938" y="61594"/>
                  <a:pt x="192938" y="73407"/>
                </a:cubicBezTo>
                <a:close/>
                <a:moveTo>
                  <a:pt x="211361" y="52312"/>
                </a:moveTo>
                <a:lnTo>
                  <a:pt x="199548" y="52312"/>
                </a:lnTo>
                <a:lnTo>
                  <a:pt x="199548" y="38813"/>
                </a:lnTo>
                <a:lnTo>
                  <a:pt x="211361" y="38813"/>
                </a:lnTo>
                <a:lnTo>
                  <a:pt x="211361" y="19265"/>
                </a:lnTo>
                <a:lnTo>
                  <a:pt x="227954" y="19265"/>
                </a:lnTo>
                <a:lnTo>
                  <a:pt x="227954" y="38813"/>
                </a:lnTo>
                <a:lnTo>
                  <a:pt x="244829" y="38813"/>
                </a:lnTo>
                <a:lnTo>
                  <a:pt x="244829" y="52312"/>
                </a:lnTo>
                <a:lnTo>
                  <a:pt x="227954" y="52312"/>
                </a:lnTo>
                <a:lnTo>
                  <a:pt x="227954" y="83672"/>
                </a:lnTo>
                <a:cubicBezTo>
                  <a:pt x="227954" y="87047"/>
                  <a:pt x="228564" y="89624"/>
                  <a:pt x="229782" y="91405"/>
                </a:cubicBezTo>
                <a:cubicBezTo>
                  <a:pt x="231001" y="93186"/>
                  <a:pt x="233345" y="94077"/>
                  <a:pt x="236814" y="94077"/>
                </a:cubicBezTo>
                <a:cubicBezTo>
                  <a:pt x="239719" y="94077"/>
                  <a:pt x="242110" y="93608"/>
                  <a:pt x="243985" y="92671"/>
                </a:cubicBezTo>
                <a:lnTo>
                  <a:pt x="244548" y="105889"/>
                </a:lnTo>
                <a:cubicBezTo>
                  <a:pt x="241360" y="107108"/>
                  <a:pt x="237610" y="107718"/>
                  <a:pt x="233297" y="107718"/>
                </a:cubicBezTo>
                <a:cubicBezTo>
                  <a:pt x="225047" y="107718"/>
                  <a:pt x="219329" y="105585"/>
                  <a:pt x="216142" y="101321"/>
                </a:cubicBezTo>
                <a:cubicBezTo>
                  <a:pt x="212954" y="97055"/>
                  <a:pt x="211361" y="91219"/>
                  <a:pt x="211361" y="83812"/>
                </a:cubicBezTo>
                <a:lnTo>
                  <a:pt x="211361" y="52312"/>
                </a:lnTo>
                <a:close/>
                <a:moveTo>
                  <a:pt x="298969" y="106312"/>
                </a:moveTo>
                <a:lnTo>
                  <a:pt x="298969" y="97733"/>
                </a:lnTo>
                <a:lnTo>
                  <a:pt x="298548" y="97733"/>
                </a:lnTo>
                <a:cubicBezTo>
                  <a:pt x="296860" y="100733"/>
                  <a:pt x="294118" y="103194"/>
                  <a:pt x="290322" y="105117"/>
                </a:cubicBezTo>
                <a:cubicBezTo>
                  <a:pt x="286525" y="107038"/>
                  <a:pt x="282283" y="107999"/>
                  <a:pt x="277595" y="107999"/>
                </a:cubicBezTo>
                <a:cubicBezTo>
                  <a:pt x="271126" y="107999"/>
                  <a:pt x="265290" y="106288"/>
                  <a:pt x="260085" y="102866"/>
                </a:cubicBezTo>
                <a:cubicBezTo>
                  <a:pt x="254883" y="99444"/>
                  <a:pt x="252281" y="94171"/>
                  <a:pt x="252281" y="87047"/>
                </a:cubicBezTo>
                <a:cubicBezTo>
                  <a:pt x="252281" y="83204"/>
                  <a:pt x="253242" y="79852"/>
                  <a:pt x="255163" y="76992"/>
                </a:cubicBezTo>
                <a:cubicBezTo>
                  <a:pt x="257086" y="74133"/>
                  <a:pt x="259500" y="71906"/>
                  <a:pt x="262407" y="70313"/>
                </a:cubicBezTo>
                <a:cubicBezTo>
                  <a:pt x="265314" y="68719"/>
                  <a:pt x="268947" y="67430"/>
                  <a:pt x="273306" y="66446"/>
                </a:cubicBezTo>
                <a:cubicBezTo>
                  <a:pt x="277664" y="65460"/>
                  <a:pt x="281789" y="64827"/>
                  <a:pt x="285680" y="64547"/>
                </a:cubicBezTo>
                <a:cubicBezTo>
                  <a:pt x="289571" y="64265"/>
                  <a:pt x="293907" y="64124"/>
                  <a:pt x="298688" y="64124"/>
                </a:cubicBezTo>
                <a:lnTo>
                  <a:pt x="298688" y="62438"/>
                </a:lnTo>
                <a:cubicBezTo>
                  <a:pt x="298688" y="58499"/>
                  <a:pt x="297235" y="55452"/>
                  <a:pt x="294328" y="53297"/>
                </a:cubicBezTo>
                <a:cubicBezTo>
                  <a:pt x="291422" y="51141"/>
                  <a:pt x="287719" y="50063"/>
                  <a:pt x="283219" y="50063"/>
                </a:cubicBezTo>
                <a:cubicBezTo>
                  <a:pt x="276095" y="50063"/>
                  <a:pt x="269955" y="52641"/>
                  <a:pt x="264797" y="57796"/>
                </a:cubicBezTo>
                <a:lnTo>
                  <a:pt x="256079" y="47531"/>
                </a:lnTo>
                <a:cubicBezTo>
                  <a:pt x="263767" y="40406"/>
                  <a:pt x="273283" y="36843"/>
                  <a:pt x="284627" y="36843"/>
                </a:cubicBezTo>
                <a:cubicBezTo>
                  <a:pt x="290439" y="36843"/>
                  <a:pt x="295384" y="37663"/>
                  <a:pt x="299463" y="39304"/>
                </a:cubicBezTo>
                <a:cubicBezTo>
                  <a:pt x="303541" y="40945"/>
                  <a:pt x="306658" y="43195"/>
                  <a:pt x="308814" y="46055"/>
                </a:cubicBezTo>
                <a:cubicBezTo>
                  <a:pt x="310970" y="48914"/>
                  <a:pt x="312492" y="51915"/>
                  <a:pt x="313382" y="55056"/>
                </a:cubicBezTo>
                <a:cubicBezTo>
                  <a:pt x="314273" y="58196"/>
                  <a:pt x="314719" y="61594"/>
                  <a:pt x="314719" y="65249"/>
                </a:cubicBezTo>
                <a:lnTo>
                  <a:pt x="314719" y="106312"/>
                </a:lnTo>
                <a:lnTo>
                  <a:pt x="298969" y="106312"/>
                </a:lnTo>
                <a:moveTo>
                  <a:pt x="298688" y="77906"/>
                </a:moveTo>
                <a:lnTo>
                  <a:pt x="298688" y="75516"/>
                </a:lnTo>
                <a:lnTo>
                  <a:pt x="294892" y="75516"/>
                </a:lnTo>
                <a:cubicBezTo>
                  <a:pt x="277736" y="75516"/>
                  <a:pt x="269158" y="79265"/>
                  <a:pt x="269158" y="86764"/>
                </a:cubicBezTo>
                <a:cubicBezTo>
                  <a:pt x="269158" y="89765"/>
                  <a:pt x="270306" y="91923"/>
                  <a:pt x="272602" y="93236"/>
                </a:cubicBezTo>
                <a:cubicBezTo>
                  <a:pt x="274899" y="94548"/>
                  <a:pt x="277689" y="95203"/>
                  <a:pt x="280970" y="95203"/>
                </a:cubicBezTo>
                <a:cubicBezTo>
                  <a:pt x="286688" y="95203"/>
                  <a:pt x="291070" y="93680"/>
                  <a:pt x="294117" y="90633"/>
                </a:cubicBezTo>
                <a:cubicBezTo>
                  <a:pt x="297164" y="87586"/>
                  <a:pt x="298688" y="83344"/>
                  <a:pt x="298688" y="77906"/>
                </a:cubicBezTo>
                <a:close/>
                <a:moveTo>
                  <a:pt x="334689" y="106312"/>
                </a:moveTo>
                <a:lnTo>
                  <a:pt x="334689" y="0"/>
                </a:lnTo>
                <a:lnTo>
                  <a:pt x="351564" y="0"/>
                </a:lnTo>
                <a:lnTo>
                  <a:pt x="351564" y="106312"/>
                </a:lnTo>
                <a:lnTo>
                  <a:pt x="334689" y="106312"/>
                </a:lnTo>
                <a:close/>
                <a:moveTo>
                  <a:pt x="372377" y="106312"/>
                </a:moveTo>
                <a:lnTo>
                  <a:pt x="372377" y="0"/>
                </a:lnTo>
                <a:lnTo>
                  <a:pt x="389252" y="0"/>
                </a:lnTo>
                <a:lnTo>
                  <a:pt x="389252" y="106312"/>
                </a:lnTo>
                <a:lnTo>
                  <a:pt x="372377" y="106312"/>
                </a:lnTo>
                <a:close/>
                <a:moveTo>
                  <a:pt x="410065" y="106312"/>
                </a:moveTo>
                <a:lnTo>
                  <a:pt x="410065" y="38813"/>
                </a:lnTo>
                <a:lnTo>
                  <a:pt x="426940" y="38813"/>
                </a:lnTo>
                <a:lnTo>
                  <a:pt x="426940" y="106312"/>
                </a:lnTo>
                <a:lnTo>
                  <a:pt x="410065" y="106312"/>
                </a:lnTo>
                <a:moveTo>
                  <a:pt x="410767" y="22992"/>
                </a:moveTo>
                <a:cubicBezTo>
                  <a:pt x="408706" y="20976"/>
                  <a:pt x="407675" y="18610"/>
                  <a:pt x="407675" y="15892"/>
                </a:cubicBezTo>
                <a:cubicBezTo>
                  <a:pt x="407675" y="13172"/>
                  <a:pt x="408706" y="10805"/>
                  <a:pt x="410767" y="8789"/>
                </a:cubicBezTo>
                <a:cubicBezTo>
                  <a:pt x="412830" y="6773"/>
                  <a:pt x="415361" y="5766"/>
                  <a:pt x="418361" y="5766"/>
                </a:cubicBezTo>
                <a:cubicBezTo>
                  <a:pt x="421455" y="5766"/>
                  <a:pt x="424057" y="6727"/>
                  <a:pt x="426165" y="8650"/>
                </a:cubicBezTo>
                <a:cubicBezTo>
                  <a:pt x="428275" y="10571"/>
                  <a:pt x="429330" y="12985"/>
                  <a:pt x="429330" y="15892"/>
                </a:cubicBezTo>
                <a:cubicBezTo>
                  <a:pt x="429330" y="18797"/>
                  <a:pt x="428275" y="21211"/>
                  <a:pt x="426165" y="23134"/>
                </a:cubicBezTo>
                <a:cubicBezTo>
                  <a:pt x="424057" y="25055"/>
                  <a:pt x="421455" y="26015"/>
                  <a:pt x="418361" y="26015"/>
                </a:cubicBezTo>
                <a:cubicBezTo>
                  <a:pt x="415361" y="26015"/>
                  <a:pt x="412830" y="25007"/>
                  <a:pt x="410767" y="22992"/>
                </a:cubicBezTo>
                <a:close/>
                <a:moveTo>
                  <a:pt x="505127" y="47389"/>
                </a:moveTo>
                <a:lnTo>
                  <a:pt x="493596" y="57515"/>
                </a:lnTo>
                <a:cubicBezTo>
                  <a:pt x="492284" y="55640"/>
                  <a:pt x="490316" y="54070"/>
                  <a:pt x="487691" y="52805"/>
                </a:cubicBezTo>
                <a:cubicBezTo>
                  <a:pt x="485066" y="51539"/>
                  <a:pt x="482393" y="50906"/>
                  <a:pt x="479674" y="50906"/>
                </a:cubicBezTo>
                <a:cubicBezTo>
                  <a:pt x="473862" y="50906"/>
                  <a:pt x="469315" y="53086"/>
                  <a:pt x="466033" y="57447"/>
                </a:cubicBezTo>
                <a:cubicBezTo>
                  <a:pt x="462753" y="61805"/>
                  <a:pt x="461113" y="66844"/>
                  <a:pt x="461113" y="72561"/>
                </a:cubicBezTo>
                <a:cubicBezTo>
                  <a:pt x="461113" y="78375"/>
                  <a:pt x="462800" y="83438"/>
                  <a:pt x="466175" y="87751"/>
                </a:cubicBezTo>
                <a:cubicBezTo>
                  <a:pt x="469549" y="92063"/>
                  <a:pt x="474237" y="94219"/>
                  <a:pt x="480236" y="94219"/>
                </a:cubicBezTo>
                <a:cubicBezTo>
                  <a:pt x="486425" y="94219"/>
                  <a:pt x="491160" y="92203"/>
                  <a:pt x="494441" y="88172"/>
                </a:cubicBezTo>
                <a:lnTo>
                  <a:pt x="504988" y="98860"/>
                </a:lnTo>
                <a:cubicBezTo>
                  <a:pt x="499175" y="105141"/>
                  <a:pt x="490878" y="108282"/>
                  <a:pt x="480097" y="108282"/>
                </a:cubicBezTo>
                <a:cubicBezTo>
                  <a:pt x="469784" y="108282"/>
                  <a:pt x="461112" y="105048"/>
                  <a:pt x="454081" y="98579"/>
                </a:cubicBezTo>
                <a:cubicBezTo>
                  <a:pt x="447050" y="92110"/>
                  <a:pt x="443535" y="83437"/>
                  <a:pt x="443535" y="72561"/>
                </a:cubicBezTo>
                <a:cubicBezTo>
                  <a:pt x="443535" y="61874"/>
                  <a:pt x="447003" y="53249"/>
                  <a:pt x="453940" y="46688"/>
                </a:cubicBezTo>
                <a:cubicBezTo>
                  <a:pt x="460878" y="40124"/>
                  <a:pt x="469456" y="36843"/>
                  <a:pt x="479674" y="36843"/>
                </a:cubicBezTo>
                <a:cubicBezTo>
                  <a:pt x="484644" y="36843"/>
                  <a:pt x="489472" y="37781"/>
                  <a:pt x="494158" y="39656"/>
                </a:cubicBezTo>
                <a:cubicBezTo>
                  <a:pt x="498846" y="41531"/>
                  <a:pt x="502502" y="44109"/>
                  <a:pt x="505127" y="47389"/>
                </a:cubicBez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D55A4-5144-4609-BED4-C94E38AA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17" y="4520766"/>
            <a:ext cx="841189" cy="299147"/>
          </a:xfrm>
          <a:custGeom xmlns:a="http://schemas.openxmlformats.org/drawingml/2006/main">
            <a:pathLst>
              <a:path w="841189" h="299147">
                <a:moveTo>
                  <a:pt x="0" y="88771"/>
                </a:moveTo>
                <a:cubicBezTo>
                  <a:pt x="0" y="39760"/>
                  <a:pt x="39760" y="0"/>
                  <a:pt x="88767" y="0"/>
                </a:cubicBezTo>
                <a:lnTo>
                  <a:pt x="752418" y="0"/>
                </a:lnTo>
                <a:cubicBezTo>
                  <a:pt x="801430" y="0"/>
                  <a:pt x="841189" y="39760"/>
                  <a:pt x="841189" y="88771"/>
                </a:cubicBezTo>
                <a:lnTo>
                  <a:pt x="841189" y="210376"/>
                </a:lnTo>
                <a:cubicBezTo>
                  <a:pt x="841189" y="259388"/>
                  <a:pt x="801430" y="299147"/>
                  <a:pt x="752418" y="299147"/>
                </a:cubicBezTo>
                <a:lnTo>
                  <a:pt x="88767" y="299147"/>
                </a:lnTo>
                <a:cubicBezTo>
                  <a:pt x="39760" y="299147"/>
                  <a:pt x="0" y="259388"/>
                  <a:pt x="0" y="210376"/>
                </a:cubicBezTo>
                <a:lnTo>
                  <a:pt x="0" y="88771"/>
                </a:lnTo>
                <a:close/>
                <a:moveTo>
                  <a:pt x="0" y="887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Roughness">
            <a:extLst xmlns:a="http://schemas.openxmlformats.org/drawingml/2006/main">
              <a:ext uri="{FF2B5EF4-FFF2-40B4-BE49-F238E27FC236}">
                <a16:creationId xmlns:a16="http://schemas.microsoft.com/office/drawing/2014/main" id="{5AEDFF56-9661-43CF-831D-6C617DA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785" y="4611327"/>
            <a:ext cx="697504" cy="140063"/>
          </a:xfrm>
          <a:custGeom xmlns:a="http://schemas.openxmlformats.org/drawingml/2006/main">
            <a:pathLst>
              <a:path w="697504" h="140063">
                <a:moveTo>
                  <a:pt x="0" y="106312"/>
                </a:moveTo>
                <a:lnTo>
                  <a:pt x="0" y="6751"/>
                </a:lnTo>
                <a:lnTo>
                  <a:pt x="34594" y="6751"/>
                </a:lnTo>
                <a:cubicBezTo>
                  <a:pt x="41251" y="6751"/>
                  <a:pt x="47227" y="7617"/>
                  <a:pt x="52522" y="9351"/>
                </a:cubicBezTo>
                <a:cubicBezTo>
                  <a:pt x="57820" y="11085"/>
                  <a:pt x="62273" y="14179"/>
                  <a:pt x="65882" y="18632"/>
                </a:cubicBezTo>
                <a:cubicBezTo>
                  <a:pt x="69493" y="23085"/>
                  <a:pt x="71298" y="28640"/>
                  <a:pt x="71298" y="35296"/>
                </a:cubicBezTo>
                <a:cubicBezTo>
                  <a:pt x="71298" y="42328"/>
                  <a:pt x="69282" y="48165"/>
                  <a:pt x="65249" y="52805"/>
                </a:cubicBezTo>
                <a:cubicBezTo>
                  <a:pt x="61218" y="57446"/>
                  <a:pt x="55640" y="60563"/>
                  <a:pt x="48516" y="62156"/>
                </a:cubicBezTo>
                <a:lnTo>
                  <a:pt x="75094" y="106312"/>
                </a:lnTo>
                <a:lnTo>
                  <a:pt x="53720" y="106312"/>
                </a:lnTo>
                <a:lnTo>
                  <a:pt x="30657" y="64124"/>
                </a:lnTo>
                <a:lnTo>
                  <a:pt x="17718" y="64124"/>
                </a:lnTo>
                <a:lnTo>
                  <a:pt x="17718" y="106312"/>
                </a:lnTo>
                <a:lnTo>
                  <a:pt x="0" y="106312"/>
                </a:lnTo>
                <a:moveTo>
                  <a:pt x="17718" y="49640"/>
                </a:moveTo>
                <a:lnTo>
                  <a:pt x="32204" y="49640"/>
                </a:lnTo>
                <a:cubicBezTo>
                  <a:pt x="46453" y="49640"/>
                  <a:pt x="53578" y="44812"/>
                  <a:pt x="53578" y="35156"/>
                </a:cubicBezTo>
                <a:cubicBezTo>
                  <a:pt x="53578" y="30281"/>
                  <a:pt x="51656" y="26812"/>
                  <a:pt x="47812" y="24749"/>
                </a:cubicBezTo>
                <a:cubicBezTo>
                  <a:pt x="43968" y="22686"/>
                  <a:pt x="39281" y="21655"/>
                  <a:pt x="33749" y="21655"/>
                </a:cubicBezTo>
                <a:lnTo>
                  <a:pt x="17718" y="21655"/>
                </a:lnTo>
                <a:lnTo>
                  <a:pt x="17718" y="49640"/>
                </a:lnTo>
                <a:close/>
                <a:moveTo>
                  <a:pt x="81985" y="72280"/>
                </a:moveTo>
                <a:cubicBezTo>
                  <a:pt x="81985" y="61875"/>
                  <a:pt x="85501" y="53367"/>
                  <a:pt x="92532" y="46758"/>
                </a:cubicBezTo>
                <a:cubicBezTo>
                  <a:pt x="99563" y="40148"/>
                  <a:pt x="108281" y="36843"/>
                  <a:pt x="118687" y="36843"/>
                </a:cubicBezTo>
                <a:cubicBezTo>
                  <a:pt x="129094" y="36843"/>
                  <a:pt x="137813" y="40148"/>
                  <a:pt x="144844" y="46758"/>
                </a:cubicBezTo>
                <a:cubicBezTo>
                  <a:pt x="151875" y="53367"/>
                  <a:pt x="155391" y="61875"/>
                  <a:pt x="155391" y="72280"/>
                </a:cubicBezTo>
                <a:cubicBezTo>
                  <a:pt x="155391" y="82780"/>
                  <a:pt x="151851" y="91405"/>
                  <a:pt x="144773" y="98156"/>
                </a:cubicBezTo>
                <a:cubicBezTo>
                  <a:pt x="137695" y="104907"/>
                  <a:pt x="129000" y="108282"/>
                  <a:pt x="118687" y="108282"/>
                </a:cubicBezTo>
                <a:cubicBezTo>
                  <a:pt x="108376" y="108282"/>
                  <a:pt x="99681" y="104907"/>
                  <a:pt x="92603" y="98156"/>
                </a:cubicBezTo>
                <a:cubicBezTo>
                  <a:pt x="85525" y="91405"/>
                  <a:pt x="81985" y="82780"/>
                  <a:pt x="81985" y="72280"/>
                </a:cubicBezTo>
                <a:moveTo>
                  <a:pt x="104203" y="57095"/>
                </a:moveTo>
                <a:cubicBezTo>
                  <a:pt x="100828" y="61406"/>
                  <a:pt x="99141" y="66469"/>
                  <a:pt x="99141" y="72282"/>
                </a:cubicBezTo>
                <a:cubicBezTo>
                  <a:pt x="99141" y="78095"/>
                  <a:pt x="100828" y="83204"/>
                  <a:pt x="104203" y="87610"/>
                </a:cubicBezTo>
                <a:cubicBezTo>
                  <a:pt x="107579" y="92016"/>
                  <a:pt x="112407" y="94219"/>
                  <a:pt x="118687" y="94219"/>
                </a:cubicBezTo>
                <a:cubicBezTo>
                  <a:pt x="124968" y="94219"/>
                  <a:pt x="129796" y="92016"/>
                  <a:pt x="133171" y="87610"/>
                </a:cubicBezTo>
                <a:cubicBezTo>
                  <a:pt x="136547" y="83204"/>
                  <a:pt x="138235" y="78095"/>
                  <a:pt x="138235" y="72282"/>
                </a:cubicBezTo>
                <a:cubicBezTo>
                  <a:pt x="138235" y="66469"/>
                  <a:pt x="136547" y="61406"/>
                  <a:pt x="133171" y="57095"/>
                </a:cubicBezTo>
                <a:cubicBezTo>
                  <a:pt x="129796" y="52782"/>
                  <a:pt x="124968" y="50625"/>
                  <a:pt x="118687" y="50625"/>
                </a:cubicBezTo>
                <a:cubicBezTo>
                  <a:pt x="112407" y="50625"/>
                  <a:pt x="107579" y="52782"/>
                  <a:pt x="104203" y="57095"/>
                </a:cubicBezTo>
                <a:close/>
                <a:moveTo>
                  <a:pt x="233298" y="38813"/>
                </a:moveTo>
                <a:lnTo>
                  <a:pt x="233298" y="106312"/>
                </a:lnTo>
                <a:lnTo>
                  <a:pt x="217267" y="106312"/>
                </a:lnTo>
                <a:lnTo>
                  <a:pt x="217267" y="95485"/>
                </a:lnTo>
                <a:lnTo>
                  <a:pt x="216985" y="95485"/>
                </a:lnTo>
                <a:cubicBezTo>
                  <a:pt x="215392" y="99047"/>
                  <a:pt x="212697" y="102070"/>
                  <a:pt x="208900" y="104555"/>
                </a:cubicBezTo>
                <a:cubicBezTo>
                  <a:pt x="205104" y="107040"/>
                  <a:pt x="200814" y="108282"/>
                  <a:pt x="196032" y="108282"/>
                </a:cubicBezTo>
                <a:cubicBezTo>
                  <a:pt x="187782" y="108282"/>
                  <a:pt x="181571" y="105633"/>
                  <a:pt x="177398" y="100336"/>
                </a:cubicBezTo>
                <a:cubicBezTo>
                  <a:pt x="173226" y="95039"/>
                  <a:pt x="171141" y="88594"/>
                  <a:pt x="171141" y="81001"/>
                </a:cubicBezTo>
                <a:lnTo>
                  <a:pt x="171141" y="38813"/>
                </a:lnTo>
                <a:lnTo>
                  <a:pt x="188017" y="38813"/>
                </a:lnTo>
                <a:lnTo>
                  <a:pt x="188017" y="76218"/>
                </a:lnTo>
                <a:cubicBezTo>
                  <a:pt x="188017" y="88218"/>
                  <a:pt x="192236" y="94219"/>
                  <a:pt x="200673" y="94219"/>
                </a:cubicBezTo>
                <a:cubicBezTo>
                  <a:pt x="205736" y="94219"/>
                  <a:pt x="209626" y="92414"/>
                  <a:pt x="212344" y="88805"/>
                </a:cubicBezTo>
                <a:cubicBezTo>
                  <a:pt x="215064" y="85196"/>
                  <a:pt x="216423" y="80906"/>
                  <a:pt x="216423" y="75937"/>
                </a:cubicBezTo>
                <a:lnTo>
                  <a:pt x="216423" y="38813"/>
                </a:lnTo>
                <a:lnTo>
                  <a:pt x="233298" y="38813"/>
                </a:lnTo>
                <a:close/>
                <a:moveTo>
                  <a:pt x="306142" y="38813"/>
                </a:moveTo>
                <a:lnTo>
                  <a:pt x="322174" y="38813"/>
                </a:lnTo>
                <a:lnTo>
                  <a:pt x="322174" y="100265"/>
                </a:lnTo>
                <a:cubicBezTo>
                  <a:pt x="322174" y="112828"/>
                  <a:pt x="319009" y="122601"/>
                  <a:pt x="312681" y="129585"/>
                </a:cubicBezTo>
                <a:cubicBezTo>
                  <a:pt x="306353" y="136570"/>
                  <a:pt x="296815" y="140063"/>
                  <a:pt x="284065" y="140063"/>
                </a:cubicBezTo>
                <a:cubicBezTo>
                  <a:pt x="278345" y="140063"/>
                  <a:pt x="272391" y="139078"/>
                  <a:pt x="266203" y="137108"/>
                </a:cubicBezTo>
                <a:cubicBezTo>
                  <a:pt x="260016" y="135140"/>
                  <a:pt x="254813" y="132421"/>
                  <a:pt x="250595" y="128952"/>
                </a:cubicBezTo>
                <a:lnTo>
                  <a:pt x="260298" y="115874"/>
                </a:lnTo>
                <a:cubicBezTo>
                  <a:pt x="266954" y="122249"/>
                  <a:pt x="274829" y="125437"/>
                  <a:pt x="283923" y="125437"/>
                </a:cubicBezTo>
                <a:cubicBezTo>
                  <a:pt x="298174" y="125437"/>
                  <a:pt x="305299" y="117703"/>
                  <a:pt x="305299" y="102233"/>
                </a:cubicBezTo>
                <a:lnTo>
                  <a:pt x="305299" y="97313"/>
                </a:lnTo>
                <a:lnTo>
                  <a:pt x="305018" y="97313"/>
                </a:lnTo>
                <a:cubicBezTo>
                  <a:pt x="299955" y="104062"/>
                  <a:pt x="292596" y="107436"/>
                  <a:pt x="282940" y="107436"/>
                </a:cubicBezTo>
                <a:cubicBezTo>
                  <a:pt x="273095" y="107436"/>
                  <a:pt x="265079" y="104038"/>
                  <a:pt x="258892" y="97242"/>
                </a:cubicBezTo>
                <a:cubicBezTo>
                  <a:pt x="252705" y="90446"/>
                  <a:pt x="249612" y="82125"/>
                  <a:pt x="249612" y="72280"/>
                </a:cubicBezTo>
                <a:cubicBezTo>
                  <a:pt x="249612" y="62249"/>
                  <a:pt x="252635" y="53836"/>
                  <a:pt x="258682" y="47040"/>
                </a:cubicBezTo>
                <a:cubicBezTo>
                  <a:pt x="264729" y="40242"/>
                  <a:pt x="272721" y="36843"/>
                  <a:pt x="282659" y="36843"/>
                </a:cubicBezTo>
                <a:cubicBezTo>
                  <a:pt x="293252" y="36843"/>
                  <a:pt x="300986" y="40874"/>
                  <a:pt x="305861" y="48936"/>
                </a:cubicBezTo>
                <a:lnTo>
                  <a:pt x="306142" y="48936"/>
                </a:lnTo>
                <a:lnTo>
                  <a:pt x="306142" y="38813"/>
                </a:lnTo>
                <a:moveTo>
                  <a:pt x="286174" y="50625"/>
                </a:moveTo>
                <a:cubicBezTo>
                  <a:pt x="280267" y="50625"/>
                  <a:pt x="275556" y="52664"/>
                  <a:pt x="272040" y="56743"/>
                </a:cubicBezTo>
                <a:cubicBezTo>
                  <a:pt x="268525" y="60820"/>
                  <a:pt x="266767" y="65952"/>
                  <a:pt x="266767" y="72141"/>
                </a:cubicBezTo>
                <a:cubicBezTo>
                  <a:pt x="266767" y="77858"/>
                  <a:pt x="268525" y="82850"/>
                  <a:pt x="272040" y="87116"/>
                </a:cubicBezTo>
                <a:cubicBezTo>
                  <a:pt x="275556" y="91382"/>
                  <a:pt x="280220" y="93515"/>
                  <a:pt x="286032" y="93515"/>
                </a:cubicBezTo>
                <a:cubicBezTo>
                  <a:pt x="292033" y="93515"/>
                  <a:pt x="296885" y="91429"/>
                  <a:pt x="300587" y="87258"/>
                </a:cubicBezTo>
                <a:cubicBezTo>
                  <a:pt x="304291" y="83086"/>
                  <a:pt x="306142" y="78047"/>
                  <a:pt x="306142" y="72141"/>
                </a:cubicBezTo>
                <a:cubicBezTo>
                  <a:pt x="306142" y="66140"/>
                  <a:pt x="304314" y="61054"/>
                  <a:pt x="300658" y="56882"/>
                </a:cubicBezTo>
                <a:cubicBezTo>
                  <a:pt x="297001" y="52711"/>
                  <a:pt x="292173" y="50625"/>
                  <a:pt x="286174" y="50625"/>
                </a:cubicBezTo>
                <a:close/>
                <a:moveTo>
                  <a:pt x="379972" y="36843"/>
                </a:moveTo>
                <a:cubicBezTo>
                  <a:pt x="388221" y="36843"/>
                  <a:pt x="394432" y="39491"/>
                  <a:pt x="398603" y="44789"/>
                </a:cubicBezTo>
                <a:cubicBezTo>
                  <a:pt x="402776" y="50086"/>
                  <a:pt x="404863" y="56531"/>
                  <a:pt x="404863" y="64124"/>
                </a:cubicBezTo>
                <a:lnTo>
                  <a:pt x="404863" y="106312"/>
                </a:lnTo>
                <a:lnTo>
                  <a:pt x="387986" y="106312"/>
                </a:lnTo>
                <a:lnTo>
                  <a:pt x="387986" y="69186"/>
                </a:lnTo>
                <a:cubicBezTo>
                  <a:pt x="387986" y="57280"/>
                  <a:pt x="383815" y="51327"/>
                  <a:pt x="375472" y="51327"/>
                </a:cubicBezTo>
                <a:cubicBezTo>
                  <a:pt x="370409" y="51327"/>
                  <a:pt x="366495" y="53132"/>
                  <a:pt x="363728" y="56743"/>
                </a:cubicBezTo>
                <a:cubicBezTo>
                  <a:pt x="360963" y="60352"/>
                  <a:pt x="359580" y="64594"/>
                  <a:pt x="359580" y="69469"/>
                </a:cubicBezTo>
                <a:lnTo>
                  <a:pt x="359580" y="106312"/>
                </a:lnTo>
                <a:lnTo>
                  <a:pt x="342706" y="106312"/>
                </a:lnTo>
                <a:lnTo>
                  <a:pt x="342706" y="0"/>
                </a:lnTo>
                <a:lnTo>
                  <a:pt x="359580" y="0"/>
                </a:lnTo>
                <a:lnTo>
                  <a:pt x="359580" y="48235"/>
                </a:lnTo>
                <a:lnTo>
                  <a:pt x="359861" y="48235"/>
                </a:lnTo>
                <a:cubicBezTo>
                  <a:pt x="361362" y="45141"/>
                  <a:pt x="363917" y="42468"/>
                  <a:pt x="367526" y="40218"/>
                </a:cubicBezTo>
                <a:cubicBezTo>
                  <a:pt x="371135" y="37968"/>
                  <a:pt x="375284" y="36843"/>
                  <a:pt x="379972" y="36843"/>
                </a:cubicBezTo>
                <a:close/>
                <a:moveTo>
                  <a:pt x="424550" y="106312"/>
                </a:moveTo>
                <a:lnTo>
                  <a:pt x="424550" y="38813"/>
                </a:lnTo>
                <a:lnTo>
                  <a:pt x="440582" y="38813"/>
                </a:lnTo>
                <a:lnTo>
                  <a:pt x="440582" y="49640"/>
                </a:lnTo>
                <a:lnTo>
                  <a:pt x="440863" y="49640"/>
                </a:lnTo>
                <a:cubicBezTo>
                  <a:pt x="442456" y="46078"/>
                  <a:pt x="445151" y="43055"/>
                  <a:pt x="448948" y="40570"/>
                </a:cubicBezTo>
                <a:cubicBezTo>
                  <a:pt x="452745" y="38085"/>
                  <a:pt x="457034" y="36843"/>
                  <a:pt x="461816" y="36843"/>
                </a:cubicBezTo>
                <a:cubicBezTo>
                  <a:pt x="470066" y="36843"/>
                  <a:pt x="476277" y="39491"/>
                  <a:pt x="480448" y="44789"/>
                </a:cubicBezTo>
                <a:cubicBezTo>
                  <a:pt x="484621" y="50086"/>
                  <a:pt x="486707" y="56531"/>
                  <a:pt x="486707" y="64124"/>
                </a:cubicBezTo>
                <a:lnTo>
                  <a:pt x="486707" y="106312"/>
                </a:lnTo>
                <a:lnTo>
                  <a:pt x="469831" y="106312"/>
                </a:lnTo>
                <a:lnTo>
                  <a:pt x="469831" y="68905"/>
                </a:lnTo>
                <a:cubicBezTo>
                  <a:pt x="469831" y="56906"/>
                  <a:pt x="465612" y="50906"/>
                  <a:pt x="457175" y="50906"/>
                </a:cubicBezTo>
                <a:cubicBezTo>
                  <a:pt x="452112" y="50906"/>
                  <a:pt x="448221" y="52711"/>
                  <a:pt x="445502" y="56320"/>
                </a:cubicBezTo>
                <a:cubicBezTo>
                  <a:pt x="442784" y="59929"/>
                  <a:pt x="441425" y="64218"/>
                  <a:pt x="441425" y="69186"/>
                </a:cubicBezTo>
                <a:lnTo>
                  <a:pt x="441425" y="106312"/>
                </a:lnTo>
                <a:lnTo>
                  <a:pt x="424550" y="106312"/>
                </a:lnTo>
                <a:close/>
                <a:moveTo>
                  <a:pt x="519332" y="65813"/>
                </a:moveTo>
                <a:lnTo>
                  <a:pt x="553926" y="65813"/>
                </a:lnTo>
                <a:cubicBezTo>
                  <a:pt x="553926" y="61125"/>
                  <a:pt x="552566" y="57234"/>
                  <a:pt x="549847" y="54140"/>
                </a:cubicBezTo>
                <a:cubicBezTo>
                  <a:pt x="547129" y="51046"/>
                  <a:pt x="543191" y="49499"/>
                  <a:pt x="538034" y="49499"/>
                </a:cubicBezTo>
                <a:cubicBezTo>
                  <a:pt x="533066" y="49499"/>
                  <a:pt x="528800" y="51046"/>
                  <a:pt x="525237" y="54140"/>
                </a:cubicBezTo>
                <a:cubicBezTo>
                  <a:pt x="521675" y="57234"/>
                  <a:pt x="519706" y="61125"/>
                  <a:pt x="519332" y="65813"/>
                </a:cubicBezTo>
                <a:moveTo>
                  <a:pt x="570800" y="73407"/>
                </a:moveTo>
                <a:cubicBezTo>
                  <a:pt x="570800" y="75375"/>
                  <a:pt x="570754" y="76875"/>
                  <a:pt x="570661" y="77906"/>
                </a:cubicBezTo>
                <a:lnTo>
                  <a:pt x="519332" y="77906"/>
                </a:lnTo>
                <a:cubicBezTo>
                  <a:pt x="519706" y="82594"/>
                  <a:pt x="521768" y="86532"/>
                  <a:pt x="525518" y="89719"/>
                </a:cubicBezTo>
                <a:cubicBezTo>
                  <a:pt x="529269" y="92906"/>
                  <a:pt x="533628" y="94500"/>
                  <a:pt x="538596" y="94500"/>
                </a:cubicBezTo>
                <a:cubicBezTo>
                  <a:pt x="546378" y="94500"/>
                  <a:pt x="552332" y="91594"/>
                  <a:pt x="556456" y="85781"/>
                </a:cubicBezTo>
                <a:lnTo>
                  <a:pt x="567706" y="94781"/>
                </a:lnTo>
                <a:cubicBezTo>
                  <a:pt x="561050" y="103782"/>
                  <a:pt x="551394" y="108282"/>
                  <a:pt x="538738" y="108282"/>
                </a:cubicBezTo>
                <a:cubicBezTo>
                  <a:pt x="528144" y="108282"/>
                  <a:pt x="519448" y="105095"/>
                  <a:pt x="512652" y="98720"/>
                </a:cubicBezTo>
                <a:cubicBezTo>
                  <a:pt x="505855" y="92345"/>
                  <a:pt x="502457" y="83766"/>
                  <a:pt x="502457" y="72984"/>
                </a:cubicBezTo>
                <a:cubicBezTo>
                  <a:pt x="502457" y="62202"/>
                  <a:pt x="505832" y="53483"/>
                  <a:pt x="512581" y="46827"/>
                </a:cubicBezTo>
                <a:cubicBezTo>
                  <a:pt x="519332" y="40171"/>
                  <a:pt x="527863" y="36843"/>
                  <a:pt x="538176" y="36843"/>
                </a:cubicBezTo>
                <a:cubicBezTo>
                  <a:pt x="547925" y="36843"/>
                  <a:pt x="555799" y="39984"/>
                  <a:pt x="561799" y="46265"/>
                </a:cubicBezTo>
                <a:cubicBezTo>
                  <a:pt x="567800" y="52546"/>
                  <a:pt x="570800" y="61594"/>
                  <a:pt x="570800" y="73407"/>
                </a:cubicBezTo>
                <a:close/>
                <a:moveTo>
                  <a:pt x="635066" y="47108"/>
                </a:moveTo>
                <a:lnTo>
                  <a:pt x="624099" y="56811"/>
                </a:lnTo>
                <a:cubicBezTo>
                  <a:pt x="622504" y="54750"/>
                  <a:pt x="620394" y="53016"/>
                  <a:pt x="617769" y="51610"/>
                </a:cubicBezTo>
                <a:cubicBezTo>
                  <a:pt x="615144" y="50202"/>
                  <a:pt x="612331" y="49499"/>
                  <a:pt x="609332" y="49499"/>
                </a:cubicBezTo>
                <a:cubicBezTo>
                  <a:pt x="606332" y="49499"/>
                  <a:pt x="603777" y="50108"/>
                  <a:pt x="601667" y="51327"/>
                </a:cubicBezTo>
                <a:cubicBezTo>
                  <a:pt x="599558" y="52546"/>
                  <a:pt x="598504" y="54374"/>
                  <a:pt x="598504" y="56811"/>
                </a:cubicBezTo>
                <a:cubicBezTo>
                  <a:pt x="598504" y="59156"/>
                  <a:pt x="599582" y="60891"/>
                  <a:pt x="601738" y="62017"/>
                </a:cubicBezTo>
                <a:cubicBezTo>
                  <a:pt x="603895" y="63141"/>
                  <a:pt x="607692" y="64359"/>
                  <a:pt x="613130" y="65671"/>
                </a:cubicBezTo>
                <a:cubicBezTo>
                  <a:pt x="616035" y="66328"/>
                  <a:pt x="618613" y="67102"/>
                  <a:pt x="620863" y="67993"/>
                </a:cubicBezTo>
                <a:cubicBezTo>
                  <a:pt x="623113" y="68883"/>
                  <a:pt x="625386" y="70078"/>
                  <a:pt x="627682" y="71579"/>
                </a:cubicBezTo>
                <a:cubicBezTo>
                  <a:pt x="629980" y="73078"/>
                  <a:pt x="631761" y="75046"/>
                  <a:pt x="633027" y="77484"/>
                </a:cubicBezTo>
                <a:cubicBezTo>
                  <a:pt x="634293" y="79921"/>
                  <a:pt x="634927" y="82687"/>
                  <a:pt x="634927" y="85781"/>
                </a:cubicBezTo>
                <a:cubicBezTo>
                  <a:pt x="634927" y="93469"/>
                  <a:pt x="632278" y="99141"/>
                  <a:pt x="626981" y="102797"/>
                </a:cubicBezTo>
                <a:cubicBezTo>
                  <a:pt x="621683" y="106454"/>
                  <a:pt x="614957" y="108282"/>
                  <a:pt x="606802" y="108282"/>
                </a:cubicBezTo>
                <a:cubicBezTo>
                  <a:pt x="601457" y="108282"/>
                  <a:pt x="596300" y="107298"/>
                  <a:pt x="591331" y="105329"/>
                </a:cubicBezTo>
                <a:cubicBezTo>
                  <a:pt x="586362" y="103360"/>
                  <a:pt x="582285" y="100640"/>
                  <a:pt x="579098" y="97171"/>
                </a:cubicBezTo>
                <a:lnTo>
                  <a:pt x="590206" y="86764"/>
                </a:lnTo>
                <a:cubicBezTo>
                  <a:pt x="594519" y="92390"/>
                  <a:pt x="600285" y="95203"/>
                  <a:pt x="607503" y="95203"/>
                </a:cubicBezTo>
                <a:cubicBezTo>
                  <a:pt x="610410" y="95203"/>
                  <a:pt x="612942" y="94548"/>
                  <a:pt x="615097" y="93236"/>
                </a:cubicBezTo>
                <a:cubicBezTo>
                  <a:pt x="617255" y="91923"/>
                  <a:pt x="618333" y="89906"/>
                  <a:pt x="618333" y="87187"/>
                </a:cubicBezTo>
                <a:cubicBezTo>
                  <a:pt x="618333" y="84562"/>
                  <a:pt x="617184" y="82617"/>
                  <a:pt x="614887" y="81353"/>
                </a:cubicBezTo>
                <a:cubicBezTo>
                  <a:pt x="612590" y="80087"/>
                  <a:pt x="608582" y="78797"/>
                  <a:pt x="602864" y="77484"/>
                </a:cubicBezTo>
                <a:cubicBezTo>
                  <a:pt x="596770" y="75985"/>
                  <a:pt x="591919" y="73852"/>
                  <a:pt x="588309" y="71087"/>
                </a:cubicBezTo>
                <a:cubicBezTo>
                  <a:pt x="584700" y="68321"/>
                  <a:pt x="582896" y="64078"/>
                  <a:pt x="582896" y="58358"/>
                </a:cubicBezTo>
                <a:cubicBezTo>
                  <a:pt x="582896" y="51327"/>
                  <a:pt x="585521" y="45984"/>
                  <a:pt x="590771" y="42327"/>
                </a:cubicBezTo>
                <a:cubicBezTo>
                  <a:pt x="596021" y="38671"/>
                  <a:pt x="602349" y="36843"/>
                  <a:pt x="609754" y="36843"/>
                </a:cubicBezTo>
                <a:cubicBezTo>
                  <a:pt x="614817" y="36843"/>
                  <a:pt x="619645" y="37734"/>
                  <a:pt x="624238" y="39516"/>
                </a:cubicBezTo>
                <a:cubicBezTo>
                  <a:pt x="628832" y="41297"/>
                  <a:pt x="632441" y="43828"/>
                  <a:pt x="635066" y="47108"/>
                </a:cubicBezTo>
                <a:close/>
                <a:moveTo>
                  <a:pt x="697504" y="47108"/>
                </a:moveTo>
                <a:lnTo>
                  <a:pt x="686537" y="56811"/>
                </a:lnTo>
                <a:cubicBezTo>
                  <a:pt x="684942" y="54750"/>
                  <a:pt x="682832" y="53016"/>
                  <a:pt x="680207" y="51610"/>
                </a:cubicBezTo>
                <a:cubicBezTo>
                  <a:pt x="677582" y="50202"/>
                  <a:pt x="674770" y="49499"/>
                  <a:pt x="671770" y="49499"/>
                </a:cubicBezTo>
                <a:cubicBezTo>
                  <a:pt x="668770" y="49499"/>
                  <a:pt x="666215" y="50108"/>
                  <a:pt x="664105" y="51327"/>
                </a:cubicBezTo>
                <a:cubicBezTo>
                  <a:pt x="661996" y="52546"/>
                  <a:pt x="660942" y="54374"/>
                  <a:pt x="660942" y="56811"/>
                </a:cubicBezTo>
                <a:cubicBezTo>
                  <a:pt x="660942" y="59156"/>
                  <a:pt x="662020" y="60891"/>
                  <a:pt x="664176" y="62017"/>
                </a:cubicBezTo>
                <a:cubicBezTo>
                  <a:pt x="666333" y="63141"/>
                  <a:pt x="670130" y="64359"/>
                  <a:pt x="675568" y="65671"/>
                </a:cubicBezTo>
                <a:cubicBezTo>
                  <a:pt x="678473" y="66328"/>
                  <a:pt x="681051" y="67102"/>
                  <a:pt x="683301" y="67993"/>
                </a:cubicBezTo>
                <a:cubicBezTo>
                  <a:pt x="685551" y="68883"/>
                  <a:pt x="687824" y="70078"/>
                  <a:pt x="690120" y="71579"/>
                </a:cubicBezTo>
                <a:cubicBezTo>
                  <a:pt x="692418" y="73078"/>
                  <a:pt x="694200" y="75046"/>
                  <a:pt x="695466" y="77484"/>
                </a:cubicBezTo>
                <a:cubicBezTo>
                  <a:pt x="696732" y="79921"/>
                  <a:pt x="697365" y="82687"/>
                  <a:pt x="697365" y="85781"/>
                </a:cubicBezTo>
                <a:cubicBezTo>
                  <a:pt x="697365" y="93469"/>
                  <a:pt x="694716" y="99141"/>
                  <a:pt x="689419" y="102797"/>
                </a:cubicBezTo>
                <a:cubicBezTo>
                  <a:pt x="684122" y="106454"/>
                  <a:pt x="677395" y="108282"/>
                  <a:pt x="669240" y="108282"/>
                </a:cubicBezTo>
                <a:cubicBezTo>
                  <a:pt x="663895" y="108282"/>
                  <a:pt x="658738" y="107298"/>
                  <a:pt x="653769" y="105329"/>
                </a:cubicBezTo>
                <a:cubicBezTo>
                  <a:pt x="648801" y="103360"/>
                  <a:pt x="644723" y="100640"/>
                  <a:pt x="641536" y="97171"/>
                </a:cubicBezTo>
                <a:lnTo>
                  <a:pt x="652644" y="86764"/>
                </a:lnTo>
                <a:cubicBezTo>
                  <a:pt x="656957" y="92390"/>
                  <a:pt x="662723" y="95203"/>
                  <a:pt x="669942" y="95203"/>
                </a:cubicBezTo>
                <a:cubicBezTo>
                  <a:pt x="672848" y="95203"/>
                  <a:pt x="675380" y="94548"/>
                  <a:pt x="677535" y="93236"/>
                </a:cubicBezTo>
                <a:cubicBezTo>
                  <a:pt x="679693" y="91923"/>
                  <a:pt x="680771" y="89906"/>
                  <a:pt x="680771" y="87187"/>
                </a:cubicBezTo>
                <a:cubicBezTo>
                  <a:pt x="680771" y="84562"/>
                  <a:pt x="679623" y="82617"/>
                  <a:pt x="677325" y="81353"/>
                </a:cubicBezTo>
                <a:cubicBezTo>
                  <a:pt x="675028" y="80087"/>
                  <a:pt x="671020" y="78797"/>
                  <a:pt x="665302" y="77484"/>
                </a:cubicBezTo>
                <a:cubicBezTo>
                  <a:pt x="659208" y="75985"/>
                  <a:pt x="654357" y="73852"/>
                  <a:pt x="650747" y="71087"/>
                </a:cubicBezTo>
                <a:cubicBezTo>
                  <a:pt x="647138" y="68321"/>
                  <a:pt x="645334" y="64078"/>
                  <a:pt x="645334" y="58358"/>
                </a:cubicBezTo>
                <a:cubicBezTo>
                  <a:pt x="645334" y="51327"/>
                  <a:pt x="647959" y="45984"/>
                  <a:pt x="653209" y="42327"/>
                </a:cubicBezTo>
                <a:cubicBezTo>
                  <a:pt x="658459" y="38671"/>
                  <a:pt x="664787" y="36843"/>
                  <a:pt x="672192" y="36843"/>
                </a:cubicBezTo>
                <a:cubicBezTo>
                  <a:pt x="677255" y="36843"/>
                  <a:pt x="682083" y="37734"/>
                  <a:pt x="686676" y="39516"/>
                </a:cubicBezTo>
                <a:cubicBezTo>
                  <a:pt x="691270" y="41297"/>
                  <a:pt x="694879" y="43828"/>
                  <a:pt x="697504" y="47108"/>
                </a:cubicBez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D8818-311C-4521-A6CA-2D110D4A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252" y="3755327"/>
            <a:ext cx="130755" cy="141441"/>
          </a:xfrm>
          <a:custGeom xmlns:a="http://schemas.openxmlformats.org/drawingml/2006/main">
            <a:pathLst>
              <a:path w="130755" h="141441">
                <a:moveTo>
                  <a:pt x="54896" y="12151"/>
                </a:moveTo>
                <a:cubicBezTo>
                  <a:pt x="48960" y="12151"/>
                  <a:pt x="45045" y="12192"/>
                  <a:pt x="43208" y="12352"/>
                </a:cubicBezTo>
                <a:lnTo>
                  <a:pt x="43208" y="69961"/>
                </a:lnTo>
                <a:lnTo>
                  <a:pt x="53458" y="69961"/>
                </a:lnTo>
                <a:cubicBezTo>
                  <a:pt x="60484" y="69961"/>
                  <a:pt x="66063" y="68697"/>
                  <a:pt x="70175" y="66223"/>
                </a:cubicBezTo>
                <a:cubicBezTo>
                  <a:pt x="74302" y="63745"/>
                  <a:pt x="77164" y="60365"/>
                  <a:pt x="78800" y="56119"/>
                </a:cubicBezTo>
                <a:cubicBezTo>
                  <a:pt x="80412" y="51887"/>
                  <a:pt x="81223" y="46616"/>
                  <a:pt x="81223" y="40318"/>
                </a:cubicBezTo>
                <a:cubicBezTo>
                  <a:pt x="81223" y="30907"/>
                  <a:pt x="79001" y="23880"/>
                  <a:pt x="74581" y="19181"/>
                </a:cubicBezTo>
                <a:cubicBezTo>
                  <a:pt x="70175" y="14469"/>
                  <a:pt x="63612" y="12151"/>
                  <a:pt x="54896" y="12151"/>
                </a:cubicBezTo>
                <a:close/>
                <a:moveTo>
                  <a:pt x="0" y="0"/>
                </a:moveTo>
                <a:lnTo>
                  <a:pt x="60392" y="0"/>
                </a:lnTo>
                <a:cubicBezTo>
                  <a:pt x="70336" y="0"/>
                  <a:pt x="78616" y="917"/>
                  <a:pt x="85216" y="2716"/>
                </a:cubicBezTo>
                <a:cubicBezTo>
                  <a:pt x="91807" y="4498"/>
                  <a:pt x="97051" y="6989"/>
                  <a:pt x="100963" y="10131"/>
                </a:cubicBezTo>
                <a:cubicBezTo>
                  <a:pt x="104878" y="13245"/>
                  <a:pt x="107846" y="17130"/>
                  <a:pt x="109908" y="21764"/>
                </a:cubicBezTo>
                <a:cubicBezTo>
                  <a:pt x="112014" y="26381"/>
                  <a:pt x="113036" y="31854"/>
                  <a:pt x="113036" y="38148"/>
                </a:cubicBezTo>
                <a:cubicBezTo>
                  <a:pt x="113036" y="44925"/>
                  <a:pt x="111826" y="50728"/>
                  <a:pt x="109458" y="55560"/>
                </a:cubicBezTo>
                <a:cubicBezTo>
                  <a:pt x="107073" y="60392"/>
                  <a:pt x="103852" y="64410"/>
                  <a:pt x="99818" y="67633"/>
                </a:cubicBezTo>
                <a:cubicBezTo>
                  <a:pt x="95773" y="70826"/>
                  <a:pt x="90382" y="73862"/>
                  <a:pt x="83608" y="76684"/>
                </a:cubicBezTo>
                <a:lnTo>
                  <a:pt x="83608" y="77733"/>
                </a:lnTo>
                <a:cubicBezTo>
                  <a:pt x="88719" y="79931"/>
                  <a:pt x="92965" y="82899"/>
                  <a:pt x="96305" y="86573"/>
                </a:cubicBezTo>
                <a:cubicBezTo>
                  <a:pt x="99661" y="90287"/>
                  <a:pt x="102680" y="94959"/>
                  <a:pt x="105355" y="100643"/>
                </a:cubicBezTo>
                <a:lnTo>
                  <a:pt x="111881" y="114726"/>
                </a:lnTo>
                <a:cubicBezTo>
                  <a:pt x="114794" y="121023"/>
                  <a:pt x="117684" y="125719"/>
                  <a:pt x="120543" y="128861"/>
                </a:cubicBezTo>
                <a:cubicBezTo>
                  <a:pt x="123419" y="132016"/>
                  <a:pt x="126813" y="133934"/>
                  <a:pt x="130755" y="134613"/>
                </a:cubicBezTo>
                <a:lnTo>
                  <a:pt x="130755" y="141441"/>
                </a:lnTo>
                <a:lnTo>
                  <a:pt x="90863" y="141441"/>
                </a:lnTo>
                <a:cubicBezTo>
                  <a:pt x="86856" y="135918"/>
                  <a:pt x="82330" y="127716"/>
                  <a:pt x="77284" y="116801"/>
                </a:cubicBezTo>
                <a:lnTo>
                  <a:pt x="69204" y="99072"/>
                </a:lnTo>
                <a:cubicBezTo>
                  <a:pt x="66782" y="93814"/>
                  <a:pt x="64706" y="90100"/>
                  <a:pt x="63003" y="87878"/>
                </a:cubicBezTo>
                <a:cubicBezTo>
                  <a:pt x="61258" y="85680"/>
                  <a:pt x="59462" y="84150"/>
                  <a:pt x="57649" y="83325"/>
                </a:cubicBezTo>
                <a:cubicBezTo>
                  <a:pt x="55813" y="82487"/>
                  <a:pt x="52991" y="82075"/>
                  <a:pt x="49212" y="82075"/>
                </a:cubicBezTo>
                <a:lnTo>
                  <a:pt x="43208" y="82075"/>
                </a:lnTo>
                <a:lnTo>
                  <a:pt x="43208" y="115445"/>
                </a:lnTo>
                <a:cubicBezTo>
                  <a:pt x="43208" y="120635"/>
                  <a:pt x="43436" y="124257"/>
                  <a:pt x="43927" y="126332"/>
                </a:cubicBezTo>
                <a:cubicBezTo>
                  <a:pt x="44407" y="128411"/>
                  <a:pt x="45324" y="130074"/>
                  <a:pt x="46708" y="131297"/>
                </a:cubicBezTo>
                <a:cubicBezTo>
                  <a:pt x="48094" y="132548"/>
                  <a:pt x="50650" y="133641"/>
                  <a:pt x="54375" y="134613"/>
                </a:cubicBezTo>
                <a:lnTo>
                  <a:pt x="54375" y="141441"/>
                </a:lnTo>
                <a:lnTo>
                  <a:pt x="0" y="141441"/>
                </a:lnTo>
                <a:lnTo>
                  <a:pt x="0" y="134613"/>
                </a:lnTo>
                <a:cubicBezTo>
                  <a:pt x="3701" y="133641"/>
                  <a:pt x="6256" y="132548"/>
                  <a:pt x="7589" y="131297"/>
                </a:cubicBezTo>
                <a:cubicBezTo>
                  <a:pt x="8945" y="130074"/>
                  <a:pt x="9865" y="128411"/>
                  <a:pt x="10345" y="126387"/>
                </a:cubicBezTo>
                <a:cubicBezTo>
                  <a:pt x="10836" y="124335"/>
                  <a:pt x="11064" y="120689"/>
                  <a:pt x="11064" y="115445"/>
                </a:cubicBezTo>
                <a:lnTo>
                  <a:pt x="11064" y="26129"/>
                </a:lnTo>
                <a:cubicBezTo>
                  <a:pt x="11064" y="20871"/>
                  <a:pt x="10836" y="17239"/>
                  <a:pt x="10396" y="15188"/>
                </a:cubicBezTo>
                <a:cubicBezTo>
                  <a:pt x="9943" y="13136"/>
                  <a:pt x="9027" y="11501"/>
                  <a:pt x="7643" y="10277"/>
                </a:cubicBezTo>
                <a:cubicBezTo>
                  <a:pt x="6256" y="9023"/>
                  <a:pt x="3701" y="7878"/>
                  <a:pt x="0" y="6856"/>
                </a:cubicBez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55574-C2A7-4194-A0E6-E146FC82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13" y="3838452"/>
            <a:ext cx="284399" cy="142852"/>
          </a:xfrm>
          <a:custGeom xmlns:a="http://schemas.openxmlformats.org/drawingml/2006/main">
            <a:pathLst>
              <a:path w="284399" h="142852">
                <a:moveTo>
                  <a:pt x="251015" y="0"/>
                </a:moveTo>
                <a:lnTo>
                  <a:pt x="284399" y="0"/>
                </a:lnTo>
                <a:lnTo>
                  <a:pt x="284399" y="142852"/>
                </a:lnTo>
                <a:lnTo>
                  <a:pt x="251015" y="142852"/>
                </a:lnTo>
                <a:lnTo>
                  <a:pt x="251015" y="137090"/>
                </a:lnTo>
                <a:lnTo>
                  <a:pt x="271982" y="137090"/>
                </a:lnTo>
                <a:lnTo>
                  <a:pt x="271982" y="5779"/>
                </a:lnTo>
                <a:lnTo>
                  <a:pt x="251015" y="5779"/>
                </a:lnTo>
                <a:lnTo>
                  <a:pt x="251015" y="0"/>
                </a:lnTo>
                <a:close/>
                <a:moveTo>
                  <a:pt x="0" y="0"/>
                </a:moveTo>
                <a:lnTo>
                  <a:pt x="33425" y="0"/>
                </a:lnTo>
                <a:lnTo>
                  <a:pt x="33425" y="5779"/>
                </a:lnTo>
                <a:lnTo>
                  <a:pt x="12458" y="5779"/>
                </a:lnTo>
                <a:lnTo>
                  <a:pt x="12458" y="137090"/>
                </a:lnTo>
                <a:lnTo>
                  <a:pt x="33425" y="137090"/>
                </a:lnTo>
                <a:lnTo>
                  <a:pt x="33425" y="142852"/>
                </a:lnTo>
                <a:lnTo>
                  <a:pt x="0" y="14285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B7698-DB54-46C4-BDDF-5E089DEA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254" y="3856556"/>
            <a:ext cx="67245" cy="98595"/>
          </a:xfrm>
          <a:custGeom xmlns:a="http://schemas.openxmlformats.org/drawingml/2006/main">
            <a:pathLst>
              <a:path w="67245" h="98595">
                <a:moveTo>
                  <a:pt x="33622" y="7255"/>
                </a:moveTo>
                <a:cubicBezTo>
                  <a:pt x="30120" y="7255"/>
                  <a:pt x="27206" y="8171"/>
                  <a:pt x="24851" y="9998"/>
                </a:cubicBezTo>
                <a:cubicBezTo>
                  <a:pt x="22493" y="11807"/>
                  <a:pt x="20657" y="14496"/>
                  <a:pt x="19273" y="18023"/>
                </a:cubicBezTo>
                <a:cubicBezTo>
                  <a:pt x="17903" y="21522"/>
                  <a:pt x="16929" y="25823"/>
                  <a:pt x="16356" y="30907"/>
                </a:cubicBezTo>
                <a:cubicBezTo>
                  <a:pt x="15774" y="35967"/>
                  <a:pt x="15491" y="41729"/>
                  <a:pt x="15491" y="48173"/>
                </a:cubicBezTo>
                <a:cubicBezTo>
                  <a:pt x="15491" y="55612"/>
                  <a:pt x="15852" y="62028"/>
                  <a:pt x="16598" y="67446"/>
                </a:cubicBezTo>
                <a:cubicBezTo>
                  <a:pt x="17304" y="72864"/>
                  <a:pt x="18435" y="77308"/>
                  <a:pt x="19938" y="80824"/>
                </a:cubicBezTo>
                <a:cubicBezTo>
                  <a:pt x="21481" y="84324"/>
                  <a:pt x="23400" y="86907"/>
                  <a:pt x="25676" y="88542"/>
                </a:cubicBezTo>
                <a:cubicBezTo>
                  <a:pt x="27966" y="90181"/>
                  <a:pt x="30733" y="91020"/>
                  <a:pt x="33929" y="91020"/>
                </a:cubicBezTo>
                <a:cubicBezTo>
                  <a:pt x="36924" y="91020"/>
                  <a:pt x="39531" y="90222"/>
                  <a:pt x="41780" y="88689"/>
                </a:cubicBezTo>
                <a:cubicBezTo>
                  <a:pt x="44033" y="87132"/>
                  <a:pt x="45893" y="84736"/>
                  <a:pt x="47372" y="81461"/>
                </a:cubicBezTo>
                <a:cubicBezTo>
                  <a:pt x="48837" y="78187"/>
                  <a:pt x="49955" y="74046"/>
                  <a:pt x="50701" y="69031"/>
                </a:cubicBezTo>
                <a:cubicBezTo>
                  <a:pt x="51444" y="63998"/>
                  <a:pt x="51833" y="58089"/>
                  <a:pt x="51833" y="51233"/>
                </a:cubicBezTo>
                <a:cubicBezTo>
                  <a:pt x="51833" y="43539"/>
                  <a:pt x="51417" y="36924"/>
                  <a:pt x="50592" y="31401"/>
                </a:cubicBezTo>
                <a:cubicBezTo>
                  <a:pt x="49754" y="25850"/>
                  <a:pt x="48609" y="21297"/>
                  <a:pt x="47093" y="17716"/>
                </a:cubicBezTo>
                <a:cubicBezTo>
                  <a:pt x="45614" y="14135"/>
                  <a:pt x="43726" y="11501"/>
                  <a:pt x="41450" y="9810"/>
                </a:cubicBezTo>
                <a:cubicBezTo>
                  <a:pt x="39173" y="8107"/>
                  <a:pt x="36563" y="7255"/>
                  <a:pt x="33622" y="7255"/>
                </a:cubicBezTo>
                <a:close/>
                <a:moveTo>
                  <a:pt x="33929" y="0"/>
                </a:moveTo>
                <a:cubicBezTo>
                  <a:pt x="39865" y="0"/>
                  <a:pt x="44949" y="1118"/>
                  <a:pt x="49168" y="3316"/>
                </a:cubicBezTo>
                <a:cubicBezTo>
                  <a:pt x="53390" y="5551"/>
                  <a:pt x="56835" y="8720"/>
                  <a:pt x="59500" y="12857"/>
                </a:cubicBezTo>
                <a:cubicBezTo>
                  <a:pt x="62188" y="16970"/>
                  <a:pt x="64130" y="21989"/>
                  <a:pt x="65381" y="27939"/>
                </a:cubicBezTo>
                <a:cubicBezTo>
                  <a:pt x="66632" y="33875"/>
                  <a:pt x="67245" y="40598"/>
                  <a:pt x="67245" y="48091"/>
                </a:cubicBezTo>
                <a:cubicBezTo>
                  <a:pt x="67245" y="64703"/>
                  <a:pt x="64304" y="77297"/>
                  <a:pt x="58419" y="85803"/>
                </a:cubicBezTo>
                <a:cubicBezTo>
                  <a:pt x="52524" y="94322"/>
                  <a:pt x="43978" y="98595"/>
                  <a:pt x="32811" y="98595"/>
                </a:cubicBezTo>
                <a:cubicBezTo>
                  <a:pt x="21710" y="98595"/>
                  <a:pt x="13470" y="94546"/>
                  <a:pt x="8079" y="86522"/>
                </a:cubicBezTo>
                <a:cubicBezTo>
                  <a:pt x="2689" y="78466"/>
                  <a:pt x="0" y="66301"/>
                  <a:pt x="0" y="49955"/>
                </a:cubicBezTo>
                <a:cubicBezTo>
                  <a:pt x="0" y="41422"/>
                  <a:pt x="825" y="34021"/>
                  <a:pt x="2501" y="27792"/>
                </a:cubicBezTo>
                <a:cubicBezTo>
                  <a:pt x="4164" y="21549"/>
                  <a:pt x="6522" y="16360"/>
                  <a:pt x="9541" y="12247"/>
                </a:cubicBezTo>
                <a:cubicBezTo>
                  <a:pt x="12550" y="8134"/>
                  <a:pt x="16131" y="5057"/>
                  <a:pt x="20299" y="3036"/>
                </a:cubicBezTo>
                <a:cubicBezTo>
                  <a:pt x="24439" y="1026"/>
                  <a:pt x="28964" y="0"/>
                  <a:pt x="33929" y="0"/>
                </a:cubicBezTo>
                <a:close/>
                <a:moveTo>
                  <a:pt x="33929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DFE94-1CD9-460E-B361-6E7344B5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612" y="3936167"/>
            <a:ext cx="22401" cy="38069"/>
          </a:xfrm>
          <a:custGeom xmlns:a="http://schemas.openxmlformats.org/drawingml/2006/main">
            <a:pathLst>
              <a:path w="22401" h="38069">
                <a:moveTo>
                  <a:pt x="8240" y="0"/>
                </a:moveTo>
                <a:lnTo>
                  <a:pt x="21348" y="0"/>
                </a:lnTo>
                <a:cubicBezTo>
                  <a:pt x="22040" y="3503"/>
                  <a:pt x="22401" y="6962"/>
                  <a:pt x="22401" y="10356"/>
                </a:cubicBezTo>
                <a:cubicBezTo>
                  <a:pt x="22401" y="13845"/>
                  <a:pt x="21788" y="17038"/>
                  <a:pt x="20592" y="19955"/>
                </a:cubicBezTo>
                <a:cubicBezTo>
                  <a:pt x="19406" y="22841"/>
                  <a:pt x="17488" y="25731"/>
                  <a:pt x="14854" y="28593"/>
                </a:cubicBezTo>
                <a:cubicBezTo>
                  <a:pt x="12243" y="31455"/>
                  <a:pt x="8652" y="34621"/>
                  <a:pt x="4045" y="38069"/>
                </a:cubicBezTo>
                <a:lnTo>
                  <a:pt x="0" y="33503"/>
                </a:lnTo>
                <a:cubicBezTo>
                  <a:pt x="2542" y="31094"/>
                  <a:pt x="4406" y="28951"/>
                  <a:pt x="5551" y="27008"/>
                </a:cubicBezTo>
                <a:cubicBezTo>
                  <a:pt x="6706" y="25093"/>
                  <a:pt x="7521" y="22909"/>
                  <a:pt x="8011" y="20459"/>
                </a:cubicBezTo>
                <a:cubicBezTo>
                  <a:pt x="8519" y="18009"/>
                  <a:pt x="8771" y="14935"/>
                  <a:pt x="8771" y="11262"/>
                </a:cubicBezTo>
                <a:cubicBezTo>
                  <a:pt x="8771" y="7442"/>
                  <a:pt x="8597" y="3714"/>
                  <a:pt x="8240" y="0"/>
                </a:cubicBezTo>
                <a:close/>
                <a:moveTo>
                  <a:pt x="824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5BA09-1096-4052-94FC-B9E52DF5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750" y="3857088"/>
            <a:ext cx="63507" cy="96478"/>
          </a:xfrm>
          <a:custGeom xmlns:a="http://schemas.openxmlformats.org/drawingml/2006/main">
            <a:pathLst>
              <a:path w="63507" h="96478">
                <a:moveTo>
                  <a:pt x="36843" y="0"/>
                </a:moveTo>
                <a:lnTo>
                  <a:pt x="41422" y="0"/>
                </a:lnTo>
                <a:cubicBezTo>
                  <a:pt x="41317" y="2743"/>
                  <a:pt x="41235" y="5193"/>
                  <a:pt x="41184" y="7360"/>
                </a:cubicBezTo>
                <a:cubicBezTo>
                  <a:pt x="41129" y="9545"/>
                  <a:pt x="41116" y="11661"/>
                  <a:pt x="41088" y="13712"/>
                </a:cubicBezTo>
                <a:cubicBezTo>
                  <a:pt x="41065" y="15746"/>
                  <a:pt x="41065" y="17770"/>
                  <a:pt x="41065" y="19767"/>
                </a:cubicBezTo>
                <a:lnTo>
                  <a:pt x="41065" y="76711"/>
                </a:lnTo>
                <a:cubicBezTo>
                  <a:pt x="41065" y="78241"/>
                  <a:pt x="41088" y="79574"/>
                  <a:pt x="41184" y="80691"/>
                </a:cubicBezTo>
                <a:cubicBezTo>
                  <a:pt x="41290" y="81823"/>
                  <a:pt x="41463" y="82766"/>
                  <a:pt x="41675" y="83554"/>
                </a:cubicBezTo>
                <a:cubicBezTo>
                  <a:pt x="41903" y="84324"/>
                  <a:pt x="42210" y="84992"/>
                  <a:pt x="42595" y="85523"/>
                </a:cubicBezTo>
                <a:cubicBezTo>
                  <a:pt x="42952" y="86096"/>
                  <a:pt x="43378" y="86549"/>
                  <a:pt x="43900" y="86961"/>
                </a:cubicBezTo>
                <a:cubicBezTo>
                  <a:pt x="44482" y="87547"/>
                  <a:pt x="45310" y="88011"/>
                  <a:pt x="46295" y="88345"/>
                </a:cubicBezTo>
                <a:cubicBezTo>
                  <a:pt x="47294" y="88679"/>
                  <a:pt x="48558" y="88958"/>
                  <a:pt x="50115" y="89156"/>
                </a:cubicBezTo>
                <a:cubicBezTo>
                  <a:pt x="51672" y="89384"/>
                  <a:pt x="53509" y="89568"/>
                  <a:pt x="55680" y="89691"/>
                </a:cubicBezTo>
                <a:cubicBezTo>
                  <a:pt x="57861" y="89824"/>
                  <a:pt x="60471" y="89902"/>
                  <a:pt x="63507" y="89956"/>
                </a:cubicBezTo>
                <a:lnTo>
                  <a:pt x="63507" y="96478"/>
                </a:lnTo>
                <a:lnTo>
                  <a:pt x="4113" y="96478"/>
                </a:lnTo>
                <a:lnTo>
                  <a:pt x="4113" y="89956"/>
                </a:lnTo>
                <a:cubicBezTo>
                  <a:pt x="7054" y="89847"/>
                  <a:pt x="9555" y="89742"/>
                  <a:pt x="11606" y="89622"/>
                </a:cubicBezTo>
                <a:cubicBezTo>
                  <a:pt x="13658" y="89490"/>
                  <a:pt x="15412" y="89316"/>
                  <a:pt x="16850" y="89077"/>
                </a:cubicBezTo>
                <a:cubicBezTo>
                  <a:pt x="18302" y="88876"/>
                  <a:pt x="19461" y="88624"/>
                  <a:pt x="20326" y="88345"/>
                </a:cubicBezTo>
                <a:cubicBezTo>
                  <a:pt x="21216" y="88065"/>
                  <a:pt x="21962" y="87731"/>
                  <a:pt x="22626" y="87346"/>
                </a:cubicBezTo>
                <a:cubicBezTo>
                  <a:pt x="23321" y="86879"/>
                  <a:pt x="23931" y="86402"/>
                  <a:pt x="24412" y="85857"/>
                </a:cubicBezTo>
                <a:cubicBezTo>
                  <a:pt x="24930" y="85349"/>
                  <a:pt x="25305" y="84685"/>
                  <a:pt x="25608" y="83884"/>
                </a:cubicBezTo>
                <a:cubicBezTo>
                  <a:pt x="25928" y="83100"/>
                  <a:pt x="26156" y="82102"/>
                  <a:pt x="26327" y="80971"/>
                </a:cubicBezTo>
                <a:cubicBezTo>
                  <a:pt x="26514" y="79826"/>
                  <a:pt x="26582" y="78388"/>
                  <a:pt x="26582" y="76711"/>
                </a:cubicBezTo>
                <a:lnTo>
                  <a:pt x="26582" y="22987"/>
                </a:lnTo>
                <a:cubicBezTo>
                  <a:pt x="26582" y="21045"/>
                  <a:pt x="26208" y="19662"/>
                  <a:pt x="25461" y="18875"/>
                </a:cubicBezTo>
                <a:cubicBezTo>
                  <a:pt x="24719" y="18077"/>
                  <a:pt x="23652" y="17665"/>
                  <a:pt x="22241" y="17665"/>
                </a:cubicBezTo>
                <a:cubicBezTo>
                  <a:pt x="20711" y="17665"/>
                  <a:pt x="18408" y="18462"/>
                  <a:pt x="15361" y="20074"/>
                </a:cubicBezTo>
                <a:cubicBezTo>
                  <a:pt x="12298" y="21659"/>
                  <a:pt x="8359" y="24040"/>
                  <a:pt x="3527" y="27182"/>
                </a:cubicBezTo>
                <a:cubicBezTo>
                  <a:pt x="2862" y="26037"/>
                  <a:pt x="2276" y="24879"/>
                  <a:pt x="1704" y="23734"/>
                </a:cubicBezTo>
                <a:cubicBezTo>
                  <a:pt x="1172" y="22575"/>
                  <a:pt x="586" y="21403"/>
                  <a:pt x="0" y="20234"/>
                </a:cubicBezTo>
                <a:cubicBezTo>
                  <a:pt x="6188" y="16827"/>
                  <a:pt x="12325" y="13433"/>
                  <a:pt x="18380" y="10076"/>
                </a:cubicBezTo>
                <a:cubicBezTo>
                  <a:pt x="24463" y="6696"/>
                  <a:pt x="30600" y="3329"/>
                  <a:pt x="36843" y="0"/>
                </a:cubicBezTo>
                <a:close/>
                <a:moveTo>
                  <a:pt x="36843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4BF7E-3F3F-47BB-B860-8ABA6837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037" y="3708899"/>
            <a:ext cx="63319" cy="98288"/>
          </a:xfrm>
          <a:custGeom xmlns:a="http://schemas.openxmlformats.org/drawingml/2006/main">
            <a:pathLst>
              <a:path w="63319" h="98288">
                <a:moveTo>
                  <a:pt x="32811" y="0"/>
                </a:moveTo>
                <a:cubicBezTo>
                  <a:pt x="36829" y="0"/>
                  <a:pt x="40557" y="426"/>
                  <a:pt x="44005" y="1278"/>
                </a:cubicBezTo>
                <a:cubicBezTo>
                  <a:pt x="47491" y="2116"/>
                  <a:pt x="50500" y="3394"/>
                  <a:pt x="53029" y="5139"/>
                </a:cubicBezTo>
                <a:cubicBezTo>
                  <a:pt x="55584" y="6856"/>
                  <a:pt x="57581" y="8999"/>
                  <a:pt x="58992" y="11579"/>
                </a:cubicBezTo>
                <a:cubicBezTo>
                  <a:pt x="60430" y="14135"/>
                  <a:pt x="61135" y="17130"/>
                  <a:pt x="61135" y="20524"/>
                </a:cubicBezTo>
                <a:cubicBezTo>
                  <a:pt x="61135" y="23720"/>
                  <a:pt x="60682" y="26542"/>
                  <a:pt x="59779" y="28992"/>
                </a:cubicBezTo>
                <a:cubicBezTo>
                  <a:pt x="58886" y="31438"/>
                  <a:pt x="57516" y="33650"/>
                  <a:pt x="55639" y="35660"/>
                </a:cubicBezTo>
                <a:cubicBezTo>
                  <a:pt x="53748" y="37657"/>
                  <a:pt x="51444" y="39480"/>
                  <a:pt x="48742" y="41092"/>
                </a:cubicBezTo>
                <a:cubicBezTo>
                  <a:pt x="46029" y="42700"/>
                  <a:pt x="42888" y="44285"/>
                  <a:pt x="39334" y="45764"/>
                </a:cubicBezTo>
                <a:lnTo>
                  <a:pt x="39334" y="46653"/>
                </a:lnTo>
                <a:cubicBezTo>
                  <a:pt x="42673" y="47266"/>
                  <a:pt x="45801" y="48224"/>
                  <a:pt x="48718" y="49543"/>
                </a:cubicBezTo>
                <a:cubicBezTo>
                  <a:pt x="51604" y="50875"/>
                  <a:pt x="54136" y="52538"/>
                  <a:pt x="56303" y="54562"/>
                </a:cubicBezTo>
                <a:cubicBezTo>
                  <a:pt x="58488" y="56583"/>
                  <a:pt x="60191" y="58927"/>
                  <a:pt x="61442" y="61561"/>
                </a:cubicBezTo>
                <a:cubicBezTo>
                  <a:pt x="62679" y="64226"/>
                  <a:pt x="63319" y="67139"/>
                  <a:pt x="63319" y="70336"/>
                </a:cubicBezTo>
                <a:cubicBezTo>
                  <a:pt x="63319" y="74326"/>
                  <a:pt x="62546" y="78027"/>
                  <a:pt x="61070" y="81461"/>
                </a:cubicBezTo>
                <a:cubicBezTo>
                  <a:pt x="59551" y="84883"/>
                  <a:pt x="57302" y="87851"/>
                  <a:pt x="54306" y="90328"/>
                </a:cubicBezTo>
                <a:cubicBezTo>
                  <a:pt x="51325" y="92829"/>
                  <a:pt x="47638" y="94771"/>
                  <a:pt x="43245" y="96182"/>
                </a:cubicBezTo>
                <a:cubicBezTo>
                  <a:pt x="38839" y="97569"/>
                  <a:pt x="33701" y="98288"/>
                  <a:pt x="27792" y="98288"/>
                </a:cubicBezTo>
                <a:cubicBezTo>
                  <a:pt x="23148" y="98288"/>
                  <a:pt x="18435" y="97821"/>
                  <a:pt x="13630" y="96901"/>
                </a:cubicBezTo>
                <a:cubicBezTo>
                  <a:pt x="8849" y="95957"/>
                  <a:pt x="4297" y="94761"/>
                  <a:pt x="0" y="93269"/>
                </a:cubicBezTo>
                <a:lnTo>
                  <a:pt x="0" y="77083"/>
                </a:lnTo>
                <a:lnTo>
                  <a:pt x="9677" y="77083"/>
                </a:lnTo>
                <a:cubicBezTo>
                  <a:pt x="10461" y="79574"/>
                  <a:pt x="11405" y="81713"/>
                  <a:pt x="12513" y="83472"/>
                </a:cubicBezTo>
                <a:cubicBezTo>
                  <a:pt x="13603" y="85268"/>
                  <a:pt x="14908" y="86692"/>
                  <a:pt x="16370" y="87823"/>
                </a:cubicBezTo>
                <a:cubicBezTo>
                  <a:pt x="17849" y="88944"/>
                  <a:pt x="19539" y="89769"/>
                  <a:pt x="21481" y="90246"/>
                </a:cubicBezTo>
                <a:cubicBezTo>
                  <a:pt x="23400" y="90767"/>
                  <a:pt x="25570" y="91020"/>
                  <a:pt x="28031" y="91020"/>
                </a:cubicBezTo>
                <a:cubicBezTo>
                  <a:pt x="34474" y="91020"/>
                  <a:pt x="39361" y="89490"/>
                  <a:pt x="42673" y="86389"/>
                </a:cubicBezTo>
                <a:cubicBezTo>
                  <a:pt x="46002" y="83325"/>
                  <a:pt x="47638" y="78667"/>
                  <a:pt x="47638" y="72438"/>
                </a:cubicBezTo>
                <a:cubicBezTo>
                  <a:pt x="47638" y="65783"/>
                  <a:pt x="45471" y="60777"/>
                  <a:pt x="41088" y="57343"/>
                </a:cubicBezTo>
                <a:cubicBezTo>
                  <a:pt x="36723" y="53921"/>
                  <a:pt x="30256" y="52204"/>
                  <a:pt x="21655" y="52204"/>
                </a:cubicBezTo>
                <a:lnTo>
                  <a:pt x="15068" y="52204"/>
                </a:lnTo>
                <a:lnTo>
                  <a:pt x="15068" y="45017"/>
                </a:lnTo>
                <a:cubicBezTo>
                  <a:pt x="20313" y="44765"/>
                  <a:pt x="24838" y="44033"/>
                  <a:pt x="28671" y="42796"/>
                </a:cubicBezTo>
                <a:cubicBezTo>
                  <a:pt x="32478" y="41596"/>
                  <a:pt x="35674" y="40012"/>
                  <a:pt x="38202" y="38042"/>
                </a:cubicBezTo>
                <a:cubicBezTo>
                  <a:pt x="40758" y="36100"/>
                  <a:pt x="42659" y="33824"/>
                  <a:pt x="43913" y="31241"/>
                </a:cubicBezTo>
                <a:cubicBezTo>
                  <a:pt x="45164" y="28630"/>
                  <a:pt x="45774" y="25877"/>
                  <a:pt x="45774" y="22933"/>
                </a:cubicBezTo>
                <a:cubicBezTo>
                  <a:pt x="45774" y="18128"/>
                  <a:pt x="44363" y="14336"/>
                  <a:pt x="41501" y="11579"/>
                </a:cubicBezTo>
                <a:cubicBezTo>
                  <a:pt x="38666" y="8798"/>
                  <a:pt x="34553" y="7415"/>
                  <a:pt x="29148" y="7415"/>
                </a:cubicBezTo>
                <a:cubicBezTo>
                  <a:pt x="24599" y="7415"/>
                  <a:pt x="20790" y="8665"/>
                  <a:pt x="17730" y="11167"/>
                </a:cubicBezTo>
                <a:cubicBezTo>
                  <a:pt x="14656" y="13658"/>
                  <a:pt x="12298" y="17385"/>
                  <a:pt x="10649" y="22323"/>
                </a:cubicBezTo>
                <a:lnTo>
                  <a:pt x="1131" y="22323"/>
                </a:lnTo>
                <a:lnTo>
                  <a:pt x="1131" y="7561"/>
                </a:lnTo>
                <a:cubicBezTo>
                  <a:pt x="7040" y="5057"/>
                  <a:pt x="12591" y="3193"/>
                  <a:pt x="17794" y="1915"/>
                </a:cubicBezTo>
                <a:cubicBezTo>
                  <a:pt x="23015" y="637"/>
                  <a:pt x="28031" y="0"/>
                  <a:pt x="32811" y="0"/>
                </a:cubicBezTo>
                <a:close/>
                <a:moveTo>
                  <a:pt x="32811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77132-56B7-4BD4-9CA1-411E1C3D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252" y="4953248"/>
            <a:ext cx="130755" cy="141441"/>
          </a:xfrm>
          <a:custGeom xmlns:a="http://schemas.openxmlformats.org/drawingml/2006/main">
            <a:pathLst>
              <a:path w="130755" h="141441">
                <a:moveTo>
                  <a:pt x="54896" y="12124"/>
                </a:moveTo>
                <a:cubicBezTo>
                  <a:pt x="48960" y="12124"/>
                  <a:pt x="45045" y="12192"/>
                  <a:pt x="43208" y="12325"/>
                </a:cubicBezTo>
                <a:lnTo>
                  <a:pt x="43208" y="69934"/>
                </a:lnTo>
                <a:lnTo>
                  <a:pt x="53458" y="69934"/>
                </a:lnTo>
                <a:cubicBezTo>
                  <a:pt x="60484" y="69934"/>
                  <a:pt x="66063" y="68710"/>
                  <a:pt x="70175" y="66195"/>
                </a:cubicBezTo>
                <a:cubicBezTo>
                  <a:pt x="74302" y="63718"/>
                  <a:pt x="77164" y="60338"/>
                  <a:pt x="78800" y="56106"/>
                </a:cubicBezTo>
                <a:cubicBezTo>
                  <a:pt x="80412" y="51860"/>
                  <a:pt x="81223" y="46588"/>
                  <a:pt x="81223" y="40291"/>
                </a:cubicBezTo>
                <a:cubicBezTo>
                  <a:pt x="81223" y="30907"/>
                  <a:pt x="79001" y="23853"/>
                  <a:pt x="74581" y="19181"/>
                </a:cubicBezTo>
                <a:cubicBezTo>
                  <a:pt x="70175" y="14469"/>
                  <a:pt x="63612" y="12124"/>
                  <a:pt x="54896" y="12124"/>
                </a:cubicBezTo>
                <a:close/>
                <a:moveTo>
                  <a:pt x="0" y="0"/>
                </a:moveTo>
                <a:lnTo>
                  <a:pt x="60392" y="0"/>
                </a:lnTo>
                <a:cubicBezTo>
                  <a:pt x="70336" y="0"/>
                  <a:pt x="78616" y="893"/>
                  <a:pt x="85216" y="2689"/>
                </a:cubicBezTo>
                <a:cubicBezTo>
                  <a:pt x="91807" y="4471"/>
                  <a:pt x="97051" y="6962"/>
                  <a:pt x="100963" y="10103"/>
                </a:cubicBezTo>
                <a:cubicBezTo>
                  <a:pt x="104878" y="13245"/>
                  <a:pt x="107846" y="17130"/>
                  <a:pt x="109908" y="21764"/>
                </a:cubicBezTo>
                <a:cubicBezTo>
                  <a:pt x="112014" y="26395"/>
                  <a:pt x="113036" y="31840"/>
                  <a:pt x="113036" y="38120"/>
                </a:cubicBezTo>
                <a:cubicBezTo>
                  <a:pt x="113036" y="44898"/>
                  <a:pt x="111826" y="50701"/>
                  <a:pt x="109458" y="55533"/>
                </a:cubicBezTo>
                <a:cubicBezTo>
                  <a:pt x="107073" y="60365"/>
                  <a:pt x="103852" y="64410"/>
                  <a:pt x="99818" y="67606"/>
                </a:cubicBezTo>
                <a:cubicBezTo>
                  <a:pt x="95773" y="70826"/>
                  <a:pt x="90382" y="73849"/>
                  <a:pt x="83608" y="76684"/>
                </a:cubicBezTo>
                <a:lnTo>
                  <a:pt x="83608" y="77706"/>
                </a:lnTo>
                <a:cubicBezTo>
                  <a:pt x="88719" y="79931"/>
                  <a:pt x="92965" y="82872"/>
                  <a:pt x="96305" y="86573"/>
                </a:cubicBezTo>
                <a:cubicBezTo>
                  <a:pt x="99661" y="90260"/>
                  <a:pt x="102680" y="94931"/>
                  <a:pt x="105355" y="100615"/>
                </a:cubicBezTo>
                <a:lnTo>
                  <a:pt x="111881" y="114699"/>
                </a:lnTo>
                <a:cubicBezTo>
                  <a:pt x="114794" y="120996"/>
                  <a:pt x="117684" y="125695"/>
                  <a:pt x="120543" y="128833"/>
                </a:cubicBezTo>
                <a:cubicBezTo>
                  <a:pt x="123419" y="131989"/>
                  <a:pt x="126813" y="133907"/>
                  <a:pt x="130755" y="134599"/>
                </a:cubicBezTo>
                <a:lnTo>
                  <a:pt x="130755" y="141441"/>
                </a:lnTo>
                <a:lnTo>
                  <a:pt x="90863" y="141441"/>
                </a:lnTo>
                <a:cubicBezTo>
                  <a:pt x="86856" y="135918"/>
                  <a:pt x="82330" y="127688"/>
                  <a:pt x="77284" y="116774"/>
                </a:cubicBezTo>
                <a:lnTo>
                  <a:pt x="69204" y="99058"/>
                </a:lnTo>
                <a:cubicBezTo>
                  <a:pt x="66782" y="93814"/>
                  <a:pt x="64706" y="90072"/>
                  <a:pt x="63003" y="87851"/>
                </a:cubicBezTo>
                <a:cubicBezTo>
                  <a:pt x="61258" y="85656"/>
                  <a:pt x="59462" y="84150"/>
                  <a:pt x="57649" y="83298"/>
                </a:cubicBezTo>
                <a:cubicBezTo>
                  <a:pt x="55813" y="82487"/>
                  <a:pt x="52991" y="82075"/>
                  <a:pt x="49212" y="82075"/>
                </a:cubicBezTo>
                <a:lnTo>
                  <a:pt x="43208" y="82075"/>
                </a:lnTo>
                <a:lnTo>
                  <a:pt x="43208" y="115418"/>
                </a:lnTo>
                <a:cubicBezTo>
                  <a:pt x="43208" y="120607"/>
                  <a:pt x="43436" y="124243"/>
                  <a:pt x="43927" y="126305"/>
                </a:cubicBezTo>
                <a:cubicBezTo>
                  <a:pt x="44407" y="128384"/>
                  <a:pt x="45324" y="130046"/>
                  <a:pt x="46708" y="131297"/>
                </a:cubicBezTo>
                <a:cubicBezTo>
                  <a:pt x="48094" y="132520"/>
                  <a:pt x="50650" y="133628"/>
                  <a:pt x="54375" y="134599"/>
                </a:cubicBezTo>
                <a:lnTo>
                  <a:pt x="54375" y="141441"/>
                </a:lnTo>
                <a:lnTo>
                  <a:pt x="0" y="141441"/>
                </a:lnTo>
                <a:lnTo>
                  <a:pt x="0" y="134599"/>
                </a:lnTo>
                <a:cubicBezTo>
                  <a:pt x="3701" y="133628"/>
                  <a:pt x="6256" y="132520"/>
                  <a:pt x="7589" y="131297"/>
                </a:cubicBezTo>
                <a:cubicBezTo>
                  <a:pt x="8945" y="130046"/>
                  <a:pt x="9865" y="128407"/>
                  <a:pt x="10345" y="126359"/>
                </a:cubicBezTo>
                <a:cubicBezTo>
                  <a:pt x="10836" y="124308"/>
                  <a:pt x="11064" y="120689"/>
                  <a:pt x="11064" y="115418"/>
                </a:cubicBezTo>
                <a:lnTo>
                  <a:pt x="11064" y="26102"/>
                </a:lnTo>
                <a:cubicBezTo>
                  <a:pt x="11064" y="20871"/>
                  <a:pt x="10836" y="17212"/>
                  <a:pt x="10396" y="15160"/>
                </a:cubicBezTo>
                <a:cubicBezTo>
                  <a:pt x="9943" y="13136"/>
                  <a:pt x="9027" y="11514"/>
                  <a:pt x="7643" y="10250"/>
                </a:cubicBezTo>
                <a:cubicBezTo>
                  <a:pt x="6256" y="8996"/>
                  <a:pt x="3701" y="7878"/>
                  <a:pt x="0" y="6829"/>
                </a:cubicBez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0A595-FEB1-4636-A779-995D399F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13" y="5022636"/>
            <a:ext cx="284399" cy="142852"/>
          </a:xfrm>
          <a:custGeom xmlns:a="http://schemas.openxmlformats.org/drawingml/2006/main">
            <a:pathLst>
              <a:path w="284399" h="142852">
                <a:moveTo>
                  <a:pt x="251015" y="0"/>
                </a:moveTo>
                <a:lnTo>
                  <a:pt x="284399" y="0"/>
                </a:lnTo>
                <a:lnTo>
                  <a:pt x="284399" y="142852"/>
                </a:lnTo>
                <a:lnTo>
                  <a:pt x="251015" y="142852"/>
                </a:lnTo>
                <a:lnTo>
                  <a:pt x="251015" y="137100"/>
                </a:lnTo>
                <a:lnTo>
                  <a:pt x="271982" y="137100"/>
                </a:lnTo>
                <a:lnTo>
                  <a:pt x="271982" y="5776"/>
                </a:lnTo>
                <a:lnTo>
                  <a:pt x="251015" y="5776"/>
                </a:lnTo>
                <a:lnTo>
                  <a:pt x="251015" y="0"/>
                </a:lnTo>
                <a:close/>
                <a:moveTo>
                  <a:pt x="0" y="0"/>
                </a:moveTo>
                <a:lnTo>
                  <a:pt x="33425" y="0"/>
                </a:lnTo>
                <a:lnTo>
                  <a:pt x="33425" y="5776"/>
                </a:lnTo>
                <a:lnTo>
                  <a:pt x="12458" y="5776"/>
                </a:lnTo>
                <a:lnTo>
                  <a:pt x="12458" y="137100"/>
                </a:lnTo>
                <a:lnTo>
                  <a:pt x="33425" y="137100"/>
                </a:lnTo>
                <a:lnTo>
                  <a:pt x="33425" y="142852"/>
                </a:lnTo>
                <a:lnTo>
                  <a:pt x="0" y="14285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69446-08FE-4E9E-91C7-E483FB3F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254" y="5040741"/>
            <a:ext cx="67245" cy="98591"/>
          </a:xfrm>
          <a:custGeom xmlns:a="http://schemas.openxmlformats.org/drawingml/2006/main">
            <a:pathLst>
              <a:path w="67245" h="98591">
                <a:moveTo>
                  <a:pt x="33622" y="7265"/>
                </a:moveTo>
                <a:cubicBezTo>
                  <a:pt x="30120" y="7265"/>
                  <a:pt x="27206" y="8185"/>
                  <a:pt x="24851" y="9994"/>
                </a:cubicBezTo>
                <a:cubicBezTo>
                  <a:pt x="22493" y="11845"/>
                  <a:pt x="20657" y="14496"/>
                  <a:pt x="19273" y="18036"/>
                </a:cubicBezTo>
                <a:cubicBezTo>
                  <a:pt x="17903" y="21536"/>
                  <a:pt x="16929" y="25823"/>
                  <a:pt x="16356" y="30920"/>
                </a:cubicBezTo>
                <a:cubicBezTo>
                  <a:pt x="15774" y="35977"/>
                  <a:pt x="15491" y="41729"/>
                  <a:pt x="15491" y="48169"/>
                </a:cubicBezTo>
                <a:cubicBezTo>
                  <a:pt x="15491" y="55612"/>
                  <a:pt x="15852" y="62028"/>
                  <a:pt x="16598" y="67456"/>
                </a:cubicBezTo>
                <a:cubicBezTo>
                  <a:pt x="17304" y="72874"/>
                  <a:pt x="18435" y="77348"/>
                  <a:pt x="19938" y="80821"/>
                </a:cubicBezTo>
                <a:cubicBezTo>
                  <a:pt x="21481" y="84324"/>
                  <a:pt x="23400" y="86907"/>
                  <a:pt x="25676" y="88542"/>
                </a:cubicBezTo>
                <a:cubicBezTo>
                  <a:pt x="27966" y="90205"/>
                  <a:pt x="30733" y="91030"/>
                  <a:pt x="33929" y="91030"/>
                </a:cubicBezTo>
                <a:cubicBezTo>
                  <a:pt x="36924" y="91030"/>
                  <a:pt x="39531" y="90232"/>
                  <a:pt x="41780" y="88702"/>
                </a:cubicBezTo>
                <a:cubicBezTo>
                  <a:pt x="44033" y="87145"/>
                  <a:pt x="45893" y="84736"/>
                  <a:pt x="47372" y="81461"/>
                </a:cubicBezTo>
                <a:cubicBezTo>
                  <a:pt x="48837" y="78187"/>
                  <a:pt x="49955" y="74046"/>
                  <a:pt x="50701" y="69041"/>
                </a:cubicBezTo>
                <a:cubicBezTo>
                  <a:pt x="51444" y="64025"/>
                  <a:pt x="51833" y="58099"/>
                  <a:pt x="51833" y="51246"/>
                </a:cubicBezTo>
                <a:cubicBezTo>
                  <a:pt x="51833" y="43552"/>
                  <a:pt x="51417" y="36924"/>
                  <a:pt x="50592" y="31397"/>
                </a:cubicBezTo>
                <a:cubicBezTo>
                  <a:pt x="49754" y="25850"/>
                  <a:pt x="48609" y="21297"/>
                  <a:pt x="47093" y="17730"/>
                </a:cubicBezTo>
                <a:cubicBezTo>
                  <a:pt x="45614" y="14148"/>
                  <a:pt x="43726" y="11511"/>
                  <a:pt x="41450" y="9821"/>
                </a:cubicBezTo>
                <a:cubicBezTo>
                  <a:pt x="39173" y="8130"/>
                  <a:pt x="36563" y="7265"/>
                  <a:pt x="33622" y="7265"/>
                </a:cubicBezTo>
                <a:close/>
                <a:moveTo>
                  <a:pt x="33929" y="0"/>
                </a:moveTo>
                <a:cubicBezTo>
                  <a:pt x="39865" y="0"/>
                  <a:pt x="44949" y="1131"/>
                  <a:pt x="49168" y="3353"/>
                </a:cubicBezTo>
                <a:cubicBezTo>
                  <a:pt x="53390" y="5548"/>
                  <a:pt x="56835" y="8717"/>
                  <a:pt x="59500" y="12870"/>
                </a:cubicBezTo>
                <a:cubicBezTo>
                  <a:pt x="62188" y="16983"/>
                  <a:pt x="64130" y="22016"/>
                  <a:pt x="65381" y="27952"/>
                </a:cubicBezTo>
                <a:cubicBezTo>
                  <a:pt x="66632" y="33875"/>
                  <a:pt x="67245" y="40611"/>
                  <a:pt x="67245" y="48091"/>
                </a:cubicBezTo>
                <a:cubicBezTo>
                  <a:pt x="67245" y="64717"/>
                  <a:pt x="64304" y="77294"/>
                  <a:pt x="58419" y="85813"/>
                </a:cubicBezTo>
                <a:cubicBezTo>
                  <a:pt x="52524" y="94318"/>
                  <a:pt x="43978" y="98591"/>
                  <a:pt x="32811" y="98591"/>
                </a:cubicBezTo>
                <a:cubicBezTo>
                  <a:pt x="21710" y="98591"/>
                  <a:pt x="13470" y="94560"/>
                  <a:pt x="8079" y="86532"/>
                </a:cubicBezTo>
                <a:cubicBezTo>
                  <a:pt x="2689" y="78466"/>
                  <a:pt x="0" y="66301"/>
                  <a:pt x="0" y="49969"/>
                </a:cubicBezTo>
                <a:cubicBezTo>
                  <a:pt x="0" y="41422"/>
                  <a:pt x="825" y="34035"/>
                  <a:pt x="2501" y="27792"/>
                </a:cubicBezTo>
                <a:cubicBezTo>
                  <a:pt x="4164" y="21563"/>
                  <a:pt x="6522" y="16370"/>
                  <a:pt x="9541" y="12243"/>
                </a:cubicBezTo>
                <a:cubicBezTo>
                  <a:pt x="12550" y="8130"/>
                  <a:pt x="16131" y="5070"/>
                  <a:pt x="20299" y="3046"/>
                </a:cubicBezTo>
                <a:cubicBezTo>
                  <a:pt x="24439" y="1022"/>
                  <a:pt x="28964" y="0"/>
                  <a:pt x="33929" y="0"/>
                </a:cubicBezTo>
                <a:close/>
                <a:moveTo>
                  <a:pt x="33929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A8FE7-67C3-4D54-A75D-075D49D4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612" y="5120365"/>
            <a:ext cx="22401" cy="38069"/>
          </a:xfrm>
          <a:custGeom xmlns:a="http://schemas.openxmlformats.org/drawingml/2006/main">
            <a:pathLst>
              <a:path w="22401" h="38069">
                <a:moveTo>
                  <a:pt x="8240" y="0"/>
                </a:moveTo>
                <a:lnTo>
                  <a:pt x="21348" y="0"/>
                </a:lnTo>
                <a:cubicBezTo>
                  <a:pt x="22040" y="3500"/>
                  <a:pt x="22401" y="6948"/>
                  <a:pt x="22401" y="10356"/>
                </a:cubicBezTo>
                <a:cubicBezTo>
                  <a:pt x="22401" y="13828"/>
                  <a:pt x="21788" y="17024"/>
                  <a:pt x="20592" y="19938"/>
                </a:cubicBezTo>
                <a:cubicBezTo>
                  <a:pt x="19406" y="22827"/>
                  <a:pt x="17488" y="25717"/>
                  <a:pt x="14854" y="28579"/>
                </a:cubicBezTo>
                <a:cubicBezTo>
                  <a:pt x="12243" y="31452"/>
                  <a:pt x="8652" y="34621"/>
                  <a:pt x="4045" y="38069"/>
                </a:cubicBezTo>
                <a:lnTo>
                  <a:pt x="0" y="33490"/>
                </a:lnTo>
                <a:cubicBezTo>
                  <a:pt x="2542" y="31094"/>
                  <a:pt x="4406" y="28937"/>
                  <a:pt x="5551" y="27019"/>
                </a:cubicBezTo>
                <a:cubicBezTo>
                  <a:pt x="6706" y="25076"/>
                  <a:pt x="7521" y="22906"/>
                  <a:pt x="8011" y="20459"/>
                </a:cubicBezTo>
                <a:cubicBezTo>
                  <a:pt x="8519" y="18023"/>
                  <a:pt x="8771" y="14935"/>
                  <a:pt x="8771" y="11248"/>
                </a:cubicBezTo>
                <a:cubicBezTo>
                  <a:pt x="8771" y="7439"/>
                  <a:pt x="8597" y="3701"/>
                  <a:pt x="8240" y="0"/>
                </a:cubicBezTo>
                <a:close/>
                <a:moveTo>
                  <a:pt x="824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5C1C8-5BA5-4DFB-96A1-08FC1947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750" y="5041286"/>
            <a:ext cx="63507" cy="96461"/>
          </a:xfrm>
          <a:custGeom xmlns:a="http://schemas.openxmlformats.org/drawingml/2006/main">
            <a:pathLst>
              <a:path w="63507" h="96461">
                <a:moveTo>
                  <a:pt x="36843" y="0"/>
                </a:moveTo>
                <a:lnTo>
                  <a:pt x="41422" y="0"/>
                </a:lnTo>
                <a:cubicBezTo>
                  <a:pt x="41317" y="2729"/>
                  <a:pt x="41235" y="5190"/>
                  <a:pt x="41184" y="7360"/>
                </a:cubicBezTo>
                <a:cubicBezTo>
                  <a:pt x="41129" y="9531"/>
                  <a:pt x="41116" y="11661"/>
                  <a:pt x="41088" y="13695"/>
                </a:cubicBezTo>
                <a:cubicBezTo>
                  <a:pt x="41065" y="15746"/>
                  <a:pt x="41065" y="17770"/>
                  <a:pt x="41065" y="19767"/>
                </a:cubicBezTo>
                <a:lnTo>
                  <a:pt x="41065" y="76698"/>
                </a:lnTo>
                <a:cubicBezTo>
                  <a:pt x="41065" y="78241"/>
                  <a:pt x="41088" y="79557"/>
                  <a:pt x="41184" y="80688"/>
                </a:cubicBezTo>
                <a:cubicBezTo>
                  <a:pt x="41290" y="81809"/>
                  <a:pt x="41463" y="82766"/>
                  <a:pt x="41675" y="83550"/>
                </a:cubicBezTo>
                <a:cubicBezTo>
                  <a:pt x="41903" y="84324"/>
                  <a:pt x="42210" y="84988"/>
                  <a:pt x="42595" y="85520"/>
                </a:cubicBezTo>
                <a:cubicBezTo>
                  <a:pt x="42952" y="86079"/>
                  <a:pt x="43378" y="86545"/>
                  <a:pt x="43900" y="86958"/>
                </a:cubicBezTo>
                <a:cubicBezTo>
                  <a:pt x="44482" y="87544"/>
                  <a:pt x="45310" y="88024"/>
                  <a:pt x="46295" y="88331"/>
                </a:cubicBezTo>
                <a:cubicBezTo>
                  <a:pt x="47294" y="88662"/>
                  <a:pt x="48558" y="88941"/>
                  <a:pt x="50115" y="89156"/>
                </a:cubicBezTo>
                <a:cubicBezTo>
                  <a:pt x="51672" y="89381"/>
                  <a:pt x="53509" y="89554"/>
                  <a:pt x="55680" y="89687"/>
                </a:cubicBezTo>
                <a:cubicBezTo>
                  <a:pt x="57861" y="89820"/>
                  <a:pt x="60471" y="89888"/>
                  <a:pt x="63507" y="89939"/>
                </a:cubicBezTo>
                <a:lnTo>
                  <a:pt x="63507" y="96461"/>
                </a:lnTo>
                <a:lnTo>
                  <a:pt x="4113" y="96461"/>
                </a:lnTo>
                <a:lnTo>
                  <a:pt x="4113" y="89939"/>
                </a:lnTo>
                <a:cubicBezTo>
                  <a:pt x="7054" y="89847"/>
                  <a:pt x="9555" y="89742"/>
                  <a:pt x="11606" y="89609"/>
                </a:cubicBezTo>
                <a:cubicBezTo>
                  <a:pt x="13658" y="89486"/>
                  <a:pt x="15412" y="89302"/>
                  <a:pt x="16850" y="89101"/>
                </a:cubicBezTo>
                <a:cubicBezTo>
                  <a:pt x="18302" y="88876"/>
                  <a:pt x="19461" y="88610"/>
                  <a:pt x="20326" y="88331"/>
                </a:cubicBezTo>
                <a:cubicBezTo>
                  <a:pt x="21216" y="88052"/>
                  <a:pt x="21962" y="87718"/>
                  <a:pt x="22626" y="87333"/>
                </a:cubicBezTo>
                <a:cubicBezTo>
                  <a:pt x="23321" y="86879"/>
                  <a:pt x="23931" y="86385"/>
                  <a:pt x="24412" y="85881"/>
                </a:cubicBezTo>
                <a:cubicBezTo>
                  <a:pt x="24930" y="85349"/>
                  <a:pt x="25305" y="84681"/>
                  <a:pt x="25608" y="83884"/>
                </a:cubicBezTo>
                <a:cubicBezTo>
                  <a:pt x="25928" y="83087"/>
                  <a:pt x="26156" y="82112"/>
                  <a:pt x="26327" y="80967"/>
                </a:cubicBezTo>
                <a:cubicBezTo>
                  <a:pt x="26514" y="79826"/>
                  <a:pt x="26582" y="78388"/>
                  <a:pt x="26582" y="76698"/>
                </a:cubicBezTo>
                <a:lnTo>
                  <a:pt x="26582" y="22987"/>
                </a:lnTo>
                <a:cubicBezTo>
                  <a:pt x="26582" y="21045"/>
                  <a:pt x="26208" y="19658"/>
                  <a:pt x="25461" y="18861"/>
                </a:cubicBezTo>
                <a:cubicBezTo>
                  <a:pt x="24719" y="18074"/>
                  <a:pt x="23652" y="17661"/>
                  <a:pt x="22241" y="17661"/>
                </a:cubicBezTo>
                <a:cubicBezTo>
                  <a:pt x="20711" y="17661"/>
                  <a:pt x="18408" y="18462"/>
                  <a:pt x="15361" y="20071"/>
                </a:cubicBezTo>
                <a:cubicBezTo>
                  <a:pt x="12298" y="21655"/>
                  <a:pt x="8359" y="24027"/>
                  <a:pt x="3527" y="27179"/>
                </a:cubicBezTo>
                <a:cubicBezTo>
                  <a:pt x="2862" y="26020"/>
                  <a:pt x="2276" y="24879"/>
                  <a:pt x="1704" y="23720"/>
                </a:cubicBezTo>
                <a:cubicBezTo>
                  <a:pt x="1172" y="22575"/>
                  <a:pt x="586" y="21417"/>
                  <a:pt x="0" y="20217"/>
                </a:cubicBezTo>
                <a:cubicBezTo>
                  <a:pt x="6188" y="16823"/>
                  <a:pt x="12325" y="13443"/>
                  <a:pt x="18380" y="10076"/>
                </a:cubicBezTo>
                <a:cubicBezTo>
                  <a:pt x="24463" y="6696"/>
                  <a:pt x="30600" y="3339"/>
                  <a:pt x="36843" y="0"/>
                </a:cubicBezTo>
                <a:close/>
                <a:moveTo>
                  <a:pt x="36843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D4A9C-1D33-4650-A89A-BFC0978E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17" y="4899180"/>
            <a:ext cx="841189" cy="299147"/>
          </a:xfrm>
          <a:custGeom xmlns:a="http://schemas.openxmlformats.org/drawingml/2006/main">
            <a:pathLst>
              <a:path w="841189" h="299147">
                <a:moveTo>
                  <a:pt x="0" y="85854"/>
                </a:moveTo>
                <a:cubicBezTo>
                  <a:pt x="0" y="38427"/>
                  <a:pt x="38427" y="0"/>
                  <a:pt x="85854" y="0"/>
                </a:cubicBezTo>
                <a:lnTo>
                  <a:pt x="755335" y="0"/>
                </a:lnTo>
                <a:cubicBezTo>
                  <a:pt x="802762" y="0"/>
                  <a:pt x="841189" y="38427"/>
                  <a:pt x="841189" y="85854"/>
                </a:cubicBezTo>
                <a:lnTo>
                  <a:pt x="841189" y="213276"/>
                </a:lnTo>
                <a:cubicBezTo>
                  <a:pt x="841189" y="260716"/>
                  <a:pt x="802762" y="299147"/>
                  <a:pt x="755335" y="299147"/>
                </a:cubicBezTo>
                <a:lnTo>
                  <a:pt x="85854" y="299147"/>
                </a:lnTo>
                <a:cubicBezTo>
                  <a:pt x="38427" y="299147"/>
                  <a:pt x="0" y="260716"/>
                  <a:pt x="0" y="213276"/>
                </a:cubicBezTo>
                <a:lnTo>
                  <a:pt x="0" y="85854"/>
                </a:lnTo>
                <a:close/>
                <a:moveTo>
                  <a:pt x="0" y="858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Alpha">
            <a:extLst xmlns:a="http://schemas.openxmlformats.org/drawingml/2006/main">
              <a:ext uri="{FF2B5EF4-FFF2-40B4-BE49-F238E27FC236}">
                <a16:creationId xmlns:a16="http://schemas.microsoft.com/office/drawing/2014/main" id="{8F191105-5B2B-4911-8A65-AA1F5AD5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118" y="4992293"/>
            <a:ext cx="377017" cy="140063"/>
          </a:xfrm>
          <a:custGeom xmlns:a="http://schemas.openxmlformats.org/drawingml/2006/main">
            <a:pathLst>
              <a:path w="377017" h="140063">
                <a:moveTo>
                  <a:pt x="0" y="106312"/>
                </a:moveTo>
                <a:lnTo>
                  <a:pt x="43313" y="6751"/>
                </a:lnTo>
                <a:lnTo>
                  <a:pt x="58640" y="6751"/>
                </a:lnTo>
                <a:lnTo>
                  <a:pt x="101532" y="106312"/>
                </a:lnTo>
                <a:lnTo>
                  <a:pt x="81282" y="106312"/>
                </a:lnTo>
                <a:lnTo>
                  <a:pt x="72000" y="83530"/>
                </a:lnTo>
                <a:lnTo>
                  <a:pt x="28829" y="83530"/>
                </a:lnTo>
                <a:lnTo>
                  <a:pt x="19827" y="106312"/>
                </a:lnTo>
                <a:lnTo>
                  <a:pt x="0" y="106312"/>
                </a:lnTo>
                <a:moveTo>
                  <a:pt x="34875" y="68343"/>
                </a:moveTo>
                <a:lnTo>
                  <a:pt x="65813" y="68343"/>
                </a:lnTo>
                <a:lnTo>
                  <a:pt x="50484" y="27843"/>
                </a:lnTo>
                <a:lnTo>
                  <a:pt x="34875" y="68343"/>
                </a:lnTo>
                <a:close/>
                <a:moveTo>
                  <a:pt x="110814" y="106312"/>
                </a:moveTo>
                <a:lnTo>
                  <a:pt x="110814" y="0"/>
                </a:lnTo>
                <a:lnTo>
                  <a:pt x="127688" y="0"/>
                </a:lnTo>
                <a:lnTo>
                  <a:pt x="127688" y="106312"/>
                </a:lnTo>
                <a:lnTo>
                  <a:pt x="110814" y="106312"/>
                </a:lnTo>
                <a:close/>
                <a:moveTo>
                  <a:pt x="148220" y="38813"/>
                </a:moveTo>
                <a:lnTo>
                  <a:pt x="164391" y="38813"/>
                </a:lnTo>
                <a:lnTo>
                  <a:pt x="164391" y="48235"/>
                </a:lnTo>
                <a:lnTo>
                  <a:pt x="164814" y="48235"/>
                </a:lnTo>
                <a:cubicBezTo>
                  <a:pt x="166782" y="45141"/>
                  <a:pt x="169758" y="42468"/>
                  <a:pt x="173742" y="40218"/>
                </a:cubicBezTo>
                <a:cubicBezTo>
                  <a:pt x="177728" y="37968"/>
                  <a:pt x="182533" y="36843"/>
                  <a:pt x="188158" y="36843"/>
                </a:cubicBezTo>
                <a:cubicBezTo>
                  <a:pt x="197719" y="36843"/>
                  <a:pt x="205571" y="40218"/>
                  <a:pt x="211712" y="46969"/>
                </a:cubicBezTo>
                <a:cubicBezTo>
                  <a:pt x="217853" y="53718"/>
                  <a:pt x="220924" y="62155"/>
                  <a:pt x="220924" y="72280"/>
                </a:cubicBezTo>
                <a:cubicBezTo>
                  <a:pt x="220924" y="82405"/>
                  <a:pt x="217900" y="90937"/>
                  <a:pt x="211853" y="97875"/>
                </a:cubicBezTo>
                <a:cubicBezTo>
                  <a:pt x="205807" y="104813"/>
                  <a:pt x="197767" y="108282"/>
                  <a:pt x="187735" y="108282"/>
                </a:cubicBezTo>
                <a:cubicBezTo>
                  <a:pt x="183047" y="108282"/>
                  <a:pt x="178688" y="107298"/>
                  <a:pt x="174656" y="105329"/>
                </a:cubicBezTo>
                <a:cubicBezTo>
                  <a:pt x="170625" y="103360"/>
                  <a:pt x="167532" y="100687"/>
                  <a:pt x="165376" y="97313"/>
                </a:cubicBezTo>
                <a:lnTo>
                  <a:pt x="165095" y="97313"/>
                </a:lnTo>
                <a:lnTo>
                  <a:pt x="165095" y="140063"/>
                </a:lnTo>
                <a:lnTo>
                  <a:pt x="148220" y="140063"/>
                </a:lnTo>
                <a:lnTo>
                  <a:pt x="148220" y="38813"/>
                </a:lnTo>
                <a:moveTo>
                  <a:pt x="198633" y="87610"/>
                </a:moveTo>
                <a:cubicBezTo>
                  <a:pt x="202055" y="83204"/>
                  <a:pt x="203766" y="78095"/>
                  <a:pt x="203766" y="72282"/>
                </a:cubicBezTo>
                <a:cubicBezTo>
                  <a:pt x="203766" y="66469"/>
                  <a:pt x="202055" y="61406"/>
                  <a:pt x="198633" y="57095"/>
                </a:cubicBezTo>
                <a:cubicBezTo>
                  <a:pt x="195211" y="52782"/>
                  <a:pt x="190454" y="50625"/>
                  <a:pt x="184360" y="50625"/>
                </a:cubicBezTo>
                <a:cubicBezTo>
                  <a:pt x="178454" y="50625"/>
                  <a:pt x="173674" y="52875"/>
                  <a:pt x="170017" y="57376"/>
                </a:cubicBezTo>
                <a:cubicBezTo>
                  <a:pt x="166361" y="61875"/>
                  <a:pt x="164533" y="66937"/>
                  <a:pt x="164533" y="72563"/>
                </a:cubicBezTo>
                <a:cubicBezTo>
                  <a:pt x="164533" y="78188"/>
                  <a:pt x="166361" y="83204"/>
                  <a:pt x="170017" y="87610"/>
                </a:cubicBezTo>
                <a:cubicBezTo>
                  <a:pt x="173674" y="92016"/>
                  <a:pt x="178454" y="94219"/>
                  <a:pt x="184360" y="94219"/>
                </a:cubicBezTo>
                <a:cubicBezTo>
                  <a:pt x="190454" y="94219"/>
                  <a:pt x="195211" y="92016"/>
                  <a:pt x="198633" y="87610"/>
                </a:cubicBezTo>
                <a:close/>
                <a:moveTo>
                  <a:pt x="274783" y="36843"/>
                </a:moveTo>
                <a:cubicBezTo>
                  <a:pt x="283033" y="36843"/>
                  <a:pt x="289244" y="39491"/>
                  <a:pt x="293415" y="44789"/>
                </a:cubicBezTo>
                <a:cubicBezTo>
                  <a:pt x="297588" y="50086"/>
                  <a:pt x="299675" y="56531"/>
                  <a:pt x="299675" y="64124"/>
                </a:cubicBezTo>
                <a:lnTo>
                  <a:pt x="299675" y="106312"/>
                </a:lnTo>
                <a:lnTo>
                  <a:pt x="282798" y="106312"/>
                </a:lnTo>
                <a:lnTo>
                  <a:pt x="282798" y="69186"/>
                </a:lnTo>
                <a:cubicBezTo>
                  <a:pt x="282798" y="57280"/>
                  <a:pt x="278627" y="51327"/>
                  <a:pt x="270284" y="51327"/>
                </a:cubicBezTo>
                <a:cubicBezTo>
                  <a:pt x="265221" y="51327"/>
                  <a:pt x="261307" y="53132"/>
                  <a:pt x="258540" y="56743"/>
                </a:cubicBezTo>
                <a:cubicBezTo>
                  <a:pt x="255775" y="60352"/>
                  <a:pt x="254392" y="64594"/>
                  <a:pt x="254392" y="69469"/>
                </a:cubicBezTo>
                <a:lnTo>
                  <a:pt x="254392" y="106312"/>
                </a:lnTo>
                <a:lnTo>
                  <a:pt x="237518" y="106312"/>
                </a:lnTo>
                <a:lnTo>
                  <a:pt x="237518" y="0"/>
                </a:lnTo>
                <a:lnTo>
                  <a:pt x="254392" y="0"/>
                </a:lnTo>
                <a:lnTo>
                  <a:pt x="254392" y="48235"/>
                </a:lnTo>
                <a:lnTo>
                  <a:pt x="254673" y="48235"/>
                </a:lnTo>
                <a:cubicBezTo>
                  <a:pt x="256174" y="45141"/>
                  <a:pt x="258729" y="42468"/>
                  <a:pt x="262338" y="40218"/>
                </a:cubicBezTo>
                <a:cubicBezTo>
                  <a:pt x="265947" y="37968"/>
                  <a:pt x="270096" y="36843"/>
                  <a:pt x="274783" y="36843"/>
                </a:cubicBezTo>
                <a:close/>
                <a:moveTo>
                  <a:pt x="361267" y="106312"/>
                </a:moveTo>
                <a:lnTo>
                  <a:pt x="361267" y="97733"/>
                </a:lnTo>
                <a:lnTo>
                  <a:pt x="360846" y="97733"/>
                </a:lnTo>
                <a:cubicBezTo>
                  <a:pt x="359158" y="100733"/>
                  <a:pt x="356416" y="103194"/>
                  <a:pt x="352619" y="105117"/>
                </a:cubicBezTo>
                <a:cubicBezTo>
                  <a:pt x="348823" y="107038"/>
                  <a:pt x="344581" y="107999"/>
                  <a:pt x="339893" y="107999"/>
                </a:cubicBezTo>
                <a:cubicBezTo>
                  <a:pt x="333424" y="107999"/>
                  <a:pt x="327587" y="106288"/>
                  <a:pt x="322383" y="102866"/>
                </a:cubicBezTo>
                <a:cubicBezTo>
                  <a:pt x="317180" y="99444"/>
                  <a:pt x="314579" y="94171"/>
                  <a:pt x="314579" y="87047"/>
                </a:cubicBezTo>
                <a:cubicBezTo>
                  <a:pt x="314579" y="83204"/>
                  <a:pt x="315540" y="79852"/>
                  <a:pt x="317461" y="76992"/>
                </a:cubicBezTo>
                <a:cubicBezTo>
                  <a:pt x="319383" y="74133"/>
                  <a:pt x="321798" y="71906"/>
                  <a:pt x="324705" y="70313"/>
                </a:cubicBezTo>
                <a:cubicBezTo>
                  <a:pt x="327612" y="68719"/>
                  <a:pt x="331245" y="67430"/>
                  <a:pt x="335603" y="66446"/>
                </a:cubicBezTo>
                <a:cubicBezTo>
                  <a:pt x="339962" y="65460"/>
                  <a:pt x="344087" y="64827"/>
                  <a:pt x="347978" y="64547"/>
                </a:cubicBezTo>
                <a:cubicBezTo>
                  <a:pt x="351869" y="64265"/>
                  <a:pt x="356205" y="64124"/>
                  <a:pt x="360986" y="64124"/>
                </a:cubicBezTo>
                <a:lnTo>
                  <a:pt x="360986" y="62438"/>
                </a:lnTo>
                <a:cubicBezTo>
                  <a:pt x="360986" y="58499"/>
                  <a:pt x="359532" y="55452"/>
                  <a:pt x="356626" y="53297"/>
                </a:cubicBezTo>
                <a:cubicBezTo>
                  <a:pt x="353720" y="51141"/>
                  <a:pt x="350017" y="50063"/>
                  <a:pt x="345517" y="50063"/>
                </a:cubicBezTo>
                <a:cubicBezTo>
                  <a:pt x="338393" y="50063"/>
                  <a:pt x="332252" y="52641"/>
                  <a:pt x="327095" y="57796"/>
                </a:cubicBezTo>
                <a:lnTo>
                  <a:pt x="318377" y="47531"/>
                </a:lnTo>
                <a:cubicBezTo>
                  <a:pt x="326065" y="40406"/>
                  <a:pt x="335581" y="36843"/>
                  <a:pt x="346925" y="36843"/>
                </a:cubicBezTo>
                <a:cubicBezTo>
                  <a:pt x="352737" y="36843"/>
                  <a:pt x="357682" y="37663"/>
                  <a:pt x="361760" y="39304"/>
                </a:cubicBezTo>
                <a:cubicBezTo>
                  <a:pt x="365839" y="40945"/>
                  <a:pt x="368956" y="43195"/>
                  <a:pt x="371112" y="46055"/>
                </a:cubicBezTo>
                <a:cubicBezTo>
                  <a:pt x="373268" y="48914"/>
                  <a:pt x="374790" y="51915"/>
                  <a:pt x="375680" y="55056"/>
                </a:cubicBezTo>
                <a:cubicBezTo>
                  <a:pt x="376571" y="58196"/>
                  <a:pt x="377017" y="61594"/>
                  <a:pt x="377017" y="65249"/>
                </a:cubicBezTo>
                <a:lnTo>
                  <a:pt x="377017" y="106312"/>
                </a:lnTo>
                <a:lnTo>
                  <a:pt x="361267" y="106312"/>
                </a:lnTo>
                <a:moveTo>
                  <a:pt x="360986" y="77906"/>
                </a:moveTo>
                <a:lnTo>
                  <a:pt x="360986" y="75516"/>
                </a:lnTo>
                <a:lnTo>
                  <a:pt x="357190" y="75516"/>
                </a:lnTo>
                <a:cubicBezTo>
                  <a:pt x="340034" y="75516"/>
                  <a:pt x="331456" y="79265"/>
                  <a:pt x="331456" y="86764"/>
                </a:cubicBezTo>
                <a:cubicBezTo>
                  <a:pt x="331456" y="89765"/>
                  <a:pt x="332604" y="91923"/>
                  <a:pt x="334900" y="93236"/>
                </a:cubicBezTo>
                <a:cubicBezTo>
                  <a:pt x="337197" y="94548"/>
                  <a:pt x="339987" y="95203"/>
                  <a:pt x="343268" y="95203"/>
                </a:cubicBezTo>
                <a:cubicBezTo>
                  <a:pt x="348986" y="95203"/>
                  <a:pt x="353368" y="93680"/>
                  <a:pt x="356415" y="90633"/>
                </a:cubicBezTo>
                <a:cubicBezTo>
                  <a:pt x="359462" y="87586"/>
                  <a:pt x="360986" y="83344"/>
                  <a:pt x="360986" y="77906"/>
                </a:cubicBez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A7C8D-A735-41E8-BA52-F0C904BA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252" y="4573662"/>
            <a:ext cx="130755" cy="141441"/>
          </a:xfrm>
          <a:custGeom xmlns:a="http://schemas.openxmlformats.org/drawingml/2006/main">
            <a:pathLst>
              <a:path w="130755" h="141441">
                <a:moveTo>
                  <a:pt x="54896" y="12155"/>
                </a:moveTo>
                <a:cubicBezTo>
                  <a:pt x="48960" y="12155"/>
                  <a:pt x="45045" y="12192"/>
                  <a:pt x="43208" y="12352"/>
                </a:cubicBezTo>
                <a:lnTo>
                  <a:pt x="43208" y="69964"/>
                </a:lnTo>
                <a:lnTo>
                  <a:pt x="53458" y="69964"/>
                </a:lnTo>
                <a:cubicBezTo>
                  <a:pt x="60484" y="69964"/>
                  <a:pt x="66063" y="68697"/>
                  <a:pt x="70175" y="66223"/>
                </a:cubicBezTo>
                <a:cubicBezTo>
                  <a:pt x="74302" y="63745"/>
                  <a:pt x="77164" y="60365"/>
                  <a:pt x="78800" y="56119"/>
                </a:cubicBezTo>
                <a:cubicBezTo>
                  <a:pt x="80412" y="51887"/>
                  <a:pt x="81223" y="46616"/>
                  <a:pt x="81223" y="40318"/>
                </a:cubicBezTo>
                <a:cubicBezTo>
                  <a:pt x="81223" y="30934"/>
                  <a:pt x="79001" y="23880"/>
                  <a:pt x="74581" y="19181"/>
                </a:cubicBezTo>
                <a:cubicBezTo>
                  <a:pt x="70175" y="14469"/>
                  <a:pt x="63612" y="12155"/>
                  <a:pt x="54896" y="12155"/>
                </a:cubicBezTo>
                <a:close/>
                <a:moveTo>
                  <a:pt x="0" y="0"/>
                </a:moveTo>
                <a:lnTo>
                  <a:pt x="60392" y="0"/>
                </a:lnTo>
                <a:cubicBezTo>
                  <a:pt x="70336" y="0"/>
                  <a:pt x="78616" y="920"/>
                  <a:pt x="85216" y="2716"/>
                </a:cubicBezTo>
                <a:cubicBezTo>
                  <a:pt x="91807" y="4501"/>
                  <a:pt x="97051" y="6989"/>
                  <a:pt x="100963" y="10131"/>
                </a:cubicBezTo>
                <a:cubicBezTo>
                  <a:pt x="104878" y="13272"/>
                  <a:pt x="107846" y="17157"/>
                  <a:pt x="109908" y="21791"/>
                </a:cubicBezTo>
                <a:cubicBezTo>
                  <a:pt x="112014" y="26409"/>
                  <a:pt x="113036" y="31854"/>
                  <a:pt x="113036" y="38151"/>
                </a:cubicBezTo>
                <a:cubicBezTo>
                  <a:pt x="113036" y="44925"/>
                  <a:pt x="111826" y="50728"/>
                  <a:pt x="109458" y="55560"/>
                </a:cubicBezTo>
                <a:cubicBezTo>
                  <a:pt x="107073" y="60392"/>
                  <a:pt x="103852" y="64413"/>
                  <a:pt x="99818" y="67633"/>
                </a:cubicBezTo>
                <a:cubicBezTo>
                  <a:pt x="95773" y="70854"/>
                  <a:pt x="90382" y="73862"/>
                  <a:pt x="83608" y="76684"/>
                </a:cubicBezTo>
                <a:lnTo>
                  <a:pt x="83608" y="77737"/>
                </a:lnTo>
                <a:cubicBezTo>
                  <a:pt x="88719" y="79931"/>
                  <a:pt x="92965" y="82899"/>
                  <a:pt x="96305" y="86600"/>
                </a:cubicBezTo>
                <a:cubicBezTo>
                  <a:pt x="99661" y="90287"/>
                  <a:pt x="102680" y="94959"/>
                  <a:pt x="105355" y="100643"/>
                </a:cubicBezTo>
                <a:lnTo>
                  <a:pt x="111881" y="114726"/>
                </a:lnTo>
                <a:cubicBezTo>
                  <a:pt x="114794" y="121023"/>
                  <a:pt x="117684" y="125722"/>
                  <a:pt x="120543" y="128864"/>
                </a:cubicBezTo>
                <a:cubicBezTo>
                  <a:pt x="123419" y="132016"/>
                  <a:pt x="126813" y="133934"/>
                  <a:pt x="130755" y="134613"/>
                </a:cubicBezTo>
                <a:lnTo>
                  <a:pt x="130755" y="141441"/>
                </a:lnTo>
                <a:lnTo>
                  <a:pt x="90863" y="141441"/>
                </a:lnTo>
                <a:cubicBezTo>
                  <a:pt x="86856" y="135918"/>
                  <a:pt x="82330" y="127719"/>
                  <a:pt x="77284" y="116805"/>
                </a:cubicBezTo>
                <a:lnTo>
                  <a:pt x="69204" y="99075"/>
                </a:lnTo>
                <a:cubicBezTo>
                  <a:pt x="66782" y="93841"/>
                  <a:pt x="64706" y="90103"/>
                  <a:pt x="63003" y="87878"/>
                </a:cubicBezTo>
                <a:cubicBezTo>
                  <a:pt x="61258" y="85683"/>
                  <a:pt x="59462" y="84153"/>
                  <a:pt x="57649" y="83325"/>
                </a:cubicBezTo>
                <a:cubicBezTo>
                  <a:pt x="55813" y="82487"/>
                  <a:pt x="52991" y="82075"/>
                  <a:pt x="49212" y="82075"/>
                </a:cubicBezTo>
                <a:lnTo>
                  <a:pt x="43208" y="82075"/>
                </a:lnTo>
                <a:lnTo>
                  <a:pt x="43208" y="115445"/>
                </a:lnTo>
                <a:cubicBezTo>
                  <a:pt x="43208" y="120638"/>
                  <a:pt x="43436" y="124257"/>
                  <a:pt x="43927" y="126336"/>
                </a:cubicBezTo>
                <a:cubicBezTo>
                  <a:pt x="44407" y="128411"/>
                  <a:pt x="45324" y="130074"/>
                  <a:pt x="46708" y="131300"/>
                </a:cubicBezTo>
                <a:cubicBezTo>
                  <a:pt x="48094" y="132551"/>
                  <a:pt x="50650" y="133641"/>
                  <a:pt x="54375" y="134613"/>
                </a:cubicBezTo>
                <a:lnTo>
                  <a:pt x="54375" y="141441"/>
                </a:lnTo>
                <a:lnTo>
                  <a:pt x="0" y="141441"/>
                </a:lnTo>
                <a:lnTo>
                  <a:pt x="0" y="134613"/>
                </a:lnTo>
                <a:cubicBezTo>
                  <a:pt x="3701" y="133641"/>
                  <a:pt x="6256" y="132551"/>
                  <a:pt x="7589" y="131300"/>
                </a:cubicBezTo>
                <a:cubicBezTo>
                  <a:pt x="8945" y="130074"/>
                  <a:pt x="9865" y="128411"/>
                  <a:pt x="10345" y="126387"/>
                </a:cubicBezTo>
                <a:cubicBezTo>
                  <a:pt x="10836" y="124339"/>
                  <a:pt x="11064" y="120703"/>
                  <a:pt x="11064" y="115445"/>
                </a:cubicBezTo>
                <a:lnTo>
                  <a:pt x="11064" y="26129"/>
                </a:lnTo>
                <a:cubicBezTo>
                  <a:pt x="11064" y="20871"/>
                  <a:pt x="10836" y="17239"/>
                  <a:pt x="10396" y="15188"/>
                </a:cubicBezTo>
                <a:cubicBezTo>
                  <a:pt x="9943" y="13140"/>
                  <a:pt x="9027" y="11501"/>
                  <a:pt x="7643" y="10277"/>
                </a:cubicBezTo>
                <a:cubicBezTo>
                  <a:pt x="6256" y="9027"/>
                  <a:pt x="3701" y="7882"/>
                  <a:pt x="0" y="6856"/>
                </a:cubicBez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A0A4E-F77C-4C9B-A017-8713594A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13" y="4643077"/>
            <a:ext cx="284399" cy="142852"/>
          </a:xfrm>
          <a:custGeom xmlns:a="http://schemas.openxmlformats.org/drawingml/2006/main">
            <a:pathLst>
              <a:path w="284399" h="142852">
                <a:moveTo>
                  <a:pt x="251015" y="0"/>
                </a:moveTo>
                <a:lnTo>
                  <a:pt x="284399" y="0"/>
                </a:lnTo>
                <a:lnTo>
                  <a:pt x="284399" y="142852"/>
                </a:lnTo>
                <a:lnTo>
                  <a:pt x="251015" y="142852"/>
                </a:lnTo>
                <a:lnTo>
                  <a:pt x="251015" y="137076"/>
                </a:lnTo>
                <a:lnTo>
                  <a:pt x="271982" y="137076"/>
                </a:lnTo>
                <a:lnTo>
                  <a:pt x="271982" y="5779"/>
                </a:lnTo>
                <a:lnTo>
                  <a:pt x="251015" y="5779"/>
                </a:lnTo>
                <a:lnTo>
                  <a:pt x="251015" y="0"/>
                </a:lnTo>
                <a:close/>
                <a:moveTo>
                  <a:pt x="0" y="0"/>
                </a:moveTo>
                <a:lnTo>
                  <a:pt x="33425" y="0"/>
                </a:lnTo>
                <a:lnTo>
                  <a:pt x="33425" y="5779"/>
                </a:lnTo>
                <a:lnTo>
                  <a:pt x="12458" y="5779"/>
                </a:lnTo>
                <a:lnTo>
                  <a:pt x="12458" y="137076"/>
                </a:lnTo>
                <a:lnTo>
                  <a:pt x="33425" y="137076"/>
                </a:lnTo>
                <a:lnTo>
                  <a:pt x="33425" y="142852"/>
                </a:lnTo>
                <a:lnTo>
                  <a:pt x="0" y="14285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BB53B-E487-4CBA-A574-23F7C7EF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254" y="4661182"/>
            <a:ext cx="67245" cy="98567"/>
          </a:xfrm>
          <a:custGeom xmlns:a="http://schemas.openxmlformats.org/drawingml/2006/main">
            <a:pathLst>
              <a:path w="67245" h="98567">
                <a:moveTo>
                  <a:pt x="33622" y="7268"/>
                </a:moveTo>
                <a:cubicBezTo>
                  <a:pt x="30120" y="7268"/>
                  <a:pt x="27206" y="8185"/>
                  <a:pt x="24851" y="9994"/>
                </a:cubicBezTo>
                <a:cubicBezTo>
                  <a:pt x="22493" y="11821"/>
                  <a:pt x="20657" y="14496"/>
                  <a:pt x="19273" y="17995"/>
                </a:cubicBezTo>
                <a:cubicBezTo>
                  <a:pt x="17903" y="21536"/>
                  <a:pt x="16929" y="25823"/>
                  <a:pt x="16356" y="30893"/>
                </a:cubicBezTo>
                <a:cubicBezTo>
                  <a:pt x="15774" y="35977"/>
                  <a:pt x="15491" y="41729"/>
                  <a:pt x="15491" y="48173"/>
                </a:cubicBezTo>
                <a:cubicBezTo>
                  <a:pt x="15491" y="55612"/>
                  <a:pt x="15852" y="62028"/>
                  <a:pt x="16598" y="67446"/>
                </a:cubicBezTo>
                <a:cubicBezTo>
                  <a:pt x="17304" y="72878"/>
                  <a:pt x="18435" y="77321"/>
                  <a:pt x="19938" y="80824"/>
                </a:cubicBezTo>
                <a:cubicBezTo>
                  <a:pt x="21481" y="84324"/>
                  <a:pt x="23400" y="86879"/>
                  <a:pt x="25676" y="88542"/>
                </a:cubicBezTo>
                <a:cubicBezTo>
                  <a:pt x="27966" y="90181"/>
                  <a:pt x="30733" y="91006"/>
                  <a:pt x="33929" y="91006"/>
                </a:cubicBezTo>
                <a:cubicBezTo>
                  <a:pt x="36924" y="91006"/>
                  <a:pt x="39531" y="90232"/>
                  <a:pt x="41780" y="88702"/>
                </a:cubicBezTo>
                <a:cubicBezTo>
                  <a:pt x="44033" y="87132"/>
                  <a:pt x="45893" y="84736"/>
                  <a:pt x="47372" y="81461"/>
                </a:cubicBezTo>
                <a:cubicBezTo>
                  <a:pt x="48837" y="78187"/>
                  <a:pt x="49955" y="74046"/>
                  <a:pt x="50701" y="69044"/>
                </a:cubicBezTo>
                <a:cubicBezTo>
                  <a:pt x="51444" y="63998"/>
                  <a:pt x="51833" y="58062"/>
                  <a:pt x="51833" y="51246"/>
                </a:cubicBezTo>
                <a:cubicBezTo>
                  <a:pt x="51833" y="43539"/>
                  <a:pt x="51417" y="36924"/>
                  <a:pt x="50592" y="31373"/>
                </a:cubicBezTo>
                <a:cubicBezTo>
                  <a:pt x="49754" y="25850"/>
                  <a:pt x="48609" y="21270"/>
                  <a:pt x="47093" y="17716"/>
                </a:cubicBezTo>
                <a:cubicBezTo>
                  <a:pt x="45614" y="14135"/>
                  <a:pt x="43726" y="11514"/>
                  <a:pt x="41450" y="9824"/>
                </a:cubicBezTo>
                <a:cubicBezTo>
                  <a:pt x="39173" y="8107"/>
                  <a:pt x="36563" y="7268"/>
                  <a:pt x="33622" y="7268"/>
                </a:cubicBezTo>
                <a:close/>
                <a:moveTo>
                  <a:pt x="33929" y="0"/>
                </a:moveTo>
                <a:cubicBezTo>
                  <a:pt x="39865" y="0"/>
                  <a:pt x="44949" y="1104"/>
                  <a:pt x="49168" y="3326"/>
                </a:cubicBezTo>
                <a:cubicBezTo>
                  <a:pt x="53390" y="5551"/>
                  <a:pt x="56835" y="8717"/>
                  <a:pt x="59500" y="12829"/>
                </a:cubicBezTo>
                <a:cubicBezTo>
                  <a:pt x="62188" y="16956"/>
                  <a:pt x="64130" y="21989"/>
                  <a:pt x="65381" y="27952"/>
                </a:cubicBezTo>
                <a:cubicBezTo>
                  <a:pt x="66632" y="33875"/>
                  <a:pt x="67245" y="40611"/>
                  <a:pt x="67245" y="48091"/>
                </a:cubicBezTo>
                <a:cubicBezTo>
                  <a:pt x="67245" y="64717"/>
                  <a:pt x="64304" y="77294"/>
                  <a:pt x="58419" y="85813"/>
                </a:cubicBezTo>
                <a:cubicBezTo>
                  <a:pt x="52524" y="94322"/>
                  <a:pt x="43978" y="98567"/>
                  <a:pt x="32811" y="98567"/>
                </a:cubicBezTo>
                <a:cubicBezTo>
                  <a:pt x="21710" y="98567"/>
                  <a:pt x="13470" y="94560"/>
                  <a:pt x="8079" y="86522"/>
                </a:cubicBezTo>
                <a:cubicBezTo>
                  <a:pt x="2689" y="78466"/>
                  <a:pt x="0" y="66301"/>
                  <a:pt x="0" y="49969"/>
                </a:cubicBezTo>
                <a:cubicBezTo>
                  <a:pt x="0" y="41422"/>
                  <a:pt x="825" y="34035"/>
                  <a:pt x="2501" y="27792"/>
                </a:cubicBezTo>
                <a:cubicBezTo>
                  <a:pt x="4164" y="21549"/>
                  <a:pt x="6522" y="16373"/>
                  <a:pt x="9541" y="12247"/>
                </a:cubicBezTo>
                <a:cubicBezTo>
                  <a:pt x="12550" y="8134"/>
                  <a:pt x="16131" y="5070"/>
                  <a:pt x="20299" y="3023"/>
                </a:cubicBezTo>
                <a:cubicBezTo>
                  <a:pt x="24439" y="998"/>
                  <a:pt x="28964" y="0"/>
                  <a:pt x="33929" y="0"/>
                </a:cubicBezTo>
                <a:close/>
                <a:moveTo>
                  <a:pt x="33929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DE308-F995-422F-9534-884B24BE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612" y="4740807"/>
            <a:ext cx="22401" cy="38042"/>
          </a:xfrm>
          <a:custGeom xmlns:a="http://schemas.openxmlformats.org/drawingml/2006/main">
            <a:pathLst>
              <a:path w="22401" h="38042">
                <a:moveTo>
                  <a:pt x="8240" y="0"/>
                </a:moveTo>
                <a:lnTo>
                  <a:pt x="21348" y="0"/>
                </a:lnTo>
                <a:cubicBezTo>
                  <a:pt x="22040" y="3500"/>
                  <a:pt x="22401" y="6948"/>
                  <a:pt x="22401" y="10328"/>
                </a:cubicBezTo>
                <a:cubicBezTo>
                  <a:pt x="22401" y="13831"/>
                  <a:pt x="21788" y="17024"/>
                  <a:pt x="20592" y="19914"/>
                </a:cubicBezTo>
                <a:cubicBezTo>
                  <a:pt x="19406" y="22827"/>
                  <a:pt x="17488" y="25690"/>
                  <a:pt x="14854" y="28579"/>
                </a:cubicBezTo>
                <a:cubicBezTo>
                  <a:pt x="12243" y="31442"/>
                  <a:pt x="8652" y="34621"/>
                  <a:pt x="4045" y="38042"/>
                </a:cubicBezTo>
                <a:lnTo>
                  <a:pt x="0" y="33490"/>
                </a:lnTo>
                <a:cubicBezTo>
                  <a:pt x="2542" y="31094"/>
                  <a:pt x="4406" y="28910"/>
                  <a:pt x="5551" y="26995"/>
                </a:cubicBezTo>
                <a:cubicBezTo>
                  <a:pt x="6706" y="25076"/>
                  <a:pt x="7521" y="22909"/>
                  <a:pt x="8011" y="20445"/>
                </a:cubicBezTo>
                <a:cubicBezTo>
                  <a:pt x="8519" y="17995"/>
                  <a:pt x="8771" y="14935"/>
                  <a:pt x="8771" y="11248"/>
                </a:cubicBezTo>
                <a:cubicBezTo>
                  <a:pt x="8771" y="7442"/>
                  <a:pt x="8597" y="3701"/>
                  <a:pt x="8240" y="0"/>
                </a:cubicBezTo>
                <a:close/>
                <a:moveTo>
                  <a:pt x="824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30AE8-3BD1-4431-9771-36B70FDC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750" y="4661700"/>
            <a:ext cx="63507" cy="96492"/>
          </a:xfrm>
          <a:custGeom xmlns:a="http://schemas.openxmlformats.org/drawingml/2006/main">
            <a:pathLst>
              <a:path w="63507" h="96492">
                <a:moveTo>
                  <a:pt x="36843" y="0"/>
                </a:moveTo>
                <a:lnTo>
                  <a:pt x="41422" y="0"/>
                </a:lnTo>
                <a:cubicBezTo>
                  <a:pt x="41317" y="2757"/>
                  <a:pt x="41235" y="5207"/>
                  <a:pt x="41184" y="7388"/>
                </a:cubicBezTo>
                <a:cubicBezTo>
                  <a:pt x="41129" y="9558"/>
                  <a:pt x="41116" y="11661"/>
                  <a:pt x="41088" y="13698"/>
                </a:cubicBezTo>
                <a:cubicBezTo>
                  <a:pt x="41065" y="15774"/>
                  <a:pt x="41065" y="17798"/>
                  <a:pt x="41065" y="19781"/>
                </a:cubicBezTo>
                <a:lnTo>
                  <a:pt x="41065" y="76698"/>
                </a:lnTo>
                <a:cubicBezTo>
                  <a:pt x="41065" y="78255"/>
                  <a:pt x="41088" y="79587"/>
                  <a:pt x="41184" y="80718"/>
                </a:cubicBezTo>
                <a:cubicBezTo>
                  <a:pt x="41290" y="81836"/>
                  <a:pt x="41463" y="82780"/>
                  <a:pt x="41675" y="83554"/>
                </a:cubicBezTo>
                <a:cubicBezTo>
                  <a:pt x="41903" y="84351"/>
                  <a:pt x="42210" y="85005"/>
                  <a:pt x="42595" y="85550"/>
                </a:cubicBezTo>
                <a:cubicBezTo>
                  <a:pt x="42952" y="86109"/>
                  <a:pt x="43378" y="86573"/>
                  <a:pt x="43900" y="86975"/>
                </a:cubicBezTo>
                <a:cubicBezTo>
                  <a:pt x="44482" y="87571"/>
                  <a:pt x="45310" y="88024"/>
                  <a:pt x="46295" y="88358"/>
                </a:cubicBezTo>
                <a:cubicBezTo>
                  <a:pt x="47294" y="88692"/>
                  <a:pt x="48558" y="88944"/>
                  <a:pt x="50115" y="89183"/>
                </a:cubicBezTo>
                <a:cubicBezTo>
                  <a:pt x="51672" y="89411"/>
                  <a:pt x="53509" y="89582"/>
                  <a:pt x="55680" y="89714"/>
                </a:cubicBezTo>
                <a:cubicBezTo>
                  <a:pt x="57861" y="89847"/>
                  <a:pt x="60471" y="89916"/>
                  <a:pt x="63507" y="89970"/>
                </a:cubicBezTo>
                <a:lnTo>
                  <a:pt x="63507" y="96492"/>
                </a:lnTo>
                <a:lnTo>
                  <a:pt x="4113" y="96492"/>
                </a:lnTo>
                <a:lnTo>
                  <a:pt x="4113" y="89970"/>
                </a:lnTo>
                <a:cubicBezTo>
                  <a:pt x="7054" y="89861"/>
                  <a:pt x="9555" y="89769"/>
                  <a:pt x="11606" y="89636"/>
                </a:cubicBezTo>
                <a:cubicBezTo>
                  <a:pt x="13658" y="89517"/>
                  <a:pt x="15412" y="89329"/>
                  <a:pt x="16850" y="89105"/>
                </a:cubicBezTo>
                <a:cubicBezTo>
                  <a:pt x="18302" y="88876"/>
                  <a:pt x="19461" y="88638"/>
                  <a:pt x="20326" y="88358"/>
                </a:cubicBezTo>
                <a:cubicBezTo>
                  <a:pt x="21216" y="88079"/>
                  <a:pt x="21962" y="87745"/>
                  <a:pt x="22626" y="87333"/>
                </a:cubicBezTo>
                <a:cubicBezTo>
                  <a:pt x="23321" y="86907"/>
                  <a:pt x="23931" y="86416"/>
                  <a:pt x="24412" y="85881"/>
                </a:cubicBezTo>
                <a:cubicBezTo>
                  <a:pt x="24930" y="85363"/>
                  <a:pt x="25305" y="84699"/>
                  <a:pt x="25608" y="83911"/>
                </a:cubicBezTo>
                <a:cubicBezTo>
                  <a:pt x="25928" y="83087"/>
                  <a:pt x="26156" y="82116"/>
                  <a:pt x="26327" y="80971"/>
                </a:cubicBezTo>
                <a:cubicBezTo>
                  <a:pt x="26514" y="79826"/>
                  <a:pt x="26582" y="78415"/>
                  <a:pt x="26582" y="76698"/>
                </a:cubicBezTo>
                <a:lnTo>
                  <a:pt x="26582" y="23001"/>
                </a:lnTo>
                <a:cubicBezTo>
                  <a:pt x="26582" y="21059"/>
                  <a:pt x="26208" y="19689"/>
                  <a:pt x="25461" y="18888"/>
                </a:cubicBezTo>
                <a:cubicBezTo>
                  <a:pt x="24719" y="18077"/>
                  <a:pt x="23652" y="17692"/>
                  <a:pt x="22241" y="17692"/>
                </a:cubicBezTo>
                <a:cubicBezTo>
                  <a:pt x="20711" y="17692"/>
                  <a:pt x="18408" y="18476"/>
                  <a:pt x="15361" y="20088"/>
                </a:cubicBezTo>
                <a:cubicBezTo>
                  <a:pt x="12298" y="21682"/>
                  <a:pt x="8359" y="24054"/>
                  <a:pt x="3527" y="27196"/>
                </a:cubicBezTo>
                <a:cubicBezTo>
                  <a:pt x="2862" y="26051"/>
                  <a:pt x="2276" y="24906"/>
                  <a:pt x="1704" y="23747"/>
                </a:cubicBezTo>
                <a:cubicBezTo>
                  <a:pt x="1172" y="22602"/>
                  <a:pt x="586" y="21417"/>
                  <a:pt x="0" y="20221"/>
                </a:cubicBezTo>
                <a:cubicBezTo>
                  <a:pt x="6188" y="16840"/>
                  <a:pt x="12325" y="13446"/>
                  <a:pt x="18380" y="10063"/>
                </a:cubicBezTo>
                <a:cubicBezTo>
                  <a:pt x="24463" y="6723"/>
                  <a:pt x="30600" y="3343"/>
                  <a:pt x="36843" y="0"/>
                </a:cubicBezTo>
                <a:close/>
                <a:moveTo>
                  <a:pt x="36843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04352F-BD76-4F59-ACE2-CA6A8609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252" y="4200134"/>
            <a:ext cx="130755" cy="141441"/>
          </a:xfrm>
          <a:custGeom xmlns:a="http://schemas.openxmlformats.org/drawingml/2006/main">
            <a:pathLst>
              <a:path w="130755" h="141441">
                <a:moveTo>
                  <a:pt x="54896" y="12128"/>
                </a:moveTo>
                <a:cubicBezTo>
                  <a:pt x="48960" y="12128"/>
                  <a:pt x="45045" y="12206"/>
                  <a:pt x="43208" y="12325"/>
                </a:cubicBezTo>
                <a:lnTo>
                  <a:pt x="43208" y="69961"/>
                </a:lnTo>
                <a:lnTo>
                  <a:pt x="53458" y="69961"/>
                </a:lnTo>
                <a:cubicBezTo>
                  <a:pt x="60484" y="69961"/>
                  <a:pt x="66063" y="68710"/>
                  <a:pt x="70175" y="66223"/>
                </a:cubicBezTo>
                <a:cubicBezTo>
                  <a:pt x="74302" y="63718"/>
                  <a:pt x="77164" y="60365"/>
                  <a:pt x="78800" y="56133"/>
                </a:cubicBezTo>
                <a:cubicBezTo>
                  <a:pt x="80412" y="51860"/>
                  <a:pt x="81223" y="46588"/>
                  <a:pt x="81223" y="40318"/>
                </a:cubicBezTo>
                <a:cubicBezTo>
                  <a:pt x="81223" y="30920"/>
                  <a:pt x="79001" y="23880"/>
                  <a:pt x="74581" y="19181"/>
                </a:cubicBezTo>
                <a:cubicBezTo>
                  <a:pt x="70175" y="14469"/>
                  <a:pt x="63612" y="12128"/>
                  <a:pt x="54896" y="12128"/>
                </a:cubicBezTo>
                <a:close/>
                <a:moveTo>
                  <a:pt x="0" y="0"/>
                </a:moveTo>
                <a:lnTo>
                  <a:pt x="60392" y="0"/>
                </a:lnTo>
                <a:cubicBezTo>
                  <a:pt x="70336" y="0"/>
                  <a:pt x="78616" y="906"/>
                  <a:pt x="85216" y="2689"/>
                </a:cubicBezTo>
                <a:cubicBezTo>
                  <a:pt x="91807" y="4498"/>
                  <a:pt x="97051" y="6962"/>
                  <a:pt x="100963" y="10103"/>
                </a:cubicBezTo>
                <a:cubicBezTo>
                  <a:pt x="104878" y="13245"/>
                  <a:pt x="107846" y="17130"/>
                  <a:pt x="109908" y="21764"/>
                </a:cubicBezTo>
                <a:cubicBezTo>
                  <a:pt x="112014" y="26395"/>
                  <a:pt x="113036" y="31868"/>
                  <a:pt x="113036" y="38124"/>
                </a:cubicBezTo>
                <a:cubicBezTo>
                  <a:pt x="113036" y="44898"/>
                  <a:pt x="111826" y="50701"/>
                  <a:pt x="109458" y="55533"/>
                </a:cubicBezTo>
                <a:cubicBezTo>
                  <a:pt x="107073" y="60365"/>
                  <a:pt x="103852" y="64410"/>
                  <a:pt x="99818" y="67606"/>
                </a:cubicBezTo>
                <a:cubicBezTo>
                  <a:pt x="95773" y="70826"/>
                  <a:pt x="90382" y="73849"/>
                  <a:pt x="83608" y="76684"/>
                </a:cubicBezTo>
                <a:lnTo>
                  <a:pt x="83608" y="77737"/>
                </a:lnTo>
                <a:cubicBezTo>
                  <a:pt x="88719" y="79931"/>
                  <a:pt x="92965" y="82899"/>
                  <a:pt x="96305" y="86573"/>
                </a:cubicBezTo>
                <a:cubicBezTo>
                  <a:pt x="99661" y="90287"/>
                  <a:pt x="102680" y="94959"/>
                  <a:pt x="105355" y="100615"/>
                </a:cubicBezTo>
                <a:lnTo>
                  <a:pt x="111881" y="114699"/>
                </a:lnTo>
                <a:cubicBezTo>
                  <a:pt x="114794" y="120996"/>
                  <a:pt x="117684" y="125722"/>
                  <a:pt x="120543" y="128861"/>
                </a:cubicBezTo>
                <a:cubicBezTo>
                  <a:pt x="123419" y="132016"/>
                  <a:pt x="126813" y="133934"/>
                  <a:pt x="130755" y="134626"/>
                </a:cubicBezTo>
                <a:lnTo>
                  <a:pt x="130755" y="141441"/>
                </a:lnTo>
                <a:lnTo>
                  <a:pt x="90863" y="141441"/>
                </a:lnTo>
                <a:cubicBezTo>
                  <a:pt x="86856" y="135931"/>
                  <a:pt x="82330" y="127692"/>
                  <a:pt x="77284" y="116777"/>
                </a:cubicBezTo>
                <a:lnTo>
                  <a:pt x="69204" y="99058"/>
                </a:lnTo>
                <a:cubicBezTo>
                  <a:pt x="66782" y="93814"/>
                  <a:pt x="64706" y="90076"/>
                  <a:pt x="63003" y="87878"/>
                </a:cubicBezTo>
                <a:cubicBezTo>
                  <a:pt x="61258" y="85656"/>
                  <a:pt x="59462" y="84150"/>
                  <a:pt x="57649" y="83298"/>
                </a:cubicBezTo>
                <a:cubicBezTo>
                  <a:pt x="55813" y="82487"/>
                  <a:pt x="52991" y="82075"/>
                  <a:pt x="49212" y="82075"/>
                </a:cubicBezTo>
                <a:lnTo>
                  <a:pt x="43208" y="82075"/>
                </a:lnTo>
                <a:lnTo>
                  <a:pt x="43208" y="115445"/>
                </a:lnTo>
                <a:cubicBezTo>
                  <a:pt x="43208" y="120611"/>
                  <a:pt x="43436" y="124243"/>
                  <a:pt x="43927" y="126305"/>
                </a:cubicBezTo>
                <a:cubicBezTo>
                  <a:pt x="44407" y="128384"/>
                  <a:pt x="45324" y="130046"/>
                  <a:pt x="46708" y="131297"/>
                </a:cubicBezTo>
                <a:cubicBezTo>
                  <a:pt x="48094" y="132551"/>
                  <a:pt x="50650" y="133655"/>
                  <a:pt x="54375" y="134626"/>
                </a:cubicBezTo>
                <a:lnTo>
                  <a:pt x="54375" y="141441"/>
                </a:lnTo>
                <a:lnTo>
                  <a:pt x="0" y="141441"/>
                </a:lnTo>
                <a:lnTo>
                  <a:pt x="0" y="134626"/>
                </a:lnTo>
                <a:cubicBezTo>
                  <a:pt x="3701" y="133655"/>
                  <a:pt x="6256" y="132551"/>
                  <a:pt x="7589" y="131297"/>
                </a:cubicBezTo>
                <a:cubicBezTo>
                  <a:pt x="8945" y="130046"/>
                  <a:pt x="9865" y="128411"/>
                  <a:pt x="10345" y="126359"/>
                </a:cubicBezTo>
                <a:cubicBezTo>
                  <a:pt x="10836" y="124335"/>
                  <a:pt x="11064" y="120689"/>
                  <a:pt x="11064" y="115445"/>
                </a:cubicBezTo>
                <a:lnTo>
                  <a:pt x="11064" y="26102"/>
                </a:lnTo>
                <a:cubicBezTo>
                  <a:pt x="11064" y="20871"/>
                  <a:pt x="10836" y="17212"/>
                  <a:pt x="10396" y="15188"/>
                </a:cubicBezTo>
                <a:cubicBezTo>
                  <a:pt x="9943" y="13150"/>
                  <a:pt x="9027" y="11514"/>
                  <a:pt x="7643" y="10264"/>
                </a:cubicBezTo>
                <a:cubicBezTo>
                  <a:pt x="6256" y="9027"/>
                  <a:pt x="3701" y="7882"/>
                  <a:pt x="0" y="6856"/>
                </a:cubicBez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CAB49-7231-45BB-A8D9-C24CC978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13" y="4269550"/>
            <a:ext cx="284399" cy="142852"/>
          </a:xfrm>
          <a:custGeom xmlns:a="http://schemas.openxmlformats.org/drawingml/2006/main">
            <a:pathLst>
              <a:path w="284399" h="142852">
                <a:moveTo>
                  <a:pt x="251015" y="0"/>
                </a:moveTo>
                <a:lnTo>
                  <a:pt x="284399" y="0"/>
                </a:lnTo>
                <a:lnTo>
                  <a:pt x="284399" y="142852"/>
                </a:lnTo>
                <a:lnTo>
                  <a:pt x="251015" y="142852"/>
                </a:lnTo>
                <a:lnTo>
                  <a:pt x="251015" y="137076"/>
                </a:lnTo>
                <a:lnTo>
                  <a:pt x="271982" y="137076"/>
                </a:lnTo>
                <a:lnTo>
                  <a:pt x="271982" y="5766"/>
                </a:lnTo>
                <a:lnTo>
                  <a:pt x="251015" y="5766"/>
                </a:lnTo>
                <a:lnTo>
                  <a:pt x="251015" y="0"/>
                </a:lnTo>
                <a:close/>
                <a:moveTo>
                  <a:pt x="0" y="0"/>
                </a:moveTo>
                <a:lnTo>
                  <a:pt x="33425" y="0"/>
                </a:lnTo>
                <a:lnTo>
                  <a:pt x="33425" y="5766"/>
                </a:lnTo>
                <a:lnTo>
                  <a:pt x="12458" y="5766"/>
                </a:lnTo>
                <a:lnTo>
                  <a:pt x="12458" y="137076"/>
                </a:lnTo>
                <a:lnTo>
                  <a:pt x="33425" y="137076"/>
                </a:lnTo>
                <a:lnTo>
                  <a:pt x="33425" y="142852"/>
                </a:lnTo>
                <a:lnTo>
                  <a:pt x="0" y="14285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5B56C-3696-49AF-BAAC-3070FA17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254" y="4287627"/>
            <a:ext cx="67245" cy="98591"/>
          </a:xfrm>
          <a:custGeom xmlns:a="http://schemas.openxmlformats.org/drawingml/2006/main">
            <a:pathLst>
              <a:path w="67245" h="98591">
                <a:moveTo>
                  <a:pt x="33622" y="7292"/>
                </a:moveTo>
                <a:cubicBezTo>
                  <a:pt x="30120" y="7292"/>
                  <a:pt x="27206" y="8185"/>
                  <a:pt x="24851" y="10022"/>
                </a:cubicBezTo>
                <a:cubicBezTo>
                  <a:pt x="22493" y="11845"/>
                  <a:pt x="20657" y="14509"/>
                  <a:pt x="19273" y="18036"/>
                </a:cubicBezTo>
                <a:cubicBezTo>
                  <a:pt x="17903" y="21563"/>
                  <a:pt x="16929" y="25850"/>
                  <a:pt x="16356" y="30920"/>
                </a:cubicBezTo>
                <a:cubicBezTo>
                  <a:pt x="15774" y="35977"/>
                  <a:pt x="15491" y="41729"/>
                  <a:pt x="15491" y="48173"/>
                </a:cubicBezTo>
                <a:cubicBezTo>
                  <a:pt x="15491" y="55612"/>
                  <a:pt x="15852" y="62055"/>
                  <a:pt x="16598" y="67487"/>
                </a:cubicBezTo>
                <a:cubicBezTo>
                  <a:pt x="17304" y="72902"/>
                  <a:pt x="18435" y="77348"/>
                  <a:pt x="19938" y="80848"/>
                </a:cubicBezTo>
                <a:cubicBezTo>
                  <a:pt x="21481" y="84324"/>
                  <a:pt x="23400" y="86907"/>
                  <a:pt x="25676" y="88542"/>
                </a:cubicBezTo>
                <a:cubicBezTo>
                  <a:pt x="27966" y="90209"/>
                  <a:pt x="30733" y="91033"/>
                  <a:pt x="33929" y="91033"/>
                </a:cubicBezTo>
                <a:cubicBezTo>
                  <a:pt x="36924" y="91033"/>
                  <a:pt x="39531" y="90260"/>
                  <a:pt x="41780" y="88702"/>
                </a:cubicBezTo>
                <a:cubicBezTo>
                  <a:pt x="44033" y="87172"/>
                  <a:pt x="45893" y="84736"/>
                  <a:pt x="47372" y="81489"/>
                </a:cubicBezTo>
                <a:cubicBezTo>
                  <a:pt x="48837" y="78214"/>
                  <a:pt x="49955" y="74046"/>
                  <a:pt x="50701" y="69044"/>
                </a:cubicBezTo>
                <a:cubicBezTo>
                  <a:pt x="51444" y="64025"/>
                  <a:pt x="51833" y="58102"/>
                  <a:pt x="51833" y="51246"/>
                </a:cubicBezTo>
                <a:cubicBezTo>
                  <a:pt x="51833" y="43579"/>
                  <a:pt x="51417" y="36952"/>
                  <a:pt x="50592" y="31401"/>
                </a:cubicBezTo>
                <a:cubicBezTo>
                  <a:pt x="49754" y="25850"/>
                  <a:pt x="48609" y="21311"/>
                  <a:pt x="47093" y="17730"/>
                </a:cubicBezTo>
                <a:cubicBezTo>
                  <a:pt x="45614" y="14175"/>
                  <a:pt x="43726" y="11541"/>
                  <a:pt x="41450" y="9824"/>
                </a:cubicBezTo>
                <a:cubicBezTo>
                  <a:pt x="39173" y="8134"/>
                  <a:pt x="36563" y="7292"/>
                  <a:pt x="33622" y="7292"/>
                </a:cubicBezTo>
                <a:close/>
                <a:moveTo>
                  <a:pt x="33929" y="0"/>
                </a:moveTo>
                <a:cubicBezTo>
                  <a:pt x="39865" y="0"/>
                  <a:pt x="44949" y="1131"/>
                  <a:pt x="49168" y="3353"/>
                </a:cubicBezTo>
                <a:cubicBezTo>
                  <a:pt x="53390" y="5578"/>
                  <a:pt x="56835" y="8744"/>
                  <a:pt x="59500" y="12870"/>
                </a:cubicBezTo>
                <a:cubicBezTo>
                  <a:pt x="62188" y="16983"/>
                  <a:pt x="64130" y="22016"/>
                  <a:pt x="65381" y="27952"/>
                </a:cubicBezTo>
                <a:cubicBezTo>
                  <a:pt x="66632" y="33916"/>
                  <a:pt x="67245" y="40611"/>
                  <a:pt x="67245" y="48105"/>
                </a:cubicBezTo>
                <a:cubicBezTo>
                  <a:pt x="67245" y="64744"/>
                  <a:pt x="64304" y="77294"/>
                  <a:pt x="58419" y="85813"/>
                </a:cubicBezTo>
                <a:cubicBezTo>
                  <a:pt x="52524" y="94332"/>
                  <a:pt x="43978" y="98591"/>
                  <a:pt x="32811" y="98591"/>
                </a:cubicBezTo>
                <a:cubicBezTo>
                  <a:pt x="21710" y="98591"/>
                  <a:pt x="13470" y="94587"/>
                  <a:pt x="8079" y="86532"/>
                </a:cubicBezTo>
                <a:cubicBezTo>
                  <a:pt x="2689" y="78493"/>
                  <a:pt x="0" y="66301"/>
                  <a:pt x="0" y="49996"/>
                </a:cubicBezTo>
                <a:cubicBezTo>
                  <a:pt x="0" y="41450"/>
                  <a:pt x="825" y="34062"/>
                  <a:pt x="2501" y="27792"/>
                </a:cubicBezTo>
                <a:cubicBezTo>
                  <a:pt x="4164" y="21563"/>
                  <a:pt x="6522" y="16397"/>
                  <a:pt x="9541" y="12260"/>
                </a:cubicBezTo>
                <a:cubicBezTo>
                  <a:pt x="12550" y="8134"/>
                  <a:pt x="16131" y="5070"/>
                  <a:pt x="20299" y="3046"/>
                </a:cubicBezTo>
                <a:cubicBezTo>
                  <a:pt x="24439" y="1026"/>
                  <a:pt x="28964" y="0"/>
                  <a:pt x="33929" y="0"/>
                </a:cubicBezTo>
                <a:close/>
                <a:moveTo>
                  <a:pt x="33929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F0525-FA96-47A2-B509-11433903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612" y="4367279"/>
            <a:ext cx="22401" cy="38042"/>
          </a:xfrm>
          <a:custGeom xmlns:a="http://schemas.openxmlformats.org/drawingml/2006/main">
            <a:pathLst>
              <a:path w="22401" h="38042">
                <a:moveTo>
                  <a:pt x="8240" y="0"/>
                </a:moveTo>
                <a:lnTo>
                  <a:pt x="21348" y="0"/>
                </a:lnTo>
                <a:cubicBezTo>
                  <a:pt x="22040" y="3472"/>
                  <a:pt x="22401" y="6921"/>
                  <a:pt x="22401" y="10328"/>
                </a:cubicBezTo>
                <a:cubicBezTo>
                  <a:pt x="22401" y="13828"/>
                  <a:pt x="21788" y="17024"/>
                  <a:pt x="20592" y="19914"/>
                </a:cubicBezTo>
                <a:cubicBezTo>
                  <a:pt x="19406" y="22800"/>
                  <a:pt x="17488" y="25690"/>
                  <a:pt x="14854" y="28566"/>
                </a:cubicBezTo>
                <a:cubicBezTo>
                  <a:pt x="12243" y="31452"/>
                  <a:pt x="8652" y="34594"/>
                  <a:pt x="4045" y="38042"/>
                </a:cubicBezTo>
                <a:lnTo>
                  <a:pt x="0" y="33462"/>
                </a:lnTo>
                <a:cubicBezTo>
                  <a:pt x="2542" y="31094"/>
                  <a:pt x="4406" y="28910"/>
                  <a:pt x="5551" y="26995"/>
                </a:cubicBezTo>
                <a:cubicBezTo>
                  <a:pt x="6706" y="25076"/>
                  <a:pt x="7521" y="22882"/>
                  <a:pt x="8011" y="20459"/>
                </a:cubicBezTo>
                <a:cubicBezTo>
                  <a:pt x="8519" y="17995"/>
                  <a:pt x="8771" y="14935"/>
                  <a:pt x="8771" y="11221"/>
                </a:cubicBezTo>
                <a:cubicBezTo>
                  <a:pt x="8771" y="7439"/>
                  <a:pt x="8597" y="3687"/>
                  <a:pt x="8240" y="0"/>
                </a:cubicBezTo>
                <a:close/>
                <a:moveTo>
                  <a:pt x="8240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AD3CC-1883-44D9-B120-436BA0AF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750" y="4288172"/>
            <a:ext cx="63507" cy="96465"/>
          </a:xfrm>
          <a:custGeom xmlns:a="http://schemas.openxmlformats.org/drawingml/2006/main">
            <a:pathLst>
              <a:path w="63507" h="96465">
                <a:moveTo>
                  <a:pt x="36843" y="0"/>
                </a:moveTo>
                <a:lnTo>
                  <a:pt x="41422" y="0"/>
                </a:lnTo>
                <a:cubicBezTo>
                  <a:pt x="41317" y="2729"/>
                  <a:pt x="41235" y="5217"/>
                  <a:pt x="41184" y="7388"/>
                </a:cubicBezTo>
                <a:cubicBezTo>
                  <a:pt x="41129" y="9558"/>
                  <a:pt x="41116" y="11661"/>
                  <a:pt x="41088" y="13698"/>
                </a:cubicBezTo>
                <a:cubicBezTo>
                  <a:pt x="41065" y="15746"/>
                  <a:pt x="41065" y="17770"/>
                  <a:pt x="41065" y="19767"/>
                </a:cubicBezTo>
                <a:lnTo>
                  <a:pt x="41065" y="76698"/>
                </a:lnTo>
                <a:cubicBezTo>
                  <a:pt x="41065" y="78268"/>
                  <a:pt x="41088" y="79587"/>
                  <a:pt x="41184" y="80718"/>
                </a:cubicBezTo>
                <a:cubicBezTo>
                  <a:pt x="41290" y="81836"/>
                  <a:pt x="41463" y="82794"/>
                  <a:pt x="41675" y="83554"/>
                </a:cubicBezTo>
                <a:cubicBezTo>
                  <a:pt x="41903" y="84324"/>
                  <a:pt x="42210" y="84988"/>
                  <a:pt x="42595" y="85550"/>
                </a:cubicBezTo>
                <a:cubicBezTo>
                  <a:pt x="42952" y="86082"/>
                  <a:pt x="43378" y="86573"/>
                  <a:pt x="43900" y="86961"/>
                </a:cubicBezTo>
                <a:cubicBezTo>
                  <a:pt x="44482" y="87571"/>
                  <a:pt x="45310" y="88024"/>
                  <a:pt x="46295" y="88358"/>
                </a:cubicBezTo>
                <a:cubicBezTo>
                  <a:pt x="47294" y="88665"/>
                  <a:pt x="48558" y="88944"/>
                  <a:pt x="50115" y="89183"/>
                </a:cubicBezTo>
                <a:cubicBezTo>
                  <a:pt x="51672" y="89408"/>
                  <a:pt x="53509" y="89568"/>
                  <a:pt x="55680" y="89687"/>
                </a:cubicBezTo>
                <a:cubicBezTo>
                  <a:pt x="57861" y="89820"/>
                  <a:pt x="60471" y="89916"/>
                  <a:pt x="63507" y="89967"/>
                </a:cubicBezTo>
                <a:lnTo>
                  <a:pt x="63507" y="96465"/>
                </a:lnTo>
                <a:lnTo>
                  <a:pt x="4113" y="96465"/>
                </a:lnTo>
                <a:lnTo>
                  <a:pt x="4113" y="89967"/>
                </a:lnTo>
                <a:cubicBezTo>
                  <a:pt x="7054" y="89875"/>
                  <a:pt x="9555" y="89742"/>
                  <a:pt x="11606" y="89609"/>
                </a:cubicBezTo>
                <a:cubicBezTo>
                  <a:pt x="13658" y="89490"/>
                  <a:pt x="15412" y="89329"/>
                  <a:pt x="16850" y="89101"/>
                </a:cubicBezTo>
                <a:cubicBezTo>
                  <a:pt x="18302" y="88876"/>
                  <a:pt x="19461" y="88610"/>
                  <a:pt x="20326" y="88358"/>
                </a:cubicBezTo>
                <a:cubicBezTo>
                  <a:pt x="21216" y="88079"/>
                  <a:pt x="21962" y="87745"/>
                  <a:pt x="22626" y="87333"/>
                </a:cubicBezTo>
                <a:cubicBezTo>
                  <a:pt x="23321" y="86879"/>
                  <a:pt x="23931" y="86389"/>
                  <a:pt x="24412" y="85881"/>
                </a:cubicBezTo>
                <a:cubicBezTo>
                  <a:pt x="24930" y="85349"/>
                  <a:pt x="25305" y="84685"/>
                  <a:pt x="25608" y="83884"/>
                </a:cubicBezTo>
                <a:cubicBezTo>
                  <a:pt x="25928" y="83100"/>
                  <a:pt x="26156" y="82129"/>
                  <a:pt x="26327" y="80971"/>
                </a:cubicBezTo>
                <a:cubicBezTo>
                  <a:pt x="26514" y="79826"/>
                  <a:pt x="26582" y="78388"/>
                  <a:pt x="26582" y="76698"/>
                </a:cubicBezTo>
                <a:lnTo>
                  <a:pt x="26582" y="22987"/>
                </a:lnTo>
                <a:cubicBezTo>
                  <a:pt x="26582" y="21045"/>
                  <a:pt x="26208" y="19686"/>
                  <a:pt x="25461" y="18861"/>
                </a:cubicBezTo>
                <a:cubicBezTo>
                  <a:pt x="24719" y="18077"/>
                  <a:pt x="23652" y="17665"/>
                  <a:pt x="22241" y="17665"/>
                </a:cubicBezTo>
                <a:cubicBezTo>
                  <a:pt x="20711" y="17665"/>
                  <a:pt x="18408" y="18489"/>
                  <a:pt x="15361" y="20074"/>
                </a:cubicBezTo>
                <a:cubicBezTo>
                  <a:pt x="12298" y="21682"/>
                  <a:pt x="8359" y="24027"/>
                  <a:pt x="3527" y="27182"/>
                </a:cubicBezTo>
                <a:cubicBezTo>
                  <a:pt x="2862" y="26051"/>
                  <a:pt x="2276" y="24906"/>
                  <a:pt x="1704" y="23747"/>
                </a:cubicBezTo>
                <a:cubicBezTo>
                  <a:pt x="1172" y="22602"/>
                  <a:pt x="586" y="21417"/>
                  <a:pt x="0" y="20221"/>
                </a:cubicBezTo>
                <a:cubicBezTo>
                  <a:pt x="6188" y="16827"/>
                  <a:pt x="12325" y="13443"/>
                  <a:pt x="18380" y="10076"/>
                </a:cubicBezTo>
                <a:cubicBezTo>
                  <a:pt x="24463" y="6696"/>
                  <a:pt x="30600" y="3339"/>
                  <a:pt x="36843" y="0"/>
                </a:cubicBezTo>
                <a:close/>
                <a:moveTo>
                  <a:pt x="36843" y="0"/>
                </a:moveTo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82675ab5c4403"/>
          <a:stretch xmlns:a="http://schemas.openxmlformats.org/drawingml/2006/main"/>
        </p:blipFill>
        <p:spPr>
          <a:xfrm xmlns:a="http://schemas.openxmlformats.org/drawingml/2006/main">
            <a:off x="5277721" y="5313378"/>
            <a:ext cx="641579" cy="700554"/>
          </a:xfrm>
          <a:prstGeom xmlns:a="http://schemas.openxmlformats.org/drawingml/2006/main" prst="rect">
            <a:avLst/>
          </a:prstGeom>
        </p:spPr>
      </p:pic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5E22A-C1BD-4F99-9904-37601EFD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6016503"/>
            <a:ext cx="426082" cy="10"/>
          </a:xfrm>
          <a:custGeom xmlns:a="http://schemas.openxmlformats.org/drawingml/2006/main">
            <a:pathLst>
              <a:path w="426082" h="1" fill="none">
                <a:moveTo>
                  <a:pt x="0" y="0"/>
                </a:moveTo>
                <a:lnTo>
                  <a:pt x="4260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D2919-3EAB-4C83-9C5E-A768BF09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5589507"/>
            <a:ext cx="10" cy="426053"/>
          </a:xfrm>
          <a:custGeom xmlns:a="http://schemas.openxmlformats.org/drawingml/2006/main">
            <a:pathLst>
              <a:path w="1" h="426053" fill="none">
                <a:moveTo>
                  <a:pt x="0" y="4260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63DC3-0A1B-477E-99D1-401DAEBD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5313373"/>
            <a:ext cx="213041" cy="276931"/>
          </a:xfrm>
          <a:custGeom xmlns:a="http://schemas.openxmlformats.org/drawingml/2006/main">
            <a:pathLst>
              <a:path w="213041" h="276931" fill="none">
                <a:moveTo>
                  <a:pt x="0" y="276931"/>
                </a:moveTo>
                <a:lnTo>
                  <a:pt x="2130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2D73E-0857-4ED7-9300-155E7D01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066" y="5737800"/>
            <a:ext cx="213028" cy="276945"/>
          </a:xfrm>
          <a:custGeom xmlns:a="http://schemas.openxmlformats.org/drawingml/2006/main">
            <a:pathLst>
              <a:path w="213028" h="276945" fill="none">
                <a:moveTo>
                  <a:pt x="0" y="276945"/>
                </a:moveTo>
                <a:lnTo>
                  <a:pt x="2130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06061-301C-4FBB-85AC-744E21A7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066" y="5313373"/>
            <a:ext cx="213028" cy="276931"/>
          </a:xfrm>
          <a:custGeom xmlns:a="http://schemas.openxmlformats.org/drawingml/2006/main">
            <a:pathLst>
              <a:path w="213028" h="276931" fill="none">
                <a:moveTo>
                  <a:pt x="0" y="276931"/>
                </a:moveTo>
                <a:lnTo>
                  <a:pt x="2130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D5FB5-11D3-42C9-AFFF-776DDDC3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853" y="5313373"/>
            <a:ext cx="426038" cy="10"/>
          </a:xfrm>
          <a:custGeom xmlns:a="http://schemas.openxmlformats.org/drawingml/2006/main">
            <a:pathLst>
              <a:path w="426038" h="1" fill="none">
                <a:moveTo>
                  <a:pt x="0" y="0"/>
                </a:moveTo>
                <a:lnTo>
                  <a:pt x="426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FEFDC-C36E-4A3C-8CCD-D2E49796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5589520"/>
            <a:ext cx="426082" cy="10"/>
          </a:xfrm>
          <a:custGeom xmlns:a="http://schemas.openxmlformats.org/drawingml/2006/main">
            <a:pathLst>
              <a:path w="426082" h="1" fill="none">
                <a:moveTo>
                  <a:pt x="0" y="0"/>
                </a:moveTo>
                <a:lnTo>
                  <a:pt x="4260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F104D-AAD0-45A6-9850-56E7970D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066" y="5589507"/>
            <a:ext cx="10" cy="426053"/>
          </a:xfrm>
          <a:custGeom xmlns:a="http://schemas.openxmlformats.org/drawingml/2006/main">
            <a:pathLst>
              <a:path w="1" h="426053" fill="none">
                <a:moveTo>
                  <a:pt x="0" y="4260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3C27C-5DD9-4890-AC15-69F16198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835" y="5313373"/>
            <a:ext cx="10" cy="426053"/>
          </a:xfrm>
          <a:custGeom xmlns:a="http://schemas.openxmlformats.org/drawingml/2006/main">
            <a:pathLst>
              <a:path w="1" h="426053" fill="none">
                <a:moveTo>
                  <a:pt x="0" y="4260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9B0BD-D3DD-4669-9CDA-3A97539B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30" y="1810536"/>
            <a:ext cx="4500039" cy="966472"/>
          </a:xfrm>
          <a:custGeom xmlns:a="http://schemas.openxmlformats.org/drawingml/2006/main">
            <a:pathLst>
              <a:path w="4500039" h="966472">
                <a:moveTo>
                  <a:pt x="4500039" y="241620"/>
                </a:moveTo>
                <a:lnTo>
                  <a:pt x="4500039" y="724855"/>
                </a:lnTo>
                <a:lnTo>
                  <a:pt x="263592" y="724855"/>
                </a:lnTo>
                <a:lnTo>
                  <a:pt x="263592" y="966472"/>
                </a:lnTo>
                <a:lnTo>
                  <a:pt x="0" y="483238"/>
                </a:lnTo>
                <a:lnTo>
                  <a:pt x="263592" y="0"/>
                </a:lnTo>
                <a:lnTo>
                  <a:pt x="263592" y="241620"/>
                </a:lnTo>
                <a:lnTo>
                  <a:pt x="4500039" y="241620"/>
                </a:lnTo>
                <a:close/>
                <a:moveTo>
                  <a:pt x="4500039" y="241620"/>
                </a:moveTo>
              </a:path>
            </a:pathLst>
          </a:custGeom>
          <a:solidFill xmlns:a="http://schemas.openxmlformats.org/drawingml/2006/main">
            <a:srgbClr val="D8D2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37D0B-8963-45A5-A054-D073305E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11" y="391498"/>
            <a:ext cx="4482122" cy="966485"/>
          </a:xfrm>
          <a:custGeom xmlns:a="http://schemas.openxmlformats.org/drawingml/2006/main">
            <a:pathLst>
              <a:path w="4482122" h="966485">
                <a:moveTo>
                  <a:pt x="0" y="241617"/>
                </a:moveTo>
                <a:lnTo>
                  <a:pt x="4218543" y="241617"/>
                </a:lnTo>
                <a:lnTo>
                  <a:pt x="4218543" y="0"/>
                </a:lnTo>
                <a:lnTo>
                  <a:pt x="4482122" y="483234"/>
                </a:lnTo>
                <a:lnTo>
                  <a:pt x="4218543" y="966485"/>
                </a:lnTo>
                <a:lnTo>
                  <a:pt x="4218543" y="724868"/>
                </a:lnTo>
                <a:lnTo>
                  <a:pt x="0" y="724868"/>
                </a:lnTo>
                <a:lnTo>
                  <a:pt x="0" y="241617"/>
                </a:lnTo>
                <a:close/>
                <a:moveTo>
                  <a:pt x="0" y="241617"/>
                </a:moveTo>
              </a:path>
            </a:pathLst>
          </a:custGeom>
          <a:solidFill xmlns:a="http://schemas.openxmlformats.org/drawingml/2006/main">
            <a:srgbClr val="D8D2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3985A-573F-4FE3-8E18-A94B42F8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5" y="261106"/>
            <a:ext cx="4745479" cy="2991473"/>
          </a:xfrm>
          <a:custGeom xmlns:a="http://schemas.openxmlformats.org/drawingml/2006/main">
            <a:pathLst>
              <a:path w="4745479" h="2991473" fill="none">
                <a:moveTo>
                  <a:pt x="0" y="210045"/>
                </a:moveTo>
                <a:cubicBezTo>
                  <a:pt x="0" y="94038"/>
                  <a:pt x="94042" y="0"/>
                  <a:pt x="210032" y="0"/>
                </a:cubicBezTo>
                <a:lnTo>
                  <a:pt x="4535433" y="0"/>
                </a:lnTo>
                <a:cubicBezTo>
                  <a:pt x="4651437" y="0"/>
                  <a:pt x="4745479" y="94038"/>
                  <a:pt x="4745479" y="210045"/>
                </a:cubicBezTo>
                <a:lnTo>
                  <a:pt x="4745479" y="2781428"/>
                </a:lnTo>
                <a:cubicBezTo>
                  <a:pt x="4745479" y="2897432"/>
                  <a:pt x="4651437" y="2991473"/>
                  <a:pt x="4535433" y="2991473"/>
                </a:cubicBezTo>
                <a:lnTo>
                  <a:pt x="210032" y="2991473"/>
                </a:lnTo>
                <a:cubicBezTo>
                  <a:pt x="94042" y="2991473"/>
                  <a:pt x="0" y="2897432"/>
                  <a:pt x="0" y="2781428"/>
                </a:cubicBezTo>
                <a:lnTo>
                  <a:pt x="0" y="210045"/>
                </a:lnTo>
                <a:close/>
                <a:moveTo>
                  <a:pt x="0" y="210045"/>
                </a:move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80719B"/>
            </a:solidFill>
            <a:custDash>
              <a:ds d="400000" sp="300000"/>
            </a:custDash>
            <a:miter/>
          </a:ln>
        </p:spPr>
      </p:sp>
      <p:sp>
        <p:nvSpPr>
          <p:cNvPr id="67" name="Text Shape:FlexibleDualGrid">
            <a:extLst xmlns:a="http://schemas.openxmlformats.org/drawingml/2006/main">
              <a:ext uri="{FF2B5EF4-FFF2-40B4-BE49-F238E27FC236}">
                <a16:creationId xmlns:a16="http://schemas.microsoft.com/office/drawing/2014/main" id="{5BB1E024-73B0-4F62-8B0F-6593A639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4" y="33066"/>
            <a:ext cx="2197605" cy="185902"/>
          </a:xfrm>
          <a:custGeom xmlns:a="http://schemas.openxmlformats.org/drawingml/2006/main">
            <a:pathLst>
              <a:path w="2197605" h="185902">
                <a:moveTo>
                  <a:pt x="92578" y="19785"/>
                </a:moveTo>
                <a:lnTo>
                  <a:pt x="77273" y="36583"/>
                </a:lnTo>
                <a:cubicBezTo>
                  <a:pt x="74786" y="33222"/>
                  <a:pt x="71270" y="30484"/>
                  <a:pt x="66727" y="28369"/>
                </a:cubicBezTo>
                <a:cubicBezTo>
                  <a:pt x="62185" y="26254"/>
                  <a:pt x="57613" y="25196"/>
                  <a:pt x="53011" y="25196"/>
                </a:cubicBezTo>
                <a:cubicBezTo>
                  <a:pt x="46912" y="25196"/>
                  <a:pt x="41499" y="26721"/>
                  <a:pt x="36771" y="29770"/>
                </a:cubicBezTo>
                <a:cubicBezTo>
                  <a:pt x="32043" y="32818"/>
                  <a:pt x="29679" y="37328"/>
                  <a:pt x="29679" y="43301"/>
                </a:cubicBezTo>
                <a:cubicBezTo>
                  <a:pt x="29679" y="46288"/>
                  <a:pt x="30208" y="48808"/>
                  <a:pt x="31266" y="50863"/>
                </a:cubicBezTo>
                <a:cubicBezTo>
                  <a:pt x="32323" y="52915"/>
                  <a:pt x="34190" y="54750"/>
                  <a:pt x="36865" y="56368"/>
                </a:cubicBezTo>
                <a:cubicBezTo>
                  <a:pt x="39540" y="57986"/>
                  <a:pt x="42060" y="59230"/>
                  <a:pt x="44424" y="60102"/>
                </a:cubicBezTo>
                <a:cubicBezTo>
                  <a:pt x="46788" y="60971"/>
                  <a:pt x="50272" y="62153"/>
                  <a:pt x="54876" y="63648"/>
                </a:cubicBezTo>
                <a:cubicBezTo>
                  <a:pt x="59232" y="65015"/>
                  <a:pt x="62809" y="66197"/>
                  <a:pt x="65607" y="67193"/>
                </a:cubicBezTo>
                <a:cubicBezTo>
                  <a:pt x="68408" y="68188"/>
                  <a:pt x="71768" y="69775"/>
                  <a:pt x="75687" y="71952"/>
                </a:cubicBezTo>
                <a:cubicBezTo>
                  <a:pt x="79607" y="74130"/>
                  <a:pt x="82718" y="76464"/>
                  <a:pt x="85020" y="78953"/>
                </a:cubicBezTo>
                <a:cubicBezTo>
                  <a:pt x="87321" y="81440"/>
                  <a:pt x="89312" y="84706"/>
                  <a:pt x="90992" y="88750"/>
                </a:cubicBezTo>
                <a:cubicBezTo>
                  <a:pt x="92672" y="92794"/>
                  <a:pt x="93512" y="97305"/>
                  <a:pt x="93512" y="102284"/>
                </a:cubicBezTo>
                <a:cubicBezTo>
                  <a:pt x="93512" y="115846"/>
                  <a:pt x="88939" y="126267"/>
                  <a:pt x="79793" y="133546"/>
                </a:cubicBezTo>
                <a:cubicBezTo>
                  <a:pt x="70647" y="140826"/>
                  <a:pt x="59169" y="144466"/>
                  <a:pt x="45358" y="144466"/>
                </a:cubicBezTo>
                <a:cubicBezTo>
                  <a:pt x="36523" y="144466"/>
                  <a:pt x="28030" y="142817"/>
                  <a:pt x="19879" y="139519"/>
                </a:cubicBezTo>
                <a:cubicBezTo>
                  <a:pt x="11728" y="136221"/>
                  <a:pt x="5102" y="131586"/>
                  <a:pt x="0" y="125615"/>
                </a:cubicBezTo>
                <a:lnTo>
                  <a:pt x="16801" y="109934"/>
                </a:lnTo>
                <a:cubicBezTo>
                  <a:pt x="20036" y="114289"/>
                  <a:pt x="24329" y="117805"/>
                  <a:pt x="29679" y="120480"/>
                </a:cubicBezTo>
                <a:cubicBezTo>
                  <a:pt x="35030" y="123155"/>
                  <a:pt x="40380" y="124493"/>
                  <a:pt x="45731" y="124493"/>
                </a:cubicBezTo>
                <a:cubicBezTo>
                  <a:pt x="52076" y="124493"/>
                  <a:pt x="57644" y="122875"/>
                  <a:pt x="62435" y="119640"/>
                </a:cubicBezTo>
                <a:cubicBezTo>
                  <a:pt x="67225" y="116404"/>
                  <a:pt x="69620" y="111490"/>
                  <a:pt x="69620" y="104895"/>
                </a:cubicBezTo>
                <a:cubicBezTo>
                  <a:pt x="69620" y="102655"/>
                  <a:pt x="69309" y="100633"/>
                  <a:pt x="68686" y="98829"/>
                </a:cubicBezTo>
                <a:cubicBezTo>
                  <a:pt x="68065" y="97025"/>
                  <a:pt x="66915" y="95377"/>
                  <a:pt x="65234" y="93885"/>
                </a:cubicBezTo>
                <a:cubicBezTo>
                  <a:pt x="63554" y="92391"/>
                  <a:pt x="62092" y="91177"/>
                  <a:pt x="60848" y="90245"/>
                </a:cubicBezTo>
                <a:cubicBezTo>
                  <a:pt x="59605" y="89311"/>
                  <a:pt x="57396" y="88253"/>
                  <a:pt x="54221" y="87073"/>
                </a:cubicBezTo>
                <a:cubicBezTo>
                  <a:pt x="51048" y="85890"/>
                  <a:pt x="48777" y="85049"/>
                  <a:pt x="47408" y="84552"/>
                </a:cubicBezTo>
                <a:cubicBezTo>
                  <a:pt x="46041" y="84053"/>
                  <a:pt x="43304" y="83181"/>
                  <a:pt x="39198" y="81938"/>
                </a:cubicBezTo>
                <a:cubicBezTo>
                  <a:pt x="34470" y="80445"/>
                  <a:pt x="30426" y="78890"/>
                  <a:pt x="27065" y="77272"/>
                </a:cubicBezTo>
                <a:cubicBezTo>
                  <a:pt x="23706" y="75655"/>
                  <a:pt x="20253" y="73447"/>
                  <a:pt x="16707" y="70648"/>
                </a:cubicBezTo>
                <a:cubicBezTo>
                  <a:pt x="13160" y="67847"/>
                  <a:pt x="10453" y="64239"/>
                  <a:pt x="8587" y="59823"/>
                </a:cubicBezTo>
                <a:cubicBezTo>
                  <a:pt x="6720" y="55404"/>
                  <a:pt x="5787" y="50270"/>
                  <a:pt x="5787" y="44421"/>
                </a:cubicBezTo>
                <a:cubicBezTo>
                  <a:pt x="5787" y="31853"/>
                  <a:pt x="10546" y="22241"/>
                  <a:pt x="20064" y="15584"/>
                </a:cubicBezTo>
                <a:cubicBezTo>
                  <a:pt x="29584" y="8928"/>
                  <a:pt x="40940" y="5599"/>
                  <a:pt x="54130" y="5599"/>
                </a:cubicBezTo>
                <a:cubicBezTo>
                  <a:pt x="61098" y="5599"/>
                  <a:pt x="68035" y="6812"/>
                  <a:pt x="74940" y="9239"/>
                </a:cubicBezTo>
                <a:cubicBezTo>
                  <a:pt x="81846" y="11665"/>
                  <a:pt x="87725" y="15181"/>
                  <a:pt x="92578" y="19785"/>
                </a:cubicBezTo>
                <a:close/>
                <a:moveTo>
                  <a:pt x="165746" y="48900"/>
                </a:moveTo>
                <a:cubicBezTo>
                  <a:pt x="176696" y="48900"/>
                  <a:pt x="184939" y="52416"/>
                  <a:pt x="190476" y="59447"/>
                </a:cubicBezTo>
                <a:cubicBezTo>
                  <a:pt x="196014" y="66478"/>
                  <a:pt x="198784" y="75032"/>
                  <a:pt x="198784" y="85110"/>
                </a:cubicBezTo>
                <a:lnTo>
                  <a:pt x="198784" y="141105"/>
                </a:lnTo>
                <a:lnTo>
                  <a:pt x="176384" y="141105"/>
                </a:lnTo>
                <a:lnTo>
                  <a:pt x="176384" y="91829"/>
                </a:lnTo>
                <a:cubicBezTo>
                  <a:pt x="176384" y="76026"/>
                  <a:pt x="170847" y="68125"/>
                  <a:pt x="159774" y="68125"/>
                </a:cubicBezTo>
                <a:cubicBezTo>
                  <a:pt x="153054" y="68125"/>
                  <a:pt x="147859" y="70521"/>
                  <a:pt x="144187" y="75313"/>
                </a:cubicBezTo>
                <a:cubicBezTo>
                  <a:pt x="140516" y="80103"/>
                  <a:pt x="138681" y="85734"/>
                  <a:pt x="138681" y="92205"/>
                </a:cubicBezTo>
                <a:lnTo>
                  <a:pt x="138681" y="141105"/>
                </a:lnTo>
                <a:lnTo>
                  <a:pt x="116284" y="141105"/>
                </a:lnTo>
                <a:lnTo>
                  <a:pt x="116284" y="0"/>
                </a:lnTo>
                <a:lnTo>
                  <a:pt x="138681" y="0"/>
                </a:lnTo>
                <a:lnTo>
                  <a:pt x="138681" y="64021"/>
                </a:lnTo>
                <a:lnTo>
                  <a:pt x="139054" y="64021"/>
                </a:lnTo>
                <a:cubicBezTo>
                  <a:pt x="141046" y="59914"/>
                  <a:pt x="144437" y="56367"/>
                  <a:pt x="149228" y="53380"/>
                </a:cubicBezTo>
                <a:cubicBezTo>
                  <a:pt x="154018" y="50394"/>
                  <a:pt x="159524" y="48900"/>
                  <a:pt x="165746" y="48900"/>
                </a:cubicBezTo>
                <a:close/>
                <a:moveTo>
                  <a:pt x="280534" y="141105"/>
                </a:moveTo>
                <a:lnTo>
                  <a:pt x="280534" y="129719"/>
                </a:lnTo>
                <a:lnTo>
                  <a:pt x="279975" y="129719"/>
                </a:lnTo>
                <a:cubicBezTo>
                  <a:pt x="277735" y="133700"/>
                  <a:pt x="274095" y="136967"/>
                  <a:pt x="269056" y="139519"/>
                </a:cubicBezTo>
                <a:cubicBezTo>
                  <a:pt x="264017" y="142069"/>
                  <a:pt x="258386" y="143344"/>
                  <a:pt x="252164" y="143344"/>
                </a:cubicBezTo>
                <a:cubicBezTo>
                  <a:pt x="243578" y="143344"/>
                  <a:pt x="235832" y="141073"/>
                  <a:pt x="228924" y="136531"/>
                </a:cubicBezTo>
                <a:cubicBezTo>
                  <a:pt x="222019" y="131990"/>
                  <a:pt x="218566" y="124991"/>
                  <a:pt x="218566" y="115536"/>
                </a:cubicBezTo>
                <a:cubicBezTo>
                  <a:pt x="218566" y="110434"/>
                  <a:pt x="219841" y="105985"/>
                  <a:pt x="222391" y="102190"/>
                </a:cubicBezTo>
                <a:cubicBezTo>
                  <a:pt x="224943" y="98394"/>
                  <a:pt x="228148" y="95439"/>
                  <a:pt x="232006" y="93324"/>
                </a:cubicBezTo>
                <a:cubicBezTo>
                  <a:pt x="235864" y="91209"/>
                  <a:pt x="240686" y="89498"/>
                  <a:pt x="246471" y="88192"/>
                </a:cubicBezTo>
                <a:cubicBezTo>
                  <a:pt x="252256" y="86884"/>
                  <a:pt x="257731" y="86043"/>
                  <a:pt x="262896" y="85671"/>
                </a:cubicBezTo>
                <a:cubicBezTo>
                  <a:pt x="268060" y="85297"/>
                  <a:pt x="273815" y="85110"/>
                  <a:pt x="280161" y="85110"/>
                </a:cubicBezTo>
                <a:lnTo>
                  <a:pt x="280161" y="82872"/>
                </a:lnTo>
                <a:cubicBezTo>
                  <a:pt x="280161" y="77645"/>
                  <a:pt x="278232" y="73600"/>
                  <a:pt x="274373" y="70739"/>
                </a:cubicBezTo>
                <a:cubicBezTo>
                  <a:pt x="270517" y="67878"/>
                  <a:pt x="265602" y="66447"/>
                  <a:pt x="259629" y="66447"/>
                </a:cubicBezTo>
                <a:cubicBezTo>
                  <a:pt x="250174" y="66447"/>
                  <a:pt x="242023" y="69869"/>
                  <a:pt x="235179" y="76711"/>
                </a:cubicBezTo>
                <a:lnTo>
                  <a:pt x="223607" y="63086"/>
                </a:lnTo>
                <a:cubicBezTo>
                  <a:pt x="233811" y="53629"/>
                  <a:pt x="246441" y="48900"/>
                  <a:pt x="261497" y="48900"/>
                </a:cubicBezTo>
                <a:cubicBezTo>
                  <a:pt x="269212" y="48900"/>
                  <a:pt x="275776" y="49989"/>
                  <a:pt x="281189" y="52167"/>
                </a:cubicBezTo>
                <a:cubicBezTo>
                  <a:pt x="286602" y="54345"/>
                  <a:pt x="290739" y="57332"/>
                  <a:pt x="293600" y="61127"/>
                </a:cubicBezTo>
                <a:cubicBezTo>
                  <a:pt x="296462" y="64923"/>
                  <a:pt x="298483" y="68905"/>
                  <a:pt x="299664" y="73074"/>
                </a:cubicBezTo>
                <a:cubicBezTo>
                  <a:pt x="300847" y="77242"/>
                  <a:pt x="301438" y="81751"/>
                  <a:pt x="301438" y="86603"/>
                </a:cubicBezTo>
                <a:lnTo>
                  <a:pt x="301438" y="141105"/>
                </a:lnTo>
                <a:lnTo>
                  <a:pt x="280534" y="141105"/>
                </a:lnTo>
                <a:moveTo>
                  <a:pt x="280161" y="103403"/>
                </a:moveTo>
                <a:lnTo>
                  <a:pt x="280161" y="100230"/>
                </a:lnTo>
                <a:lnTo>
                  <a:pt x="275122" y="100230"/>
                </a:lnTo>
                <a:cubicBezTo>
                  <a:pt x="252351" y="100230"/>
                  <a:pt x="240966" y="105207"/>
                  <a:pt x="240966" y="115160"/>
                </a:cubicBezTo>
                <a:cubicBezTo>
                  <a:pt x="240966" y="119143"/>
                  <a:pt x="242490" y="122006"/>
                  <a:pt x="245537" y="123749"/>
                </a:cubicBezTo>
                <a:cubicBezTo>
                  <a:pt x="248586" y="125490"/>
                  <a:pt x="252289" y="126361"/>
                  <a:pt x="256644" y="126361"/>
                </a:cubicBezTo>
                <a:cubicBezTo>
                  <a:pt x="264233" y="126361"/>
                  <a:pt x="270050" y="124339"/>
                  <a:pt x="274094" y="120295"/>
                </a:cubicBezTo>
                <a:cubicBezTo>
                  <a:pt x="278138" y="116250"/>
                  <a:pt x="280161" y="110620"/>
                  <a:pt x="280161" y="103403"/>
                </a:cubicBezTo>
                <a:close/>
                <a:moveTo>
                  <a:pt x="327571" y="51515"/>
                </a:moveTo>
                <a:lnTo>
                  <a:pt x="349034" y="51515"/>
                </a:lnTo>
                <a:lnTo>
                  <a:pt x="349034" y="64021"/>
                </a:lnTo>
                <a:lnTo>
                  <a:pt x="349595" y="64021"/>
                </a:lnTo>
                <a:cubicBezTo>
                  <a:pt x="352208" y="59914"/>
                  <a:pt x="356158" y="56367"/>
                  <a:pt x="361446" y="53380"/>
                </a:cubicBezTo>
                <a:cubicBezTo>
                  <a:pt x="366736" y="50394"/>
                  <a:pt x="373113" y="48900"/>
                  <a:pt x="380579" y="48900"/>
                </a:cubicBezTo>
                <a:cubicBezTo>
                  <a:pt x="393270" y="48900"/>
                  <a:pt x="403691" y="53380"/>
                  <a:pt x="411842" y="62340"/>
                </a:cubicBezTo>
                <a:cubicBezTo>
                  <a:pt x="419993" y="71298"/>
                  <a:pt x="424068" y="82497"/>
                  <a:pt x="424068" y="95936"/>
                </a:cubicBezTo>
                <a:cubicBezTo>
                  <a:pt x="424068" y="109374"/>
                  <a:pt x="420056" y="120698"/>
                  <a:pt x="412030" y="129907"/>
                </a:cubicBezTo>
                <a:cubicBezTo>
                  <a:pt x="404004" y="139115"/>
                  <a:pt x="393333" y="143720"/>
                  <a:pt x="380018" y="143720"/>
                </a:cubicBezTo>
                <a:cubicBezTo>
                  <a:pt x="373796" y="143720"/>
                  <a:pt x="368010" y="142413"/>
                  <a:pt x="362659" y="139801"/>
                </a:cubicBezTo>
                <a:cubicBezTo>
                  <a:pt x="357309" y="137186"/>
                  <a:pt x="353203" y="133640"/>
                  <a:pt x="350341" y="129161"/>
                </a:cubicBezTo>
                <a:lnTo>
                  <a:pt x="349968" y="129161"/>
                </a:lnTo>
                <a:lnTo>
                  <a:pt x="349968" y="185902"/>
                </a:lnTo>
                <a:lnTo>
                  <a:pt x="327571" y="185902"/>
                </a:lnTo>
                <a:lnTo>
                  <a:pt x="327571" y="51515"/>
                </a:lnTo>
                <a:moveTo>
                  <a:pt x="394483" y="116282"/>
                </a:moveTo>
                <a:cubicBezTo>
                  <a:pt x="399025" y="110434"/>
                  <a:pt x="401296" y="103653"/>
                  <a:pt x="401296" y="95938"/>
                </a:cubicBezTo>
                <a:cubicBezTo>
                  <a:pt x="401296" y="88222"/>
                  <a:pt x="399025" y="81503"/>
                  <a:pt x="394483" y="75780"/>
                </a:cubicBezTo>
                <a:cubicBezTo>
                  <a:pt x="389941" y="70056"/>
                  <a:pt x="383626" y="67193"/>
                  <a:pt x="375538" y="67193"/>
                </a:cubicBezTo>
                <a:cubicBezTo>
                  <a:pt x="367700" y="67193"/>
                  <a:pt x="361355" y="70180"/>
                  <a:pt x="356502" y="76153"/>
                </a:cubicBezTo>
                <a:cubicBezTo>
                  <a:pt x="351649" y="82125"/>
                  <a:pt x="349222" y="88844"/>
                  <a:pt x="349222" y="96311"/>
                </a:cubicBezTo>
                <a:cubicBezTo>
                  <a:pt x="349222" y="103777"/>
                  <a:pt x="351649" y="110434"/>
                  <a:pt x="356502" y="116282"/>
                </a:cubicBezTo>
                <a:cubicBezTo>
                  <a:pt x="361355" y="122130"/>
                  <a:pt x="367700" y="125054"/>
                  <a:pt x="375538" y="125054"/>
                </a:cubicBezTo>
                <a:cubicBezTo>
                  <a:pt x="383626" y="125054"/>
                  <a:pt x="389941" y="122130"/>
                  <a:pt x="394483" y="116282"/>
                </a:cubicBezTo>
                <a:close/>
                <a:moveTo>
                  <a:pt x="462891" y="87352"/>
                </a:moveTo>
                <a:lnTo>
                  <a:pt x="508807" y="87352"/>
                </a:lnTo>
                <a:cubicBezTo>
                  <a:pt x="508807" y="81130"/>
                  <a:pt x="507002" y="75965"/>
                  <a:pt x="503393" y="71858"/>
                </a:cubicBezTo>
                <a:cubicBezTo>
                  <a:pt x="499785" y="67752"/>
                  <a:pt x="494559" y="65698"/>
                  <a:pt x="487714" y="65698"/>
                </a:cubicBezTo>
                <a:cubicBezTo>
                  <a:pt x="481120" y="65698"/>
                  <a:pt x="475458" y="67752"/>
                  <a:pt x="470729" y="71858"/>
                </a:cubicBezTo>
                <a:cubicBezTo>
                  <a:pt x="466001" y="75965"/>
                  <a:pt x="463388" y="81130"/>
                  <a:pt x="462891" y="87352"/>
                </a:cubicBezTo>
                <a:moveTo>
                  <a:pt x="531204" y="97431"/>
                </a:moveTo>
                <a:cubicBezTo>
                  <a:pt x="531204" y="100043"/>
                  <a:pt x="531142" y="102034"/>
                  <a:pt x="531019" y="103403"/>
                </a:cubicBezTo>
                <a:lnTo>
                  <a:pt x="462891" y="103403"/>
                </a:lnTo>
                <a:cubicBezTo>
                  <a:pt x="463388" y="109625"/>
                  <a:pt x="466125" y="114851"/>
                  <a:pt x="471102" y="119081"/>
                </a:cubicBezTo>
                <a:cubicBezTo>
                  <a:pt x="476080" y="123312"/>
                  <a:pt x="481866" y="125427"/>
                  <a:pt x="488461" y="125427"/>
                </a:cubicBezTo>
                <a:cubicBezTo>
                  <a:pt x="498789" y="125427"/>
                  <a:pt x="506691" y="121570"/>
                  <a:pt x="512165" y="113855"/>
                </a:cubicBezTo>
                <a:lnTo>
                  <a:pt x="527097" y="125800"/>
                </a:lnTo>
                <a:cubicBezTo>
                  <a:pt x="518262" y="137746"/>
                  <a:pt x="505446" y="143720"/>
                  <a:pt x="488649" y="143720"/>
                </a:cubicBezTo>
                <a:cubicBezTo>
                  <a:pt x="474587" y="143720"/>
                  <a:pt x="463046" y="139489"/>
                  <a:pt x="454025" y="131029"/>
                </a:cubicBezTo>
                <a:cubicBezTo>
                  <a:pt x="445004" y="122566"/>
                  <a:pt x="440494" y="111180"/>
                  <a:pt x="440494" y="96870"/>
                </a:cubicBezTo>
                <a:cubicBezTo>
                  <a:pt x="440494" y="82559"/>
                  <a:pt x="444973" y="70987"/>
                  <a:pt x="453931" y="62152"/>
                </a:cubicBezTo>
                <a:cubicBezTo>
                  <a:pt x="462891" y="53318"/>
                  <a:pt x="474215" y="48900"/>
                  <a:pt x="487902" y="48900"/>
                </a:cubicBezTo>
                <a:cubicBezTo>
                  <a:pt x="500842" y="48900"/>
                  <a:pt x="511293" y="53069"/>
                  <a:pt x="519256" y="61406"/>
                </a:cubicBezTo>
                <a:cubicBezTo>
                  <a:pt x="527221" y="69743"/>
                  <a:pt x="531204" y="81751"/>
                  <a:pt x="531204" y="97431"/>
                </a:cubicBezTo>
                <a:close/>
                <a:moveTo>
                  <a:pt x="557707" y="138120"/>
                </a:moveTo>
                <a:cubicBezTo>
                  <a:pt x="554722" y="135383"/>
                  <a:pt x="553230" y="132023"/>
                  <a:pt x="553230" y="128041"/>
                </a:cubicBezTo>
                <a:cubicBezTo>
                  <a:pt x="553230" y="124058"/>
                  <a:pt x="554692" y="120635"/>
                  <a:pt x="557616" y="117774"/>
                </a:cubicBezTo>
                <a:cubicBezTo>
                  <a:pt x="560540" y="114913"/>
                  <a:pt x="564055" y="113482"/>
                  <a:pt x="568160" y="113482"/>
                </a:cubicBezTo>
                <a:cubicBezTo>
                  <a:pt x="572266" y="113482"/>
                  <a:pt x="575782" y="114851"/>
                  <a:pt x="578706" y="117589"/>
                </a:cubicBezTo>
                <a:cubicBezTo>
                  <a:pt x="581630" y="120325"/>
                  <a:pt x="583092" y="123685"/>
                  <a:pt x="583092" y="127668"/>
                </a:cubicBezTo>
                <a:cubicBezTo>
                  <a:pt x="583092" y="131650"/>
                  <a:pt x="581630" y="135071"/>
                  <a:pt x="578706" y="137932"/>
                </a:cubicBezTo>
                <a:cubicBezTo>
                  <a:pt x="575782" y="140794"/>
                  <a:pt x="572266" y="142224"/>
                  <a:pt x="568160" y="142224"/>
                </a:cubicBezTo>
                <a:cubicBezTo>
                  <a:pt x="564178" y="142224"/>
                  <a:pt x="560694" y="140856"/>
                  <a:pt x="557707" y="138120"/>
                </a:cubicBezTo>
                <a:moveTo>
                  <a:pt x="557707" y="75031"/>
                </a:moveTo>
                <a:cubicBezTo>
                  <a:pt x="554722" y="72293"/>
                  <a:pt x="553230" y="68933"/>
                  <a:pt x="553230" y="64952"/>
                </a:cubicBezTo>
                <a:cubicBezTo>
                  <a:pt x="553230" y="60970"/>
                  <a:pt x="554692" y="57549"/>
                  <a:pt x="557616" y="54688"/>
                </a:cubicBezTo>
                <a:cubicBezTo>
                  <a:pt x="560540" y="51826"/>
                  <a:pt x="564055" y="50396"/>
                  <a:pt x="568160" y="50396"/>
                </a:cubicBezTo>
                <a:cubicBezTo>
                  <a:pt x="572266" y="50396"/>
                  <a:pt x="575782" y="51765"/>
                  <a:pt x="578706" y="54503"/>
                </a:cubicBezTo>
                <a:cubicBezTo>
                  <a:pt x="581630" y="57239"/>
                  <a:pt x="583092" y="60597"/>
                  <a:pt x="583092" y="64579"/>
                </a:cubicBezTo>
                <a:cubicBezTo>
                  <a:pt x="583092" y="68560"/>
                  <a:pt x="581630" y="71983"/>
                  <a:pt x="578706" y="74846"/>
                </a:cubicBezTo>
                <a:cubicBezTo>
                  <a:pt x="575782" y="77707"/>
                  <a:pt x="572266" y="79138"/>
                  <a:pt x="568160" y="79138"/>
                </a:cubicBezTo>
                <a:cubicBezTo>
                  <a:pt x="564178" y="79138"/>
                  <a:pt x="560694" y="77769"/>
                  <a:pt x="557707" y="75031"/>
                </a:cubicBezTo>
                <a:close/>
                <a:moveTo>
                  <a:pt x="657379" y="141105"/>
                </a:moveTo>
                <a:lnTo>
                  <a:pt x="657379" y="8960"/>
                </a:lnTo>
                <a:lnTo>
                  <a:pt x="742678" y="8960"/>
                </a:lnTo>
                <a:lnTo>
                  <a:pt x="742678" y="29488"/>
                </a:lnTo>
                <a:lnTo>
                  <a:pt x="680896" y="29488"/>
                </a:lnTo>
                <a:lnTo>
                  <a:pt x="680896" y="65698"/>
                </a:lnTo>
                <a:lnTo>
                  <a:pt x="739132" y="65698"/>
                </a:lnTo>
                <a:lnTo>
                  <a:pt x="739132" y="85483"/>
                </a:lnTo>
                <a:lnTo>
                  <a:pt x="680896" y="85483"/>
                </a:lnTo>
                <a:lnTo>
                  <a:pt x="680896" y="141105"/>
                </a:lnTo>
                <a:lnTo>
                  <a:pt x="657379" y="141105"/>
                </a:lnTo>
                <a:close/>
                <a:moveTo>
                  <a:pt x="763583" y="141105"/>
                </a:moveTo>
                <a:lnTo>
                  <a:pt x="763583" y="0"/>
                </a:lnTo>
                <a:lnTo>
                  <a:pt x="785980" y="0"/>
                </a:lnTo>
                <a:lnTo>
                  <a:pt x="785980" y="141105"/>
                </a:lnTo>
                <a:lnTo>
                  <a:pt x="763583" y="141105"/>
                </a:lnTo>
                <a:close/>
                <a:moveTo>
                  <a:pt x="830403" y="87352"/>
                </a:moveTo>
                <a:lnTo>
                  <a:pt x="876319" y="87352"/>
                </a:lnTo>
                <a:cubicBezTo>
                  <a:pt x="876319" y="81130"/>
                  <a:pt x="874514" y="75965"/>
                  <a:pt x="870905" y="71858"/>
                </a:cubicBezTo>
                <a:cubicBezTo>
                  <a:pt x="867297" y="67752"/>
                  <a:pt x="862071" y="65698"/>
                  <a:pt x="855226" y="65698"/>
                </a:cubicBezTo>
                <a:cubicBezTo>
                  <a:pt x="848632" y="65698"/>
                  <a:pt x="842970" y="67752"/>
                  <a:pt x="838241" y="71858"/>
                </a:cubicBezTo>
                <a:cubicBezTo>
                  <a:pt x="833513" y="75965"/>
                  <a:pt x="830900" y="81130"/>
                  <a:pt x="830403" y="87352"/>
                </a:cubicBezTo>
                <a:moveTo>
                  <a:pt x="898716" y="97431"/>
                </a:moveTo>
                <a:cubicBezTo>
                  <a:pt x="898716" y="100043"/>
                  <a:pt x="898654" y="102034"/>
                  <a:pt x="898531" y="103403"/>
                </a:cubicBezTo>
                <a:lnTo>
                  <a:pt x="830403" y="103403"/>
                </a:lnTo>
                <a:cubicBezTo>
                  <a:pt x="830900" y="109625"/>
                  <a:pt x="833637" y="114851"/>
                  <a:pt x="838614" y="119081"/>
                </a:cubicBezTo>
                <a:cubicBezTo>
                  <a:pt x="843592" y="123312"/>
                  <a:pt x="849378" y="125427"/>
                  <a:pt x="855972" y="125427"/>
                </a:cubicBezTo>
                <a:cubicBezTo>
                  <a:pt x="866301" y="125427"/>
                  <a:pt x="874203" y="121570"/>
                  <a:pt x="879677" y="113855"/>
                </a:cubicBezTo>
                <a:lnTo>
                  <a:pt x="894609" y="125800"/>
                </a:lnTo>
                <a:cubicBezTo>
                  <a:pt x="885774" y="137746"/>
                  <a:pt x="872958" y="143720"/>
                  <a:pt x="856160" y="143720"/>
                </a:cubicBezTo>
                <a:cubicBezTo>
                  <a:pt x="842099" y="143720"/>
                  <a:pt x="830558" y="139489"/>
                  <a:pt x="821537" y="131029"/>
                </a:cubicBezTo>
                <a:cubicBezTo>
                  <a:pt x="812516" y="122566"/>
                  <a:pt x="808006" y="111180"/>
                  <a:pt x="808006" y="96870"/>
                </a:cubicBezTo>
                <a:cubicBezTo>
                  <a:pt x="808006" y="82559"/>
                  <a:pt x="812485" y="70987"/>
                  <a:pt x="821443" y="62152"/>
                </a:cubicBezTo>
                <a:cubicBezTo>
                  <a:pt x="830403" y="53318"/>
                  <a:pt x="841727" y="48900"/>
                  <a:pt x="855414" y="48900"/>
                </a:cubicBezTo>
                <a:cubicBezTo>
                  <a:pt x="868354" y="48900"/>
                  <a:pt x="878805" y="53069"/>
                  <a:pt x="886768" y="61406"/>
                </a:cubicBezTo>
                <a:cubicBezTo>
                  <a:pt x="894733" y="69743"/>
                  <a:pt x="898716" y="81751"/>
                  <a:pt x="898716" y="97431"/>
                </a:cubicBezTo>
                <a:close/>
                <a:moveTo>
                  <a:pt x="904874" y="141105"/>
                </a:moveTo>
                <a:lnTo>
                  <a:pt x="941272" y="93509"/>
                </a:lnTo>
                <a:lnTo>
                  <a:pt x="908981" y="51515"/>
                </a:lnTo>
                <a:lnTo>
                  <a:pt x="935858" y="51515"/>
                </a:lnTo>
                <a:lnTo>
                  <a:pt x="955270" y="79326"/>
                </a:lnTo>
                <a:lnTo>
                  <a:pt x="975243" y="51515"/>
                </a:lnTo>
                <a:lnTo>
                  <a:pt x="1001001" y="51515"/>
                </a:lnTo>
                <a:lnTo>
                  <a:pt x="968895" y="93509"/>
                </a:lnTo>
                <a:lnTo>
                  <a:pt x="1005478" y="141105"/>
                </a:lnTo>
                <a:lnTo>
                  <a:pt x="978228" y="141105"/>
                </a:lnTo>
                <a:lnTo>
                  <a:pt x="954897" y="108441"/>
                </a:lnTo>
                <a:lnTo>
                  <a:pt x="931381" y="141105"/>
                </a:lnTo>
                <a:lnTo>
                  <a:pt x="904874" y="141105"/>
                </a:lnTo>
                <a:close/>
                <a:moveTo>
                  <a:pt x="1019105" y="141105"/>
                </a:moveTo>
                <a:lnTo>
                  <a:pt x="1019105" y="51515"/>
                </a:lnTo>
                <a:lnTo>
                  <a:pt x="1041502" y="51515"/>
                </a:lnTo>
                <a:lnTo>
                  <a:pt x="1041502" y="141105"/>
                </a:lnTo>
                <a:lnTo>
                  <a:pt x="1019105" y="141105"/>
                </a:lnTo>
                <a:moveTo>
                  <a:pt x="1020037" y="30517"/>
                </a:moveTo>
                <a:cubicBezTo>
                  <a:pt x="1017301" y="27841"/>
                  <a:pt x="1015933" y="24700"/>
                  <a:pt x="1015933" y="21092"/>
                </a:cubicBezTo>
                <a:cubicBezTo>
                  <a:pt x="1015933" y="17483"/>
                  <a:pt x="1017301" y="14341"/>
                  <a:pt x="1020037" y="11665"/>
                </a:cubicBezTo>
                <a:cubicBezTo>
                  <a:pt x="1022775" y="8990"/>
                  <a:pt x="1026134" y="7653"/>
                  <a:pt x="1030116" y="7653"/>
                </a:cubicBezTo>
                <a:cubicBezTo>
                  <a:pt x="1034223" y="7653"/>
                  <a:pt x="1037676" y="8929"/>
                  <a:pt x="1040474" y="11480"/>
                </a:cubicBezTo>
                <a:cubicBezTo>
                  <a:pt x="1043275" y="14030"/>
                  <a:pt x="1044675" y="17234"/>
                  <a:pt x="1044675" y="21092"/>
                </a:cubicBezTo>
                <a:cubicBezTo>
                  <a:pt x="1044675" y="24949"/>
                  <a:pt x="1043275" y="28153"/>
                  <a:pt x="1040474" y="30704"/>
                </a:cubicBezTo>
                <a:cubicBezTo>
                  <a:pt x="1037676" y="33254"/>
                  <a:pt x="1034223" y="34529"/>
                  <a:pt x="1030116" y="34529"/>
                </a:cubicBezTo>
                <a:cubicBezTo>
                  <a:pt x="1026134" y="34529"/>
                  <a:pt x="1022775" y="33192"/>
                  <a:pt x="1020037" y="30517"/>
                </a:cubicBezTo>
                <a:close/>
                <a:moveTo>
                  <a:pt x="1069127" y="0"/>
                </a:moveTo>
                <a:lnTo>
                  <a:pt x="1091524" y="0"/>
                </a:lnTo>
                <a:lnTo>
                  <a:pt x="1091524" y="62899"/>
                </a:lnTo>
                <a:lnTo>
                  <a:pt x="1092085" y="62899"/>
                </a:lnTo>
                <a:cubicBezTo>
                  <a:pt x="1099551" y="53567"/>
                  <a:pt x="1109568" y="48900"/>
                  <a:pt x="1122135" y="48900"/>
                </a:cubicBezTo>
                <a:cubicBezTo>
                  <a:pt x="1134828" y="48900"/>
                  <a:pt x="1145249" y="53380"/>
                  <a:pt x="1153398" y="62340"/>
                </a:cubicBezTo>
                <a:cubicBezTo>
                  <a:pt x="1161549" y="71298"/>
                  <a:pt x="1165625" y="82497"/>
                  <a:pt x="1165625" y="95936"/>
                </a:cubicBezTo>
                <a:cubicBezTo>
                  <a:pt x="1165625" y="109374"/>
                  <a:pt x="1161612" y="120698"/>
                  <a:pt x="1153586" y="129907"/>
                </a:cubicBezTo>
                <a:cubicBezTo>
                  <a:pt x="1145560" y="139115"/>
                  <a:pt x="1134890" y="143720"/>
                  <a:pt x="1121574" y="143720"/>
                </a:cubicBezTo>
                <a:cubicBezTo>
                  <a:pt x="1115229" y="143720"/>
                  <a:pt x="1109256" y="142319"/>
                  <a:pt x="1103657" y="139519"/>
                </a:cubicBezTo>
                <a:cubicBezTo>
                  <a:pt x="1098058" y="136718"/>
                  <a:pt x="1093765" y="132767"/>
                  <a:pt x="1090778" y="127665"/>
                </a:cubicBezTo>
                <a:lnTo>
                  <a:pt x="1090405" y="127665"/>
                </a:lnTo>
                <a:lnTo>
                  <a:pt x="1090405" y="141105"/>
                </a:lnTo>
                <a:lnTo>
                  <a:pt x="1069127" y="141105"/>
                </a:lnTo>
                <a:lnTo>
                  <a:pt x="1069127" y="0"/>
                </a:lnTo>
                <a:moveTo>
                  <a:pt x="1136039" y="116282"/>
                </a:moveTo>
                <a:cubicBezTo>
                  <a:pt x="1140581" y="110434"/>
                  <a:pt x="1142852" y="103653"/>
                  <a:pt x="1142852" y="95938"/>
                </a:cubicBezTo>
                <a:cubicBezTo>
                  <a:pt x="1142852" y="88222"/>
                  <a:pt x="1140581" y="81503"/>
                  <a:pt x="1136039" y="75780"/>
                </a:cubicBezTo>
                <a:cubicBezTo>
                  <a:pt x="1131498" y="70056"/>
                  <a:pt x="1125183" y="67193"/>
                  <a:pt x="1117094" y="67193"/>
                </a:cubicBezTo>
                <a:cubicBezTo>
                  <a:pt x="1109256" y="67193"/>
                  <a:pt x="1102911" y="70180"/>
                  <a:pt x="1098058" y="76153"/>
                </a:cubicBezTo>
                <a:cubicBezTo>
                  <a:pt x="1093205" y="82125"/>
                  <a:pt x="1090778" y="88844"/>
                  <a:pt x="1090778" y="96311"/>
                </a:cubicBezTo>
                <a:cubicBezTo>
                  <a:pt x="1090778" y="103777"/>
                  <a:pt x="1093205" y="110434"/>
                  <a:pt x="1098058" y="116282"/>
                </a:cubicBezTo>
                <a:cubicBezTo>
                  <a:pt x="1102911" y="122130"/>
                  <a:pt x="1109256" y="125054"/>
                  <a:pt x="1117094" y="125054"/>
                </a:cubicBezTo>
                <a:cubicBezTo>
                  <a:pt x="1125183" y="125054"/>
                  <a:pt x="1131498" y="122130"/>
                  <a:pt x="1136039" y="116282"/>
                </a:cubicBezTo>
                <a:close/>
                <a:moveTo>
                  <a:pt x="1187650" y="141105"/>
                </a:moveTo>
                <a:lnTo>
                  <a:pt x="1187650" y="0"/>
                </a:lnTo>
                <a:lnTo>
                  <a:pt x="1210047" y="0"/>
                </a:lnTo>
                <a:lnTo>
                  <a:pt x="1210047" y="141105"/>
                </a:lnTo>
                <a:lnTo>
                  <a:pt x="1187650" y="141105"/>
                </a:lnTo>
                <a:close/>
                <a:moveTo>
                  <a:pt x="1254469" y="87352"/>
                </a:moveTo>
                <a:lnTo>
                  <a:pt x="1300385" y="87352"/>
                </a:lnTo>
                <a:cubicBezTo>
                  <a:pt x="1300385" y="81130"/>
                  <a:pt x="1298581" y="75965"/>
                  <a:pt x="1294971" y="71858"/>
                </a:cubicBezTo>
                <a:cubicBezTo>
                  <a:pt x="1291364" y="67752"/>
                  <a:pt x="1286137" y="65698"/>
                  <a:pt x="1279293" y="65698"/>
                </a:cubicBezTo>
                <a:cubicBezTo>
                  <a:pt x="1272699" y="65698"/>
                  <a:pt x="1267037" y="67752"/>
                  <a:pt x="1262307" y="71858"/>
                </a:cubicBezTo>
                <a:cubicBezTo>
                  <a:pt x="1257579" y="75965"/>
                  <a:pt x="1254967" y="81130"/>
                  <a:pt x="1254469" y="87352"/>
                </a:cubicBezTo>
                <a:moveTo>
                  <a:pt x="1322782" y="97431"/>
                </a:moveTo>
                <a:cubicBezTo>
                  <a:pt x="1322782" y="100043"/>
                  <a:pt x="1322721" y="102034"/>
                  <a:pt x="1322597" y="103403"/>
                </a:cubicBezTo>
                <a:lnTo>
                  <a:pt x="1254469" y="103403"/>
                </a:lnTo>
                <a:cubicBezTo>
                  <a:pt x="1254967" y="109625"/>
                  <a:pt x="1257704" y="114851"/>
                  <a:pt x="1262680" y="119081"/>
                </a:cubicBezTo>
                <a:cubicBezTo>
                  <a:pt x="1267658" y="123312"/>
                  <a:pt x="1273445" y="125427"/>
                  <a:pt x="1280039" y="125427"/>
                </a:cubicBezTo>
                <a:cubicBezTo>
                  <a:pt x="1290368" y="125427"/>
                  <a:pt x="1298269" y="121570"/>
                  <a:pt x="1303743" y="113855"/>
                </a:cubicBezTo>
                <a:lnTo>
                  <a:pt x="1318675" y="125800"/>
                </a:lnTo>
                <a:cubicBezTo>
                  <a:pt x="1309841" y="137746"/>
                  <a:pt x="1297025" y="143720"/>
                  <a:pt x="1280227" y="143720"/>
                </a:cubicBezTo>
                <a:cubicBezTo>
                  <a:pt x="1266165" y="143720"/>
                  <a:pt x="1254624" y="139489"/>
                  <a:pt x="1245603" y="131029"/>
                </a:cubicBezTo>
                <a:cubicBezTo>
                  <a:pt x="1236583" y="122566"/>
                  <a:pt x="1232072" y="111180"/>
                  <a:pt x="1232072" y="96870"/>
                </a:cubicBezTo>
                <a:cubicBezTo>
                  <a:pt x="1232072" y="82559"/>
                  <a:pt x="1236551" y="70987"/>
                  <a:pt x="1245509" y="62152"/>
                </a:cubicBezTo>
                <a:cubicBezTo>
                  <a:pt x="1254469" y="53318"/>
                  <a:pt x="1265793" y="48900"/>
                  <a:pt x="1279481" y="48900"/>
                </a:cubicBezTo>
                <a:cubicBezTo>
                  <a:pt x="1292420" y="48900"/>
                  <a:pt x="1302872" y="53069"/>
                  <a:pt x="1310835" y="61406"/>
                </a:cubicBezTo>
                <a:cubicBezTo>
                  <a:pt x="1318800" y="69743"/>
                  <a:pt x="1322782" y="81751"/>
                  <a:pt x="1322782" y="97431"/>
                </a:cubicBezTo>
                <a:close/>
                <a:moveTo>
                  <a:pt x="1392216" y="141105"/>
                </a:moveTo>
                <a:lnTo>
                  <a:pt x="1392216" y="8960"/>
                </a:lnTo>
                <a:lnTo>
                  <a:pt x="1439064" y="8960"/>
                </a:lnTo>
                <a:cubicBezTo>
                  <a:pt x="1448272" y="8960"/>
                  <a:pt x="1456983" y="10110"/>
                  <a:pt x="1465195" y="12412"/>
                </a:cubicBezTo>
                <a:cubicBezTo>
                  <a:pt x="1473408" y="14713"/>
                  <a:pt x="1481124" y="18321"/>
                  <a:pt x="1488341" y="23237"/>
                </a:cubicBezTo>
                <a:cubicBezTo>
                  <a:pt x="1495557" y="28153"/>
                  <a:pt x="1501312" y="35059"/>
                  <a:pt x="1505605" y="43956"/>
                </a:cubicBezTo>
                <a:cubicBezTo>
                  <a:pt x="1509898" y="52852"/>
                  <a:pt x="1512045" y="63210"/>
                  <a:pt x="1512045" y="75031"/>
                </a:cubicBezTo>
                <a:cubicBezTo>
                  <a:pt x="1512045" y="86106"/>
                  <a:pt x="1509898" y="95999"/>
                  <a:pt x="1505605" y="104710"/>
                </a:cubicBezTo>
                <a:cubicBezTo>
                  <a:pt x="1501312" y="113420"/>
                  <a:pt x="1495588" y="120356"/>
                  <a:pt x="1488432" y="125521"/>
                </a:cubicBezTo>
                <a:cubicBezTo>
                  <a:pt x="1481277" y="130683"/>
                  <a:pt x="1473500" y="134572"/>
                  <a:pt x="1465101" y="137186"/>
                </a:cubicBezTo>
                <a:cubicBezTo>
                  <a:pt x="1456703" y="139799"/>
                  <a:pt x="1448024" y="141105"/>
                  <a:pt x="1439064" y="141105"/>
                </a:cubicBezTo>
                <a:lnTo>
                  <a:pt x="1392216" y="141105"/>
                </a:lnTo>
                <a:moveTo>
                  <a:pt x="1415733" y="120574"/>
                </a:moveTo>
                <a:lnTo>
                  <a:pt x="1435333" y="120574"/>
                </a:lnTo>
                <a:cubicBezTo>
                  <a:pt x="1440435" y="120574"/>
                  <a:pt x="1445318" y="120139"/>
                  <a:pt x="1449983" y="119269"/>
                </a:cubicBezTo>
                <a:cubicBezTo>
                  <a:pt x="1454650" y="118398"/>
                  <a:pt x="1459285" y="116873"/>
                  <a:pt x="1463887" y="114695"/>
                </a:cubicBezTo>
                <a:cubicBezTo>
                  <a:pt x="1468492" y="112518"/>
                  <a:pt x="1472443" y="109780"/>
                  <a:pt x="1475741" y="106482"/>
                </a:cubicBezTo>
                <a:cubicBezTo>
                  <a:pt x="1479039" y="103184"/>
                  <a:pt x="1481714" y="98829"/>
                  <a:pt x="1483767" y="93418"/>
                </a:cubicBezTo>
                <a:cubicBezTo>
                  <a:pt x="1485821" y="88005"/>
                  <a:pt x="1486848" y="81876"/>
                  <a:pt x="1486848" y="75031"/>
                </a:cubicBezTo>
                <a:cubicBezTo>
                  <a:pt x="1486848" y="44421"/>
                  <a:pt x="1469676" y="29115"/>
                  <a:pt x="1435333" y="29115"/>
                </a:cubicBezTo>
                <a:lnTo>
                  <a:pt x="1415733" y="29115"/>
                </a:lnTo>
                <a:lnTo>
                  <a:pt x="1415733" y="120574"/>
                </a:lnTo>
                <a:close/>
                <a:moveTo>
                  <a:pt x="1615447" y="51515"/>
                </a:moveTo>
                <a:lnTo>
                  <a:pt x="1615447" y="141105"/>
                </a:lnTo>
                <a:lnTo>
                  <a:pt x="1594169" y="141105"/>
                </a:lnTo>
                <a:lnTo>
                  <a:pt x="1594169" y="126734"/>
                </a:lnTo>
                <a:lnTo>
                  <a:pt x="1593796" y="126734"/>
                </a:lnTo>
                <a:cubicBezTo>
                  <a:pt x="1591681" y="131462"/>
                  <a:pt x="1588104" y="135475"/>
                  <a:pt x="1583065" y="138773"/>
                </a:cubicBezTo>
                <a:cubicBezTo>
                  <a:pt x="1578026" y="142071"/>
                  <a:pt x="1572332" y="143720"/>
                  <a:pt x="1565985" y="143720"/>
                </a:cubicBezTo>
                <a:cubicBezTo>
                  <a:pt x="1555035" y="143720"/>
                  <a:pt x="1546791" y="140204"/>
                  <a:pt x="1541253" y="133173"/>
                </a:cubicBezTo>
                <a:cubicBezTo>
                  <a:pt x="1535716" y="126143"/>
                  <a:pt x="1532948" y="117588"/>
                  <a:pt x="1532948" y="107510"/>
                </a:cubicBezTo>
                <a:lnTo>
                  <a:pt x="1532948" y="51515"/>
                </a:lnTo>
                <a:lnTo>
                  <a:pt x="1555348" y="51515"/>
                </a:lnTo>
                <a:lnTo>
                  <a:pt x="1555348" y="101162"/>
                </a:lnTo>
                <a:cubicBezTo>
                  <a:pt x="1555348" y="117090"/>
                  <a:pt x="1560947" y="125054"/>
                  <a:pt x="1572145" y="125054"/>
                </a:cubicBezTo>
                <a:cubicBezTo>
                  <a:pt x="1578865" y="125054"/>
                  <a:pt x="1584028" y="122659"/>
                  <a:pt x="1587636" y="117868"/>
                </a:cubicBezTo>
                <a:cubicBezTo>
                  <a:pt x="1591245" y="113078"/>
                  <a:pt x="1593050" y="107385"/>
                  <a:pt x="1593050" y="100789"/>
                </a:cubicBezTo>
                <a:lnTo>
                  <a:pt x="1593050" y="51515"/>
                </a:lnTo>
                <a:lnTo>
                  <a:pt x="1615447" y="51515"/>
                </a:lnTo>
                <a:close/>
                <a:moveTo>
                  <a:pt x="1697946" y="141105"/>
                </a:moveTo>
                <a:lnTo>
                  <a:pt x="1697946" y="129719"/>
                </a:lnTo>
                <a:lnTo>
                  <a:pt x="1697388" y="129719"/>
                </a:lnTo>
                <a:cubicBezTo>
                  <a:pt x="1695147" y="133700"/>
                  <a:pt x="1691507" y="136967"/>
                  <a:pt x="1686468" y="139519"/>
                </a:cubicBezTo>
                <a:cubicBezTo>
                  <a:pt x="1681429" y="142069"/>
                  <a:pt x="1675799" y="143344"/>
                  <a:pt x="1669577" y="143344"/>
                </a:cubicBezTo>
                <a:cubicBezTo>
                  <a:pt x="1660991" y="143344"/>
                  <a:pt x="1653244" y="141073"/>
                  <a:pt x="1646337" y="136531"/>
                </a:cubicBezTo>
                <a:cubicBezTo>
                  <a:pt x="1639431" y="131990"/>
                  <a:pt x="1635978" y="124991"/>
                  <a:pt x="1635978" y="115536"/>
                </a:cubicBezTo>
                <a:cubicBezTo>
                  <a:pt x="1635978" y="110434"/>
                  <a:pt x="1637253" y="105985"/>
                  <a:pt x="1639803" y="102190"/>
                </a:cubicBezTo>
                <a:cubicBezTo>
                  <a:pt x="1642355" y="98394"/>
                  <a:pt x="1645560" y="95439"/>
                  <a:pt x="1649418" y="93324"/>
                </a:cubicBezTo>
                <a:cubicBezTo>
                  <a:pt x="1653276" y="91209"/>
                  <a:pt x="1658098" y="89498"/>
                  <a:pt x="1663883" y="88192"/>
                </a:cubicBezTo>
                <a:cubicBezTo>
                  <a:pt x="1669669" y="86884"/>
                  <a:pt x="1675144" y="86043"/>
                  <a:pt x="1680308" y="85671"/>
                </a:cubicBezTo>
                <a:cubicBezTo>
                  <a:pt x="1685472" y="85297"/>
                  <a:pt x="1691227" y="85110"/>
                  <a:pt x="1697573" y="85110"/>
                </a:cubicBezTo>
                <a:lnTo>
                  <a:pt x="1697573" y="82872"/>
                </a:lnTo>
                <a:cubicBezTo>
                  <a:pt x="1697573" y="77645"/>
                  <a:pt x="1695644" y="73600"/>
                  <a:pt x="1691786" y="70739"/>
                </a:cubicBezTo>
                <a:cubicBezTo>
                  <a:pt x="1687929" y="67878"/>
                  <a:pt x="1683015" y="66447"/>
                  <a:pt x="1677041" y="66447"/>
                </a:cubicBezTo>
                <a:cubicBezTo>
                  <a:pt x="1667586" y="66447"/>
                  <a:pt x="1659436" y="69869"/>
                  <a:pt x="1652591" y="76711"/>
                </a:cubicBezTo>
                <a:lnTo>
                  <a:pt x="1641019" y="63086"/>
                </a:lnTo>
                <a:cubicBezTo>
                  <a:pt x="1651223" y="53629"/>
                  <a:pt x="1663853" y="48900"/>
                  <a:pt x="1678910" y="48900"/>
                </a:cubicBezTo>
                <a:cubicBezTo>
                  <a:pt x="1686624" y="48900"/>
                  <a:pt x="1693188" y="49989"/>
                  <a:pt x="1698601" y="52167"/>
                </a:cubicBezTo>
                <a:cubicBezTo>
                  <a:pt x="1704014" y="54345"/>
                  <a:pt x="1708151" y="57332"/>
                  <a:pt x="1711013" y="61127"/>
                </a:cubicBezTo>
                <a:cubicBezTo>
                  <a:pt x="1713874" y="64923"/>
                  <a:pt x="1715895" y="68905"/>
                  <a:pt x="1717076" y="73074"/>
                </a:cubicBezTo>
                <a:cubicBezTo>
                  <a:pt x="1718259" y="77242"/>
                  <a:pt x="1718850" y="81751"/>
                  <a:pt x="1718850" y="86603"/>
                </a:cubicBezTo>
                <a:lnTo>
                  <a:pt x="1718850" y="141105"/>
                </a:lnTo>
                <a:lnTo>
                  <a:pt x="1697946" y="141105"/>
                </a:lnTo>
                <a:moveTo>
                  <a:pt x="1697573" y="103403"/>
                </a:moveTo>
                <a:lnTo>
                  <a:pt x="1697573" y="100230"/>
                </a:lnTo>
                <a:lnTo>
                  <a:pt x="1692535" y="100230"/>
                </a:lnTo>
                <a:cubicBezTo>
                  <a:pt x="1669764" y="100230"/>
                  <a:pt x="1658378" y="105207"/>
                  <a:pt x="1658378" y="115160"/>
                </a:cubicBezTo>
                <a:cubicBezTo>
                  <a:pt x="1658378" y="119143"/>
                  <a:pt x="1659902" y="122006"/>
                  <a:pt x="1662949" y="123749"/>
                </a:cubicBezTo>
                <a:cubicBezTo>
                  <a:pt x="1665998" y="125490"/>
                  <a:pt x="1669701" y="126361"/>
                  <a:pt x="1674057" y="126361"/>
                </a:cubicBezTo>
                <a:cubicBezTo>
                  <a:pt x="1681646" y="126361"/>
                  <a:pt x="1687462" y="124339"/>
                  <a:pt x="1691506" y="120295"/>
                </a:cubicBezTo>
                <a:cubicBezTo>
                  <a:pt x="1695551" y="116250"/>
                  <a:pt x="1697573" y="110620"/>
                  <a:pt x="1697573" y="103403"/>
                </a:cubicBezTo>
                <a:close/>
                <a:moveTo>
                  <a:pt x="1745357" y="141105"/>
                </a:moveTo>
                <a:lnTo>
                  <a:pt x="1745357" y="0"/>
                </a:lnTo>
                <a:lnTo>
                  <a:pt x="1767754" y="0"/>
                </a:lnTo>
                <a:lnTo>
                  <a:pt x="1767754" y="141105"/>
                </a:lnTo>
                <a:lnTo>
                  <a:pt x="1745357" y="141105"/>
                </a:lnTo>
                <a:close/>
                <a:moveTo>
                  <a:pt x="1961121" y="65698"/>
                </a:moveTo>
                <a:lnTo>
                  <a:pt x="1961121" y="134199"/>
                </a:lnTo>
                <a:cubicBezTo>
                  <a:pt x="1946811" y="141043"/>
                  <a:pt x="1930199" y="144466"/>
                  <a:pt x="1911286" y="144466"/>
                </a:cubicBezTo>
                <a:cubicBezTo>
                  <a:pt x="1890008" y="144466"/>
                  <a:pt x="1872649" y="137995"/>
                  <a:pt x="1859210" y="125054"/>
                </a:cubicBezTo>
                <a:cubicBezTo>
                  <a:pt x="1845773" y="112112"/>
                  <a:pt x="1839055" y="95314"/>
                  <a:pt x="1839055" y="74658"/>
                </a:cubicBezTo>
                <a:cubicBezTo>
                  <a:pt x="1839055" y="53879"/>
                  <a:pt x="1845804" y="37174"/>
                  <a:pt x="1859304" y="24544"/>
                </a:cubicBezTo>
                <a:cubicBezTo>
                  <a:pt x="1872806" y="11914"/>
                  <a:pt x="1889946" y="5599"/>
                  <a:pt x="1910725" y="5599"/>
                </a:cubicBezTo>
                <a:cubicBezTo>
                  <a:pt x="1920929" y="5599"/>
                  <a:pt x="1930479" y="7093"/>
                  <a:pt x="1939377" y="10079"/>
                </a:cubicBezTo>
                <a:cubicBezTo>
                  <a:pt x="1948274" y="13066"/>
                  <a:pt x="1955461" y="17110"/>
                  <a:pt x="1960936" y="22212"/>
                </a:cubicBezTo>
                <a:lnTo>
                  <a:pt x="1944697" y="39756"/>
                </a:lnTo>
                <a:cubicBezTo>
                  <a:pt x="1941213" y="35897"/>
                  <a:pt x="1936421" y="32693"/>
                  <a:pt x="1930323" y="30143"/>
                </a:cubicBezTo>
                <a:cubicBezTo>
                  <a:pt x="1924226" y="27592"/>
                  <a:pt x="1917756" y="26316"/>
                  <a:pt x="1910913" y="26316"/>
                </a:cubicBezTo>
                <a:cubicBezTo>
                  <a:pt x="1897226" y="26316"/>
                  <a:pt x="1886151" y="30920"/>
                  <a:pt x="1877688" y="40129"/>
                </a:cubicBezTo>
                <a:cubicBezTo>
                  <a:pt x="1869228" y="49337"/>
                  <a:pt x="1864997" y="60847"/>
                  <a:pt x="1864997" y="74658"/>
                </a:cubicBezTo>
                <a:cubicBezTo>
                  <a:pt x="1864997" y="88968"/>
                  <a:pt x="1869259" y="100665"/>
                  <a:pt x="1877782" y="109748"/>
                </a:cubicBezTo>
                <a:cubicBezTo>
                  <a:pt x="1886307" y="118832"/>
                  <a:pt x="1897724" y="123373"/>
                  <a:pt x="1912033" y="123373"/>
                </a:cubicBezTo>
                <a:cubicBezTo>
                  <a:pt x="1922113" y="123373"/>
                  <a:pt x="1930886" y="121818"/>
                  <a:pt x="1938351" y="118708"/>
                </a:cubicBezTo>
                <a:lnTo>
                  <a:pt x="1938351" y="85110"/>
                </a:lnTo>
                <a:lnTo>
                  <a:pt x="1910540" y="85110"/>
                </a:lnTo>
                <a:lnTo>
                  <a:pt x="1910540" y="65698"/>
                </a:lnTo>
                <a:lnTo>
                  <a:pt x="1961121" y="65698"/>
                </a:lnTo>
                <a:close/>
                <a:moveTo>
                  <a:pt x="1988560" y="141105"/>
                </a:moveTo>
                <a:lnTo>
                  <a:pt x="1988560" y="51515"/>
                </a:lnTo>
                <a:lnTo>
                  <a:pt x="2010023" y="51515"/>
                </a:lnTo>
                <a:lnTo>
                  <a:pt x="2010023" y="66447"/>
                </a:lnTo>
                <a:lnTo>
                  <a:pt x="2010396" y="66447"/>
                </a:lnTo>
                <a:cubicBezTo>
                  <a:pt x="2012885" y="61097"/>
                  <a:pt x="2016432" y="56835"/>
                  <a:pt x="2021037" y="53662"/>
                </a:cubicBezTo>
                <a:cubicBezTo>
                  <a:pt x="2025641" y="50488"/>
                  <a:pt x="2030804" y="48900"/>
                  <a:pt x="2036527" y="48900"/>
                </a:cubicBezTo>
                <a:cubicBezTo>
                  <a:pt x="2038642" y="48900"/>
                  <a:pt x="2040447" y="49088"/>
                  <a:pt x="2041941" y="49462"/>
                </a:cubicBezTo>
                <a:lnTo>
                  <a:pt x="2041941" y="69993"/>
                </a:lnTo>
                <a:cubicBezTo>
                  <a:pt x="2039452" y="69370"/>
                  <a:pt x="2037150" y="69059"/>
                  <a:pt x="2035035" y="69059"/>
                </a:cubicBezTo>
                <a:cubicBezTo>
                  <a:pt x="2031177" y="69059"/>
                  <a:pt x="2027754" y="69682"/>
                  <a:pt x="2024768" y="70927"/>
                </a:cubicBezTo>
                <a:cubicBezTo>
                  <a:pt x="2021783" y="72171"/>
                  <a:pt x="2019450" y="73726"/>
                  <a:pt x="2017770" y="75592"/>
                </a:cubicBezTo>
                <a:cubicBezTo>
                  <a:pt x="2016090" y="77459"/>
                  <a:pt x="2014721" y="79543"/>
                  <a:pt x="2013663" y="81846"/>
                </a:cubicBezTo>
                <a:cubicBezTo>
                  <a:pt x="2012605" y="84148"/>
                  <a:pt x="2011890" y="86231"/>
                  <a:pt x="2011516" y="88098"/>
                </a:cubicBezTo>
                <a:cubicBezTo>
                  <a:pt x="2011143" y="89964"/>
                  <a:pt x="2010957" y="91644"/>
                  <a:pt x="2010957" y="93136"/>
                </a:cubicBezTo>
                <a:lnTo>
                  <a:pt x="2010957" y="141105"/>
                </a:lnTo>
                <a:lnTo>
                  <a:pt x="1988560" y="141105"/>
                </a:lnTo>
                <a:close/>
                <a:moveTo>
                  <a:pt x="2056874" y="141105"/>
                </a:moveTo>
                <a:lnTo>
                  <a:pt x="2056874" y="51515"/>
                </a:lnTo>
                <a:lnTo>
                  <a:pt x="2079271" y="51515"/>
                </a:lnTo>
                <a:lnTo>
                  <a:pt x="2079271" y="141105"/>
                </a:lnTo>
                <a:lnTo>
                  <a:pt x="2056874" y="141105"/>
                </a:lnTo>
                <a:moveTo>
                  <a:pt x="2057805" y="30517"/>
                </a:moveTo>
                <a:cubicBezTo>
                  <a:pt x="2055069" y="27841"/>
                  <a:pt x="2053701" y="24700"/>
                  <a:pt x="2053701" y="21092"/>
                </a:cubicBezTo>
                <a:cubicBezTo>
                  <a:pt x="2053701" y="17483"/>
                  <a:pt x="2055069" y="14341"/>
                  <a:pt x="2057805" y="11665"/>
                </a:cubicBezTo>
                <a:cubicBezTo>
                  <a:pt x="2060543" y="8990"/>
                  <a:pt x="2063903" y="7653"/>
                  <a:pt x="2067884" y="7653"/>
                </a:cubicBezTo>
                <a:cubicBezTo>
                  <a:pt x="2071991" y="7653"/>
                  <a:pt x="2075444" y="8929"/>
                  <a:pt x="2078243" y="11480"/>
                </a:cubicBezTo>
                <a:cubicBezTo>
                  <a:pt x="2081043" y="14030"/>
                  <a:pt x="2082443" y="17234"/>
                  <a:pt x="2082443" y="21092"/>
                </a:cubicBezTo>
                <a:cubicBezTo>
                  <a:pt x="2082443" y="24949"/>
                  <a:pt x="2081043" y="28153"/>
                  <a:pt x="2078243" y="30704"/>
                </a:cubicBezTo>
                <a:cubicBezTo>
                  <a:pt x="2075444" y="33254"/>
                  <a:pt x="2071991" y="34529"/>
                  <a:pt x="2067884" y="34529"/>
                </a:cubicBezTo>
                <a:cubicBezTo>
                  <a:pt x="2063903" y="34529"/>
                  <a:pt x="2060543" y="33192"/>
                  <a:pt x="2057805" y="30517"/>
                </a:cubicBezTo>
                <a:close/>
                <a:moveTo>
                  <a:pt x="2197605" y="0"/>
                </a:moveTo>
                <a:lnTo>
                  <a:pt x="2197605" y="141105"/>
                </a:lnTo>
                <a:lnTo>
                  <a:pt x="2176328" y="141105"/>
                </a:lnTo>
                <a:lnTo>
                  <a:pt x="2176328" y="127665"/>
                </a:lnTo>
                <a:lnTo>
                  <a:pt x="2175955" y="127665"/>
                </a:lnTo>
                <a:cubicBezTo>
                  <a:pt x="2172968" y="132767"/>
                  <a:pt x="2168675" y="136718"/>
                  <a:pt x="2163076" y="139519"/>
                </a:cubicBezTo>
                <a:cubicBezTo>
                  <a:pt x="2157477" y="142319"/>
                  <a:pt x="2151504" y="143720"/>
                  <a:pt x="2145159" y="143720"/>
                </a:cubicBezTo>
                <a:cubicBezTo>
                  <a:pt x="2131843" y="143720"/>
                  <a:pt x="2121173" y="139115"/>
                  <a:pt x="2113147" y="129907"/>
                </a:cubicBezTo>
                <a:cubicBezTo>
                  <a:pt x="2105121" y="120698"/>
                  <a:pt x="2101108" y="109374"/>
                  <a:pt x="2101108" y="95936"/>
                </a:cubicBezTo>
                <a:cubicBezTo>
                  <a:pt x="2101108" y="82497"/>
                  <a:pt x="2105183" y="71298"/>
                  <a:pt x="2113332" y="62340"/>
                </a:cubicBezTo>
                <a:cubicBezTo>
                  <a:pt x="2121483" y="53380"/>
                  <a:pt x="2131905" y="48900"/>
                  <a:pt x="2144598" y="48900"/>
                </a:cubicBezTo>
                <a:cubicBezTo>
                  <a:pt x="2157165" y="48900"/>
                  <a:pt x="2167182" y="53567"/>
                  <a:pt x="2174647" y="62899"/>
                </a:cubicBezTo>
                <a:lnTo>
                  <a:pt x="2175208" y="62899"/>
                </a:lnTo>
                <a:lnTo>
                  <a:pt x="2175208" y="0"/>
                </a:lnTo>
                <a:lnTo>
                  <a:pt x="2197605" y="0"/>
                </a:lnTo>
                <a:moveTo>
                  <a:pt x="2130691" y="75780"/>
                </a:moveTo>
                <a:cubicBezTo>
                  <a:pt x="2126149" y="81503"/>
                  <a:pt x="2123878" y="88222"/>
                  <a:pt x="2123878" y="95938"/>
                </a:cubicBezTo>
                <a:cubicBezTo>
                  <a:pt x="2123878" y="103653"/>
                  <a:pt x="2126149" y="110434"/>
                  <a:pt x="2130691" y="116282"/>
                </a:cubicBezTo>
                <a:cubicBezTo>
                  <a:pt x="2135234" y="122130"/>
                  <a:pt x="2141549" y="125054"/>
                  <a:pt x="2149636" y="125054"/>
                </a:cubicBezTo>
                <a:cubicBezTo>
                  <a:pt x="2157476" y="125054"/>
                  <a:pt x="2163822" y="122130"/>
                  <a:pt x="2168675" y="116282"/>
                </a:cubicBezTo>
                <a:cubicBezTo>
                  <a:pt x="2173528" y="110434"/>
                  <a:pt x="2175955" y="103777"/>
                  <a:pt x="2175955" y="96311"/>
                </a:cubicBezTo>
                <a:cubicBezTo>
                  <a:pt x="2175955" y="88844"/>
                  <a:pt x="2173528" y="82125"/>
                  <a:pt x="2168675" y="76153"/>
                </a:cubicBezTo>
                <a:cubicBezTo>
                  <a:pt x="2163822" y="70180"/>
                  <a:pt x="2157476" y="67193"/>
                  <a:pt x="2149636" y="67193"/>
                </a:cubicBezTo>
                <a:cubicBezTo>
                  <a:pt x="2141549" y="67193"/>
                  <a:pt x="2135234" y="70056"/>
                  <a:pt x="2130691" y="75780"/>
                </a:cubicBezTo>
                <a:close/>
              </a:path>
            </a:pathLst>
          </a:custGeom>
          <a:solidFill xmlns:a="http://schemas.openxmlformats.org/drawingml/2006/main">
            <a:srgbClr val="8071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FCD70-C9C3-4185-AE0E-8FF73F1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43" y="1031989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9C22F-4CD0-455E-9497-28C9E3CD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43" y="1031989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45303-DF55-41C1-8C37-D02D9FAB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8" y="1031989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FB01D-7295-41CF-B2CD-2AA6E27F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8" y="1031989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7B33A-C8A0-48F8-8BD6-E8CE78CC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526" y="1031989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68E1A-82CA-400F-8D1B-3DC47798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526" y="1031989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E1362-1C19-493D-99E1-38967CB0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43" y="699603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4C2D6-26CA-46F4-B338-B33AD308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43" y="699603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C7B25-C91E-4EF5-8C04-FD8311C8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8" y="699603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1A913-7C19-4711-A16F-C9642983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8" y="699603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65294-EAB0-4550-99CA-CB25B286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526" y="699603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E7EB1-4B43-4EBE-A173-D7DA8D58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526" y="699603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1B7EE-AEEC-4632-94D3-EFE6026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43" y="367207"/>
            <a:ext cx="332384" cy="332396"/>
          </a:xfrm>
          <a:custGeom xmlns:a="http://schemas.openxmlformats.org/drawingml/2006/main">
            <a:pathLst>
              <a:path w="332384" h="332396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14CB3-119D-483D-B69B-9DA37F1B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43" y="367207"/>
            <a:ext cx="332384" cy="332396"/>
          </a:xfrm>
          <a:custGeom xmlns:a="http://schemas.openxmlformats.org/drawingml/2006/main">
            <a:pathLst>
              <a:path w="332384" h="332396" fill="none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8EC06-DD5C-4BB6-979F-14B1024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8" y="367207"/>
            <a:ext cx="332398" cy="332396"/>
          </a:xfrm>
          <a:custGeom xmlns:a="http://schemas.openxmlformats.org/drawingml/2006/main">
            <a:pathLst>
              <a:path w="332398" h="332396">
                <a:moveTo>
                  <a:pt x="0" y="0"/>
                </a:moveTo>
                <a:lnTo>
                  <a:pt x="332398" y="0"/>
                </a:lnTo>
                <a:lnTo>
                  <a:pt x="332398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B6C6E-C686-4F3D-968D-D465CA24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8" y="367207"/>
            <a:ext cx="332398" cy="332396"/>
          </a:xfrm>
          <a:custGeom xmlns:a="http://schemas.openxmlformats.org/drawingml/2006/main">
            <a:pathLst>
              <a:path w="332398" h="332396" fill="none">
                <a:moveTo>
                  <a:pt x="0" y="0"/>
                </a:moveTo>
                <a:lnTo>
                  <a:pt x="332398" y="0"/>
                </a:lnTo>
                <a:lnTo>
                  <a:pt x="332398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CCB2C-E995-4A75-A915-CDB391F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526" y="367207"/>
            <a:ext cx="332384" cy="332396"/>
          </a:xfrm>
          <a:custGeom xmlns:a="http://schemas.openxmlformats.org/drawingml/2006/main">
            <a:pathLst>
              <a:path w="332384" h="332396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D9718-91B2-4DA0-8671-8535BE6C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526" y="367207"/>
            <a:ext cx="332384" cy="332396"/>
          </a:xfrm>
          <a:custGeom xmlns:a="http://schemas.openxmlformats.org/drawingml/2006/main">
            <a:pathLst>
              <a:path w="332384" h="332396" fill="none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86" name="Text 1.Constructprimal">
            <a:extLst xmlns:a="http://schemas.openxmlformats.org/drawingml/2006/main">
              <a:ext uri="{FF2B5EF4-FFF2-40B4-BE49-F238E27FC236}">
                <a16:creationId xmlns:a16="http://schemas.microsoft.com/office/drawing/2014/main" id="{800BD931-74A8-47F0-B70B-B0418C76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60" y="1449542"/>
            <a:ext cx="1070464" cy="127716"/>
          </a:xfrm>
          <a:custGeom xmlns:a="http://schemas.openxmlformats.org/drawingml/2006/main">
            <a:pathLst>
              <a:path w="1070464" h="127716">
                <a:moveTo>
                  <a:pt x="0" y="13664"/>
                </a:moveTo>
                <a:lnTo>
                  <a:pt x="22659" y="2609"/>
                </a:lnTo>
                <a:lnTo>
                  <a:pt x="24925" y="2609"/>
                </a:lnTo>
                <a:lnTo>
                  <a:pt x="24925" y="81230"/>
                </a:lnTo>
                <a:cubicBezTo>
                  <a:pt x="24925" y="86449"/>
                  <a:pt x="25143" y="89699"/>
                  <a:pt x="25578" y="90981"/>
                </a:cubicBezTo>
                <a:cubicBezTo>
                  <a:pt x="26013" y="92262"/>
                  <a:pt x="26917" y="93247"/>
                  <a:pt x="28290" y="93933"/>
                </a:cubicBezTo>
                <a:cubicBezTo>
                  <a:pt x="29663" y="94620"/>
                  <a:pt x="32456" y="95009"/>
                  <a:pt x="36667" y="95100"/>
                </a:cubicBezTo>
                <a:lnTo>
                  <a:pt x="36667" y="97641"/>
                </a:lnTo>
                <a:lnTo>
                  <a:pt x="1648" y="97641"/>
                </a:lnTo>
                <a:lnTo>
                  <a:pt x="1648" y="95100"/>
                </a:lnTo>
                <a:cubicBezTo>
                  <a:pt x="6043" y="95009"/>
                  <a:pt x="8881" y="94631"/>
                  <a:pt x="10162" y="93967"/>
                </a:cubicBezTo>
                <a:cubicBezTo>
                  <a:pt x="11444" y="93304"/>
                  <a:pt x="12337" y="92411"/>
                  <a:pt x="12840" y="91290"/>
                </a:cubicBezTo>
                <a:cubicBezTo>
                  <a:pt x="13344" y="90168"/>
                  <a:pt x="13596" y="86815"/>
                  <a:pt x="13596" y="81230"/>
                </a:cubicBezTo>
                <a:lnTo>
                  <a:pt x="13596" y="30968"/>
                </a:lnTo>
                <a:cubicBezTo>
                  <a:pt x="13596" y="24193"/>
                  <a:pt x="13367" y="19844"/>
                  <a:pt x="12909" y="17921"/>
                </a:cubicBezTo>
                <a:cubicBezTo>
                  <a:pt x="12589" y="16457"/>
                  <a:pt x="12005" y="15381"/>
                  <a:pt x="11158" y="14694"/>
                </a:cubicBezTo>
                <a:cubicBezTo>
                  <a:pt x="10311" y="14008"/>
                  <a:pt x="9293" y="13664"/>
                  <a:pt x="8102" y="13664"/>
                </a:cubicBezTo>
                <a:cubicBezTo>
                  <a:pt x="6409" y="13664"/>
                  <a:pt x="4051" y="14374"/>
                  <a:pt x="1030" y="15793"/>
                </a:cubicBezTo>
                <a:lnTo>
                  <a:pt x="0" y="13664"/>
                </a:lnTo>
                <a:close/>
                <a:moveTo>
                  <a:pt x="71412" y="84320"/>
                </a:moveTo>
                <a:cubicBezTo>
                  <a:pt x="73563" y="84320"/>
                  <a:pt x="75371" y="85064"/>
                  <a:pt x="76836" y="86552"/>
                </a:cubicBezTo>
                <a:cubicBezTo>
                  <a:pt x="78301" y="88039"/>
                  <a:pt x="79033" y="89836"/>
                  <a:pt x="79033" y="91942"/>
                </a:cubicBezTo>
                <a:cubicBezTo>
                  <a:pt x="79033" y="94048"/>
                  <a:pt x="78290" y="95844"/>
                  <a:pt x="76802" y="97332"/>
                </a:cubicBezTo>
                <a:cubicBezTo>
                  <a:pt x="75314" y="98820"/>
                  <a:pt x="73517" y="99564"/>
                  <a:pt x="71412" y="99564"/>
                </a:cubicBezTo>
                <a:cubicBezTo>
                  <a:pt x="69306" y="99564"/>
                  <a:pt x="67509" y="98820"/>
                  <a:pt x="66021" y="97332"/>
                </a:cubicBezTo>
                <a:cubicBezTo>
                  <a:pt x="64534" y="95844"/>
                  <a:pt x="63790" y="94048"/>
                  <a:pt x="63790" y="91942"/>
                </a:cubicBezTo>
                <a:cubicBezTo>
                  <a:pt x="63790" y="89790"/>
                  <a:pt x="64534" y="87982"/>
                  <a:pt x="66021" y="86517"/>
                </a:cubicBezTo>
                <a:cubicBezTo>
                  <a:pt x="67509" y="85053"/>
                  <a:pt x="69306" y="84320"/>
                  <a:pt x="71412" y="84320"/>
                </a:cubicBezTo>
                <a:close/>
                <a:moveTo>
                  <a:pt x="208810" y="2472"/>
                </a:moveTo>
                <a:lnTo>
                  <a:pt x="210939" y="34058"/>
                </a:lnTo>
                <a:lnTo>
                  <a:pt x="208810" y="34058"/>
                </a:lnTo>
                <a:cubicBezTo>
                  <a:pt x="205972" y="24558"/>
                  <a:pt x="201921" y="17720"/>
                  <a:pt x="196657" y="13544"/>
                </a:cubicBezTo>
                <a:cubicBezTo>
                  <a:pt x="191392" y="9367"/>
                  <a:pt x="185075" y="7278"/>
                  <a:pt x="177705" y="7278"/>
                </a:cubicBezTo>
                <a:cubicBezTo>
                  <a:pt x="171525" y="7278"/>
                  <a:pt x="165940" y="8848"/>
                  <a:pt x="160951" y="11986"/>
                </a:cubicBezTo>
                <a:cubicBezTo>
                  <a:pt x="155961" y="15123"/>
                  <a:pt x="152036" y="20128"/>
                  <a:pt x="149175" y="27000"/>
                </a:cubicBezTo>
                <a:cubicBezTo>
                  <a:pt x="146314" y="33872"/>
                  <a:pt x="144883" y="42417"/>
                  <a:pt x="144883" y="52634"/>
                </a:cubicBezTo>
                <a:cubicBezTo>
                  <a:pt x="144883" y="61062"/>
                  <a:pt x="146234" y="68369"/>
                  <a:pt x="148934" y="74555"/>
                </a:cubicBezTo>
                <a:cubicBezTo>
                  <a:pt x="151635" y="80739"/>
                  <a:pt x="155698" y="85480"/>
                  <a:pt x="161122" y="88779"/>
                </a:cubicBezTo>
                <a:cubicBezTo>
                  <a:pt x="166547" y="92078"/>
                  <a:pt x="172738" y="93727"/>
                  <a:pt x="179696" y="93727"/>
                </a:cubicBezTo>
                <a:cubicBezTo>
                  <a:pt x="185739" y="93727"/>
                  <a:pt x="191072" y="92434"/>
                  <a:pt x="195695" y="89848"/>
                </a:cubicBezTo>
                <a:cubicBezTo>
                  <a:pt x="200319" y="87261"/>
                  <a:pt x="205400" y="82123"/>
                  <a:pt x="210939" y="74432"/>
                </a:cubicBezTo>
                <a:lnTo>
                  <a:pt x="213067" y="75801"/>
                </a:lnTo>
                <a:cubicBezTo>
                  <a:pt x="208398" y="84065"/>
                  <a:pt x="202951" y="90115"/>
                  <a:pt x="196725" y="93950"/>
                </a:cubicBezTo>
                <a:cubicBezTo>
                  <a:pt x="190500" y="97784"/>
                  <a:pt x="183107" y="99701"/>
                  <a:pt x="174546" y="99701"/>
                </a:cubicBezTo>
                <a:cubicBezTo>
                  <a:pt x="159120" y="99701"/>
                  <a:pt x="147172" y="93987"/>
                  <a:pt x="138703" y="82558"/>
                </a:cubicBezTo>
                <a:cubicBezTo>
                  <a:pt x="132386" y="74057"/>
                  <a:pt x="129227" y="64046"/>
                  <a:pt x="129227" y="52526"/>
                </a:cubicBezTo>
                <a:cubicBezTo>
                  <a:pt x="129227" y="43247"/>
                  <a:pt x="131310" y="34721"/>
                  <a:pt x="135476" y="26951"/>
                </a:cubicBezTo>
                <a:cubicBezTo>
                  <a:pt x="139642" y="19180"/>
                  <a:pt x="145375" y="13158"/>
                  <a:pt x="152677" y="8883"/>
                </a:cubicBezTo>
                <a:cubicBezTo>
                  <a:pt x="159978" y="4609"/>
                  <a:pt x="167955" y="2472"/>
                  <a:pt x="176606" y="2472"/>
                </a:cubicBezTo>
                <a:cubicBezTo>
                  <a:pt x="183336" y="2472"/>
                  <a:pt x="189973" y="4120"/>
                  <a:pt x="196519" y="7416"/>
                </a:cubicBezTo>
                <a:cubicBezTo>
                  <a:pt x="198442" y="8423"/>
                  <a:pt x="199815" y="8926"/>
                  <a:pt x="200639" y="8926"/>
                </a:cubicBezTo>
                <a:cubicBezTo>
                  <a:pt x="201875" y="8926"/>
                  <a:pt x="202951" y="8492"/>
                  <a:pt x="203866" y="7622"/>
                </a:cubicBezTo>
                <a:cubicBezTo>
                  <a:pt x="205057" y="6386"/>
                  <a:pt x="205903" y="4669"/>
                  <a:pt x="206407" y="2472"/>
                </a:cubicBezTo>
                <a:lnTo>
                  <a:pt x="208810" y="2472"/>
                </a:lnTo>
                <a:close/>
                <a:moveTo>
                  <a:pt x="253100" y="32959"/>
                </a:moveTo>
                <a:cubicBezTo>
                  <a:pt x="262622" y="32959"/>
                  <a:pt x="270267" y="36572"/>
                  <a:pt x="276034" y="43797"/>
                </a:cubicBezTo>
                <a:cubicBezTo>
                  <a:pt x="280933" y="49970"/>
                  <a:pt x="283382" y="57058"/>
                  <a:pt x="283382" y="65062"/>
                </a:cubicBezTo>
                <a:cubicBezTo>
                  <a:pt x="283382" y="70687"/>
                  <a:pt x="282031" y="76380"/>
                  <a:pt x="279330" y="82142"/>
                </a:cubicBezTo>
                <a:cubicBezTo>
                  <a:pt x="276630" y="87903"/>
                  <a:pt x="272910" y="92247"/>
                  <a:pt x="268172" y="95173"/>
                </a:cubicBezTo>
                <a:cubicBezTo>
                  <a:pt x="263434" y="98100"/>
                  <a:pt x="258159" y="99564"/>
                  <a:pt x="252345" y="99564"/>
                </a:cubicBezTo>
                <a:cubicBezTo>
                  <a:pt x="242869" y="99564"/>
                  <a:pt x="235339" y="95791"/>
                  <a:pt x="229754" y="88245"/>
                </a:cubicBezTo>
                <a:cubicBezTo>
                  <a:pt x="225039" y="81889"/>
                  <a:pt x="222682" y="74756"/>
                  <a:pt x="222682" y="66845"/>
                </a:cubicBezTo>
                <a:cubicBezTo>
                  <a:pt x="222682" y="61083"/>
                  <a:pt x="224112" y="55355"/>
                  <a:pt x="226973" y="49662"/>
                </a:cubicBezTo>
                <a:cubicBezTo>
                  <a:pt x="229834" y="43968"/>
                  <a:pt x="233599" y="39761"/>
                  <a:pt x="238269" y="37040"/>
                </a:cubicBezTo>
                <a:cubicBezTo>
                  <a:pt x="242938" y="34319"/>
                  <a:pt x="247882" y="32959"/>
                  <a:pt x="253100" y="32959"/>
                </a:cubicBezTo>
                <a:moveTo>
                  <a:pt x="250972" y="37491"/>
                </a:moveTo>
                <a:cubicBezTo>
                  <a:pt x="248546" y="37491"/>
                  <a:pt x="246108" y="38211"/>
                  <a:pt x="243659" y="39652"/>
                </a:cubicBezTo>
                <a:cubicBezTo>
                  <a:pt x="241210" y="41092"/>
                  <a:pt x="239230" y="43618"/>
                  <a:pt x="237719" y="47231"/>
                </a:cubicBezTo>
                <a:cubicBezTo>
                  <a:pt x="236209" y="50843"/>
                  <a:pt x="235453" y="55483"/>
                  <a:pt x="235453" y="61152"/>
                </a:cubicBezTo>
                <a:cubicBezTo>
                  <a:pt x="235453" y="70296"/>
                  <a:pt x="237273" y="78183"/>
                  <a:pt x="240912" y="84814"/>
                </a:cubicBezTo>
                <a:cubicBezTo>
                  <a:pt x="244552" y="91443"/>
                  <a:pt x="249347" y="94757"/>
                  <a:pt x="255298" y="94757"/>
                </a:cubicBezTo>
                <a:cubicBezTo>
                  <a:pt x="259738" y="94757"/>
                  <a:pt x="263400" y="92928"/>
                  <a:pt x="266284" y="89270"/>
                </a:cubicBezTo>
                <a:cubicBezTo>
                  <a:pt x="269168" y="85613"/>
                  <a:pt x="270610" y="79326"/>
                  <a:pt x="270610" y="70411"/>
                </a:cubicBezTo>
                <a:cubicBezTo>
                  <a:pt x="270610" y="59255"/>
                  <a:pt x="268207" y="50476"/>
                  <a:pt x="263400" y="44074"/>
                </a:cubicBezTo>
                <a:cubicBezTo>
                  <a:pt x="260150" y="39685"/>
                  <a:pt x="256007" y="37491"/>
                  <a:pt x="250972" y="37491"/>
                </a:cubicBezTo>
                <a:close/>
                <a:moveTo>
                  <a:pt x="310985" y="46280"/>
                </a:moveTo>
                <a:cubicBezTo>
                  <a:pt x="318355" y="37399"/>
                  <a:pt x="325382" y="32959"/>
                  <a:pt x="332065" y="32959"/>
                </a:cubicBezTo>
                <a:cubicBezTo>
                  <a:pt x="335498" y="32959"/>
                  <a:pt x="338451" y="33816"/>
                  <a:pt x="340923" y="35530"/>
                </a:cubicBezTo>
                <a:cubicBezTo>
                  <a:pt x="343395" y="37242"/>
                  <a:pt x="345363" y="40062"/>
                  <a:pt x="346828" y="43990"/>
                </a:cubicBezTo>
                <a:cubicBezTo>
                  <a:pt x="347835" y="46730"/>
                  <a:pt x="348339" y="50932"/>
                  <a:pt x="348339" y="56597"/>
                </a:cubicBezTo>
                <a:lnTo>
                  <a:pt x="348339" y="83385"/>
                </a:lnTo>
                <a:cubicBezTo>
                  <a:pt x="348339" y="87359"/>
                  <a:pt x="348659" y="90054"/>
                  <a:pt x="349300" y="91470"/>
                </a:cubicBezTo>
                <a:cubicBezTo>
                  <a:pt x="349804" y="92611"/>
                  <a:pt x="350616" y="93502"/>
                  <a:pt x="351738" y="94141"/>
                </a:cubicBezTo>
                <a:cubicBezTo>
                  <a:pt x="352859" y="94781"/>
                  <a:pt x="354930" y="95100"/>
                  <a:pt x="357952" y="95100"/>
                </a:cubicBezTo>
                <a:lnTo>
                  <a:pt x="357952" y="97641"/>
                </a:lnTo>
                <a:lnTo>
                  <a:pt x="326847" y="97641"/>
                </a:lnTo>
                <a:lnTo>
                  <a:pt x="326847" y="95100"/>
                </a:lnTo>
                <a:lnTo>
                  <a:pt x="328151" y="95100"/>
                </a:lnTo>
                <a:cubicBezTo>
                  <a:pt x="331081" y="95100"/>
                  <a:pt x="333129" y="94656"/>
                  <a:pt x="334297" y="93768"/>
                </a:cubicBezTo>
                <a:cubicBezTo>
                  <a:pt x="335464" y="92880"/>
                  <a:pt x="336277" y="91571"/>
                  <a:pt x="336734" y="89841"/>
                </a:cubicBezTo>
                <a:cubicBezTo>
                  <a:pt x="336917" y="89157"/>
                  <a:pt x="337009" y="87017"/>
                  <a:pt x="337009" y="83419"/>
                </a:cubicBezTo>
                <a:lnTo>
                  <a:pt x="337009" y="57801"/>
                </a:lnTo>
                <a:cubicBezTo>
                  <a:pt x="337009" y="52109"/>
                  <a:pt x="336265" y="47976"/>
                  <a:pt x="334777" y="45402"/>
                </a:cubicBezTo>
                <a:cubicBezTo>
                  <a:pt x="333290" y="42829"/>
                  <a:pt x="330783" y="41542"/>
                  <a:pt x="327258" y="41542"/>
                </a:cubicBezTo>
                <a:cubicBezTo>
                  <a:pt x="321811" y="41542"/>
                  <a:pt x="316387" y="44503"/>
                  <a:pt x="310985" y="50423"/>
                </a:cubicBezTo>
                <a:lnTo>
                  <a:pt x="310985" y="83419"/>
                </a:lnTo>
                <a:cubicBezTo>
                  <a:pt x="310985" y="87655"/>
                  <a:pt x="311237" y="90273"/>
                  <a:pt x="311740" y="91275"/>
                </a:cubicBezTo>
                <a:cubicBezTo>
                  <a:pt x="312381" y="92595"/>
                  <a:pt x="313262" y="93563"/>
                  <a:pt x="314384" y="94178"/>
                </a:cubicBezTo>
                <a:cubicBezTo>
                  <a:pt x="315505" y="94793"/>
                  <a:pt x="317783" y="95100"/>
                  <a:pt x="321216" y="95100"/>
                </a:cubicBezTo>
                <a:lnTo>
                  <a:pt x="321216" y="97641"/>
                </a:lnTo>
                <a:lnTo>
                  <a:pt x="290111" y="97641"/>
                </a:lnTo>
                <a:lnTo>
                  <a:pt x="290111" y="95100"/>
                </a:lnTo>
                <a:lnTo>
                  <a:pt x="291484" y="95100"/>
                </a:lnTo>
                <a:cubicBezTo>
                  <a:pt x="294688" y="95100"/>
                  <a:pt x="296851" y="94290"/>
                  <a:pt x="297973" y="92669"/>
                </a:cubicBezTo>
                <a:cubicBezTo>
                  <a:pt x="299094" y="91047"/>
                  <a:pt x="299655" y="87952"/>
                  <a:pt x="299655" y="83385"/>
                </a:cubicBezTo>
                <a:lnTo>
                  <a:pt x="299655" y="60090"/>
                </a:lnTo>
                <a:cubicBezTo>
                  <a:pt x="299655" y="52554"/>
                  <a:pt x="299483" y="47964"/>
                  <a:pt x="299140" y="46321"/>
                </a:cubicBezTo>
                <a:cubicBezTo>
                  <a:pt x="298797" y="44676"/>
                  <a:pt x="298270" y="43556"/>
                  <a:pt x="297561" y="42963"/>
                </a:cubicBezTo>
                <a:cubicBezTo>
                  <a:pt x="296851" y="42369"/>
                  <a:pt x="295901" y="42072"/>
                  <a:pt x="294711" y="42072"/>
                </a:cubicBezTo>
                <a:cubicBezTo>
                  <a:pt x="293430" y="42072"/>
                  <a:pt x="291896" y="42415"/>
                  <a:pt x="290111" y="43100"/>
                </a:cubicBezTo>
                <a:lnTo>
                  <a:pt x="289081" y="40632"/>
                </a:lnTo>
                <a:lnTo>
                  <a:pt x="308032" y="32959"/>
                </a:lnTo>
                <a:lnTo>
                  <a:pt x="310985" y="32959"/>
                </a:lnTo>
                <a:lnTo>
                  <a:pt x="310985" y="46280"/>
                </a:lnTo>
                <a:close/>
                <a:moveTo>
                  <a:pt x="403614" y="32959"/>
                </a:moveTo>
                <a:lnTo>
                  <a:pt x="403614" y="54245"/>
                </a:lnTo>
                <a:lnTo>
                  <a:pt x="401348" y="54245"/>
                </a:lnTo>
                <a:cubicBezTo>
                  <a:pt x="399609" y="47569"/>
                  <a:pt x="397377" y="43028"/>
                  <a:pt x="394653" y="40622"/>
                </a:cubicBezTo>
                <a:cubicBezTo>
                  <a:pt x="391930" y="38214"/>
                  <a:pt x="388462" y="37010"/>
                  <a:pt x="384251" y="37010"/>
                </a:cubicBezTo>
                <a:cubicBezTo>
                  <a:pt x="381046" y="37010"/>
                  <a:pt x="378460" y="37856"/>
                  <a:pt x="376491" y="39549"/>
                </a:cubicBezTo>
                <a:cubicBezTo>
                  <a:pt x="374523" y="41240"/>
                  <a:pt x="373539" y="43114"/>
                  <a:pt x="373539" y="45173"/>
                </a:cubicBezTo>
                <a:cubicBezTo>
                  <a:pt x="373539" y="47733"/>
                  <a:pt x="374271" y="49928"/>
                  <a:pt x="375736" y="51756"/>
                </a:cubicBezTo>
                <a:cubicBezTo>
                  <a:pt x="377155" y="53631"/>
                  <a:pt x="380039" y="55620"/>
                  <a:pt x="384388" y="57723"/>
                </a:cubicBezTo>
                <a:lnTo>
                  <a:pt x="394413" y="62594"/>
                </a:lnTo>
                <a:cubicBezTo>
                  <a:pt x="403706" y="67120"/>
                  <a:pt x="408352" y="73088"/>
                  <a:pt x="408352" y="80496"/>
                </a:cubicBezTo>
                <a:cubicBezTo>
                  <a:pt x="408352" y="86211"/>
                  <a:pt x="406189" y="90818"/>
                  <a:pt x="401863" y="94317"/>
                </a:cubicBezTo>
                <a:cubicBezTo>
                  <a:pt x="397537" y="97815"/>
                  <a:pt x="392696" y="99564"/>
                  <a:pt x="387340" y="99564"/>
                </a:cubicBezTo>
                <a:cubicBezTo>
                  <a:pt x="383495" y="99564"/>
                  <a:pt x="379101" y="98877"/>
                  <a:pt x="374157" y="97504"/>
                </a:cubicBezTo>
                <a:cubicBezTo>
                  <a:pt x="372646" y="97046"/>
                  <a:pt x="371410" y="96817"/>
                  <a:pt x="370449" y="96817"/>
                </a:cubicBezTo>
                <a:cubicBezTo>
                  <a:pt x="369396" y="96817"/>
                  <a:pt x="368572" y="97412"/>
                  <a:pt x="367977" y="98602"/>
                </a:cubicBezTo>
                <a:lnTo>
                  <a:pt x="365711" y="98602"/>
                </a:lnTo>
                <a:lnTo>
                  <a:pt x="365711" y="76080"/>
                </a:lnTo>
                <a:lnTo>
                  <a:pt x="367977" y="76080"/>
                </a:lnTo>
                <a:cubicBezTo>
                  <a:pt x="369259" y="82512"/>
                  <a:pt x="371708" y="87359"/>
                  <a:pt x="375324" y="90620"/>
                </a:cubicBezTo>
                <a:cubicBezTo>
                  <a:pt x="378940" y="93882"/>
                  <a:pt x="382992" y="95512"/>
                  <a:pt x="387478" y="95512"/>
                </a:cubicBezTo>
                <a:cubicBezTo>
                  <a:pt x="390636" y="95512"/>
                  <a:pt x="393211" y="94587"/>
                  <a:pt x="395203" y="92736"/>
                </a:cubicBezTo>
                <a:cubicBezTo>
                  <a:pt x="397194" y="90883"/>
                  <a:pt x="398190" y="88654"/>
                  <a:pt x="398190" y="86047"/>
                </a:cubicBezTo>
                <a:cubicBezTo>
                  <a:pt x="398190" y="82892"/>
                  <a:pt x="397079" y="80240"/>
                  <a:pt x="394859" y="78091"/>
                </a:cubicBezTo>
                <a:cubicBezTo>
                  <a:pt x="392639" y="75942"/>
                  <a:pt x="388210" y="73222"/>
                  <a:pt x="381573" y="69931"/>
                </a:cubicBezTo>
                <a:cubicBezTo>
                  <a:pt x="374935" y="66638"/>
                  <a:pt x="370586" y="63665"/>
                  <a:pt x="368526" y="61013"/>
                </a:cubicBezTo>
                <a:cubicBezTo>
                  <a:pt x="366466" y="58406"/>
                  <a:pt x="365436" y="55114"/>
                  <a:pt x="365436" y="51136"/>
                </a:cubicBezTo>
                <a:cubicBezTo>
                  <a:pt x="365436" y="45969"/>
                  <a:pt x="367210" y="41648"/>
                  <a:pt x="370758" y="38173"/>
                </a:cubicBezTo>
                <a:cubicBezTo>
                  <a:pt x="374306" y="34697"/>
                  <a:pt x="378895" y="32959"/>
                  <a:pt x="384525" y="32959"/>
                </a:cubicBezTo>
                <a:cubicBezTo>
                  <a:pt x="386997" y="32959"/>
                  <a:pt x="389995" y="33485"/>
                  <a:pt x="393520" y="34538"/>
                </a:cubicBezTo>
                <a:cubicBezTo>
                  <a:pt x="395855" y="35225"/>
                  <a:pt x="397411" y="35568"/>
                  <a:pt x="398190" y="35568"/>
                </a:cubicBezTo>
                <a:cubicBezTo>
                  <a:pt x="398922" y="35568"/>
                  <a:pt x="399494" y="35408"/>
                  <a:pt x="399906" y="35088"/>
                </a:cubicBezTo>
                <a:cubicBezTo>
                  <a:pt x="400318" y="34767"/>
                  <a:pt x="400799" y="34058"/>
                  <a:pt x="401348" y="32959"/>
                </a:cubicBezTo>
                <a:lnTo>
                  <a:pt x="403614" y="32959"/>
                </a:lnTo>
                <a:close/>
                <a:moveTo>
                  <a:pt x="435933" y="14008"/>
                </a:moveTo>
                <a:lnTo>
                  <a:pt x="435933" y="34744"/>
                </a:lnTo>
                <a:lnTo>
                  <a:pt x="450627" y="34744"/>
                </a:lnTo>
                <a:lnTo>
                  <a:pt x="450627" y="39551"/>
                </a:lnTo>
                <a:lnTo>
                  <a:pt x="435933" y="39551"/>
                </a:lnTo>
                <a:lnTo>
                  <a:pt x="435933" y="80282"/>
                </a:lnTo>
                <a:cubicBezTo>
                  <a:pt x="435933" y="84352"/>
                  <a:pt x="436516" y="87095"/>
                  <a:pt x="437684" y="88513"/>
                </a:cubicBezTo>
                <a:cubicBezTo>
                  <a:pt x="438851" y="89929"/>
                  <a:pt x="440350" y="90637"/>
                  <a:pt x="442181" y="90637"/>
                </a:cubicBezTo>
                <a:cubicBezTo>
                  <a:pt x="443692" y="90637"/>
                  <a:pt x="445157" y="90168"/>
                  <a:pt x="446576" y="89230"/>
                </a:cubicBezTo>
                <a:cubicBezTo>
                  <a:pt x="447995" y="88291"/>
                  <a:pt x="449093" y="86906"/>
                  <a:pt x="449872" y="85075"/>
                </a:cubicBezTo>
                <a:lnTo>
                  <a:pt x="452550" y="85075"/>
                </a:lnTo>
                <a:cubicBezTo>
                  <a:pt x="450947" y="89574"/>
                  <a:pt x="448681" y="92977"/>
                  <a:pt x="445752" y="95283"/>
                </a:cubicBezTo>
                <a:cubicBezTo>
                  <a:pt x="442822" y="97587"/>
                  <a:pt x="439801" y="98740"/>
                  <a:pt x="436688" y="98740"/>
                </a:cubicBezTo>
                <a:cubicBezTo>
                  <a:pt x="434582" y="98740"/>
                  <a:pt x="432522" y="98155"/>
                  <a:pt x="430508" y="96987"/>
                </a:cubicBezTo>
                <a:cubicBezTo>
                  <a:pt x="428494" y="95818"/>
                  <a:pt x="427006" y="94146"/>
                  <a:pt x="426045" y="91970"/>
                </a:cubicBezTo>
                <a:cubicBezTo>
                  <a:pt x="425084" y="89793"/>
                  <a:pt x="424603" y="86435"/>
                  <a:pt x="424603" y="81898"/>
                </a:cubicBezTo>
                <a:lnTo>
                  <a:pt x="424603" y="39551"/>
                </a:lnTo>
                <a:lnTo>
                  <a:pt x="414646" y="39551"/>
                </a:lnTo>
                <a:lnTo>
                  <a:pt x="414646" y="37285"/>
                </a:lnTo>
                <a:cubicBezTo>
                  <a:pt x="417164" y="36275"/>
                  <a:pt x="419739" y="34565"/>
                  <a:pt x="422371" y="32154"/>
                </a:cubicBezTo>
                <a:cubicBezTo>
                  <a:pt x="425003" y="29744"/>
                  <a:pt x="427350" y="26886"/>
                  <a:pt x="429409" y="23580"/>
                </a:cubicBezTo>
                <a:cubicBezTo>
                  <a:pt x="430462" y="21836"/>
                  <a:pt x="431927" y="18645"/>
                  <a:pt x="433804" y="14008"/>
                </a:cubicBezTo>
                <a:lnTo>
                  <a:pt x="435933" y="14008"/>
                </a:lnTo>
                <a:close/>
                <a:moveTo>
                  <a:pt x="475164" y="32959"/>
                </a:moveTo>
                <a:lnTo>
                  <a:pt x="475164" y="47104"/>
                </a:lnTo>
                <a:cubicBezTo>
                  <a:pt x="480428" y="37674"/>
                  <a:pt x="485830" y="32959"/>
                  <a:pt x="491369" y="32959"/>
                </a:cubicBezTo>
                <a:cubicBezTo>
                  <a:pt x="493887" y="32959"/>
                  <a:pt x="495969" y="33726"/>
                  <a:pt x="497617" y="35259"/>
                </a:cubicBezTo>
                <a:cubicBezTo>
                  <a:pt x="499265" y="36793"/>
                  <a:pt x="500089" y="38567"/>
                  <a:pt x="500089" y="40581"/>
                </a:cubicBezTo>
                <a:cubicBezTo>
                  <a:pt x="500089" y="42366"/>
                  <a:pt x="499494" y="43877"/>
                  <a:pt x="498304" y="45113"/>
                </a:cubicBezTo>
                <a:cubicBezTo>
                  <a:pt x="497114" y="46349"/>
                  <a:pt x="495695" y="46967"/>
                  <a:pt x="494047" y="46967"/>
                </a:cubicBezTo>
                <a:cubicBezTo>
                  <a:pt x="492445" y="46967"/>
                  <a:pt x="490648" y="46177"/>
                  <a:pt x="488657" y="44598"/>
                </a:cubicBezTo>
                <a:cubicBezTo>
                  <a:pt x="486665" y="43018"/>
                  <a:pt x="485189" y="42229"/>
                  <a:pt x="484228" y="42229"/>
                </a:cubicBezTo>
                <a:cubicBezTo>
                  <a:pt x="483404" y="42229"/>
                  <a:pt x="482511" y="42685"/>
                  <a:pt x="481550" y="43598"/>
                </a:cubicBezTo>
                <a:cubicBezTo>
                  <a:pt x="479490" y="45470"/>
                  <a:pt x="477361" y="48552"/>
                  <a:pt x="475164" y="52844"/>
                </a:cubicBezTo>
                <a:lnTo>
                  <a:pt x="475164" y="82910"/>
                </a:lnTo>
                <a:cubicBezTo>
                  <a:pt x="475164" y="86379"/>
                  <a:pt x="475599" y="89004"/>
                  <a:pt x="476469" y="90785"/>
                </a:cubicBezTo>
                <a:cubicBezTo>
                  <a:pt x="477064" y="92018"/>
                  <a:pt x="478117" y="93046"/>
                  <a:pt x="479627" y="93869"/>
                </a:cubicBezTo>
                <a:cubicBezTo>
                  <a:pt x="481138" y="94690"/>
                  <a:pt x="483312" y="95100"/>
                  <a:pt x="486150" y="95100"/>
                </a:cubicBezTo>
                <a:lnTo>
                  <a:pt x="486150" y="97641"/>
                </a:lnTo>
                <a:lnTo>
                  <a:pt x="453946" y="97641"/>
                </a:lnTo>
                <a:lnTo>
                  <a:pt x="453946" y="95100"/>
                </a:lnTo>
                <a:cubicBezTo>
                  <a:pt x="457151" y="95100"/>
                  <a:pt x="459531" y="94598"/>
                  <a:pt x="461088" y="93594"/>
                </a:cubicBezTo>
                <a:cubicBezTo>
                  <a:pt x="462232" y="92863"/>
                  <a:pt x="463033" y="91698"/>
                  <a:pt x="463491" y="90099"/>
                </a:cubicBezTo>
                <a:cubicBezTo>
                  <a:pt x="463720" y="89322"/>
                  <a:pt x="463834" y="87107"/>
                  <a:pt x="463834" y="83453"/>
                </a:cubicBezTo>
                <a:lnTo>
                  <a:pt x="463834" y="59131"/>
                </a:lnTo>
                <a:cubicBezTo>
                  <a:pt x="463834" y="51822"/>
                  <a:pt x="463685" y="47472"/>
                  <a:pt x="463388" y="46080"/>
                </a:cubicBezTo>
                <a:cubicBezTo>
                  <a:pt x="463090" y="44687"/>
                  <a:pt x="462541" y="43671"/>
                  <a:pt x="461740" y="43031"/>
                </a:cubicBezTo>
                <a:cubicBezTo>
                  <a:pt x="460939" y="42392"/>
                  <a:pt x="459943" y="42072"/>
                  <a:pt x="458753" y="42072"/>
                </a:cubicBezTo>
                <a:cubicBezTo>
                  <a:pt x="457334" y="42072"/>
                  <a:pt x="455732" y="42415"/>
                  <a:pt x="453946" y="43100"/>
                </a:cubicBezTo>
                <a:lnTo>
                  <a:pt x="453260" y="40632"/>
                </a:lnTo>
                <a:lnTo>
                  <a:pt x="472280" y="32959"/>
                </a:lnTo>
                <a:lnTo>
                  <a:pt x="475164" y="32959"/>
                </a:lnTo>
                <a:close/>
                <a:moveTo>
                  <a:pt x="558728" y="34744"/>
                </a:moveTo>
                <a:lnTo>
                  <a:pt x="558728" y="72853"/>
                </a:lnTo>
                <a:cubicBezTo>
                  <a:pt x="558728" y="80132"/>
                  <a:pt x="558900" y="84583"/>
                  <a:pt x="559243" y="86208"/>
                </a:cubicBezTo>
                <a:cubicBezTo>
                  <a:pt x="559587" y="87833"/>
                  <a:pt x="560136" y="88966"/>
                  <a:pt x="560891" y="89607"/>
                </a:cubicBezTo>
                <a:cubicBezTo>
                  <a:pt x="561647" y="90248"/>
                  <a:pt x="562528" y="90569"/>
                  <a:pt x="563535" y="90569"/>
                </a:cubicBezTo>
                <a:cubicBezTo>
                  <a:pt x="564954" y="90569"/>
                  <a:pt x="566556" y="90179"/>
                  <a:pt x="568341" y="89401"/>
                </a:cubicBezTo>
                <a:lnTo>
                  <a:pt x="569303" y="91805"/>
                </a:lnTo>
                <a:lnTo>
                  <a:pt x="550488" y="99564"/>
                </a:lnTo>
                <a:lnTo>
                  <a:pt x="547399" y="99564"/>
                </a:lnTo>
                <a:lnTo>
                  <a:pt x="547399" y="86243"/>
                </a:lnTo>
                <a:cubicBezTo>
                  <a:pt x="541997" y="92102"/>
                  <a:pt x="537877" y="95787"/>
                  <a:pt x="535039" y="97298"/>
                </a:cubicBezTo>
                <a:cubicBezTo>
                  <a:pt x="532201" y="98808"/>
                  <a:pt x="529202" y="99564"/>
                  <a:pt x="526044" y="99564"/>
                </a:cubicBezTo>
                <a:cubicBezTo>
                  <a:pt x="522519" y="99564"/>
                  <a:pt x="519463" y="98545"/>
                  <a:pt x="516877" y="96508"/>
                </a:cubicBezTo>
                <a:cubicBezTo>
                  <a:pt x="514291" y="94471"/>
                  <a:pt x="512494" y="91850"/>
                  <a:pt x="511487" y="88646"/>
                </a:cubicBezTo>
                <a:cubicBezTo>
                  <a:pt x="510480" y="85442"/>
                  <a:pt x="509976" y="80910"/>
                  <a:pt x="509976" y="75050"/>
                </a:cubicBezTo>
                <a:lnTo>
                  <a:pt x="509976" y="46967"/>
                </a:lnTo>
                <a:cubicBezTo>
                  <a:pt x="509976" y="43991"/>
                  <a:pt x="509656" y="41931"/>
                  <a:pt x="509015" y="40787"/>
                </a:cubicBezTo>
                <a:cubicBezTo>
                  <a:pt x="508374" y="39642"/>
                  <a:pt x="507424" y="38761"/>
                  <a:pt x="506165" y="38143"/>
                </a:cubicBezTo>
                <a:cubicBezTo>
                  <a:pt x="504906" y="37525"/>
                  <a:pt x="502629" y="37239"/>
                  <a:pt x="499333" y="37285"/>
                </a:cubicBezTo>
                <a:lnTo>
                  <a:pt x="499333" y="34744"/>
                </a:lnTo>
                <a:lnTo>
                  <a:pt x="521375" y="34744"/>
                </a:lnTo>
                <a:lnTo>
                  <a:pt x="521375" y="76733"/>
                </a:lnTo>
                <a:cubicBezTo>
                  <a:pt x="521375" y="82578"/>
                  <a:pt x="522393" y="86414"/>
                  <a:pt x="524430" y="88240"/>
                </a:cubicBezTo>
                <a:cubicBezTo>
                  <a:pt x="526467" y="90067"/>
                  <a:pt x="528928" y="90981"/>
                  <a:pt x="531812" y="90981"/>
                </a:cubicBezTo>
                <a:cubicBezTo>
                  <a:pt x="533780" y="90981"/>
                  <a:pt x="536012" y="90364"/>
                  <a:pt x="538506" y="89131"/>
                </a:cubicBezTo>
                <a:cubicBezTo>
                  <a:pt x="541001" y="87898"/>
                  <a:pt x="543965" y="85547"/>
                  <a:pt x="547399" y="82078"/>
                </a:cubicBezTo>
                <a:lnTo>
                  <a:pt x="547399" y="46531"/>
                </a:lnTo>
                <a:cubicBezTo>
                  <a:pt x="547399" y="42969"/>
                  <a:pt x="546746" y="40561"/>
                  <a:pt x="545442" y="39306"/>
                </a:cubicBezTo>
                <a:cubicBezTo>
                  <a:pt x="544137" y="38050"/>
                  <a:pt x="541425" y="37376"/>
                  <a:pt x="537305" y="37285"/>
                </a:cubicBezTo>
                <a:lnTo>
                  <a:pt x="537305" y="34744"/>
                </a:lnTo>
                <a:lnTo>
                  <a:pt x="558728" y="34744"/>
                </a:lnTo>
                <a:close/>
                <a:moveTo>
                  <a:pt x="627324" y="73746"/>
                </a:moveTo>
                <a:cubicBezTo>
                  <a:pt x="625631" y="82031"/>
                  <a:pt x="622312" y="88406"/>
                  <a:pt x="617368" y="92869"/>
                </a:cubicBezTo>
                <a:cubicBezTo>
                  <a:pt x="612424" y="97332"/>
                  <a:pt x="606954" y="99564"/>
                  <a:pt x="600957" y="99564"/>
                </a:cubicBezTo>
                <a:cubicBezTo>
                  <a:pt x="593816" y="99564"/>
                  <a:pt x="587590" y="96569"/>
                  <a:pt x="582280" y="90579"/>
                </a:cubicBezTo>
                <a:cubicBezTo>
                  <a:pt x="576970" y="84588"/>
                  <a:pt x="574315" y="76494"/>
                  <a:pt x="574315" y="66296"/>
                </a:cubicBezTo>
                <a:cubicBezTo>
                  <a:pt x="574315" y="56418"/>
                  <a:pt x="577256" y="48393"/>
                  <a:pt x="583139" y="42220"/>
                </a:cubicBezTo>
                <a:cubicBezTo>
                  <a:pt x="589021" y="36046"/>
                  <a:pt x="596082" y="32959"/>
                  <a:pt x="604322" y="32959"/>
                </a:cubicBezTo>
                <a:cubicBezTo>
                  <a:pt x="610502" y="32959"/>
                  <a:pt x="615583" y="34591"/>
                  <a:pt x="619565" y="37854"/>
                </a:cubicBezTo>
                <a:cubicBezTo>
                  <a:pt x="623548" y="41115"/>
                  <a:pt x="625539" y="44503"/>
                  <a:pt x="625539" y="48016"/>
                </a:cubicBezTo>
                <a:cubicBezTo>
                  <a:pt x="625539" y="49750"/>
                  <a:pt x="624978" y="51153"/>
                  <a:pt x="623857" y="52226"/>
                </a:cubicBezTo>
                <a:cubicBezTo>
                  <a:pt x="622735" y="53297"/>
                  <a:pt x="621168" y="53833"/>
                  <a:pt x="619153" y="53833"/>
                </a:cubicBezTo>
                <a:cubicBezTo>
                  <a:pt x="616453" y="53833"/>
                  <a:pt x="614415" y="52963"/>
                  <a:pt x="613042" y="51224"/>
                </a:cubicBezTo>
                <a:cubicBezTo>
                  <a:pt x="612264" y="50262"/>
                  <a:pt x="611749" y="48431"/>
                  <a:pt x="611497" y="45731"/>
                </a:cubicBezTo>
                <a:cubicBezTo>
                  <a:pt x="611245" y="43030"/>
                  <a:pt x="610318" y="40970"/>
                  <a:pt x="608716" y="39551"/>
                </a:cubicBezTo>
                <a:cubicBezTo>
                  <a:pt x="607114" y="38178"/>
                  <a:pt x="604894" y="37491"/>
                  <a:pt x="602056" y="37491"/>
                </a:cubicBezTo>
                <a:cubicBezTo>
                  <a:pt x="597478" y="37491"/>
                  <a:pt x="593793" y="39185"/>
                  <a:pt x="591001" y="42572"/>
                </a:cubicBezTo>
                <a:cubicBezTo>
                  <a:pt x="587293" y="47058"/>
                  <a:pt x="585439" y="52986"/>
                  <a:pt x="585439" y="60356"/>
                </a:cubicBezTo>
                <a:cubicBezTo>
                  <a:pt x="585439" y="67864"/>
                  <a:pt x="587281" y="74490"/>
                  <a:pt x="590966" y="80235"/>
                </a:cubicBezTo>
                <a:cubicBezTo>
                  <a:pt x="594651" y="85980"/>
                  <a:pt x="599630" y="88852"/>
                  <a:pt x="605901" y="88852"/>
                </a:cubicBezTo>
                <a:cubicBezTo>
                  <a:pt x="610387" y="88852"/>
                  <a:pt x="614415" y="87318"/>
                  <a:pt x="617986" y="84251"/>
                </a:cubicBezTo>
                <a:cubicBezTo>
                  <a:pt x="620504" y="82146"/>
                  <a:pt x="622953" y="78323"/>
                  <a:pt x="625333" y="72784"/>
                </a:cubicBezTo>
                <a:lnTo>
                  <a:pt x="627324" y="73746"/>
                </a:lnTo>
                <a:close/>
                <a:moveTo>
                  <a:pt x="654606" y="14008"/>
                </a:moveTo>
                <a:lnTo>
                  <a:pt x="654606" y="34744"/>
                </a:lnTo>
                <a:lnTo>
                  <a:pt x="669300" y="34744"/>
                </a:lnTo>
                <a:lnTo>
                  <a:pt x="669300" y="39551"/>
                </a:lnTo>
                <a:lnTo>
                  <a:pt x="654606" y="39551"/>
                </a:lnTo>
                <a:lnTo>
                  <a:pt x="654606" y="80282"/>
                </a:lnTo>
                <a:cubicBezTo>
                  <a:pt x="654606" y="84352"/>
                  <a:pt x="655190" y="87095"/>
                  <a:pt x="656357" y="88513"/>
                </a:cubicBezTo>
                <a:cubicBezTo>
                  <a:pt x="657524" y="89929"/>
                  <a:pt x="659023" y="90637"/>
                  <a:pt x="660855" y="90637"/>
                </a:cubicBezTo>
                <a:cubicBezTo>
                  <a:pt x="662365" y="90637"/>
                  <a:pt x="663830" y="90168"/>
                  <a:pt x="665249" y="89230"/>
                </a:cubicBezTo>
                <a:cubicBezTo>
                  <a:pt x="666668" y="88291"/>
                  <a:pt x="667767" y="86906"/>
                  <a:pt x="668545" y="85075"/>
                </a:cubicBezTo>
                <a:lnTo>
                  <a:pt x="671223" y="85075"/>
                </a:lnTo>
                <a:cubicBezTo>
                  <a:pt x="669621" y="89574"/>
                  <a:pt x="667355" y="92977"/>
                  <a:pt x="664425" y="95283"/>
                </a:cubicBezTo>
                <a:cubicBezTo>
                  <a:pt x="661495" y="97587"/>
                  <a:pt x="658474" y="98740"/>
                  <a:pt x="655361" y="98740"/>
                </a:cubicBezTo>
                <a:cubicBezTo>
                  <a:pt x="653256" y="98740"/>
                  <a:pt x="651196" y="98155"/>
                  <a:pt x="649181" y="96987"/>
                </a:cubicBezTo>
                <a:cubicBezTo>
                  <a:pt x="647167" y="95818"/>
                  <a:pt x="645680" y="94146"/>
                  <a:pt x="644718" y="91970"/>
                </a:cubicBezTo>
                <a:cubicBezTo>
                  <a:pt x="643757" y="89793"/>
                  <a:pt x="643276" y="86435"/>
                  <a:pt x="643276" y="81898"/>
                </a:cubicBezTo>
                <a:lnTo>
                  <a:pt x="643276" y="39551"/>
                </a:lnTo>
                <a:lnTo>
                  <a:pt x="633320" y="39551"/>
                </a:lnTo>
                <a:lnTo>
                  <a:pt x="633320" y="37285"/>
                </a:lnTo>
                <a:cubicBezTo>
                  <a:pt x="635838" y="36275"/>
                  <a:pt x="638413" y="34565"/>
                  <a:pt x="641045" y="32154"/>
                </a:cubicBezTo>
                <a:cubicBezTo>
                  <a:pt x="643677" y="29744"/>
                  <a:pt x="646023" y="26886"/>
                  <a:pt x="648083" y="23580"/>
                </a:cubicBezTo>
                <a:cubicBezTo>
                  <a:pt x="649136" y="21836"/>
                  <a:pt x="650601" y="18645"/>
                  <a:pt x="652477" y="14008"/>
                </a:cubicBezTo>
                <a:lnTo>
                  <a:pt x="654606" y="14008"/>
                </a:lnTo>
                <a:close/>
                <a:moveTo>
                  <a:pt x="706060" y="40931"/>
                </a:moveTo>
                <a:lnTo>
                  <a:pt x="725423" y="33096"/>
                </a:lnTo>
                <a:lnTo>
                  <a:pt x="728033" y="33096"/>
                </a:lnTo>
                <a:lnTo>
                  <a:pt x="728033" y="47791"/>
                </a:lnTo>
                <a:cubicBezTo>
                  <a:pt x="731283" y="42252"/>
                  <a:pt x="734544" y="38395"/>
                  <a:pt x="737817" y="36221"/>
                </a:cubicBezTo>
                <a:cubicBezTo>
                  <a:pt x="741090" y="34046"/>
                  <a:pt x="744535" y="32959"/>
                  <a:pt x="748151" y="32959"/>
                </a:cubicBezTo>
                <a:cubicBezTo>
                  <a:pt x="754469" y="32959"/>
                  <a:pt x="759733" y="35428"/>
                  <a:pt x="763944" y="40366"/>
                </a:cubicBezTo>
                <a:cubicBezTo>
                  <a:pt x="769117" y="46403"/>
                  <a:pt x="771703" y="54269"/>
                  <a:pt x="771703" y="63963"/>
                </a:cubicBezTo>
                <a:cubicBezTo>
                  <a:pt x="771703" y="74801"/>
                  <a:pt x="768591" y="83764"/>
                  <a:pt x="762365" y="90852"/>
                </a:cubicBezTo>
                <a:cubicBezTo>
                  <a:pt x="757238" y="96660"/>
                  <a:pt x="750784" y="99564"/>
                  <a:pt x="743001" y="99564"/>
                </a:cubicBezTo>
                <a:cubicBezTo>
                  <a:pt x="739614" y="99564"/>
                  <a:pt x="736684" y="99083"/>
                  <a:pt x="734212" y="98122"/>
                </a:cubicBezTo>
                <a:cubicBezTo>
                  <a:pt x="732381" y="97435"/>
                  <a:pt x="730321" y="96062"/>
                  <a:pt x="728033" y="94002"/>
                </a:cubicBezTo>
                <a:lnTo>
                  <a:pt x="728033" y="113159"/>
                </a:lnTo>
                <a:cubicBezTo>
                  <a:pt x="728033" y="117462"/>
                  <a:pt x="728296" y="120197"/>
                  <a:pt x="728822" y="121365"/>
                </a:cubicBezTo>
                <a:cubicBezTo>
                  <a:pt x="729349" y="122532"/>
                  <a:pt x="730264" y="123459"/>
                  <a:pt x="731569" y="124146"/>
                </a:cubicBezTo>
                <a:cubicBezTo>
                  <a:pt x="732873" y="124832"/>
                  <a:pt x="735242" y="125176"/>
                  <a:pt x="738676" y="125176"/>
                </a:cubicBezTo>
                <a:lnTo>
                  <a:pt x="738676" y="127716"/>
                </a:lnTo>
                <a:lnTo>
                  <a:pt x="705716" y="127716"/>
                </a:lnTo>
                <a:lnTo>
                  <a:pt x="705716" y="125176"/>
                </a:lnTo>
                <a:lnTo>
                  <a:pt x="707433" y="125176"/>
                </a:lnTo>
                <a:cubicBezTo>
                  <a:pt x="709951" y="125221"/>
                  <a:pt x="712102" y="124740"/>
                  <a:pt x="713888" y="123731"/>
                </a:cubicBezTo>
                <a:cubicBezTo>
                  <a:pt x="714757" y="123228"/>
                  <a:pt x="715432" y="122415"/>
                  <a:pt x="715913" y="121292"/>
                </a:cubicBezTo>
                <a:cubicBezTo>
                  <a:pt x="716394" y="120170"/>
                  <a:pt x="716634" y="117319"/>
                  <a:pt x="716634" y="112739"/>
                </a:cubicBezTo>
                <a:lnTo>
                  <a:pt x="716634" y="53230"/>
                </a:lnTo>
                <a:cubicBezTo>
                  <a:pt x="716634" y="49153"/>
                  <a:pt x="716451" y="46565"/>
                  <a:pt x="716085" y="45467"/>
                </a:cubicBezTo>
                <a:cubicBezTo>
                  <a:pt x="715719" y="44367"/>
                  <a:pt x="715135" y="43542"/>
                  <a:pt x="714334" y="42993"/>
                </a:cubicBezTo>
                <a:cubicBezTo>
                  <a:pt x="713533" y="42442"/>
                  <a:pt x="712446" y="42166"/>
                  <a:pt x="711072" y="42166"/>
                </a:cubicBezTo>
                <a:cubicBezTo>
                  <a:pt x="709974" y="42166"/>
                  <a:pt x="708577" y="42487"/>
                  <a:pt x="706884" y="43128"/>
                </a:cubicBezTo>
                <a:lnTo>
                  <a:pt x="706060" y="40931"/>
                </a:lnTo>
                <a:moveTo>
                  <a:pt x="728033" y="51966"/>
                </a:moveTo>
                <a:lnTo>
                  <a:pt x="728033" y="75419"/>
                </a:lnTo>
                <a:cubicBezTo>
                  <a:pt x="728033" y="80495"/>
                  <a:pt x="728239" y="83832"/>
                  <a:pt x="728650" y="85432"/>
                </a:cubicBezTo>
                <a:cubicBezTo>
                  <a:pt x="729291" y="88084"/>
                  <a:pt x="730859" y="90416"/>
                  <a:pt x="733354" y="92427"/>
                </a:cubicBezTo>
                <a:cubicBezTo>
                  <a:pt x="735849" y="94438"/>
                  <a:pt x="738996" y="95444"/>
                  <a:pt x="742795" y="95444"/>
                </a:cubicBezTo>
                <a:cubicBezTo>
                  <a:pt x="747373" y="95444"/>
                  <a:pt x="751081" y="93661"/>
                  <a:pt x="753919" y="90094"/>
                </a:cubicBezTo>
                <a:cubicBezTo>
                  <a:pt x="757627" y="85432"/>
                  <a:pt x="759481" y="78872"/>
                  <a:pt x="759481" y="70413"/>
                </a:cubicBezTo>
                <a:cubicBezTo>
                  <a:pt x="759481" y="60813"/>
                  <a:pt x="757375" y="53430"/>
                  <a:pt x="753164" y="48265"/>
                </a:cubicBezTo>
                <a:cubicBezTo>
                  <a:pt x="750234" y="44699"/>
                  <a:pt x="746755" y="42915"/>
                  <a:pt x="742727" y="42915"/>
                </a:cubicBezTo>
                <a:cubicBezTo>
                  <a:pt x="740530" y="42915"/>
                  <a:pt x="738355" y="43464"/>
                  <a:pt x="736204" y="44561"/>
                </a:cubicBezTo>
                <a:cubicBezTo>
                  <a:pt x="734556" y="45384"/>
                  <a:pt x="731832" y="47852"/>
                  <a:pt x="728033" y="51966"/>
                </a:cubicBezTo>
                <a:close/>
                <a:moveTo>
                  <a:pt x="799307" y="32959"/>
                </a:moveTo>
                <a:lnTo>
                  <a:pt x="799307" y="47104"/>
                </a:lnTo>
                <a:cubicBezTo>
                  <a:pt x="804571" y="37674"/>
                  <a:pt x="809973" y="32959"/>
                  <a:pt x="815512" y="32959"/>
                </a:cubicBezTo>
                <a:cubicBezTo>
                  <a:pt x="818029" y="32959"/>
                  <a:pt x="820112" y="33726"/>
                  <a:pt x="821760" y="35259"/>
                </a:cubicBezTo>
                <a:cubicBezTo>
                  <a:pt x="823408" y="36793"/>
                  <a:pt x="824232" y="38567"/>
                  <a:pt x="824232" y="40581"/>
                </a:cubicBezTo>
                <a:cubicBezTo>
                  <a:pt x="824232" y="42366"/>
                  <a:pt x="823637" y="43877"/>
                  <a:pt x="822447" y="45113"/>
                </a:cubicBezTo>
                <a:cubicBezTo>
                  <a:pt x="821257" y="46349"/>
                  <a:pt x="819838" y="46967"/>
                  <a:pt x="818190" y="46967"/>
                </a:cubicBezTo>
                <a:cubicBezTo>
                  <a:pt x="816587" y="46967"/>
                  <a:pt x="814791" y="46177"/>
                  <a:pt x="812799" y="44598"/>
                </a:cubicBezTo>
                <a:cubicBezTo>
                  <a:pt x="810808" y="43018"/>
                  <a:pt x="809332" y="42229"/>
                  <a:pt x="808371" y="42229"/>
                </a:cubicBezTo>
                <a:cubicBezTo>
                  <a:pt x="807547" y="42229"/>
                  <a:pt x="806654" y="42685"/>
                  <a:pt x="805693" y="43598"/>
                </a:cubicBezTo>
                <a:cubicBezTo>
                  <a:pt x="803633" y="45470"/>
                  <a:pt x="801504" y="48552"/>
                  <a:pt x="799307" y="52844"/>
                </a:cubicBezTo>
                <a:lnTo>
                  <a:pt x="799307" y="82910"/>
                </a:lnTo>
                <a:cubicBezTo>
                  <a:pt x="799307" y="86379"/>
                  <a:pt x="799742" y="89004"/>
                  <a:pt x="800611" y="90785"/>
                </a:cubicBezTo>
                <a:cubicBezTo>
                  <a:pt x="801206" y="92018"/>
                  <a:pt x="802259" y="93046"/>
                  <a:pt x="803770" y="93869"/>
                </a:cubicBezTo>
                <a:cubicBezTo>
                  <a:pt x="805281" y="94690"/>
                  <a:pt x="807455" y="95100"/>
                  <a:pt x="810293" y="95100"/>
                </a:cubicBezTo>
                <a:lnTo>
                  <a:pt x="810293" y="97641"/>
                </a:lnTo>
                <a:lnTo>
                  <a:pt x="778089" y="97641"/>
                </a:lnTo>
                <a:lnTo>
                  <a:pt x="778089" y="95100"/>
                </a:lnTo>
                <a:cubicBezTo>
                  <a:pt x="781294" y="95100"/>
                  <a:pt x="783674" y="94598"/>
                  <a:pt x="785230" y="93594"/>
                </a:cubicBezTo>
                <a:cubicBezTo>
                  <a:pt x="786375" y="92863"/>
                  <a:pt x="787176" y="91698"/>
                  <a:pt x="787634" y="90099"/>
                </a:cubicBezTo>
                <a:cubicBezTo>
                  <a:pt x="787863" y="89322"/>
                  <a:pt x="787977" y="87107"/>
                  <a:pt x="787977" y="83453"/>
                </a:cubicBezTo>
                <a:lnTo>
                  <a:pt x="787977" y="59131"/>
                </a:lnTo>
                <a:cubicBezTo>
                  <a:pt x="787977" y="51822"/>
                  <a:pt x="787828" y="47472"/>
                  <a:pt x="787531" y="46080"/>
                </a:cubicBezTo>
                <a:cubicBezTo>
                  <a:pt x="787233" y="44687"/>
                  <a:pt x="786684" y="43671"/>
                  <a:pt x="785883" y="43031"/>
                </a:cubicBezTo>
                <a:cubicBezTo>
                  <a:pt x="785082" y="42392"/>
                  <a:pt x="784086" y="42072"/>
                  <a:pt x="782896" y="42072"/>
                </a:cubicBezTo>
                <a:cubicBezTo>
                  <a:pt x="781477" y="42072"/>
                  <a:pt x="779875" y="42415"/>
                  <a:pt x="778089" y="43100"/>
                </a:cubicBezTo>
                <a:lnTo>
                  <a:pt x="777403" y="40632"/>
                </a:lnTo>
                <a:lnTo>
                  <a:pt x="796423" y="32959"/>
                </a:lnTo>
                <a:lnTo>
                  <a:pt x="799307" y="32959"/>
                </a:lnTo>
                <a:close/>
                <a:moveTo>
                  <a:pt x="843732" y="0"/>
                </a:moveTo>
                <a:cubicBezTo>
                  <a:pt x="845654" y="0"/>
                  <a:pt x="847291" y="679"/>
                  <a:pt x="848641" y="2036"/>
                </a:cubicBezTo>
                <a:cubicBezTo>
                  <a:pt x="849992" y="3392"/>
                  <a:pt x="850667" y="5037"/>
                  <a:pt x="850667" y="6969"/>
                </a:cubicBezTo>
                <a:cubicBezTo>
                  <a:pt x="850667" y="8902"/>
                  <a:pt x="849992" y="10559"/>
                  <a:pt x="848641" y="11939"/>
                </a:cubicBezTo>
                <a:cubicBezTo>
                  <a:pt x="847291" y="13318"/>
                  <a:pt x="845654" y="14008"/>
                  <a:pt x="843732" y="14008"/>
                </a:cubicBezTo>
                <a:cubicBezTo>
                  <a:pt x="841809" y="14008"/>
                  <a:pt x="840161" y="13318"/>
                  <a:pt x="838788" y="11939"/>
                </a:cubicBezTo>
                <a:cubicBezTo>
                  <a:pt x="837415" y="10559"/>
                  <a:pt x="836728" y="8902"/>
                  <a:pt x="836728" y="6969"/>
                </a:cubicBezTo>
                <a:cubicBezTo>
                  <a:pt x="836728" y="5037"/>
                  <a:pt x="837403" y="3392"/>
                  <a:pt x="838754" y="2036"/>
                </a:cubicBezTo>
                <a:cubicBezTo>
                  <a:pt x="840104" y="679"/>
                  <a:pt x="841763" y="0"/>
                  <a:pt x="843732" y="0"/>
                </a:cubicBezTo>
                <a:moveTo>
                  <a:pt x="849431" y="32959"/>
                </a:moveTo>
                <a:lnTo>
                  <a:pt x="849431" y="83385"/>
                </a:lnTo>
                <a:cubicBezTo>
                  <a:pt x="849431" y="87313"/>
                  <a:pt x="849717" y="89928"/>
                  <a:pt x="850289" y="91229"/>
                </a:cubicBezTo>
                <a:cubicBezTo>
                  <a:pt x="850862" y="92531"/>
                  <a:pt x="851708" y="93502"/>
                  <a:pt x="852830" y="94141"/>
                </a:cubicBezTo>
                <a:cubicBezTo>
                  <a:pt x="853952" y="94781"/>
                  <a:pt x="856000" y="95100"/>
                  <a:pt x="858976" y="95100"/>
                </a:cubicBezTo>
                <a:lnTo>
                  <a:pt x="858976" y="97641"/>
                </a:lnTo>
                <a:lnTo>
                  <a:pt x="828420" y="97641"/>
                </a:lnTo>
                <a:lnTo>
                  <a:pt x="828420" y="95100"/>
                </a:lnTo>
                <a:cubicBezTo>
                  <a:pt x="831487" y="95100"/>
                  <a:pt x="833547" y="94804"/>
                  <a:pt x="834599" y="94210"/>
                </a:cubicBezTo>
                <a:cubicBezTo>
                  <a:pt x="835652" y="93616"/>
                  <a:pt x="836488" y="92634"/>
                  <a:pt x="837106" y="91264"/>
                </a:cubicBezTo>
                <a:cubicBezTo>
                  <a:pt x="837724" y="89893"/>
                  <a:pt x="838033" y="87267"/>
                  <a:pt x="838033" y="83385"/>
                </a:cubicBezTo>
                <a:lnTo>
                  <a:pt x="838033" y="59200"/>
                </a:lnTo>
                <a:cubicBezTo>
                  <a:pt x="838033" y="52393"/>
                  <a:pt x="837827" y="47986"/>
                  <a:pt x="837415" y="45977"/>
                </a:cubicBezTo>
                <a:cubicBezTo>
                  <a:pt x="837094" y="44515"/>
                  <a:pt x="836591" y="43499"/>
                  <a:pt x="835904" y="42928"/>
                </a:cubicBezTo>
                <a:cubicBezTo>
                  <a:pt x="835217" y="42357"/>
                  <a:pt x="834279" y="42072"/>
                  <a:pt x="833089" y="42072"/>
                </a:cubicBezTo>
                <a:cubicBezTo>
                  <a:pt x="831807" y="42072"/>
                  <a:pt x="830251" y="42415"/>
                  <a:pt x="828420" y="43100"/>
                </a:cubicBezTo>
                <a:lnTo>
                  <a:pt x="827458" y="40632"/>
                </a:lnTo>
                <a:lnTo>
                  <a:pt x="846410" y="32959"/>
                </a:lnTo>
                <a:lnTo>
                  <a:pt x="849431" y="32959"/>
                </a:lnTo>
                <a:close/>
                <a:moveTo>
                  <a:pt x="885504" y="46349"/>
                </a:moveTo>
                <a:cubicBezTo>
                  <a:pt x="890081" y="41771"/>
                  <a:pt x="892782" y="39139"/>
                  <a:pt x="893606" y="38452"/>
                </a:cubicBezTo>
                <a:cubicBezTo>
                  <a:pt x="895666" y="36713"/>
                  <a:pt x="897886" y="35362"/>
                  <a:pt x="900267" y="34401"/>
                </a:cubicBezTo>
                <a:cubicBezTo>
                  <a:pt x="902647" y="33440"/>
                  <a:pt x="905005" y="32959"/>
                  <a:pt x="907339" y="32959"/>
                </a:cubicBezTo>
                <a:cubicBezTo>
                  <a:pt x="911276" y="32959"/>
                  <a:pt x="914663" y="34103"/>
                  <a:pt x="917502" y="36392"/>
                </a:cubicBezTo>
                <a:cubicBezTo>
                  <a:pt x="920340" y="38681"/>
                  <a:pt x="922240" y="42000"/>
                  <a:pt x="923201" y="46349"/>
                </a:cubicBezTo>
                <a:cubicBezTo>
                  <a:pt x="927916" y="40855"/>
                  <a:pt x="931898" y="37251"/>
                  <a:pt x="935149" y="35534"/>
                </a:cubicBezTo>
                <a:cubicBezTo>
                  <a:pt x="938399" y="33817"/>
                  <a:pt x="941740" y="32959"/>
                  <a:pt x="945174" y="32959"/>
                </a:cubicBezTo>
                <a:cubicBezTo>
                  <a:pt x="948515" y="32959"/>
                  <a:pt x="951479" y="33816"/>
                  <a:pt x="954066" y="35530"/>
                </a:cubicBezTo>
                <a:cubicBezTo>
                  <a:pt x="956652" y="37242"/>
                  <a:pt x="958701" y="40039"/>
                  <a:pt x="960211" y="43922"/>
                </a:cubicBezTo>
                <a:cubicBezTo>
                  <a:pt x="961218" y="46571"/>
                  <a:pt x="961722" y="50727"/>
                  <a:pt x="961722" y="56391"/>
                </a:cubicBezTo>
                <a:lnTo>
                  <a:pt x="961722" y="83385"/>
                </a:lnTo>
                <a:cubicBezTo>
                  <a:pt x="961722" y="87313"/>
                  <a:pt x="962019" y="90008"/>
                  <a:pt x="962615" y="91470"/>
                </a:cubicBezTo>
                <a:cubicBezTo>
                  <a:pt x="963072" y="92474"/>
                  <a:pt x="963919" y="93330"/>
                  <a:pt x="965155" y="94038"/>
                </a:cubicBezTo>
                <a:cubicBezTo>
                  <a:pt x="966391" y="94746"/>
                  <a:pt x="968405" y="95100"/>
                  <a:pt x="971198" y="95100"/>
                </a:cubicBezTo>
                <a:lnTo>
                  <a:pt x="971198" y="97641"/>
                </a:lnTo>
                <a:lnTo>
                  <a:pt x="940161" y="97641"/>
                </a:lnTo>
                <a:lnTo>
                  <a:pt x="940161" y="95100"/>
                </a:lnTo>
                <a:lnTo>
                  <a:pt x="941466" y="95100"/>
                </a:lnTo>
                <a:cubicBezTo>
                  <a:pt x="944167" y="95100"/>
                  <a:pt x="946272" y="94577"/>
                  <a:pt x="947783" y="93530"/>
                </a:cubicBezTo>
                <a:cubicBezTo>
                  <a:pt x="948836" y="92800"/>
                  <a:pt x="949591" y="91639"/>
                  <a:pt x="950049" y="90045"/>
                </a:cubicBezTo>
                <a:cubicBezTo>
                  <a:pt x="950232" y="89271"/>
                  <a:pt x="950323" y="87062"/>
                  <a:pt x="950323" y="83419"/>
                </a:cubicBezTo>
                <a:lnTo>
                  <a:pt x="950323" y="56502"/>
                </a:lnTo>
                <a:cubicBezTo>
                  <a:pt x="950323" y="51401"/>
                  <a:pt x="949706" y="47803"/>
                  <a:pt x="948470" y="45709"/>
                </a:cubicBezTo>
                <a:cubicBezTo>
                  <a:pt x="946684" y="42794"/>
                  <a:pt x="943823" y="41336"/>
                  <a:pt x="939886" y="41336"/>
                </a:cubicBezTo>
                <a:cubicBezTo>
                  <a:pt x="937460" y="41336"/>
                  <a:pt x="935023" y="41940"/>
                  <a:pt x="932574" y="43147"/>
                </a:cubicBezTo>
                <a:cubicBezTo>
                  <a:pt x="930125" y="44353"/>
                  <a:pt x="927160" y="46596"/>
                  <a:pt x="923681" y="49876"/>
                </a:cubicBezTo>
                <a:lnTo>
                  <a:pt x="923544" y="50627"/>
                </a:lnTo>
                <a:lnTo>
                  <a:pt x="923681" y="53565"/>
                </a:lnTo>
                <a:lnTo>
                  <a:pt x="923681" y="83419"/>
                </a:lnTo>
                <a:cubicBezTo>
                  <a:pt x="923681" y="87700"/>
                  <a:pt x="923922" y="90365"/>
                  <a:pt x="924402" y="91412"/>
                </a:cubicBezTo>
                <a:cubicBezTo>
                  <a:pt x="924883" y="92459"/>
                  <a:pt x="925787" y="93336"/>
                  <a:pt x="927115" y="94043"/>
                </a:cubicBezTo>
                <a:cubicBezTo>
                  <a:pt x="928442" y="94748"/>
                  <a:pt x="930708" y="95100"/>
                  <a:pt x="933913" y="95100"/>
                </a:cubicBezTo>
                <a:lnTo>
                  <a:pt x="933913" y="97641"/>
                </a:lnTo>
                <a:lnTo>
                  <a:pt x="902121" y="97641"/>
                </a:lnTo>
                <a:lnTo>
                  <a:pt x="902121" y="95100"/>
                </a:lnTo>
                <a:cubicBezTo>
                  <a:pt x="905600" y="95100"/>
                  <a:pt x="907992" y="94691"/>
                  <a:pt x="909296" y="93871"/>
                </a:cubicBezTo>
                <a:cubicBezTo>
                  <a:pt x="910601" y="93051"/>
                  <a:pt x="911505" y="91822"/>
                  <a:pt x="912008" y="90182"/>
                </a:cubicBezTo>
                <a:cubicBezTo>
                  <a:pt x="912237" y="89407"/>
                  <a:pt x="912352" y="87153"/>
                  <a:pt x="912352" y="83419"/>
                </a:cubicBezTo>
                <a:lnTo>
                  <a:pt x="912352" y="56502"/>
                </a:lnTo>
                <a:cubicBezTo>
                  <a:pt x="912352" y="51401"/>
                  <a:pt x="911596" y="47735"/>
                  <a:pt x="910086" y="45503"/>
                </a:cubicBezTo>
                <a:cubicBezTo>
                  <a:pt x="908072" y="42588"/>
                  <a:pt x="905256" y="41130"/>
                  <a:pt x="901640" y="41130"/>
                </a:cubicBezTo>
                <a:cubicBezTo>
                  <a:pt x="899168" y="41130"/>
                  <a:pt x="896719" y="41790"/>
                  <a:pt x="894293" y="43111"/>
                </a:cubicBezTo>
                <a:cubicBezTo>
                  <a:pt x="890493" y="45115"/>
                  <a:pt x="887564" y="47369"/>
                  <a:pt x="885504" y="49874"/>
                </a:cubicBezTo>
                <a:lnTo>
                  <a:pt x="885504" y="83419"/>
                </a:lnTo>
                <a:cubicBezTo>
                  <a:pt x="885504" y="87517"/>
                  <a:pt x="885790" y="90182"/>
                  <a:pt x="886362" y="91412"/>
                </a:cubicBezTo>
                <a:cubicBezTo>
                  <a:pt x="886934" y="92641"/>
                  <a:pt x="887781" y="93563"/>
                  <a:pt x="888903" y="94178"/>
                </a:cubicBezTo>
                <a:cubicBezTo>
                  <a:pt x="890024" y="94793"/>
                  <a:pt x="892302" y="95100"/>
                  <a:pt x="895735" y="95100"/>
                </a:cubicBezTo>
                <a:lnTo>
                  <a:pt x="895735" y="97641"/>
                </a:lnTo>
                <a:lnTo>
                  <a:pt x="864630" y="97641"/>
                </a:lnTo>
                <a:lnTo>
                  <a:pt x="864630" y="95100"/>
                </a:lnTo>
                <a:cubicBezTo>
                  <a:pt x="867513" y="95100"/>
                  <a:pt x="869528" y="94792"/>
                  <a:pt x="870672" y="94176"/>
                </a:cubicBezTo>
                <a:cubicBezTo>
                  <a:pt x="871816" y="93559"/>
                  <a:pt x="872686" y="92577"/>
                  <a:pt x="873281" y="91229"/>
                </a:cubicBezTo>
                <a:cubicBezTo>
                  <a:pt x="873876" y="89882"/>
                  <a:pt x="874174" y="87267"/>
                  <a:pt x="874174" y="83385"/>
                </a:cubicBezTo>
                <a:lnTo>
                  <a:pt x="874174" y="59406"/>
                </a:lnTo>
                <a:cubicBezTo>
                  <a:pt x="874174" y="52508"/>
                  <a:pt x="873968" y="48054"/>
                  <a:pt x="873556" y="46046"/>
                </a:cubicBezTo>
                <a:cubicBezTo>
                  <a:pt x="873236" y="44538"/>
                  <a:pt x="872732" y="43499"/>
                  <a:pt x="872045" y="42928"/>
                </a:cubicBezTo>
                <a:cubicBezTo>
                  <a:pt x="871359" y="42357"/>
                  <a:pt x="870420" y="42072"/>
                  <a:pt x="869230" y="42072"/>
                </a:cubicBezTo>
                <a:cubicBezTo>
                  <a:pt x="867948" y="42072"/>
                  <a:pt x="866415" y="42415"/>
                  <a:pt x="864630" y="43100"/>
                </a:cubicBezTo>
                <a:lnTo>
                  <a:pt x="863600" y="40632"/>
                </a:lnTo>
                <a:lnTo>
                  <a:pt x="882551" y="32959"/>
                </a:lnTo>
                <a:lnTo>
                  <a:pt x="885504" y="32959"/>
                </a:lnTo>
                <a:lnTo>
                  <a:pt x="885504" y="46349"/>
                </a:lnTo>
                <a:close/>
                <a:moveTo>
                  <a:pt x="1011871" y="88577"/>
                </a:moveTo>
                <a:cubicBezTo>
                  <a:pt x="1005417" y="93567"/>
                  <a:pt x="1001365" y="96451"/>
                  <a:pt x="999717" y="97229"/>
                </a:cubicBezTo>
                <a:cubicBezTo>
                  <a:pt x="997245" y="98419"/>
                  <a:pt x="994613" y="99014"/>
                  <a:pt x="991821" y="99014"/>
                </a:cubicBezTo>
                <a:cubicBezTo>
                  <a:pt x="987472" y="99014"/>
                  <a:pt x="983890" y="97527"/>
                  <a:pt x="981075" y="94551"/>
                </a:cubicBezTo>
                <a:cubicBezTo>
                  <a:pt x="978260" y="91576"/>
                  <a:pt x="976852" y="87662"/>
                  <a:pt x="976852" y="82809"/>
                </a:cubicBezTo>
                <a:cubicBezTo>
                  <a:pt x="976852" y="79742"/>
                  <a:pt x="977539" y="77087"/>
                  <a:pt x="978912" y="74844"/>
                </a:cubicBezTo>
                <a:cubicBezTo>
                  <a:pt x="980789" y="71732"/>
                  <a:pt x="984050" y="68802"/>
                  <a:pt x="988697" y="66055"/>
                </a:cubicBezTo>
                <a:cubicBezTo>
                  <a:pt x="993343" y="63309"/>
                  <a:pt x="1001068" y="59967"/>
                  <a:pt x="1011871" y="56030"/>
                </a:cubicBezTo>
                <a:lnTo>
                  <a:pt x="1011871" y="53558"/>
                </a:lnTo>
                <a:cubicBezTo>
                  <a:pt x="1011871" y="47287"/>
                  <a:pt x="1010875" y="42984"/>
                  <a:pt x="1008884" y="40649"/>
                </a:cubicBezTo>
                <a:cubicBezTo>
                  <a:pt x="1006893" y="38315"/>
                  <a:pt x="1003997" y="37148"/>
                  <a:pt x="1000198" y="37148"/>
                </a:cubicBezTo>
                <a:cubicBezTo>
                  <a:pt x="997314" y="37148"/>
                  <a:pt x="995025" y="37923"/>
                  <a:pt x="993331" y="39474"/>
                </a:cubicBezTo>
                <a:cubicBezTo>
                  <a:pt x="991592" y="41024"/>
                  <a:pt x="990722" y="42803"/>
                  <a:pt x="990722" y="44810"/>
                </a:cubicBezTo>
                <a:lnTo>
                  <a:pt x="990860" y="48778"/>
                </a:lnTo>
                <a:cubicBezTo>
                  <a:pt x="990860" y="50875"/>
                  <a:pt x="990322" y="52493"/>
                  <a:pt x="989246" y="53633"/>
                </a:cubicBezTo>
                <a:cubicBezTo>
                  <a:pt x="988170" y="54774"/>
                  <a:pt x="986763" y="55344"/>
                  <a:pt x="985023" y="55344"/>
                </a:cubicBezTo>
                <a:cubicBezTo>
                  <a:pt x="983329" y="55344"/>
                  <a:pt x="981945" y="54751"/>
                  <a:pt x="980869" y="53565"/>
                </a:cubicBezTo>
                <a:cubicBezTo>
                  <a:pt x="979793" y="52377"/>
                  <a:pt x="979255" y="50757"/>
                  <a:pt x="979255" y="48703"/>
                </a:cubicBezTo>
                <a:cubicBezTo>
                  <a:pt x="979255" y="44779"/>
                  <a:pt x="981269" y="41174"/>
                  <a:pt x="985298" y="37888"/>
                </a:cubicBezTo>
                <a:cubicBezTo>
                  <a:pt x="989326" y="34602"/>
                  <a:pt x="994979" y="32959"/>
                  <a:pt x="1002258" y="32959"/>
                </a:cubicBezTo>
                <a:cubicBezTo>
                  <a:pt x="1007843" y="32959"/>
                  <a:pt x="1012420" y="33896"/>
                  <a:pt x="1015991" y="35770"/>
                </a:cubicBezTo>
                <a:cubicBezTo>
                  <a:pt x="1018692" y="37188"/>
                  <a:pt x="1020683" y="39406"/>
                  <a:pt x="1021965" y="42424"/>
                </a:cubicBezTo>
                <a:cubicBezTo>
                  <a:pt x="1022789" y="44390"/>
                  <a:pt x="1023201" y="48413"/>
                  <a:pt x="1023201" y="54494"/>
                </a:cubicBezTo>
                <a:lnTo>
                  <a:pt x="1023201" y="75823"/>
                </a:lnTo>
                <a:cubicBezTo>
                  <a:pt x="1023201" y="81812"/>
                  <a:pt x="1023315" y="85482"/>
                  <a:pt x="1023544" y="86831"/>
                </a:cubicBezTo>
                <a:cubicBezTo>
                  <a:pt x="1023773" y="88180"/>
                  <a:pt x="1024151" y="89083"/>
                  <a:pt x="1024677" y="89541"/>
                </a:cubicBezTo>
                <a:cubicBezTo>
                  <a:pt x="1025203" y="89997"/>
                  <a:pt x="1025810" y="90225"/>
                  <a:pt x="1026497" y="90225"/>
                </a:cubicBezTo>
                <a:cubicBezTo>
                  <a:pt x="1027229" y="90225"/>
                  <a:pt x="1027870" y="90065"/>
                  <a:pt x="1028419" y="89745"/>
                </a:cubicBezTo>
                <a:cubicBezTo>
                  <a:pt x="1029381" y="89150"/>
                  <a:pt x="1031235" y="87479"/>
                  <a:pt x="1033981" y="84732"/>
                </a:cubicBezTo>
                <a:lnTo>
                  <a:pt x="1033981" y="88577"/>
                </a:lnTo>
                <a:cubicBezTo>
                  <a:pt x="1028854" y="95444"/>
                  <a:pt x="1023956" y="98877"/>
                  <a:pt x="1019287" y="98877"/>
                </a:cubicBezTo>
                <a:cubicBezTo>
                  <a:pt x="1017044" y="98877"/>
                  <a:pt x="1015258" y="98099"/>
                  <a:pt x="1013931" y="96542"/>
                </a:cubicBezTo>
                <a:cubicBezTo>
                  <a:pt x="1012603" y="94986"/>
                  <a:pt x="1011917" y="92331"/>
                  <a:pt x="1011871" y="88577"/>
                </a:cubicBezTo>
                <a:moveTo>
                  <a:pt x="1011871" y="84075"/>
                </a:moveTo>
                <a:lnTo>
                  <a:pt x="1011871" y="60219"/>
                </a:lnTo>
                <a:cubicBezTo>
                  <a:pt x="1004959" y="62953"/>
                  <a:pt x="1000496" y="64889"/>
                  <a:pt x="998481" y="66030"/>
                </a:cubicBezTo>
                <a:cubicBezTo>
                  <a:pt x="994865" y="68035"/>
                  <a:pt x="992279" y="70132"/>
                  <a:pt x="990722" y="72319"/>
                </a:cubicBezTo>
                <a:cubicBezTo>
                  <a:pt x="989166" y="74506"/>
                  <a:pt x="988388" y="76899"/>
                  <a:pt x="988388" y="79496"/>
                </a:cubicBezTo>
                <a:cubicBezTo>
                  <a:pt x="988388" y="82778"/>
                  <a:pt x="989372" y="85501"/>
                  <a:pt x="991340" y="87665"/>
                </a:cubicBezTo>
                <a:cubicBezTo>
                  <a:pt x="993309" y="89830"/>
                  <a:pt x="995575" y="90912"/>
                  <a:pt x="998138" y="90912"/>
                </a:cubicBezTo>
                <a:cubicBezTo>
                  <a:pt x="1001617" y="90912"/>
                  <a:pt x="1006195" y="88633"/>
                  <a:pt x="1011871" y="84075"/>
                </a:cubicBezTo>
                <a:close/>
                <a:moveTo>
                  <a:pt x="1060301" y="0"/>
                </a:moveTo>
                <a:lnTo>
                  <a:pt x="1060301" y="83367"/>
                </a:lnTo>
                <a:cubicBezTo>
                  <a:pt x="1060301" y="87301"/>
                  <a:pt x="1060587" y="89909"/>
                  <a:pt x="1061160" y="91191"/>
                </a:cubicBezTo>
                <a:cubicBezTo>
                  <a:pt x="1061732" y="92471"/>
                  <a:pt x="1062613" y="93443"/>
                  <a:pt x="1063803" y="94107"/>
                </a:cubicBezTo>
                <a:cubicBezTo>
                  <a:pt x="1064993" y="94769"/>
                  <a:pt x="1067214" y="95100"/>
                  <a:pt x="1070464" y="95100"/>
                </a:cubicBezTo>
                <a:lnTo>
                  <a:pt x="1070464" y="97641"/>
                </a:lnTo>
                <a:lnTo>
                  <a:pt x="1039633" y="97641"/>
                </a:lnTo>
                <a:lnTo>
                  <a:pt x="1039633" y="95100"/>
                </a:lnTo>
                <a:cubicBezTo>
                  <a:pt x="1042517" y="95100"/>
                  <a:pt x="1044485" y="94804"/>
                  <a:pt x="1045538" y="94210"/>
                </a:cubicBezTo>
                <a:cubicBezTo>
                  <a:pt x="1046591" y="93615"/>
                  <a:pt x="1047415" y="92631"/>
                  <a:pt x="1048010" y="91260"/>
                </a:cubicBezTo>
                <a:cubicBezTo>
                  <a:pt x="1048605" y="89886"/>
                  <a:pt x="1048903" y="87256"/>
                  <a:pt x="1048903" y="83367"/>
                </a:cubicBezTo>
                <a:lnTo>
                  <a:pt x="1048903" y="26279"/>
                </a:lnTo>
                <a:cubicBezTo>
                  <a:pt x="1048903" y="19190"/>
                  <a:pt x="1048743" y="14833"/>
                  <a:pt x="1048422" y="13209"/>
                </a:cubicBezTo>
                <a:cubicBezTo>
                  <a:pt x="1048102" y="11584"/>
                  <a:pt x="1047587" y="10475"/>
                  <a:pt x="1046877" y="9881"/>
                </a:cubicBezTo>
                <a:cubicBezTo>
                  <a:pt x="1046168" y="9286"/>
                  <a:pt x="1045264" y="8989"/>
                  <a:pt x="1044165" y="8989"/>
                </a:cubicBezTo>
                <a:cubicBezTo>
                  <a:pt x="1042975" y="8989"/>
                  <a:pt x="1041464" y="9355"/>
                  <a:pt x="1039633" y="10087"/>
                </a:cubicBezTo>
                <a:lnTo>
                  <a:pt x="1038466" y="7684"/>
                </a:lnTo>
                <a:lnTo>
                  <a:pt x="1057211" y="0"/>
                </a:lnTo>
                <a:lnTo>
                  <a:pt x="10603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&amp;dualgrid">
            <a:extLst xmlns:a="http://schemas.openxmlformats.org/drawingml/2006/main">
              <a:ext uri="{FF2B5EF4-FFF2-40B4-BE49-F238E27FC236}">
                <a16:creationId xmlns:a16="http://schemas.microsoft.com/office/drawing/2014/main" id="{1304FB51-0D6F-4D79-8F32-5B763438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22" y="1618292"/>
            <a:ext cx="644041" cy="127991"/>
          </a:xfrm>
          <a:custGeom xmlns:a="http://schemas.openxmlformats.org/drawingml/2006/main">
            <a:pathLst>
              <a:path w="644041" h="127991">
                <a:moveTo>
                  <a:pt x="66605" y="37766"/>
                </a:moveTo>
                <a:lnTo>
                  <a:pt x="95444" y="37766"/>
                </a:lnTo>
                <a:lnTo>
                  <a:pt x="95444" y="40306"/>
                </a:lnTo>
                <a:cubicBezTo>
                  <a:pt x="91462" y="40625"/>
                  <a:pt x="88521" y="41504"/>
                  <a:pt x="86621" y="42943"/>
                </a:cubicBezTo>
                <a:cubicBezTo>
                  <a:pt x="84721" y="44382"/>
                  <a:pt x="81757" y="48733"/>
                  <a:pt x="77729" y="55994"/>
                </a:cubicBezTo>
                <a:cubicBezTo>
                  <a:pt x="73700" y="63254"/>
                  <a:pt x="69169" y="70035"/>
                  <a:pt x="64133" y="76338"/>
                </a:cubicBezTo>
                <a:cubicBezTo>
                  <a:pt x="68207" y="81029"/>
                  <a:pt x="71846" y="84310"/>
                  <a:pt x="75051" y="86183"/>
                </a:cubicBezTo>
                <a:cubicBezTo>
                  <a:pt x="78255" y="88054"/>
                  <a:pt x="81482" y="88989"/>
                  <a:pt x="84733" y="88989"/>
                </a:cubicBezTo>
                <a:cubicBezTo>
                  <a:pt x="87891" y="88989"/>
                  <a:pt x="90569" y="88131"/>
                  <a:pt x="92766" y="86414"/>
                </a:cubicBezTo>
                <a:cubicBezTo>
                  <a:pt x="94964" y="84698"/>
                  <a:pt x="96520" y="82169"/>
                  <a:pt x="97436" y="78827"/>
                </a:cubicBezTo>
                <a:lnTo>
                  <a:pt x="99976" y="80681"/>
                </a:lnTo>
                <a:cubicBezTo>
                  <a:pt x="98283" y="87147"/>
                  <a:pt x="95559" y="91933"/>
                  <a:pt x="91805" y="95040"/>
                </a:cubicBezTo>
                <a:cubicBezTo>
                  <a:pt x="88051" y="98147"/>
                  <a:pt x="83680" y="99701"/>
                  <a:pt x="78690" y="99701"/>
                </a:cubicBezTo>
                <a:cubicBezTo>
                  <a:pt x="74936" y="99701"/>
                  <a:pt x="71126" y="98685"/>
                  <a:pt x="67257" y="96652"/>
                </a:cubicBezTo>
                <a:cubicBezTo>
                  <a:pt x="63389" y="94619"/>
                  <a:pt x="59166" y="91182"/>
                  <a:pt x="54589" y="86341"/>
                </a:cubicBezTo>
                <a:cubicBezTo>
                  <a:pt x="48912" y="91365"/>
                  <a:pt x="43797" y="94848"/>
                  <a:pt x="39242" y="96789"/>
                </a:cubicBezTo>
                <a:cubicBezTo>
                  <a:pt x="34687" y="98730"/>
                  <a:pt x="29824" y="99701"/>
                  <a:pt x="24651" y="99701"/>
                </a:cubicBezTo>
                <a:cubicBezTo>
                  <a:pt x="17098" y="99701"/>
                  <a:pt x="11101" y="97690"/>
                  <a:pt x="6661" y="93667"/>
                </a:cubicBezTo>
                <a:cubicBezTo>
                  <a:pt x="2220" y="89644"/>
                  <a:pt x="0" y="84845"/>
                  <a:pt x="0" y="79269"/>
                </a:cubicBezTo>
                <a:cubicBezTo>
                  <a:pt x="0" y="73737"/>
                  <a:pt x="1991" y="68218"/>
                  <a:pt x="5974" y="62710"/>
                </a:cubicBezTo>
                <a:cubicBezTo>
                  <a:pt x="9956" y="57201"/>
                  <a:pt x="17441" y="51498"/>
                  <a:pt x="28427" y="45602"/>
                </a:cubicBezTo>
                <a:cubicBezTo>
                  <a:pt x="26276" y="40848"/>
                  <a:pt x="24811" y="36952"/>
                  <a:pt x="24033" y="33912"/>
                </a:cubicBezTo>
                <a:cubicBezTo>
                  <a:pt x="23255" y="30872"/>
                  <a:pt x="22865" y="27957"/>
                  <a:pt x="22865" y="25168"/>
                </a:cubicBezTo>
                <a:cubicBezTo>
                  <a:pt x="22865" y="17351"/>
                  <a:pt x="25749" y="11386"/>
                  <a:pt x="31517" y="7272"/>
                </a:cubicBezTo>
                <a:cubicBezTo>
                  <a:pt x="36003" y="4072"/>
                  <a:pt x="41107" y="2472"/>
                  <a:pt x="46830" y="2472"/>
                </a:cubicBezTo>
                <a:cubicBezTo>
                  <a:pt x="52277" y="2472"/>
                  <a:pt x="56717" y="4083"/>
                  <a:pt x="60151" y="7306"/>
                </a:cubicBezTo>
                <a:cubicBezTo>
                  <a:pt x="63584" y="10529"/>
                  <a:pt x="65300" y="14495"/>
                  <a:pt x="65300" y="19202"/>
                </a:cubicBezTo>
                <a:cubicBezTo>
                  <a:pt x="65300" y="24048"/>
                  <a:pt x="63641" y="28299"/>
                  <a:pt x="60322" y="31957"/>
                </a:cubicBezTo>
                <a:cubicBezTo>
                  <a:pt x="57003" y="35613"/>
                  <a:pt x="51133" y="39613"/>
                  <a:pt x="42710" y="43956"/>
                </a:cubicBezTo>
                <a:cubicBezTo>
                  <a:pt x="48523" y="54294"/>
                  <a:pt x="54589" y="63764"/>
                  <a:pt x="60906" y="72364"/>
                </a:cubicBezTo>
                <a:cubicBezTo>
                  <a:pt x="68963" y="62774"/>
                  <a:pt x="72991" y="54691"/>
                  <a:pt x="72991" y="48115"/>
                </a:cubicBezTo>
                <a:cubicBezTo>
                  <a:pt x="72991" y="46015"/>
                  <a:pt x="72304" y="44143"/>
                  <a:pt x="70931" y="42499"/>
                </a:cubicBezTo>
                <a:cubicBezTo>
                  <a:pt x="69924" y="41266"/>
                  <a:pt x="68482" y="40535"/>
                  <a:pt x="66605" y="40306"/>
                </a:cubicBezTo>
                <a:lnTo>
                  <a:pt x="66605" y="37766"/>
                </a:lnTo>
                <a:moveTo>
                  <a:pt x="40375" y="39499"/>
                </a:moveTo>
                <a:cubicBezTo>
                  <a:pt x="46051" y="36809"/>
                  <a:pt x="50297" y="33753"/>
                  <a:pt x="53112" y="30333"/>
                </a:cubicBezTo>
                <a:cubicBezTo>
                  <a:pt x="55928" y="26912"/>
                  <a:pt x="57335" y="23104"/>
                  <a:pt x="57335" y="18909"/>
                </a:cubicBezTo>
                <a:cubicBezTo>
                  <a:pt x="57335" y="15625"/>
                  <a:pt x="56317" y="12913"/>
                  <a:pt x="54280" y="10770"/>
                </a:cubicBezTo>
                <a:cubicBezTo>
                  <a:pt x="52243" y="8625"/>
                  <a:pt x="49713" y="7553"/>
                  <a:pt x="46692" y="7553"/>
                </a:cubicBezTo>
                <a:cubicBezTo>
                  <a:pt x="42710" y="7553"/>
                  <a:pt x="39700" y="8933"/>
                  <a:pt x="37663" y="11692"/>
                </a:cubicBezTo>
                <a:cubicBezTo>
                  <a:pt x="35626" y="14450"/>
                  <a:pt x="34607" y="17153"/>
                  <a:pt x="34607" y="19799"/>
                </a:cubicBezTo>
                <a:cubicBezTo>
                  <a:pt x="34607" y="22033"/>
                  <a:pt x="34996" y="24530"/>
                  <a:pt x="35774" y="27290"/>
                </a:cubicBezTo>
                <a:cubicBezTo>
                  <a:pt x="36553" y="30048"/>
                  <a:pt x="38086" y="34118"/>
                  <a:pt x="40375" y="39499"/>
                </a:cubicBezTo>
                <a:moveTo>
                  <a:pt x="51018" y="82367"/>
                </a:moveTo>
                <a:cubicBezTo>
                  <a:pt x="44976" y="74136"/>
                  <a:pt x="40787" y="68123"/>
                  <a:pt x="38452" y="64328"/>
                </a:cubicBezTo>
                <a:cubicBezTo>
                  <a:pt x="36118" y="60531"/>
                  <a:pt x="33554" y="55821"/>
                  <a:pt x="30762" y="50196"/>
                </a:cubicBezTo>
                <a:cubicBezTo>
                  <a:pt x="25269" y="53360"/>
                  <a:pt x="21137" y="56845"/>
                  <a:pt x="18368" y="60650"/>
                </a:cubicBezTo>
                <a:cubicBezTo>
                  <a:pt x="15598" y="64455"/>
                  <a:pt x="14214" y="68582"/>
                  <a:pt x="14214" y="73029"/>
                </a:cubicBezTo>
                <a:cubicBezTo>
                  <a:pt x="14214" y="77936"/>
                  <a:pt x="15793" y="82246"/>
                  <a:pt x="18952" y="85959"/>
                </a:cubicBezTo>
                <a:cubicBezTo>
                  <a:pt x="22110" y="89673"/>
                  <a:pt x="26367" y="91530"/>
                  <a:pt x="31723" y="91530"/>
                </a:cubicBezTo>
                <a:cubicBezTo>
                  <a:pt x="34607" y="91530"/>
                  <a:pt x="37388" y="90952"/>
                  <a:pt x="40066" y="89796"/>
                </a:cubicBezTo>
                <a:cubicBezTo>
                  <a:pt x="42744" y="88639"/>
                  <a:pt x="46395" y="86163"/>
                  <a:pt x="51018" y="82367"/>
                </a:cubicBezTo>
                <a:close/>
                <a:moveTo>
                  <a:pt x="188656" y="90569"/>
                </a:moveTo>
                <a:cubicBezTo>
                  <a:pt x="185589" y="93773"/>
                  <a:pt x="182591" y="96073"/>
                  <a:pt x="179661" y="97469"/>
                </a:cubicBezTo>
                <a:cubicBezTo>
                  <a:pt x="176731" y="98866"/>
                  <a:pt x="173573" y="99564"/>
                  <a:pt x="170185" y="99564"/>
                </a:cubicBezTo>
                <a:cubicBezTo>
                  <a:pt x="163319" y="99564"/>
                  <a:pt x="157322" y="96698"/>
                  <a:pt x="152195" y="90966"/>
                </a:cubicBezTo>
                <a:cubicBezTo>
                  <a:pt x="147068" y="85232"/>
                  <a:pt x="144505" y="77865"/>
                  <a:pt x="144505" y="68864"/>
                </a:cubicBezTo>
                <a:cubicBezTo>
                  <a:pt x="144505" y="59865"/>
                  <a:pt x="147343" y="51631"/>
                  <a:pt x="153019" y="44162"/>
                </a:cubicBezTo>
                <a:cubicBezTo>
                  <a:pt x="158695" y="36693"/>
                  <a:pt x="165997" y="32959"/>
                  <a:pt x="174923" y="32959"/>
                </a:cubicBezTo>
                <a:cubicBezTo>
                  <a:pt x="180462" y="32959"/>
                  <a:pt x="185040" y="34721"/>
                  <a:pt x="188656" y="38246"/>
                </a:cubicBezTo>
                <a:lnTo>
                  <a:pt x="188656" y="26616"/>
                </a:lnTo>
                <a:cubicBezTo>
                  <a:pt x="188656" y="19399"/>
                  <a:pt x="188485" y="14963"/>
                  <a:pt x="188141" y="13308"/>
                </a:cubicBezTo>
                <a:cubicBezTo>
                  <a:pt x="187798" y="11653"/>
                  <a:pt x="187260" y="10527"/>
                  <a:pt x="186528" y="9931"/>
                </a:cubicBezTo>
                <a:cubicBezTo>
                  <a:pt x="185795" y="9333"/>
                  <a:pt x="184880" y="9034"/>
                  <a:pt x="183781" y="9034"/>
                </a:cubicBezTo>
                <a:cubicBezTo>
                  <a:pt x="182591" y="9034"/>
                  <a:pt x="181012" y="9401"/>
                  <a:pt x="179043" y="10137"/>
                </a:cubicBezTo>
                <a:lnTo>
                  <a:pt x="178151" y="7723"/>
                </a:lnTo>
                <a:lnTo>
                  <a:pt x="196896" y="0"/>
                </a:lnTo>
                <a:lnTo>
                  <a:pt x="199986" y="0"/>
                </a:lnTo>
                <a:lnTo>
                  <a:pt x="199986" y="72716"/>
                </a:lnTo>
                <a:cubicBezTo>
                  <a:pt x="199986" y="80086"/>
                  <a:pt x="200158" y="84583"/>
                  <a:pt x="200501" y="86208"/>
                </a:cubicBezTo>
                <a:cubicBezTo>
                  <a:pt x="200844" y="87833"/>
                  <a:pt x="201394" y="88966"/>
                  <a:pt x="202149" y="89607"/>
                </a:cubicBezTo>
                <a:cubicBezTo>
                  <a:pt x="202904" y="90248"/>
                  <a:pt x="203785" y="90569"/>
                  <a:pt x="204793" y="90569"/>
                </a:cubicBezTo>
                <a:cubicBezTo>
                  <a:pt x="206029" y="90569"/>
                  <a:pt x="207676" y="90179"/>
                  <a:pt x="209736" y="89401"/>
                </a:cubicBezTo>
                <a:lnTo>
                  <a:pt x="210492" y="91805"/>
                </a:lnTo>
                <a:lnTo>
                  <a:pt x="191815" y="99564"/>
                </a:lnTo>
                <a:lnTo>
                  <a:pt x="188656" y="99564"/>
                </a:lnTo>
                <a:lnTo>
                  <a:pt x="188656" y="90569"/>
                </a:lnTo>
                <a:moveTo>
                  <a:pt x="188656" y="85777"/>
                </a:moveTo>
                <a:lnTo>
                  <a:pt x="188656" y="53449"/>
                </a:lnTo>
                <a:cubicBezTo>
                  <a:pt x="188382" y="50343"/>
                  <a:pt x="187558" y="47512"/>
                  <a:pt x="186184" y="44956"/>
                </a:cubicBezTo>
                <a:cubicBezTo>
                  <a:pt x="184811" y="42398"/>
                  <a:pt x="182991" y="40469"/>
                  <a:pt x="180725" y="39169"/>
                </a:cubicBezTo>
                <a:cubicBezTo>
                  <a:pt x="178460" y="37867"/>
                  <a:pt x="176251" y="37216"/>
                  <a:pt x="174099" y="37216"/>
                </a:cubicBezTo>
                <a:cubicBezTo>
                  <a:pt x="170071" y="37216"/>
                  <a:pt x="166477" y="39020"/>
                  <a:pt x="163319" y="42628"/>
                </a:cubicBezTo>
                <a:cubicBezTo>
                  <a:pt x="159153" y="47376"/>
                  <a:pt x="157070" y="54316"/>
                  <a:pt x="157070" y="63448"/>
                </a:cubicBezTo>
                <a:cubicBezTo>
                  <a:pt x="157070" y="72672"/>
                  <a:pt x="159085" y="79739"/>
                  <a:pt x="163113" y="84648"/>
                </a:cubicBezTo>
                <a:cubicBezTo>
                  <a:pt x="167141" y="89557"/>
                  <a:pt x="171627" y="92011"/>
                  <a:pt x="176571" y="92011"/>
                </a:cubicBezTo>
                <a:cubicBezTo>
                  <a:pt x="180737" y="92011"/>
                  <a:pt x="184765" y="89933"/>
                  <a:pt x="188656" y="85777"/>
                </a:cubicBezTo>
                <a:close/>
                <a:moveTo>
                  <a:pt x="269681" y="34744"/>
                </a:moveTo>
                <a:lnTo>
                  <a:pt x="269681" y="72853"/>
                </a:lnTo>
                <a:cubicBezTo>
                  <a:pt x="269681" y="80132"/>
                  <a:pt x="269853" y="84583"/>
                  <a:pt x="270196" y="86208"/>
                </a:cubicBezTo>
                <a:cubicBezTo>
                  <a:pt x="270539" y="87833"/>
                  <a:pt x="271089" y="88966"/>
                  <a:pt x="271844" y="89607"/>
                </a:cubicBezTo>
                <a:cubicBezTo>
                  <a:pt x="272599" y="90248"/>
                  <a:pt x="273481" y="90569"/>
                  <a:pt x="274488" y="90569"/>
                </a:cubicBezTo>
                <a:cubicBezTo>
                  <a:pt x="275907" y="90569"/>
                  <a:pt x="277509" y="90179"/>
                  <a:pt x="279294" y="89401"/>
                </a:cubicBezTo>
                <a:lnTo>
                  <a:pt x="280255" y="91805"/>
                </a:lnTo>
                <a:lnTo>
                  <a:pt x="261441" y="99564"/>
                </a:lnTo>
                <a:lnTo>
                  <a:pt x="258351" y="99564"/>
                </a:lnTo>
                <a:lnTo>
                  <a:pt x="258351" y="86243"/>
                </a:lnTo>
                <a:cubicBezTo>
                  <a:pt x="252950" y="92102"/>
                  <a:pt x="248830" y="95787"/>
                  <a:pt x="245992" y="97298"/>
                </a:cubicBezTo>
                <a:cubicBezTo>
                  <a:pt x="243153" y="98808"/>
                  <a:pt x="240155" y="99564"/>
                  <a:pt x="236997" y="99564"/>
                </a:cubicBezTo>
                <a:cubicBezTo>
                  <a:pt x="233472" y="99564"/>
                  <a:pt x="230416" y="98545"/>
                  <a:pt x="227830" y="96508"/>
                </a:cubicBezTo>
                <a:cubicBezTo>
                  <a:pt x="225243" y="94471"/>
                  <a:pt x="223447" y="91850"/>
                  <a:pt x="222440" y="88646"/>
                </a:cubicBezTo>
                <a:cubicBezTo>
                  <a:pt x="221432" y="85442"/>
                  <a:pt x="220929" y="80910"/>
                  <a:pt x="220929" y="75050"/>
                </a:cubicBezTo>
                <a:lnTo>
                  <a:pt x="220929" y="46967"/>
                </a:lnTo>
                <a:cubicBezTo>
                  <a:pt x="220929" y="43991"/>
                  <a:pt x="220608" y="41931"/>
                  <a:pt x="219968" y="40787"/>
                </a:cubicBezTo>
                <a:cubicBezTo>
                  <a:pt x="219327" y="39642"/>
                  <a:pt x="218377" y="38761"/>
                  <a:pt x="217118" y="38143"/>
                </a:cubicBezTo>
                <a:cubicBezTo>
                  <a:pt x="215859" y="37525"/>
                  <a:pt x="213582" y="37239"/>
                  <a:pt x="210286" y="37285"/>
                </a:cubicBezTo>
                <a:lnTo>
                  <a:pt x="210286" y="34744"/>
                </a:lnTo>
                <a:lnTo>
                  <a:pt x="232327" y="34744"/>
                </a:lnTo>
                <a:lnTo>
                  <a:pt x="232327" y="76733"/>
                </a:lnTo>
                <a:cubicBezTo>
                  <a:pt x="232327" y="82578"/>
                  <a:pt x="233346" y="86414"/>
                  <a:pt x="235383" y="88240"/>
                </a:cubicBezTo>
                <a:cubicBezTo>
                  <a:pt x="237420" y="90067"/>
                  <a:pt x="239880" y="90981"/>
                  <a:pt x="242764" y="90981"/>
                </a:cubicBezTo>
                <a:cubicBezTo>
                  <a:pt x="244733" y="90981"/>
                  <a:pt x="246964" y="90364"/>
                  <a:pt x="249459" y="89131"/>
                </a:cubicBezTo>
                <a:cubicBezTo>
                  <a:pt x="251954" y="87898"/>
                  <a:pt x="254918" y="85547"/>
                  <a:pt x="258351" y="82078"/>
                </a:cubicBezTo>
                <a:lnTo>
                  <a:pt x="258351" y="46531"/>
                </a:lnTo>
                <a:cubicBezTo>
                  <a:pt x="258351" y="42969"/>
                  <a:pt x="257699" y="40561"/>
                  <a:pt x="256394" y="39306"/>
                </a:cubicBezTo>
                <a:cubicBezTo>
                  <a:pt x="255090" y="38050"/>
                  <a:pt x="252377" y="37376"/>
                  <a:pt x="248258" y="37285"/>
                </a:cubicBezTo>
                <a:lnTo>
                  <a:pt x="248258" y="34744"/>
                </a:lnTo>
                <a:lnTo>
                  <a:pt x="269681" y="34744"/>
                </a:lnTo>
                <a:close/>
                <a:moveTo>
                  <a:pt x="320493" y="88577"/>
                </a:moveTo>
                <a:cubicBezTo>
                  <a:pt x="314039" y="93567"/>
                  <a:pt x="309987" y="96451"/>
                  <a:pt x="308339" y="97229"/>
                </a:cubicBezTo>
                <a:cubicBezTo>
                  <a:pt x="305867" y="98419"/>
                  <a:pt x="303235" y="99014"/>
                  <a:pt x="300443" y="99014"/>
                </a:cubicBezTo>
                <a:cubicBezTo>
                  <a:pt x="296094" y="99014"/>
                  <a:pt x="292512" y="97527"/>
                  <a:pt x="289697" y="94551"/>
                </a:cubicBezTo>
                <a:cubicBezTo>
                  <a:pt x="286882" y="91576"/>
                  <a:pt x="285474" y="87662"/>
                  <a:pt x="285474" y="82809"/>
                </a:cubicBezTo>
                <a:cubicBezTo>
                  <a:pt x="285474" y="79742"/>
                  <a:pt x="286161" y="77087"/>
                  <a:pt x="287534" y="74844"/>
                </a:cubicBezTo>
                <a:cubicBezTo>
                  <a:pt x="289411" y="71732"/>
                  <a:pt x="292672" y="68802"/>
                  <a:pt x="297319" y="66055"/>
                </a:cubicBezTo>
                <a:cubicBezTo>
                  <a:pt x="301965" y="63309"/>
                  <a:pt x="309690" y="59967"/>
                  <a:pt x="320493" y="56030"/>
                </a:cubicBezTo>
                <a:lnTo>
                  <a:pt x="320493" y="53558"/>
                </a:lnTo>
                <a:cubicBezTo>
                  <a:pt x="320493" y="47287"/>
                  <a:pt x="319497" y="42984"/>
                  <a:pt x="317506" y="40649"/>
                </a:cubicBezTo>
                <a:cubicBezTo>
                  <a:pt x="315515" y="38315"/>
                  <a:pt x="312620" y="37148"/>
                  <a:pt x="308820" y="37148"/>
                </a:cubicBezTo>
                <a:cubicBezTo>
                  <a:pt x="305936" y="37148"/>
                  <a:pt x="303647" y="37923"/>
                  <a:pt x="301954" y="39474"/>
                </a:cubicBezTo>
                <a:cubicBezTo>
                  <a:pt x="300214" y="41024"/>
                  <a:pt x="299344" y="42803"/>
                  <a:pt x="299344" y="44810"/>
                </a:cubicBezTo>
                <a:lnTo>
                  <a:pt x="299482" y="48778"/>
                </a:lnTo>
                <a:cubicBezTo>
                  <a:pt x="299482" y="50875"/>
                  <a:pt x="298944" y="52493"/>
                  <a:pt x="297868" y="53633"/>
                </a:cubicBezTo>
                <a:cubicBezTo>
                  <a:pt x="296792" y="54774"/>
                  <a:pt x="295385" y="55344"/>
                  <a:pt x="293645" y="55344"/>
                </a:cubicBezTo>
                <a:cubicBezTo>
                  <a:pt x="291951" y="55344"/>
                  <a:pt x="290567" y="54751"/>
                  <a:pt x="289491" y="53565"/>
                </a:cubicBezTo>
                <a:cubicBezTo>
                  <a:pt x="288415" y="52377"/>
                  <a:pt x="287877" y="50757"/>
                  <a:pt x="287877" y="48703"/>
                </a:cubicBezTo>
                <a:cubicBezTo>
                  <a:pt x="287877" y="44779"/>
                  <a:pt x="289891" y="41174"/>
                  <a:pt x="293920" y="37888"/>
                </a:cubicBezTo>
                <a:cubicBezTo>
                  <a:pt x="297948" y="34602"/>
                  <a:pt x="303602" y="32959"/>
                  <a:pt x="310880" y="32959"/>
                </a:cubicBezTo>
                <a:cubicBezTo>
                  <a:pt x="316465" y="32959"/>
                  <a:pt x="321042" y="33896"/>
                  <a:pt x="324613" y="35770"/>
                </a:cubicBezTo>
                <a:cubicBezTo>
                  <a:pt x="327314" y="37188"/>
                  <a:pt x="329305" y="39406"/>
                  <a:pt x="330587" y="42424"/>
                </a:cubicBezTo>
                <a:cubicBezTo>
                  <a:pt x="331411" y="44390"/>
                  <a:pt x="331823" y="48413"/>
                  <a:pt x="331823" y="54494"/>
                </a:cubicBezTo>
                <a:lnTo>
                  <a:pt x="331823" y="75823"/>
                </a:lnTo>
                <a:cubicBezTo>
                  <a:pt x="331823" y="81812"/>
                  <a:pt x="331937" y="85482"/>
                  <a:pt x="332166" y="86831"/>
                </a:cubicBezTo>
                <a:cubicBezTo>
                  <a:pt x="332395" y="88180"/>
                  <a:pt x="332773" y="89083"/>
                  <a:pt x="333299" y="89541"/>
                </a:cubicBezTo>
                <a:cubicBezTo>
                  <a:pt x="333826" y="89997"/>
                  <a:pt x="334432" y="90225"/>
                  <a:pt x="335119" y="90225"/>
                </a:cubicBezTo>
                <a:cubicBezTo>
                  <a:pt x="335851" y="90225"/>
                  <a:pt x="336492" y="90065"/>
                  <a:pt x="337041" y="89745"/>
                </a:cubicBezTo>
                <a:cubicBezTo>
                  <a:pt x="338003" y="89150"/>
                  <a:pt x="339857" y="87479"/>
                  <a:pt x="342603" y="84732"/>
                </a:cubicBezTo>
                <a:lnTo>
                  <a:pt x="342603" y="88577"/>
                </a:lnTo>
                <a:cubicBezTo>
                  <a:pt x="337476" y="95444"/>
                  <a:pt x="332578" y="98877"/>
                  <a:pt x="327909" y="98877"/>
                </a:cubicBezTo>
                <a:cubicBezTo>
                  <a:pt x="325666" y="98877"/>
                  <a:pt x="323881" y="98099"/>
                  <a:pt x="322553" y="96542"/>
                </a:cubicBezTo>
                <a:cubicBezTo>
                  <a:pt x="321226" y="94986"/>
                  <a:pt x="320539" y="92331"/>
                  <a:pt x="320493" y="88577"/>
                </a:cubicBezTo>
                <a:moveTo>
                  <a:pt x="320493" y="84075"/>
                </a:moveTo>
                <a:lnTo>
                  <a:pt x="320493" y="60219"/>
                </a:lnTo>
                <a:cubicBezTo>
                  <a:pt x="313581" y="62953"/>
                  <a:pt x="309118" y="64889"/>
                  <a:pt x="307103" y="66030"/>
                </a:cubicBezTo>
                <a:cubicBezTo>
                  <a:pt x="303487" y="68035"/>
                  <a:pt x="300901" y="70132"/>
                  <a:pt x="299344" y="72319"/>
                </a:cubicBezTo>
                <a:cubicBezTo>
                  <a:pt x="297788" y="74506"/>
                  <a:pt x="297010" y="76899"/>
                  <a:pt x="297010" y="79496"/>
                </a:cubicBezTo>
                <a:cubicBezTo>
                  <a:pt x="297010" y="82778"/>
                  <a:pt x="297994" y="85501"/>
                  <a:pt x="299962" y="87665"/>
                </a:cubicBezTo>
                <a:cubicBezTo>
                  <a:pt x="301931" y="89830"/>
                  <a:pt x="304197" y="90912"/>
                  <a:pt x="306760" y="90912"/>
                </a:cubicBezTo>
                <a:cubicBezTo>
                  <a:pt x="310239" y="90912"/>
                  <a:pt x="314817" y="88633"/>
                  <a:pt x="320493" y="84075"/>
                </a:cubicBezTo>
                <a:close/>
                <a:moveTo>
                  <a:pt x="368923" y="0"/>
                </a:moveTo>
                <a:lnTo>
                  <a:pt x="368923" y="83367"/>
                </a:lnTo>
                <a:cubicBezTo>
                  <a:pt x="368923" y="87301"/>
                  <a:pt x="369209" y="89909"/>
                  <a:pt x="369782" y="91191"/>
                </a:cubicBezTo>
                <a:cubicBezTo>
                  <a:pt x="370354" y="92471"/>
                  <a:pt x="371235" y="93443"/>
                  <a:pt x="372425" y="94107"/>
                </a:cubicBezTo>
                <a:cubicBezTo>
                  <a:pt x="373615" y="94769"/>
                  <a:pt x="375836" y="95100"/>
                  <a:pt x="379086" y="95100"/>
                </a:cubicBezTo>
                <a:lnTo>
                  <a:pt x="379086" y="97641"/>
                </a:lnTo>
                <a:lnTo>
                  <a:pt x="348255" y="97641"/>
                </a:lnTo>
                <a:lnTo>
                  <a:pt x="348255" y="95100"/>
                </a:lnTo>
                <a:cubicBezTo>
                  <a:pt x="351139" y="95100"/>
                  <a:pt x="353107" y="94804"/>
                  <a:pt x="354160" y="94210"/>
                </a:cubicBezTo>
                <a:cubicBezTo>
                  <a:pt x="355213" y="93615"/>
                  <a:pt x="356037" y="92631"/>
                  <a:pt x="356632" y="91260"/>
                </a:cubicBezTo>
                <a:cubicBezTo>
                  <a:pt x="357227" y="89886"/>
                  <a:pt x="357525" y="87256"/>
                  <a:pt x="357525" y="83367"/>
                </a:cubicBezTo>
                <a:lnTo>
                  <a:pt x="357525" y="26279"/>
                </a:lnTo>
                <a:cubicBezTo>
                  <a:pt x="357525" y="19190"/>
                  <a:pt x="357365" y="14833"/>
                  <a:pt x="357044" y="13209"/>
                </a:cubicBezTo>
                <a:cubicBezTo>
                  <a:pt x="356724" y="11584"/>
                  <a:pt x="356209" y="10475"/>
                  <a:pt x="355499" y="9881"/>
                </a:cubicBezTo>
                <a:cubicBezTo>
                  <a:pt x="354790" y="9286"/>
                  <a:pt x="353886" y="8989"/>
                  <a:pt x="352787" y="8989"/>
                </a:cubicBezTo>
                <a:cubicBezTo>
                  <a:pt x="351597" y="8989"/>
                  <a:pt x="350086" y="9355"/>
                  <a:pt x="348255" y="10087"/>
                </a:cubicBezTo>
                <a:lnTo>
                  <a:pt x="347088" y="7684"/>
                </a:lnTo>
                <a:lnTo>
                  <a:pt x="365833" y="0"/>
                </a:lnTo>
                <a:lnTo>
                  <a:pt x="368923" y="0"/>
                </a:lnTo>
                <a:close/>
                <a:moveTo>
                  <a:pt x="438367" y="74722"/>
                </a:moveTo>
                <a:cubicBezTo>
                  <a:pt x="434522" y="72848"/>
                  <a:pt x="431569" y="70231"/>
                  <a:pt x="429509" y="66871"/>
                </a:cubicBezTo>
                <a:cubicBezTo>
                  <a:pt x="427449" y="63510"/>
                  <a:pt x="426419" y="59795"/>
                  <a:pt x="426419" y="55726"/>
                </a:cubicBezTo>
                <a:cubicBezTo>
                  <a:pt x="426419" y="49509"/>
                  <a:pt x="428765" y="44160"/>
                  <a:pt x="433458" y="39680"/>
                </a:cubicBezTo>
                <a:cubicBezTo>
                  <a:pt x="438150" y="35199"/>
                  <a:pt x="444158" y="32959"/>
                  <a:pt x="451482" y="32959"/>
                </a:cubicBezTo>
                <a:cubicBezTo>
                  <a:pt x="457479" y="32959"/>
                  <a:pt x="462675" y="34424"/>
                  <a:pt x="467069" y="37354"/>
                </a:cubicBezTo>
                <a:lnTo>
                  <a:pt x="480390" y="37354"/>
                </a:lnTo>
                <a:cubicBezTo>
                  <a:pt x="482358" y="37354"/>
                  <a:pt x="483503" y="37410"/>
                  <a:pt x="483823" y="37523"/>
                </a:cubicBezTo>
                <a:cubicBezTo>
                  <a:pt x="484144" y="37636"/>
                  <a:pt x="484373" y="37828"/>
                  <a:pt x="484510" y="38100"/>
                </a:cubicBezTo>
                <a:cubicBezTo>
                  <a:pt x="484785" y="38508"/>
                  <a:pt x="484922" y="39233"/>
                  <a:pt x="484922" y="40274"/>
                </a:cubicBezTo>
                <a:cubicBezTo>
                  <a:pt x="484922" y="41450"/>
                  <a:pt x="484808" y="42264"/>
                  <a:pt x="484579" y="42718"/>
                </a:cubicBezTo>
                <a:cubicBezTo>
                  <a:pt x="484441" y="42944"/>
                  <a:pt x="484201" y="43125"/>
                  <a:pt x="483858" y="43261"/>
                </a:cubicBezTo>
                <a:cubicBezTo>
                  <a:pt x="483514" y="43397"/>
                  <a:pt x="482358" y="43465"/>
                  <a:pt x="480390" y="43465"/>
                </a:cubicBezTo>
                <a:lnTo>
                  <a:pt x="472219" y="43465"/>
                </a:lnTo>
                <a:cubicBezTo>
                  <a:pt x="474782" y="46768"/>
                  <a:pt x="476064" y="50988"/>
                  <a:pt x="476064" y="56125"/>
                </a:cubicBezTo>
                <a:cubicBezTo>
                  <a:pt x="476064" y="61996"/>
                  <a:pt x="473821" y="67018"/>
                  <a:pt x="469335" y="71192"/>
                </a:cubicBezTo>
                <a:cubicBezTo>
                  <a:pt x="464849" y="75367"/>
                  <a:pt x="458829" y="77454"/>
                  <a:pt x="451276" y="77454"/>
                </a:cubicBezTo>
                <a:cubicBezTo>
                  <a:pt x="448163" y="77454"/>
                  <a:pt x="444982" y="76987"/>
                  <a:pt x="441732" y="76052"/>
                </a:cubicBezTo>
                <a:cubicBezTo>
                  <a:pt x="439718" y="77791"/>
                  <a:pt x="438356" y="79312"/>
                  <a:pt x="437646" y="80617"/>
                </a:cubicBezTo>
                <a:cubicBezTo>
                  <a:pt x="436937" y="81920"/>
                  <a:pt x="436582" y="83028"/>
                  <a:pt x="436582" y="83942"/>
                </a:cubicBezTo>
                <a:cubicBezTo>
                  <a:pt x="436582" y="84721"/>
                  <a:pt x="436959" y="85476"/>
                  <a:pt x="437715" y="86208"/>
                </a:cubicBezTo>
                <a:cubicBezTo>
                  <a:pt x="438470" y="86939"/>
                  <a:pt x="439946" y="87465"/>
                  <a:pt x="442144" y="87786"/>
                </a:cubicBezTo>
                <a:cubicBezTo>
                  <a:pt x="443425" y="87969"/>
                  <a:pt x="446630" y="88129"/>
                  <a:pt x="451757" y="88266"/>
                </a:cubicBezTo>
                <a:cubicBezTo>
                  <a:pt x="461187" y="88494"/>
                  <a:pt x="467298" y="88813"/>
                  <a:pt x="470090" y="89225"/>
                </a:cubicBezTo>
                <a:cubicBezTo>
                  <a:pt x="474348" y="89820"/>
                  <a:pt x="477746" y="91399"/>
                  <a:pt x="480287" y="93961"/>
                </a:cubicBezTo>
                <a:cubicBezTo>
                  <a:pt x="482828" y="96522"/>
                  <a:pt x="484098" y="99677"/>
                  <a:pt x="484098" y="103428"/>
                </a:cubicBezTo>
                <a:cubicBezTo>
                  <a:pt x="484098" y="108597"/>
                  <a:pt x="481672" y="113445"/>
                  <a:pt x="476820" y="117974"/>
                </a:cubicBezTo>
                <a:cubicBezTo>
                  <a:pt x="469678" y="124652"/>
                  <a:pt x="460363" y="127991"/>
                  <a:pt x="448873" y="127991"/>
                </a:cubicBezTo>
                <a:cubicBezTo>
                  <a:pt x="440038" y="127991"/>
                  <a:pt x="432576" y="126002"/>
                  <a:pt x="426488" y="122026"/>
                </a:cubicBezTo>
                <a:cubicBezTo>
                  <a:pt x="423055" y="119740"/>
                  <a:pt x="421338" y="117362"/>
                  <a:pt x="421338" y="114893"/>
                </a:cubicBezTo>
                <a:cubicBezTo>
                  <a:pt x="421338" y="113797"/>
                  <a:pt x="421590" y="112701"/>
                  <a:pt x="422093" y="111604"/>
                </a:cubicBezTo>
                <a:cubicBezTo>
                  <a:pt x="422872" y="109911"/>
                  <a:pt x="424474" y="107557"/>
                  <a:pt x="426900" y="104540"/>
                </a:cubicBezTo>
                <a:cubicBezTo>
                  <a:pt x="427220" y="104129"/>
                  <a:pt x="429555" y="101661"/>
                  <a:pt x="433904" y="97135"/>
                </a:cubicBezTo>
                <a:cubicBezTo>
                  <a:pt x="431523" y="95714"/>
                  <a:pt x="429841" y="94442"/>
                  <a:pt x="428857" y="93319"/>
                </a:cubicBezTo>
                <a:cubicBezTo>
                  <a:pt x="427873" y="92197"/>
                  <a:pt x="427381" y="90925"/>
                  <a:pt x="427381" y="89504"/>
                </a:cubicBezTo>
                <a:cubicBezTo>
                  <a:pt x="427381" y="87899"/>
                  <a:pt x="428033" y="86020"/>
                  <a:pt x="429338" y="83865"/>
                </a:cubicBezTo>
                <a:cubicBezTo>
                  <a:pt x="430642" y="81711"/>
                  <a:pt x="433652" y="78663"/>
                  <a:pt x="438367" y="74722"/>
                </a:cubicBezTo>
                <a:moveTo>
                  <a:pt x="450315" y="36392"/>
                </a:moveTo>
                <a:cubicBezTo>
                  <a:pt x="446927" y="36392"/>
                  <a:pt x="444089" y="37735"/>
                  <a:pt x="441800" y="40422"/>
                </a:cubicBezTo>
                <a:cubicBezTo>
                  <a:pt x="439512" y="43107"/>
                  <a:pt x="438367" y="47227"/>
                  <a:pt x="438367" y="52782"/>
                </a:cubicBezTo>
                <a:cubicBezTo>
                  <a:pt x="438367" y="59976"/>
                  <a:pt x="439924" y="65553"/>
                  <a:pt x="443036" y="69512"/>
                </a:cubicBezTo>
                <a:cubicBezTo>
                  <a:pt x="445417" y="72518"/>
                  <a:pt x="448438" y="74020"/>
                  <a:pt x="452100" y="74020"/>
                </a:cubicBezTo>
                <a:cubicBezTo>
                  <a:pt x="455579" y="74020"/>
                  <a:pt x="458440" y="72723"/>
                  <a:pt x="460683" y="70128"/>
                </a:cubicBezTo>
                <a:cubicBezTo>
                  <a:pt x="462926" y="67533"/>
                  <a:pt x="464048" y="63458"/>
                  <a:pt x="464048" y="57904"/>
                </a:cubicBezTo>
                <a:cubicBezTo>
                  <a:pt x="464048" y="50665"/>
                  <a:pt x="462469" y="44997"/>
                  <a:pt x="459310" y="40898"/>
                </a:cubicBezTo>
                <a:cubicBezTo>
                  <a:pt x="456975" y="37894"/>
                  <a:pt x="453977" y="36392"/>
                  <a:pt x="450315" y="36392"/>
                </a:cubicBezTo>
                <a:moveTo>
                  <a:pt x="437680" y="97682"/>
                </a:moveTo>
                <a:cubicBezTo>
                  <a:pt x="435529" y="100012"/>
                  <a:pt x="433904" y="102182"/>
                  <a:pt x="432805" y="104192"/>
                </a:cubicBezTo>
                <a:cubicBezTo>
                  <a:pt x="431707" y="106203"/>
                  <a:pt x="431157" y="108054"/>
                  <a:pt x="431157" y="109745"/>
                </a:cubicBezTo>
                <a:cubicBezTo>
                  <a:pt x="431157" y="111938"/>
                  <a:pt x="432485" y="113857"/>
                  <a:pt x="435140" y="115502"/>
                </a:cubicBezTo>
                <a:cubicBezTo>
                  <a:pt x="439718" y="118335"/>
                  <a:pt x="446332" y="119751"/>
                  <a:pt x="454984" y="119751"/>
                </a:cubicBezTo>
                <a:cubicBezTo>
                  <a:pt x="463224" y="119751"/>
                  <a:pt x="469301" y="118300"/>
                  <a:pt x="473215" y="115397"/>
                </a:cubicBezTo>
                <a:cubicBezTo>
                  <a:pt x="477129" y="112496"/>
                  <a:pt x="479085" y="109401"/>
                  <a:pt x="479085" y="106113"/>
                </a:cubicBezTo>
                <a:cubicBezTo>
                  <a:pt x="479085" y="103736"/>
                  <a:pt x="477918" y="102046"/>
                  <a:pt x="475584" y="101040"/>
                </a:cubicBezTo>
                <a:cubicBezTo>
                  <a:pt x="473203" y="100034"/>
                  <a:pt x="468488" y="99441"/>
                  <a:pt x="461439" y="99259"/>
                </a:cubicBezTo>
                <a:cubicBezTo>
                  <a:pt x="451139" y="98984"/>
                  <a:pt x="443219" y="98459"/>
                  <a:pt x="437680" y="97682"/>
                </a:cubicBezTo>
                <a:close/>
                <a:moveTo>
                  <a:pt x="510259" y="32959"/>
                </a:moveTo>
                <a:lnTo>
                  <a:pt x="510259" y="47104"/>
                </a:lnTo>
                <a:cubicBezTo>
                  <a:pt x="515524" y="37674"/>
                  <a:pt x="520925" y="32959"/>
                  <a:pt x="526464" y="32959"/>
                </a:cubicBezTo>
                <a:cubicBezTo>
                  <a:pt x="528982" y="32959"/>
                  <a:pt x="531065" y="33726"/>
                  <a:pt x="532713" y="35259"/>
                </a:cubicBezTo>
                <a:cubicBezTo>
                  <a:pt x="534361" y="36793"/>
                  <a:pt x="535185" y="38567"/>
                  <a:pt x="535185" y="40581"/>
                </a:cubicBezTo>
                <a:cubicBezTo>
                  <a:pt x="535185" y="42366"/>
                  <a:pt x="534590" y="43877"/>
                  <a:pt x="533399" y="45113"/>
                </a:cubicBezTo>
                <a:cubicBezTo>
                  <a:pt x="532209" y="46349"/>
                  <a:pt x="530790" y="46967"/>
                  <a:pt x="529142" y="46967"/>
                </a:cubicBezTo>
                <a:cubicBezTo>
                  <a:pt x="527540" y="46967"/>
                  <a:pt x="525743" y="46177"/>
                  <a:pt x="523752" y="44598"/>
                </a:cubicBezTo>
                <a:cubicBezTo>
                  <a:pt x="521761" y="43018"/>
                  <a:pt x="520284" y="42229"/>
                  <a:pt x="519323" y="42229"/>
                </a:cubicBezTo>
                <a:cubicBezTo>
                  <a:pt x="518499" y="42229"/>
                  <a:pt x="517607" y="42685"/>
                  <a:pt x="516645" y="43598"/>
                </a:cubicBezTo>
                <a:cubicBezTo>
                  <a:pt x="514585" y="45470"/>
                  <a:pt x="512457" y="48552"/>
                  <a:pt x="510259" y="52844"/>
                </a:cubicBezTo>
                <a:lnTo>
                  <a:pt x="510259" y="82910"/>
                </a:lnTo>
                <a:cubicBezTo>
                  <a:pt x="510259" y="86379"/>
                  <a:pt x="510694" y="89004"/>
                  <a:pt x="511564" y="90785"/>
                </a:cubicBezTo>
                <a:cubicBezTo>
                  <a:pt x="512159" y="92018"/>
                  <a:pt x="513212" y="93046"/>
                  <a:pt x="514723" y="93869"/>
                </a:cubicBezTo>
                <a:cubicBezTo>
                  <a:pt x="516233" y="94690"/>
                  <a:pt x="518408" y="95100"/>
                  <a:pt x="521246" y="95100"/>
                </a:cubicBezTo>
                <a:lnTo>
                  <a:pt x="521246" y="97641"/>
                </a:lnTo>
                <a:lnTo>
                  <a:pt x="489042" y="97641"/>
                </a:lnTo>
                <a:lnTo>
                  <a:pt x="489042" y="95100"/>
                </a:lnTo>
                <a:cubicBezTo>
                  <a:pt x="492246" y="95100"/>
                  <a:pt x="494627" y="94598"/>
                  <a:pt x="496183" y="93594"/>
                </a:cubicBezTo>
                <a:cubicBezTo>
                  <a:pt x="497327" y="92863"/>
                  <a:pt x="498129" y="91698"/>
                  <a:pt x="498586" y="90099"/>
                </a:cubicBezTo>
                <a:cubicBezTo>
                  <a:pt x="498815" y="89322"/>
                  <a:pt x="498930" y="87107"/>
                  <a:pt x="498930" y="83453"/>
                </a:cubicBezTo>
                <a:lnTo>
                  <a:pt x="498930" y="59131"/>
                </a:lnTo>
                <a:cubicBezTo>
                  <a:pt x="498930" y="51822"/>
                  <a:pt x="498781" y="47472"/>
                  <a:pt x="498483" y="46080"/>
                </a:cubicBezTo>
                <a:cubicBezTo>
                  <a:pt x="498186" y="44687"/>
                  <a:pt x="497636" y="43671"/>
                  <a:pt x="496835" y="43031"/>
                </a:cubicBezTo>
                <a:cubicBezTo>
                  <a:pt x="496034" y="42392"/>
                  <a:pt x="495039" y="42072"/>
                  <a:pt x="493848" y="42072"/>
                </a:cubicBezTo>
                <a:cubicBezTo>
                  <a:pt x="492429" y="42072"/>
                  <a:pt x="490827" y="42415"/>
                  <a:pt x="489042" y="43100"/>
                </a:cubicBezTo>
                <a:lnTo>
                  <a:pt x="488355" y="40632"/>
                </a:lnTo>
                <a:lnTo>
                  <a:pt x="507375" y="32959"/>
                </a:lnTo>
                <a:lnTo>
                  <a:pt x="510259" y="32959"/>
                </a:lnTo>
                <a:close/>
                <a:moveTo>
                  <a:pt x="554685" y="0"/>
                </a:moveTo>
                <a:cubicBezTo>
                  <a:pt x="556607" y="0"/>
                  <a:pt x="558244" y="679"/>
                  <a:pt x="559594" y="2036"/>
                </a:cubicBezTo>
                <a:cubicBezTo>
                  <a:pt x="560945" y="3392"/>
                  <a:pt x="561620" y="5037"/>
                  <a:pt x="561620" y="6969"/>
                </a:cubicBezTo>
                <a:cubicBezTo>
                  <a:pt x="561620" y="8902"/>
                  <a:pt x="560945" y="10559"/>
                  <a:pt x="559594" y="11939"/>
                </a:cubicBezTo>
                <a:cubicBezTo>
                  <a:pt x="558244" y="13318"/>
                  <a:pt x="556607" y="14008"/>
                  <a:pt x="554685" y="14008"/>
                </a:cubicBezTo>
                <a:cubicBezTo>
                  <a:pt x="552762" y="14008"/>
                  <a:pt x="551114" y="13318"/>
                  <a:pt x="549741" y="11939"/>
                </a:cubicBezTo>
                <a:cubicBezTo>
                  <a:pt x="548367" y="10559"/>
                  <a:pt x="547681" y="8902"/>
                  <a:pt x="547681" y="6969"/>
                </a:cubicBezTo>
                <a:cubicBezTo>
                  <a:pt x="547681" y="5037"/>
                  <a:pt x="548356" y="3392"/>
                  <a:pt x="549706" y="2036"/>
                </a:cubicBezTo>
                <a:cubicBezTo>
                  <a:pt x="551057" y="679"/>
                  <a:pt x="552716" y="0"/>
                  <a:pt x="554685" y="0"/>
                </a:cubicBezTo>
                <a:moveTo>
                  <a:pt x="560384" y="32959"/>
                </a:moveTo>
                <a:lnTo>
                  <a:pt x="560384" y="83385"/>
                </a:lnTo>
                <a:cubicBezTo>
                  <a:pt x="560384" y="87313"/>
                  <a:pt x="560670" y="89928"/>
                  <a:pt x="561242" y="91229"/>
                </a:cubicBezTo>
                <a:cubicBezTo>
                  <a:pt x="561814" y="92531"/>
                  <a:pt x="562661" y="93502"/>
                  <a:pt x="563783" y="94141"/>
                </a:cubicBezTo>
                <a:cubicBezTo>
                  <a:pt x="564904" y="94781"/>
                  <a:pt x="566953" y="95100"/>
                  <a:pt x="569928" y="95100"/>
                </a:cubicBezTo>
                <a:lnTo>
                  <a:pt x="569928" y="97641"/>
                </a:lnTo>
                <a:lnTo>
                  <a:pt x="539372" y="97641"/>
                </a:lnTo>
                <a:lnTo>
                  <a:pt x="539372" y="95100"/>
                </a:lnTo>
                <a:cubicBezTo>
                  <a:pt x="542439" y="95100"/>
                  <a:pt x="544499" y="94804"/>
                  <a:pt x="545552" y="94210"/>
                </a:cubicBezTo>
                <a:cubicBezTo>
                  <a:pt x="546605" y="93616"/>
                  <a:pt x="547440" y="92634"/>
                  <a:pt x="548058" y="91264"/>
                </a:cubicBezTo>
                <a:cubicBezTo>
                  <a:pt x="548676" y="89893"/>
                  <a:pt x="548985" y="87267"/>
                  <a:pt x="548985" y="83385"/>
                </a:cubicBezTo>
                <a:lnTo>
                  <a:pt x="548985" y="59200"/>
                </a:lnTo>
                <a:cubicBezTo>
                  <a:pt x="548985" y="52393"/>
                  <a:pt x="548779" y="47986"/>
                  <a:pt x="548367" y="45977"/>
                </a:cubicBezTo>
                <a:cubicBezTo>
                  <a:pt x="548047" y="44515"/>
                  <a:pt x="547543" y="43499"/>
                  <a:pt x="546857" y="42928"/>
                </a:cubicBezTo>
                <a:cubicBezTo>
                  <a:pt x="546170" y="42357"/>
                  <a:pt x="545232" y="42072"/>
                  <a:pt x="544042" y="42072"/>
                </a:cubicBezTo>
                <a:cubicBezTo>
                  <a:pt x="542760" y="42072"/>
                  <a:pt x="541203" y="42415"/>
                  <a:pt x="539372" y="43100"/>
                </a:cubicBezTo>
                <a:lnTo>
                  <a:pt x="538411" y="40632"/>
                </a:lnTo>
                <a:lnTo>
                  <a:pt x="557363" y="32959"/>
                </a:lnTo>
                <a:lnTo>
                  <a:pt x="560384" y="32959"/>
                </a:lnTo>
                <a:close/>
                <a:moveTo>
                  <a:pt x="622206" y="90569"/>
                </a:moveTo>
                <a:cubicBezTo>
                  <a:pt x="619139" y="93773"/>
                  <a:pt x="616141" y="96073"/>
                  <a:pt x="613211" y="97469"/>
                </a:cubicBezTo>
                <a:cubicBezTo>
                  <a:pt x="610281" y="98866"/>
                  <a:pt x="607123" y="99564"/>
                  <a:pt x="603735" y="99564"/>
                </a:cubicBezTo>
                <a:cubicBezTo>
                  <a:pt x="596869" y="99564"/>
                  <a:pt x="590872" y="96698"/>
                  <a:pt x="585745" y="90966"/>
                </a:cubicBezTo>
                <a:cubicBezTo>
                  <a:pt x="580618" y="85232"/>
                  <a:pt x="578054" y="77865"/>
                  <a:pt x="578054" y="68864"/>
                </a:cubicBezTo>
                <a:cubicBezTo>
                  <a:pt x="578054" y="59865"/>
                  <a:pt x="580892" y="51631"/>
                  <a:pt x="586569" y="44162"/>
                </a:cubicBezTo>
                <a:cubicBezTo>
                  <a:pt x="592245" y="36693"/>
                  <a:pt x="599546" y="32959"/>
                  <a:pt x="608473" y="32959"/>
                </a:cubicBezTo>
                <a:cubicBezTo>
                  <a:pt x="614012" y="32959"/>
                  <a:pt x="618590" y="34721"/>
                  <a:pt x="622206" y="38246"/>
                </a:cubicBezTo>
                <a:lnTo>
                  <a:pt x="622206" y="26616"/>
                </a:lnTo>
                <a:cubicBezTo>
                  <a:pt x="622206" y="19399"/>
                  <a:pt x="622034" y="14963"/>
                  <a:pt x="621691" y="13308"/>
                </a:cubicBezTo>
                <a:cubicBezTo>
                  <a:pt x="621348" y="11653"/>
                  <a:pt x="620810" y="10527"/>
                  <a:pt x="620077" y="9931"/>
                </a:cubicBezTo>
                <a:cubicBezTo>
                  <a:pt x="619345" y="9333"/>
                  <a:pt x="618429" y="9034"/>
                  <a:pt x="617331" y="9034"/>
                </a:cubicBezTo>
                <a:cubicBezTo>
                  <a:pt x="616141" y="9034"/>
                  <a:pt x="614561" y="9401"/>
                  <a:pt x="612593" y="10137"/>
                </a:cubicBezTo>
                <a:lnTo>
                  <a:pt x="611700" y="7723"/>
                </a:lnTo>
                <a:lnTo>
                  <a:pt x="630446" y="0"/>
                </a:lnTo>
                <a:lnTo>
                  <a:pt x="633536" y="0"/>
                </a:lnTo>
                <a:lnTo>
                  <a:pt x="633536" y="72716"/>
                </a:lnTo>
                <a:cubicBezTo>
                  <a:pt x="633536" y="80086"/>
                  <a:pt x="633707" y="84583"/>
                  <a:pt x="634051" y="86208"/>
                </a:cubicBezTo>
                <a:cubicBezTo>
                  <a:pt x="634394" y="87833"/>
                  <a:pt x="634943" y="88966"/>
                  <a:pt x="635699" y="89607"/>
                </a:cubicBezTo>
                <a:cubicBezTo>
                  <a:pt x="636454" y="90248"/>
                  <a:pt x="637335" y="90569"/>
                  <a:pt x="638342" y="90569"/>
                </a:cubicBezTo>
                <a:cubicBezTo>
                  <a:pt x="639578" y="90569"/>
                  <a:pt x="641226" y="90179"/>
                  <a:pt x="643286" y="89401"/>
                </a:cubicBezTo>
                <a:lnTo>
                  <a:pt x="644041" y="91805"/>
                </a:lnTo>
                <a:lnTo>
                  <a:pt x="625365" y="99564"/>
                </a:lnTo>
                <a:lnTo>
                  <a:pt x="622206" y="99564"/>
                </a:lnTo>
                <a:lnTo>
                  <a:pt x="622206" y="90569"/>
                </a:lnTo>
                <a:moveTo>
                  <a:pt x="622206" y="85777"/>
                </a:moveTo>
                <a:lnTo>
                  <a:pt x="622206" y="53449"/>
                </a:lnTo>
                <a:cubicBezTo>
                  <a:pt x="621931" y="50343"/>
                  <a:pt x="621107" y="47512"/>
                  <a:pt x="619734" y="44956"/>
                </a:cubicBezTo>
                <a:cubicBezTo>
                  <a:pt x="618361" y="42398"/>
                  <a:pt x="616541" y="40469"/>
                  <a:pt x="614275" y="39169"/>
                </a:cubicBezTo>
                <a:cubicBezTo>
                  <a:pt x="612009" y="37867"/>
                  <a:pt x="609800" y="37216"/>
                  <a:pt x="607649" y="37216"/>
                </a:cubicBezTo>
                <a:cubicBezTo>
                  <a:pt x="603621" y="37216"/>
                  <a:pt x="600027" y="39020"/>
                  <a:pt x="596869" y="42628"/>
                </a:cubicBezTo>
                <a:cubicBezTo>
                  <a:pt x="592703" y="47376"/>
                  <a:pt x="590620" y="54316"/>
                  <a:pt x="590620" y="63448"/>
                </a:cubicBezTo>
                <a:cubicBezTo>
                  <a:pt x="590620" y="72672"/>
                  <a:pt x="592634" y="79739"/>
                  <a:pt x="596663" y="84648"/>
                </a:cubicBezTo>
                <a:cubicBezTo>
                  <a:pt x="600691" y="89557"/>
                  <a:pt x="605177" y="92011"/>
                  <a:pt x="610121" y="92011"/>
                </a:cubicBezTo>
                <a:cubicBezTo>
                  <a:pt x="614287" y="92011"/>
                  <a:pt x="618315" y="89933"/>
                  <a:pt x="622206" y="857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AB59F-55E0-4A54-A79A-732C02C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402" y="1031989"/>
            <a:ext cx="332385" cy="332386"/>
          </a:xfrm>
          <a:custGeom xmlns:a="http://schemas.openxmlformats.org/drawingml/2006/main">
            <a:pathLst>
              <a:path w="332385" h="332386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4D1A7-03BA-422B-BD40-60041352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402" y="1031989"/>
            <a:ext cx="332385" cy="332386"/>
          </a:xfrm>
          <a:custGeom xmlns:a="http://schemas.openxmlformats.org/drawingml/2006/main">
            <a:pathLst>
              <a:path w="332385" h="332386" fill="none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EB1B1-A10C-4099-8B82-01F0E2E5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786" y="1031989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75BD3-7031-4492-B670-3F1E7F10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786" y="1031989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E992F-F35C-4822-BFF1-21D1EAAB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786" y="699603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75862-94CE-4F56-BBC9-AF9BFF84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786" y="699603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A2086-2CCE-40EA-BDEB-8C26B960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017" y="367207"/>
            <a:ext cx="332384" cy="332396"/>
          </a:xfrm>
          <a:custGeom xmlns:a="http://schemas.openxmlformats.org/drawingml/2006/main">
            <a:pathLst>
              <a:path w="332384" h="332396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3BEF4-376E-4896-BC59-F770B8E6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017" y="367207"/>
            <a:ext cx="332384" cy="332396"/>
          </a:xfrm>
          <a:custGeom xmlns:a="http://schemas.openxmlformats.org/drawingml/2006/main">
            <a:pathLst>
              <a:path w="332384" h="332396" fill="none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E9A46-E0C2-4BFC-A7DA-81DA8B76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017" y="1031989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26960-87B8-4359-B429-3AC04A9D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017" y="1031989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E9D07-6A6D-4087-8CB9-6917276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017" y="699603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712F1-7600-4A88-9A33-3C09A79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017" y="699603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CCA9E-D9AB-4CF5-A2F9-C317E26F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402" y="699603"/>
            <a:ext cx="332385" cy="332386"/>
          </a:xfrm>
          <a:custGeom xmlns:a="http://schemas.openxmlformats.org/drawingml/2006/main">
            <a:pathLst>
              <a:path w="332385" h="332386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F77BB9-AA9C-48B4-82EF-9A56614F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402" y="699603"/>
            <a:ext cx="332385" cy="332386"/>
          </a:xfrm>
          <a:custGeom xmlns:a="http://schemas.openxmlformats.org/drawingml/2006/main">
            <a:pathLst>
              <a:path w="332385" h="332386" fill="none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3F319-480D-4810-900E-6C0F9B4F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402" y="367207"/>
            <a:ext cx="332385" cy="332396"/>
          </a:xfrm>
          <a:custGeom xmlns:a="http://schemas.openxmlformats.org/drawingml/2006/main">
            <a:pathLst>
              <a:path w="332385" h="332396">
                <a:moveTo>
                  <a:pt x="0" y="0"/>
                </a:moveTo>
                <a:lnTo>
                  <a:pt x="332385" y="0"/>
                </a:lnTo>
                <a:lnTo>
                  <a:pt x="332385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4C003-1041-480F-B64C-925B4896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402" y="367207"/>
            <a:ext cx="332385" cy="332396"/>
          </a:xfrm>
          <a:custGeom xmlns:a="http://schemas.openxmlformats.org/drawingml/2006/main">
            <a:pathLst>
              <a:path w="332385" h="332396" fill="none">
                <a:moveTo>
                  <a:pt x="0" y="0"/>
                </a:moveTo>
                <a:lnTo>
                  <a:pt x="332385" y="0"/>
                </a:lnTo>
                <a:lnTo>
                  <a:pt x="332385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2BCFE-AE1B-4C22-A439-FB5E039D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786" y="367207"/>
            <a:ext cx="332398" cy="332396"/>
          </a:xfrm>
          <a:custGeom xmlns:a="http://schemas.openxmlformats.org/drawingml/2006/main">
            <a:pathLst>
              <a:path w="332398" h="332396">
                <a:moveTo>
                  <a:pt x="0" y="0"/>
                </a:moveTo>
                <a:lnTo>
                  <a:pt x="332398" y="0"/>
                </a:lnTo>
                <a:lnTo>
                  <a:pt x="332398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F8C96-7FC5-43D3-9327-D395D2F5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786" y="367207"/>
            <a:ext cx="332398" cy="332396"/>
          </a:xfrm>
          <a:custGeom xmlns:a="http://schemas.openxmlformats.org/drawingml/2006/main">
            <a:pathLst>
              <a:path w="332398" h="332396" fill="none">
                <a:moveTo>
                  <a:pt x="0" y="0"/>
                </a:moveTo>
                <a:lnTo>
                  <a:pt x="332398" y="0"/>
                </a:lnTo>
                <a:lnTo>
                  <a:pt x="332398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ADDD7-0709-4F04-B959-12A8C9E6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08" y="36592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2AB3D-3FBE-4C1E-B805-875BDF9F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893" y="36592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76A9F-FAF0-4BC5-BFC8-A752BA20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24" y="698312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DD0E55-CE11-4B79-85BB-4DFF2B85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37" y="700881"/>
            <a:ext cx="333090" cy="10"/>
          </a:xfrm>
          <a:custGeom xmlns:a="http://schemas.openxmlformats.org/drawingml/2006/main">
            <a:pathLst>
              <a:path w="333090" h="1" fill="none">
                <a:moveTo>
                  <a:pt x="3330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1EB89-E06C-4317-B13B-78887D19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739" y="1033267"/>
            <a:ext cx="333103" cy="10"/>
          </a:xfrm>
          <a:custGeom xmlns:a="http://schemas.openxmlformats.org/drawingml/2006/main">
            <a:pathLst>
              <a:path w="333103" h="1" fill="none">
                <a:moveTo>
                  <a:pt x="33310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DAEEB-A491-44B0-80D4-939DE6E7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739" y="1363094"/>
            <a:ext cx="333103" cy="10"/>
          </a:xfrm>
          <a:custGeom xmlns:a="http://schemas.openxmlformats.org/drawingml/2006/main">
            <a:pathLst>
              <a:path w="333103" h="1" fill="none">
                <a:moveTo>
                  <a:pt x="33310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618E5-DB45-4F17-B2C1-82A84601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085" y="419622"/>
            <a:ext cx="121156" cy="19900"/>
          </a:xfrm>
          <a:custGeom xmlns:a="http://schemas.openxmlformats.org/drawingml/2006/main">
            <a:pathLst>
              <a:path w="121156" h="19900" fill="none">
                <a:moveTo>
                  <a:pt x="121156" y="0"/>
                </a:moveTo>
                <a:lnTo>
                  <a:pt x="0" y="1990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C98196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A0C02-ADBF-446F-B719-8DD45D17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709" y="657407"/>
            <a:ext cx="84630" cy="79587"/>
          </a:xfrm>
          <a:custGeom xmlns:a="http://schemas.openxmlformats.org/drawingml/2006/main">
            <a:pathLst>
              <a:path w="84630" h="79587" fill="none">
                <a:moveTo>
                  <a:pt x="84630" y="0"/>
                </a:moveTo>
                <a:lnTo>
                  <a:pt x="0" y="79587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C98196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6C36A-CABB-459B-B7FA-826A16D9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761" y="746897"/>
            <a:ext cx="74953" cy="87693"/>
          </a:xfrm>
          <a:custGeom xmlns:a="http://schemas.openxmlformats.org/drawingml/2006/main">
            <a:pathLst>
              <a:path w="74953" h="87693" fill="none">
                <a:moveTo>
                  <a:pt x="74953" y="0"/>
                </a:moveTo>
                <a:lnTo>
                  <a:pt x="0" y="87693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C98196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2ED79-A265-48DF-90DA-7B674CDB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199" y="1306842"/>
            <a:ext cx="21325" cy="116245"/>
          </a:xfrm>
          <a:custGeom xmlns:a="http://schemas.openxmlformats.org/drawingml/2006/main">
            <a:pathLst>
              <a:path w="21325" h="116245" fill="none">
                <a:moveTo>
                  <a:pt x="21325" y="0"/>
                </a:moveTo>
                <a:lnTo>
                  <a:pt x="0" y="11624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C98196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D42B7-9DE2-47EA-A056-8750C021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169" y="405566"/>
            <a:ext cx="48571" cy="48571"/>
          </a:xfrm>
          <a:custGeom xmlns:a="http://schemas.openxmlformats.org/drawingml/2006/main">
            <a:pathLst>
              <a:path w="48571" h="48571">
                <a:moveTo>
                  <a:pt x="0" y="24282"/>
                </a:moveTo>
                <a:cubicBezTo>
                  <a:pt x="0" y="10863"/>
                  <a:pt x="10860" y="0"/>
                  <a:pt x="24293" y="0"/>
                </a:cubicBezTo>
                <a:cubicBezTo>
                  <a:pt x="37708" y="0"/>
                  <a:pt x="48571" y="10863"/>
                  <a:pt x="48571" y="24282"/>
                </a:cubicBezTo>
                <a:cubicBezTo>
                  <a:pt x="48571" y="37711"/>
                  <a:pt x="37708" y="48571"/>
                  <a:pt x="24293" y="48571"/>
                </a:cubicBezTo>
                <a:cubicBezTo>
                  <a:pt x="10860" y="48571"/>
                  <a:pt x="0" y="37711"/>
                  <a:pt x="0" y="24282"/>
                </a:cubicBezTo>
                <a:close/>
                <a:moveTo>
                  <a:pt x="0" y="24282"/>
                </a:moveTo>
              </a:path>
            </a:pathLst>
          </a:custGeom>
          <a:solidFill xmlns:a="http://schemas.openxmlformats.org/drawingml/2006/main">
            <a:srgbClr val="C981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86B69-763C-4256-B5FC-89204D60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169" y="405566"/>
            <a:ext cx="48571" cy="48571"/>
          </a:xfrm>
          <a:custGeom xmlns:a="http://schemas.openxmlformats.org/drawingml/2006/main">
            <a:pathLst>
              <a:path w="48571" h="48571" fill="none">
                <a:moveTo>
                  <a:pt x="0" y="24282"/>
                </a:moveTo>
                <a:cubicBezTo>
                  <a:pt x="0" y="10863"/>
                  <a:pt x="10860" y="0"/>
                  <a:pt x="24293" y="0"/>
                </a:cubicBezTo>
                <a:cubicBezTo>
                  <a:pt x="37708" y="0"/>
                  <a:pt x="48571" y="10863"/>
                  <a:pt x="48571" y="24282"/>
                </a:cubicBezTo>
                <a:cubicBezTo>
                  <a:pt x="48571" y="37711"/>
                  <a:pt x="37708" y="48571"/>
                  <a:pt x="24293" y="48571"/>
                </a:cubicBezTo>
                <a:cubicBezTo>
                  <a:pt x="10860" y="48571"/>
                  <a:pt x="0" y="37711"/>
                  <a:pt x="0" y="24282"/>
                </a:cubicBezTo>
                <a:close/>
                <a:moveTo>
                  <a:pt x="0" y="2428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632B3B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382D4-86DB-4E18-A5B9-2BC86E63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432" y="679144"/>
            <a:ext cx="46029" cy="46016"/>
          </a:xfrm>
          <a:custGeom xmlns:a="http://schemas.openxmlformats.org/drawingml/2006/main">
            <a:pathLst>
              <a:path w="46029" h="46016">
                <a:moveTo>
                  <a:pt x="0" y="23015"/>
                </a:moveTo>
                <a:cubicBezTo>
                  <a:pt x="0" y="10304"/>
                  <a:pt x="10301" y="0"/>
                  <a:pt x="23015" y="0"/>
                </a:cubicBezTo>
                <a:cubicBezTo>
                  <a:pt x="35725" y="0"/>
                  <a:pt x="46029" y="10304"/>
                  <a:pt x="46029" y="23015"/>
                </a:cubicBezTo>
                <a:cubicBezTo>
                  <a:pt x="46029" y="35715"/>
                  <a:pt x="35725" y="46016"/>
                  <a:pt x="23015" y="46016"/>
                </a:cubicBezTo>
                <a:cubicBezTo>
                  <a:pt x="10301" y="46016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C981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39158-1F15-48CC-9A49-01BD6688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432" y="679144"/>
            <a:ext cx="46029" cy="46016"/>
          </a:xfrm>
          <a:custGeom xmlns:a="http://schemas.openxmlformats.org/drawingml/2006/main">
            <a:pathLst>
              <a:path w="46029" h="46016" fill="none">
                <a:moveTo>
                  <a:pt x="0" y="23015"/>
                </a:moveTo>
                <a:cubicBezTo>
                  <a:pt x="0" y="10304"/>
                  <a:pt x="10301" y="0"/>
                  <a:pt x="23015" y="0"/>
                </a:cubicBezTo>
                <a:cubicBezTo>
                  <a:pt x="35725" y="0"/>
                  <a:pt x="46029" y="10304"/>
                  <a:pt x="46029" y="23015"/>
                </a:cubicBezTo>
                <a:cubicBezTo>
                  <a:pt x="46029" y="35715"/>
                  <a:pt x="35725" y="46016"/>
                  <a:pt x="23015" y="46016"/>
                </a:cubicBezTo>
                <a:cubicBezTo>
                  <a:pt x="10301" y="46016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632B3B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80545-FA0E-4656-82C6-6060891D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387" y="771189"/>
            <a:ext cx="48585" cy="48585"/>
          </a:xfrm>
          <a:custGeom xmlns:a="http://schemas.openxmlformats.org/drawingml/2006/main">
            <a:pathLst>
              <a:path w="48585" h="48585">
                <a:moveTo>
                  <a:pt x="0" y="24292"/>
                </a:moveTo>
                <a:cubicBezTo>
                  <a:pt x="0" y="10863"/>
                  <a:pt x="10863" y="0"/>
                  <a:pt x="24293" y="0"/>
                </a:cubicBezTo>
                <a:cubicBezTo>
                  <a:pt x="37712" y="0"/>
                  <a:pt x="48585" y="10863"/>
                  <a:pt x="48585" y="24292"/>
                </a:cubicBezTo>
                <a:cubicBezTo>
                  <a:pt x="48585" y="37708"/>
                  <a:pt x="37712" y="48585"/>
                  <a:pt x="24293" y="48585"/>
                </a:cubicBezTo>
                <a:cubicBezTo>
                  <a:pt x="10863" y="48585"/>
                  <a:pt x="0" y="37708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C981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D6D04-5907-4E23-B062-A7FD29C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387" y="771189"/>
            <a:ext cx="48585" cy="48585"/>
          </a:xfrm>
          <a:custGeom xmlns:a="http://schemas.openxmlformats.org/drawingml/2006/main">
            <a:pathLst>
              <a:path w="48585" h="48585" fill="none">
                <a:moveTo>
                  <a:pt x="0" y="24292"/>
                </a:moveTo>
                <a:cubicBezTo>
                  <a:pt x="0" y="10863"/>
                  <a:pt x="10863" y="0"/>
                  <a:pt x="24293" y="0"/>
                </a:cubicBezTo>
                <a:cubicBezTo>
                  <a:pt x="37712" y="0"/>
                  <a:pt x="48585" y="10863"/>
                  <a:pt x="48585" y="24292"/>
                </a:cubicBezTo>
                <a:cubicBezTo>
                  <a:pt x="48585" y="37708"/>
                  <a:pt x="37712" y="48585"/>
                  <a:pt x="24293" y="48585"/>
                </a:cubicBezTo>
                <a:cubicBezTo>
                  <a:pt x="10863" y="48585"/>
                  <a:pt x="0" y="37708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632B3B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59502-81B1-4D3E-8466-57EBC897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699" y="1341357"/>
            <a:ext cx="48571" cy="46029"/>
          </a:xfrm>
          <a:custGeom xmlns:a="http://schemas.openxmlformats.org/drawingml/2006/main">
            <a:pathLst>
              <a:path w="48571" h="46029">
                <a:moveTo>
                  <a:pt x="0" y="23015"/>
                </a:moveTo>
                <a:cubicBezTo>
                  <a:pt x="0" y="10304"/>
                  <a:pt x="10863" y="0"/>
                  <a:pt x="24279" y="0"/>
                </a:cubicBezTo>
                <a:cubicBezTo>
                  <a:pt x="37708" y="0"/>
                  <a:pt x="48571" y="10304"/>
                  <a:pt x="48571" y="23015"/>
                </a:cubicBezTo>
                <a:cubicBezTo>
                  <a:pt x="48571" y="35728"/>
                  <a:pt x="37708" y="46029"/>
                  <a:pt x="24279" y="46029"/>
                </a:cubicBezTo>
                <a:cubicBezTo>
                  <a:pt x="10863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C981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F991FC-4111-4EB6-B3EF-EAEE42E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699" y="1341357"/>
            <a:ext cx="48571" cy="46029"/>
          </a:xfrm>
          <a:custGeom xmlns:a="http://schemas.openxmlformats.org/drawingml/2006/main">
            <a:pathLst>
              <a:path w="48571" h="46029" fill="none">
                <a:moveTo>
                  <a:pt x="0" y="23015"/>
                </a:moveTo>
                <a:cubicBezTo>
                  <a:pt x="0" y="10304"/>
                  <a:pt x="10863" y="0"/>
                  <a:pt x="24279" y="0"/>
                </a:cubicBezTo>
                <a:cubicBezTo>
                  <a:pt x="37708" y="0"/>
                  <a:pt x="48571" y="10304"/>
                  <a:pt x="48571" y="23015"/>
                </a:cubicBezTo>
                <a:cubicBezTo>
                  <a:pt x="48571" y="35728"/>
                  <a:pt x="37708" y="46029"/>
                  <a:pt x="24279" y="46029"/>
                </a:cubicBezTo>
                <a:cubicBezTo>
                  <a:pt x="10863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632B3B"/>
            </a:solidFill>
            <a:miter/>
          </a:ln>
        </p:spPr>
      </p:sp>
      <p:sp>
        <p:nvSpPr>
          <p:cNvPr id="124" name="Text 2.Getdualf">
            <a:extLst xmlns:a="http://schemas.openxmlformats.org/drawingml/2006/main">
              <a:ext uri="{FF2B5EF4-FFF2-40B4-BE49-F238E27FC236}">
                <a16:creationId xmlns:a16="http://schemas.microsoft.com/office/drawing/2014/main" id="{F22403D0-7998-4328-812A-A982AB9D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83" y="1449542"/>
            <a:ext cx="714252" cy="99701"/>
          </a:xfrm>
          <a:custGeom xmlns:a="http://schemas.openxmlformats.org/drawingml/2006/main">
            <a:pathLst>
              <a:path w="714252" h="99701">
                <a:moveTo>
                  <a:pt x="61455" y="79651"/>
                </a:moveTo>
                <a:lnTo>
                  <a:pt x="54932" y="97641"/>
                </a:lnTo>
                <a:lnTo>
                  <a:pt x="0" y="97641"/>
                </a:lnTo>
                <a:lnTo>
                  <a:pt x="0" y="95096"/>
                </a:lnTo>
                <a:cubicBezTo>
                  <a:pt x="16159" y="80332"/>
                  <a:pt x="27535" y="68273"/>
                  <a:pt x="34127" y="58921"/>
                </a:cubicBezTo>
                <a:cubicBezTo>
                  <a:pt x="40718" y="49567"/>
                  <a:pt x="44014" y="41015"/>
                  <a:pt x="44014" y="33266"/>
                </a:cubicBezTo>
                <a:cubicBezTo>
                  <a:pt x="44014" y="27352"/>
                  <a:pt x="42206" y="22493"/>
                  <a:pt x="38590" y="18687"/>
                </a:cubicBezTo>
                <a:cubicBezTo>
                  <a:pt x="34973" y="14881"/>
                  <a:pt x="30647" y="12978"/>
                  <a:pt x="25612" y="12978"/>
                </a:cubicBezTo>
                <a:cubicBezTo>
                  <a:pt x="21034" y="12978"/>
                  <a:pt x="16926" y="14322"/>
                  <a:pt x="13287" y="17012"/>
                </a:cubicBezTo>
                <a:cubicBezTo>
                  <a:pt x="9647" y="19701"/>
                  <a:pt x="6958" y="23644"/>
                  <a:pt x="5219" y="28839"/>
                </a:cubicBezTo>
                <a:lnTo>
                  <a:pt x="2678" y="28839"/>
                </a:lnTo>
                <a:cubicBezTo>
                  <a:pt x="3822" y="20392"/>
                  <a:pt x="6764" y="13909"/>
                  <a:pt x="11501" y="9390"/>
                </a:cubicBezTo>
                <a:cubicBezTo>
                  <a:pt x="16239" y="4869"/>
                  <a:pt x="22156" y="2609"/>
                  <a:pt x="29251" y="2609"/>
                </a:cubicBezTo>
                <a:cubicBezTo>
                  <a:pt x="36804" y="2609"/>
                  <a:pt x="43110" y="5035"/>
                  <a:pt x="48169" y="9888"/>
                </a:cubicBezTo>
                <a:cubicBezTo>
                  <a:pt x="53227" y="14740"/>
                  <a:pt x="55756" y="20462"/>
                  <a:pt x="55756" y="27054"/>
                </a:cubicBezTo>
                <a:cubicBezTo>
                  <a:pt x="55756" y="31769"/>
                  <a:pt x="54657" y="36484"/>
                  <a:pt x="52460" y="41199"/>
                </a:cubicBezTo>
                <a:cubicBezTo>
                  <a:pt x="49073" y="48615"/>
                  <a:pt x="43579" y="56465"/>
                  <a:pt x="35980" y="64751"/>
                </a:cubicBezTo>
                <a:cubicBezTo>
                  <a:pt x="24582" y="77202"/>
                  <a:pt x="17464" y="84709"/>
                  <a:pt x="14626" y="87273"/>
                </a:cubicBezTo>
                <a:lnTo>
                  <a:pt x="38933" y="87273"/>
                </a:lnTo>
                <a:cubicBezTo>
                  <a:pt x="43877" y="87273"/>
                  <a:pt x="47345" y="87088"/>
                  <a:pt x="49336" y="86719"/>
                </a:cubicBezTo>
                <a:cubicBezTo>
                  <a:pt x="51327" y="86349"/>
                  <a:pt x="53124" y="85598"/>
                  <a:pt x="54726" y="84466"/>
                </a:cubicBezTo>
                <a:cubicBezTo>
                  <a:pt x="56328" y="83334"/>
                  <a:pt x="57724" y="81729"/>
                  <a:pt x="58915" y="79651"/>
                </a:cubicBezTo>
                <a:lnTo>
                  <a:pt x="61455" y="79651"/>
                </a:lnTo>
                <a:close/>
                <a:moveTo>
                  <a:pt x="84870" y="84320"/>
                </a:moveTo>
                <a:cubicBezTo>
                  <a:pt x="87022" y="84320"/>
                  <a:pt x="88830" y="85064"/>
                  <a:pt x="90295" y="86552"/>
                </a:cubicBezTo>
                <a:cubicBezTo>
                  <a:pt x="91760" y="88039"/>
                  <a:pt x="92492" y="89836"/>
                  <a:pt x="92492" y="91942"/>
                </a:cubicBezTo>
                <a:cubicBezTo>
                  <a:pt x="92492" y="94048"/>
                  <a:pt x="91748" y="95844"/>
                  <a:pt x="90260" y="97332"/>
                </a:cubicBezTo>
                <a:cubicBezTo>
                  <a:pt x="88773" y="98820"/>
                  <a:pt x="86976" y="99564"/>
                  <a:pt x="84870" y="99564"/>
                </a:cubicBezTo>
                <a:cubicBezTo>
                  <a:pt x="82764" y="99564"/>
                  <a:pt x="80968" y="98820"/>
                  <a:pt x="79480" y="97332"/>
                </a:cubicBezTo>
                <a:cubicBezTo>
                  <a:pt x="77992" y="95844"/>
                  <a:pt x="77248" y="94048"/>
                  <a:pt x="77248" y="91942"/>
                </a:cubicBezTo>
                <a:cubicBezTo>
                  <a:pt x="77248" y="89790"/>
                  <a:pt x="77992" y="87982"/>
                  <a:pt x="79480" y="86517"/>
                </a:cubicBezTo>
                <a:cubicBezTo>
                  <a:pt x="80968" y="85053"/>
                  <a:pt x="82764" y="84320"/>
                  <a:pt x="84870" y="84320"/>
                </a:cubicBezTo>
                <a:close/>
                <a:moveTo>
                  <a:pt x="223917" y="2472"/>
                </a:moveTo>
                <a:lnTo>
                  <a:pt x="226320" y="31860"/>
                </a:lnTo>
                <a:lnTo>
                  <a:pt x="223917" y="31860"/>
                </a:lnTo>
                <a:cubicBezTo>
                  <a:pt x="221491" y="24536"/>
                  <a:pt x="218355" y="19020"/>
                  <a:pt x="214510" y="15312"/>
                </a:cubicBezTo>
                <a:cubicBezTo>
                  <a:pt x="208971" y="9956"/>
                  <a:pt x="201853" y="7278"/>
                  <a:pt x="193155" y="7278"/>
                </a:cubicBezTo>
                <a:cubicBezTo>
                  <a:pt x="181299" y="7278"/>
                  <a:pt x="172281" y="11971"/>
                  <a:pt x="166101" y="21355"/>
                </a:cubicBezTo>
                <a:cubicBezTo>
                  <a:pt x="160928" y="29274"/>
                  <a:pt x="158342" y="38704"/>
                  <a:pt x="158342" y="49644"/>
                </a:cubicBezTo>
                <a:cubicBezTo>
                  <a:pt x="158342" y="58525"/>
                  <a:pt x="160059" y="66628"/>
                  <a:pt x="163492" y="73952"/>
                </a:cubicBezTo>
                <a:cubicBezTo>
                  <a:pt x="166925" y="81276"/>
                  <a:pt x="171423" y="86643"/>
                  <a:pt x="176985" y="90054"/>
                </a:cubicBezTo>
                <a:cubicBezTo>
                  <a:pt x="182546" y="93464"/>
                  <a:pt x="188257" y="95169"/>
                  <a:pt x="194116" y="95169"/>
                </a:cubicBezTo>
                <a:cubicBezTo>
                  <a:pt x="197550" y="95169"/>
                  <a:pt x="200868" y="94733"/>
                  <a:pt x="204073" y="93860"/>
                </a:cubicBezTo>
                <a:cubicBezTo>
                  <a:pt x="207277" y="92988"/>
                  <a:pt x="210367" y="91702"/>
                  <a:pt x="213343" y="90004"/>
                </a:cubicBezTo>
                <a:lnTo>
                  <a:pt x="213343" y="63006"/>
                </a:lnTo>
                <a:cubicBezTo>
                  <a:pt x="213343" y="58323"/>
                  <a:pt x="212988" y="55258"/>
                  <a:pt x="212278" y="53812"/>
                </a:cubicBezTo>
                <a:cubicBezTo>
                  <a:pt x="211569" y="52365"/>
                  <a:pt x="210470" y="51264"/>
                  <a:pt x="208982" y="50507"/>
                </a:cubicBezTo>
                <a:cubicBezTo>
                  <a:pt x="207495" y="49749"/>
                  <a:pt x="204874" y="49370"/>
                  <a:pt x="201120" y="49370"/>
                </a:cubicBezTo>
                <a:lnTo>
                  <a:pt x="201120" y="46829"/>
                </a:lnTo>
                <a:lnTo>
                  <a:pt x="237169" y="46829"/>
                </a:lnTo>
                <a:lnTo>
                  <a:pt x="237169" y="49370"/>
                </a:lnTo>
                <a:lnTo>
                  <a:pt x="235453" y="49370"/>
                </a:lnTo>
                <a:cubicBezTo>
                  <a:pt x="231882" y="49370"/>
                  <a:pt x="229433" y="50560"/>
                  <a:pt x="228106" y="52940"/>
                </a:cubicBezTo>
                <a:cubicBezTo>
                  <a:pt x="227190" y="54634"/>
                  <a:pt x="226732" y="57976"/>
                  <a:pt x="226732" y="62965"/>
                </a:cubicBezTo>
                <a:lnTo>
                  <a:pt x="226732" y="91461"/>
                </a:lnTo>
                <a:cubicBezTo>
                  <a:pt x="221468" y="94299"/>
                  <a:pt x="216272" y="96382"/>
                  <a:pt x="211145" y="97710"/>
                </a:cubicBezTo>
                <a:cubicBezTo>
                  <a:pt x="206018" y="99037"/>
                  <a:pt x="200319" y="99701"/>
                  <a:pt x="194048" y="99701"/>
                </a:cubicBezTo>
                <a:cubicBezTo>
                  <a:pt x="176058" y="99701"/>
                  <a:pt x="162393" y="93941"/>
                  <a:pt x="153055" y="82421"/>
                </a:cubicBezTo>
                <a:cubicBezTo>
                  <a:pt x="146051" y="73782"/>
                  <a:pt x="142549" y="63817"/>
                  <a:pt x="142549" y="52526"/>
                </a:cubicBezTo>
                <a:cubicBezTo>
                  <a:pt x="142549" y="44344"/>
                  <a:pt x="144517" y="36505"/>
                  <a:pt x="148454" y="29009"/>
                </a:cubicBezTo>
                <a:cubicBezTo>
                  <a:pt x="153123" y="20094"/>
                  <a:pt x="159532" y="13237"/>
                  <a:pt x="167680" y="8437"/>
                </a:cubicBezTo>
                <a:cubicBezTo>
                  <a:pt x="174501" y="4460"/>
                  <a:pt x="182558" y="2472"/>
                  <a:pt x="191850" y="2472"/>
                </a:cubicBezTo>
                <a:cubicBezTo>
                  <a:pt x="195238" y="2472"/>
                  <a:pt x="198316" y="2747"/>
                  <a:pt x="201086" y="3296"/>
                </a:cubicBezTo>
                <a:cubicBezTo>
                  <a:pt x="203855" y="3845"/>
                  <a:pt x="207781" y="5058"/>
                  <a:pt x="212862" y="6935"/>
                </a:cubicBezTo>
                <a:cubicBezTo>
                  <a:pt x="215425" y="7896"/>
                  <a:pt x="217142" y="8377"/>
                  <a:pt x="218012" y="8377"/>
                </a:cubicBezTo>
                <a:cubicBezTo>
                  <a:pt x="218882" y="8377"/>
                  <a:pt x="219625" y="7977"/>
                  <a:pt x="220243" y="7175"/>
                </a:cubicBezTo>
                <a:cubicBezTo>
                  <a:pt x="220861" y="6374"/>
                  <a:pt x="221239" y="4807"/>
                  <a:pt x="221376" y="2472"/>
                </a:cubicBezTo>
                <a:lnTo>
                  <a:pt x="223917" y="2472"/>
                </a:lnTo>
                <a:close/>
                <a:moveTo>
                  <a:pt x="254106" y="58502"/>
                </a:moveTo>
                <a:cubicBezTo>
                  <a:pt x="254060" y="67819"/>
                  <a:pt x="256326" y="75127"/>
                  <a:pt x="260904" y="80426"/>
                </a:cubicBezTo>
                <a:cubicBezTo>
                  <a:pt x="265481" y="85723"/>
                  <a:pt x="270860" y="88371"/>
                  <a:pt x="277040" y="88371"/>
                </a:cubicBezTo>
                <a:cubicBezTo>
                  <a:pt x="281160" y="88371"/>
                  <a:pt x="284742" y="87238"/>
                  <a:pt x="287786" y="84972"/>
                </a:cubicBezTo>
                <a:cubicBezTo>
                  <a:pt x="290830" y="82706"/>
                  <a:pt x="293382" y="78827"/>
                  <a:pt x="295442" y="73334"/>
                </a:cubicBezTo>
                <a:lnTo>
                  <a:pt x="297571" y="74707"/>
                </a:lnTo>
                <a:cubicBezTo>
                  <a:pt x="296610" y="80978"/>
                  <a:pt x="293817" y="86689"/>
                  <a:pt x="289194" y="91839"/>
                </a:cubicBezTo>
                <a:cubicBezTo>
                  <a:pt x="284570" y="96989"/>
                  <a:pt x="278780" y="99564"/>
                  <a:pt x="271822" y="99564"/>
                </a:cubicBezTo>
                <a:cubicBezTo>
                  <a:pt x="264268" y="99564"/>
                  <a:pt x="257802" y="96629"/>
                  <a:pt x="252424" y="90760"/>
                </a:cubicBezTo>
                <a:cubicBezTo>
                  <a:pt x="247045" y="84889"/>
                  <a:pt x="244356" y="76997"/>
                  <a:pt x="244356" y="67083"/>
                </a:cubicBezTo>
                <a:cubicBezTo>
                  <a:pt x="244356" y="56349"/>
                  <a:pt x="247114" y="47978"/>
                  <a:pt x="252630" y="41971"/>
                </a:cubicBezTo>
                <a:cubicBezTo>
                  <a:pt x="258146" y="35963"/>
                  <a:pt x="265069" y="32959"/>
                  <a:pt x="273401" y="32959"/>
                </a:cubicBezTo>
                <a:cubicBezTo>
                  <a:pt x="280450" y="32959"/>
                  <a:pt x="286241" y="35276"/>
                  <a:pt x="290773" y="39911"/>
                </a:cubicBezTo>
                <a:cubicBezTo>
                  <a:pt x="295305" y="44545"/>
                  <a:pt x="297571" y="50742"/>
                  <a:pt x="297571" y="58502"/>
                </a:cubicBezTo>
                <a:lnTo>
                  <a:pt x="254106" y="58502"/>
                </a:lnTo>
                <a:moveTo>
                  <a:pt x="254106" y="54520"/>
                </a:moveTo>
                <a:lnTo>
                  <a:pt x="283220" y="54520"/>
                </a:lnTo>
                <a:cubicBezTo>
                  <a:pt x="282991" y="50491"/>
                  <a:pt x="282510" y="47653"/>
                  <a:pt x="281778" y="46005"/>
                </a:cubicBezTo>
                <a:cubicBezTo>
                  <a:pt x="280634" y="43442"/>
                  <a:pt x="278928" y="41428"/>
                  <a:pt x="276662" y="39963"/>
                </a:cubicBezTo>
                <a:cubicBezTo>
                  <a:pt x="274396" y="38498"/>
                  <a:pt x="272028" y="37766"/>
                  <a:pt x="269556" y="37766"/>
                </a:cubicBezTo>
                <a:cubicBezTo>
                  <a:pt x="265756" y="37766"/>
                  <a:pt x="262357" y="39242"/>
                  <a:pt x="259359" y="42194"/>
                </a:cubicBezTo>
                <a:cubicBezTo>
                  <a:pt x="256360" y="45147"/>
                  <a:pt x="254610" y="49255"/>
                  <a:pt x="254106" y="54520"/>
                </a:cubicBezTo>
                <a:close/>
                <a:moveTo>
                  <a:pt x="324234" y="14008"/>
                </a:moveTo>
                <a:lnTo>
                  <a:pt x="324234" y="34744"/>
                </a:lnTo>
                <a:lnTo>
                  <a:pt x="338929" y="34744"/>
                </a:lnTo>
                <a:lnTo>
                  <a:pt x="338929" y="39551"/>
                </a:lnTo>
                <a:lnTo>
                  <a:pt x="324234" y="39551"/>
                </a:lnTo>
                <a:lnTo>
                  <a:pt x="324234" y="80282"/>
                </a:lnTo>
                <a:cubicBezTo>
                  <a:pt x="324234" y="84352"/>
                  <a:pt x="324818" y="87095"/>
                  <a:pt x="325985" y="88513"/>
                </a:cubicBezTo>
                <a:cubicBezTo>
                  <a:pt x="327153" y="89929"/>
                  <a:pt x="328652" y="90637"/>
                  <a:pt x="330483" y="90637"/>
                </a:cubicBezTo>
                <a:cubicBezTo>
                  <a:pt x="331993" y="90637"/>
                  <a:pt x="333458" y="90168"/>
                  <a:pt x="334877" y="89230"/>
                </a:cubicBezTo>
                <a:cubicBezTo>
                  <a:pt x="336296" y="88291"/>
                  <a:pt x="337395" y="86906"/>
                  <a:pt x="338173" y="85075"/>
                </a:cubicBezTo>
                <a:lnTo>
                  <a:pt x="340851" y="85075"/>
                </a:lnTo>
                <a:cubicBezTo>
                  <a:pt x="339249" y="89574"/>
                  <a:pt x="336983" y="92977"/>
                  <a:pt x="334053" y="95283"/>
                </a:cubicBezTo>
                <a:cubicBezTo>
                  <a:pt x="331124" y="97587"/>
                  <a:pt x="328102" y="98740"/>
                  <a:pt x="324990" y="98740"/>
                </a:cubicBezTo>
                <a:cubicBezTo>
                  <a:pt x="322884" y="98740"/>
                  <a:pt x="320824" y="98155"/>
                  <a:pt x="318810" y="96987"/>
                </a:cubicBezTo>
                <a:cubicBezTo>
                  <a:pt x="316796" y="95818"/>
                  <a:pt x="315308" y="94146"/>
                  <a:pt x="314347" y="91970"/>
                </a:cubicBezTo>
                <a:cubicBezTo>
                  <a:pt x="313385" y="89793"/>
                  <a:pt x="312905" y="86435"/>
                  <a:pt x="312905" y="81898"/>
                </a:cubicBezTo>
                <a:lnTo>
                  <a:pt x="312905" y="39551"/>
                </a:lnTo>
                <a:lnTo>
                  <a:pt x="302948" y="39551"/>
                </a:lnTo>
                <a:lnTo>
                  <a:pt x="302948" y="37285"/>
                </a:lnTo>
                <a:cubicBezTo>
                  <a:pt x="305466" y="36275"/>
                  <a:pt x="308041" y="34565"/>
                  <a:pt x="310673" y="32154"/>
                </a:cubicBezTo>
                <a:cubicBezTo>
                  <a:pt x="313305" y="29744"/>
                  <a:pt x="315651" y="26886"/>
                  <a:pt x="317711" y="23580"/>
                </a:cubicBezTo>
                <a:cubicBezTo>
                  <a:pt x="318764" y="21836"/>
                  <a:pt x="320229" y="18645"/>
                  <a:pt x="322106" y="14008"/>
                </a:cubicBezTo>
                <a:lnTo>
                  <a:pt x="324234" y="14008"/>
                </a:lnTo>
                <a:close/>
                <a:moveTo>
                  <a:pt x="424646" y="90569"/>
                </a:moveTo>
                <a:cubicBezTo>
                  <a:pt x="421579" y="93773"/>
                  <a:pt x="418581" y="96073"/>
                  <a:pt x="415651" y="97469"/>
                </a:cubicBezTo>
                <a:cubicBezTo>
                  <a:pt x="412722" y="98866"/>
                  <a:pt x="409563" y="99564"/>
                  <a:pt x="406175" y="99564"/>
                </a:cubicBezTo>
                <a:cubicBezTo>
                  <a:pt x="399309" y="99564"/>
                  <a:pt x="393312" y="96698"/>
                  <a:pt x="388185" y="90966"/>
                </a:cubicBezTo>
                <a:cubicBezTo>
                  <a:pt x="383058" y="85232"/>
                  <a:pt x="380495" y="77865"/>
                  <a:pt x="380495" y="68864"/>
                </a:cubicBezTo>
                <a:cubicBezTo>
                  <a:pt x="380495" y="59865"/>
                  <a:pt x="383333" y="51631"/>
                  <a:pt x="389009" y="44162"/>
                </a:cubicBezTo>
                <a:cubicBezTo>
                  <a:pt x="394686" y="36693"/>
                  <a:pt x="401987" y="32959"/>
                  <a:pt x="410913" y="32959"/>
                </a:cubicBezTo>
                <a:cubicBezTo>
                  <a:pt x="416452" y="32959"/>
                  <a:pt x="421030" y="34721"/>
                  <a:pt x="424646" y="38246"/>
                </a:cubicBezTo>
                <a:lnTo>
                  <a:pt x="424646" y="26616"/>
                </a:lnTo>
                <a:cubicBezTo>
                  <a:pt x="424646" y="19399"/>
                  <a:pt x="424475" y="14963"/>
                  <a:pt x="424131" y="13308"/>
                </a:cubicBezTo>
                <a:cubicBezTo>
                  <a:pt x="423788" y="11653"/>
                  <a:pt x="423250" y="10527"/>
                  <a:pt x="422518" y="9931"/>
                </a:cubicBezTo>
                <a:cubicBezTo>
                  <a:pt x="421785" y="9333"/>
                  <a:pt x="420870" y="9034"/>
                  <a:pt x="419771" y="9034"/>
                </a:cubicBezTo>
                <a:cubicBezTo>
                  <a:pt x="418581" y="9034"/>
                  <a:pt x="417002" y="9401"/>
                  <a:pt x="415033" y="10137"/>
                </a:cubicBezTo>
                <a:lnTo>
                  <a:pt x="414141" y="7723"/>
                </a:lnTo>
                <a:lnTo>
                  <a:pt x="432886" y="0"/>
                </a:lnTo>
                <a:lnTo>
                  <a:pt x="435976" y="0"/>
                </a:lnTo>
                <a:lnTo>
                  <a:pt x="435976" y="72716"/>
                </a:lnTo>
                <a:cubicBezTo>
                  <a:pt x="435976" y="80086"/>
                  <a:pt x="436148" y="84583"/>
                  <a:pt x="436491" y="86208"/>
                </a:cubicBezTo>
                <a:cubicBezTo>
                  <a:pt x="436834" y="87833"/>
                  <a:pt x="437384" y="88966"/>
                  <a:pt x="438139" y="89607"/>
                </a:cubicBezTo>
                <a:cubicBezTo>
                  <a:pt x="438894" y="90248"/>
                  <a:pt x="439776" y="90569"/>
                  <a:pt x="440783" y="90569"/>
                </a:cubicBezTo>
                <a:cubicBezTo>
                  <a:pt x="442019" y="90569"/>
                  <a:pt x="443667" y="90179"/>
                  <a:pt x="445726" y="89401"/>
                </a:cubicBezTo>
                <a:lnTo>
                  <a:pt x="446482" y="91805"/>
                </a:lnTo>
                <a:lnTo>
                  <a:pt x="427805" y="99564"/>
                </a:lnTo>
                <a:lnTo>
                  <a:pt x="424646" y="99564"/>
                </a:lnTo>
                <a:lnTo>
                  <a:pt x="424646" y="90569"/>
                </a:lnTo>
                <a:moveTo>
                  <a:pt x="424646" y="85777"/>
                </a:moveTo>
                <a:lnTo>
                  <a:pt x="424646" y="53449"/>
                </a:lnTo>
                <a:cubicBezTo>
                  <a:pt x="424372" y="50343"/>
                  <a:pt x="423548" y="47512"/>
                  <a:pt x="422174" y="44956"/>
                </a:cubicBezTo>
                <a:cubicBezTo>
                  <a:pt x="420801" y="42398"/>
                  <a:pt x="418981" y="40469"/>
                  <a:pt x="416716" y="39169"/>
                </a:cubicBezTo>
                <a:cubicBezTo>
                  <a:pt x="414450" y="37867"/>
                  <a:pt x="412241" y="37216"/>
                  <a:pt x="410089" y="37216"/>
                </a:cubicBezTo>
                <a:cubicBezTo>
                  <a:pt x="406061" y="37216"/>
                  <a:pt x="402468" y="39020"/>
                  <a:pt x="399309" y="42628"/>
                </a:cubicBezTo>
                <a:cubicBezTo>
                  <a:pt x="395143" y="47376"/>
                  <a:pt x="393060" y="54316"/>
                  <a:pt x="393060" y="63448"/>
                </a:cubicBezTo>
                <a:cubicBezTo>
                  <a:pt x="393060" y="72672"/>
                  <a:pt x="395075" y="79739"/>
                  <a:pt x="399103" y="84648"/>
                </a:cubicBezTo>
                <a:cubicBezTo>
                  <a:pt x="403131" y="89557"/>
                  <a:pt x="407617" y="92011"/>
                  <a:pt x="412561" y="92011"/>
                </a:cubicBezTo>
                <a:cubicBezTo>
                  <a:pt x="416727" y="92011"/>
                  <a:pt x="420755" y="89933"/>
                  <a:pt x="424646" y="85777"/>
                </a:cubicBezTo>
                <a:close/>
                <a:moveTo>
                  <a:pt x="505671" y="34744"/>
                </a:moveTo>
                <a:lnTo>
                  <a:pt x="505671" y="72853"/>
                </a:lnTo>
                <a:cubicBezTo>
                  <a:pt x="505671" y="80132"/>
                  <a:pt x="505843" y="84583"/>
                  <a:pt x="506186" y="86208"/>
                </a:cubicBezTo>
                <a:cubicBezTo>
                  <a:pt x="506529" y="87833"/>
                  <a:pt x="507079" y="88966"/>
                  <a:pt x="507834" y="89607"/>
                </a:cubicBezTo>
                <a:cubicBezTo>
                  <a:pt x="508589" y="90248"/>
                  <a:pt x="509470" y="90569"/>
                  <a:pt x="510477" y="90569"/>
                </a:cubicBezTo>
                <a:cubicBezTo>
                  <a:pt x="511897" y="90569"/>
                  <a:pt x="513499" y="90179"/>
                  <a:pt x="515284" y="89401"/>
                </a:cubicBezTo>
                <a:lnTo>
                  <a:pt x="516245" y="91805"/>
                </a:lnTo>
                <a:lnTo>
                  <a:pt x="497431" y="99564"/>
                </a:lnTo>
                <a:lnTo>
                  <a:pt x="494341" y="99564"/>
                </a:lnTo>
                <a:lnTo>
                  <a:pt x="494341" y="86243"/>
                </a:lnTo>
                <a:cubicBezTo>
                  <a:pt x="488939" y="92102"/>
                  <a:pt x="484820" y="95787"/>
                  <a:pt x="481981" y="97298"/>
                </a:cubicBezTo>
                <a:cubicBezTo>
                  <a:pt x="479143" y="98808"/>
                  <a:pt x="476145" y="99564"/>
                  <a:pt x="472986" y="99564"/>
                </a:cubicBezTo>
                <a:cubicBezTo>
                  <a:pt x="469462" y="99564"/>
                  <a:pt x="466406" y="98545"/>
                  <a:pt x="463820" y="96508"/>
                </a:cubicBezTo>
                <a:cubicBezTo>
                  <a:pt x="461233" y="94471"/>
                  <a:pt x="459436" y="91850"/>
                  <a:pt x="458429" y="88646"/>
                </a:cubicBezTo>
                <a:cubicBezTo>
                  <a:pt x="457422" y="85442"/>
                  <a:pt x="456919" y="80910"/>
                  <a:pt x="456919" y="75050"/>
                </a:cubicBezTo>
                <a:lnTo>
                  <a:pt x="456919" y="46967"/>
                </a:lnTo>
                <a:cubicBezTo>
                  <a:pt x="456919" y="43991"/>
                  <a:pt x="456598" y="41931"/>
                  <a:pt x="455957" y="40787"/>
                </a:cubicBezTo>
                <a:cubicBezTo>
                  <a:pt x="455317" y="39642"/>
                  <a:pt x="454367" y="38761"/>
                  <a:pt x="453108" y="38143"/>
                </a:cubicBezTo>
                <a:cubicBezTo>
                  <a:pt x="451849" y="37525"/>
                  <a:pt x="449572" y="37239"/>
                  <a:pt x="446276" y="37285"/>
                </a:cubicBezTo>
                <a:lnTo>
                  <a:pt x="446276" y="34744"/>
                </a:lnTo>
                <a:lnTo>
                  <a:pt x="468317" y="34744"/>
                </a:lnTo>
                <a:lnTo>
                  <a:pt x="468317" y="76733"/>
                </a:lnTo>
                <a:cubicBezTo>
                  <a:pt x="468317" y="82578"/>
                  <a:pt x="469336" y="86414"/>
                  <a:pt x="471373" y="88240"/>
                </a:cubicBezTo>
                <a:cubicBezTo>
                  <a:pt x="473410" y="90067"/>
                  <a:pt x="475870" y="90981"/>
                  <a:pt x="478754" y="90981"/>
                </a:cubicBezTo>
                <a:cubicBezTo>
                  <a:pt x="480723" y="90981"/>
                  <a:pt x="482954" y="90364"/>
                  <a:pt x="485449" y="89131"/>
                </a:cubicBezTo>
                <a:cubicBezTo>
                  <a:pt x="487944" y="87898"/>
                  <a:pt x="490908" y="85547"/>
                  <a:pt x="494341" y="82078"/>
                </a:cubicBezTo>
                <a:lnTo>
                  <a:pt x="494341" y="46531"/>
                </a:lnTo>
                <a:cubicBezTo>
                  <a:pt x="494341" y="42969"/>
                  <a:pt x="493689" y="40561"/>
                  <a:pt x="492384" y="39306"/>
                </a:cubicBezTo>
                <a:cubicBezTo>
                  <a:pt x="491080" y="38050"/>
                  <a:pt x="488367" y="37376"/>
                  <a:pt x="484247" y="37285"/>
                </a:cubicBezTo>
                <a:lnTo>
                  <a:pt x="484247" y="34744"/>
                </a:lnTo>
                <a:lnTo>
                  <a:pt x="505671" y="34744"/>
                </a:lnTo>
                <a:close/>
                <a:moveTo>
                  <a:pt x="556483" y="88577"/>
                </a:moveTo>
                <a:cubicBezTo>
                  <a:pt x="550029" y="93567"/>
                  <a:pt x="545977" y="96451"/>
                  <a:pt x="544329" y="97229"/>
                </a:cubicBezTo>
                <a:cubicBezTo>
                  <a:pt x="541857" y="98419"/>
                  <a:pt x="539225" y="99014"/>
                  <a:pt x="536433" y="99014"/>
                </a:cubicBezTo>
                <a:cubicBezTo>
                  <a:pt x="532084" y="99014"/>
                  <a:pt x="528502" y="97527"/>
                  <a:pt x="525687" y="94551"/>
                </a:cubicBezTo>
                <a:cubicBezTo>
                  <a:pt x="522872" y="91576"/>
                  <a:pt x="521464" y="87662"/>
                  <a:pt x="521464" y="82809"/>
                </a:cubicBezTo>
                <a:cubicBezTo>
                  <a:pt x="521464" y="79742"/>
                  <a:pt x="522151" y="77087"/>
                  <a:pt x="523524" y="74844"/>
                </a:cubicBezTo>
                <a:cubicBezTo>
                  <a:pt x="525401" y="71732"/>
                  <a:pt x="528662" y="68802"/>
                  <a:pt x="533309" y="66055"/>
                </a:cubicBezTo>
                <a:cubicBezTo>
                  <a:pt x="537955" y="63309"/>
                  <a:pt x="545680" y="59967"/>
                  <a:pt x="556483" y="56030"/>
                </a:cubicBezTo>
                <a:lnTo>
                  <a:pt x="556483" y="53558"/>
                </a:lnTo>
                <a:cubicBezTo>
                  <a:pt x="556483" y="47287"/>
                  <a:pt x="555487" y="42984"/>
                  <a:pt x="553496" y="40649"/>
                </a:cubicBezTo>
                <a:cubicBezTo>
                  <a:pt x="551505" y="38315"/>
                  <a:pt x="548609" y="37148"/>
                  <a:pt x="544810" y="37148"/>
                </a:cubicBezTo>
                <a:cubicBezTo>
                  <a:pt x="541926" y="37148"/>
                  <a:pt x="539637" y="37923"/>
                  <a:pt x="537944" y="39474"/>
                </a:cubicBezTo>
                <a:cubicBezTo>
                  <a:pt x="536204" y="41024"/>
                  <a:pt x="535334" y="42803"/>
                  <a:pt x="535334" y="44810"/>
                </a:cubicBezTo>
                <a:lnTo>
                  <a:pt x="535472" y="48778"/>
                </a:lnTo>
                <a:cubicBezTo>
                  <a:pt x="535472" y="50875"/>
                  <a:pt x="534934" y="52493"/>
                  <a:pt x="533858" y="53633"/>
                </a:cubicBezTo>
                <a:cubicBezTo>
                  <a:pt x="532782" y="54774"/>
                  <a:pt x="531375" y="55344"/>
                  <a:pt x="529635" y="55344"/>
                </a:cubicBezTo>
                <a:cubicBezTo>
                  <a:pt x="527941" y="55344"/>
                  <a:pt x="526557" y="54751"/>
                  <a:pt x="525481" y="53565"/>
                </a:cubicBezTo>
                <a:cubicBezTo>
                  <a:pt x="524405" y="52377"/>
                  <a:pt x="523867" y="50757"/>
                  <a:pt x="523867" y="48703"/>
                </a:cubicBezTo>
                <a:cubicBezTo>
                  <a:pt x="523867" y="44779"/>
                  <a:pt x="525881" y="41174"/>
                  <a:pt x="529910" y="37888"/>
                </a:cubicBezTo>
                <a:cubicBezTo>
                  <a:pt x="533938" y="34602"/>
                  <a:pt x="539591" y="32959"/>
                  <a:pt x="546870" y="32959"/>
                </a:cubicBezTo>
                <a:cubicBezTo>
                  <a:pt x="552455" y="32959"/>
                  <a:pt x="557032" y="33896"/>
                  <a:pt x="560603" y="35770"/>
                </a:cubicBezTo>
                <a:cubicBezTo>
                  <a:pt x="563304" y="37188"/>
                  <a:pt x="565295" y="39406"/>
                  <a:pt x="566577" y="42424"/>
                </a:cubicBezTo>
                <a:cubicBezTo>
                  <a:pt x="567401" y="44390"/>
                  <a:pt x="567813" y="48413"/>
                  <a:pt x="567813" y="54494"/>
                </a:cubicBezTo>
                <a:lnTo>
                  <a:pt x="567813" y="75823"/>
                </a:lnTo>
                <a:cubicBezTo>
                  <a:pt x="567813" y="81812"/>
                  <a:pt x="567927" y="85482"/>
                  <a:pt x="568156" y="86831"/>
                </a:cubicBezTo>
                <a:cubicBezTo>
                  <a:pt x="568385" y="88180"/>
                  <a:pt x="568763" y="89083"/>
                  <a:pt x="569289" y="89541"/>
                </a:cubicBezTo>
                <a:cubicBezTo>
                  <a:pt x="569816" y="89997"/>
                  <a:pt x="570422" y="90225"/>
                  <a:pt x="571109" y="90225"/>
                </a:cubicBezTo>
                <a:cubicBezTo>
                  <a:pt x="571841" y="90225"/>
                  <a:pt x="572482" y="90065"/>
                  <a:pt x="573031" y="89745"/>
                </a:cubicBezTo>
                <a:cubicBezTo>
                  <a:pt x="573993" y="89150"/>
                  <a:pt x="575847" y="87479"/>
                  <a:pt x="578593" y="84732"/>
                </a:cubicBezTo>
                <a:lnTo>
                  <a:pt x="578593" y="88577"/>
                </a:lnTo>
                <a:cubicBezTo>
                  <a:pt x="573466" y="95444"/>
                  <a:pt x="568568" y="98877"/>
                  <a:pt x="563899" y="98877"/>
                </a:cubicBezTo>
                <a:cubicBezTo>
                  <a:pt x="561656" y="98877"/>
                  <a:pt x="559871" y="98099"/>
                  <a:pt x="558543" y="96542"/>
                </a:cubicBezTo>
                <a:cubicBezTo>
                  <a:pt x="557216" y="94986"/>
                  <a:pt x="556529" y="92331"/>
                  <a:pt x="556483" y="88577"/>
                </a:cubicBezTo>
                <a:moveTo>
                  <a:pt x="556483" y="84075"/>
                </a:moveTo>
                <a:lnTo>
                  <a:pt x="556483" y="60219"/>
                </a:lnTo>
                <a:cubicBezTo>
                  <a:pt x="549571" y="62953"/>
                  <a:pt x="545108" y="64889"/>
                  <a:pt x="543093" y="66030"/>
                </a:cubicBezTo>
                <a:cubicBezTo>
                  <a:pt x="539477" y="68035"/>
                  <a:pt x="536891" y="70132"/>
                  <a:pt x="535334" y="72319"/>
                </a:cubicBezTo>
                <a:cubicBezTo>
                  <a:pt x="533778" y="74506"/>
                  <a:pt x="533000" y="76899"/>
                  <a:pt x="533000" y="79496"/>
                </a:cubicBezTo>
                <a:cubicBezTo>
                  <a:pt x="533000" y="82778"/>
                  <a:pt x="533984" y="85501"/>
                  <a:pt x="535952" y="87665"/>
                </a:cubicBezTo>
                <a:cubicBezTo>
                  <a:pt x="537921" y="89830"/>
                  <a:pt x="540187" y="90912"/>
                  <a:pt x="542750" y="90912"/>
                </a:cubicBezTo>
                <a:cubicBezTo>
                  <a:pt x="546229" y="90912"/>
                  <a:pt x="550807" y="88633"/>
                  <a:pt x="556483" y="84075"/>
                </a:cubicBezTo>
                <a:close/>
                <a:moveTo>
                  <a:pt x="604913" y="0"/>
                </a:moveTo>
                <a:lnTo>
                  <a:pt x="604913" y="83367"/>
                </a:lnTo>
                <a:cubicBezTo>
                  <a:pt x="604913" y="87301"/>
                  <a:pt x="605199" y="89909"/>
                  <a:pt x="605772" y="91191"/>
                </a:cubicBezTo>
                <a:cubicBezTo>
                  <a:pt x="606344" y="92471"/>
                  <a:pt x="607225" y="93443"/>
                  <a:pt x="608415" y="94107"/>
                </a:cubicBezTo>
                <a:cubicBezTo>
                  <a:pt x="609605" y="94769"/>
                  <a:pt x="611826" y="95100"/>
                  <a:pt x="615076" y="95100"/>
                </a:cubicBezTo>
                <a:lnTo>
                  <a:pt x="615076" y="97641"/>
                </a:lnTo>
                <a:lnTo>
                  <a:pt x="584245" y="97641"/>
                </a:lnTo>
                <a:lnTo>
                  <a:pt x="584245" y="95100"/>
                </a:lnTo>
                <a:cubicBezTo>
                  <a:pt x="587129" y="95100"/>
                  <a:pt x="589097" y="94804"/>
                  <a:pt x="590150" y="94210"/>
                </a:cubicBezTo>
                <a:cubicBezTo>
                  <a:pt x="591203" y="93615"/>
                  <a:pt x="592027" y="92631"/>
                  <a:pt x="592622" y="91260"/>
                </a:cubicBezTo>
                <a:cubicBezTo>
                  <a:pt x="593217" y="89886"/>
                  <a:pt x="593515" y="87256"/>
                  <a:pt x="593515" y="83367"/>
                </a:cubicBezTo>
                <a:lnTo>
                  <a:pt x="593515" y="26279"/>
                </a:lnTo>
                <a:cubicBezTo>
                  <a:pt x="593515" y="19190"/>
                  <a:pt x="593355" y="14833"/>
                  <a:pt x="593034" y="13209"/>
                </a:cubicBezTo>
                <a:cubicBezTo>
                  <a:pt x="592714" y="11584"/>
                  <a:pt x="592199" y="10475"/>
                  <a:pt x="591489" y="9881"/>
                </a:cubicBezTo>
                <a:cubicBezTo>
                  <a:pt x="590780" y="9286"/>
                  <a:pt x="589876" y="8989"/>
                  <a:pt x="588777" y="8989"/>
                </a:cubicBezTo>
                <a:cubicBezTo>
                  <a:pt x="587587" y="8989"/>
                  <a:pt x="586076" y="9355"/>
                  <a:pt x="584245" y="10087"/>
                </a:cubicBezTo>
                <a:lnTo>
                  <a:pt x="583078" y="7684"/>
                </a:lnTo>
                <a:lnTo>
                  <a:pt x="601823" y="0"/>
                </a:lnTo>
                <a:lnTo>
                  <a:pt x="604913" y="0"/>
                </a:lnTo>
                <a:close/>
                <a:moveTo>
                  <a:pt x="682117" y="39551"/>
                </a:moveTo>
                <a:lnTo>
                  <a:pt x="682117" y="80938"/>
                </a:lnTo>
                <a:cubicBezTo>
                  <a:pt x="682117" y="86805"/>
                  <a:pt x="682757" y="90517"/>
                  <a:pt x="684039" y="92075"/>
                </a:cubicBezTo>
                <a:cubicBezTo>
                  <a:pt x="685733" y="94092"/>
                  <a:pt x="687999" y="95100"/>
                  <a:pt x="690837" y="95100"/>
                </a:cubicBezTo>
                <a:lnTo>
                  <a:pt x="696536" y="95100"/>
                </a:lnTo>
                <a:lnTo>
                  <a:pt x="696536" y="97641"/>
                </a:lnTo>
                <a:lnTo>
                  <a:pt x="658976" y="97641"/>
                </a:lnTo>
                <a:lnTo>
                  <a:pt x="658976" y="95100"/>
                </a:lnTo>
                <a:lnTo>
                  <a:pt x="661792" y="95100"/>
                </a:lnTo>
                <a:cubicBezTo>
                  <a:pt x="663623" y="95100"/>
                  <a:pt x="665294" y="94642"/>
                  <a:pt x="666804" y="93725"/>
                </a:cubicBezTo>
                <a:cubicBezTo>
                  <a:pt x="668315" y="92808"/>
                  <a:pt x="669356" y="91571"/>
                  <a:pt x="669928" y="90013"/>
                </a:cubicBezTo>
                <a:cubicBezTo>
                  <a:pt x="670501" y="88455"/>
                  <a:pt x="670787" y="85430"/>
                  <a:pt x="670787" y="80938"/>
                </a:cubicBezTo>
                <a:lnTo>
                  <a:pt x="670787" y="39551"/>
                </a:lnTo>
                <a:lnTo>
                  <a:pt x="658564" y="39551"/>
                </a:lnTo>
                <a:lnTo>
                  <a:pt x="658564" y="34744"/>
                </a:lnTo>
                <a:lnTo>
                  <a:pt x="670787" y="34744"/>
                </a:lnTo>
                <a:lnTo>
                  <a:pt x="670787" y="30607"/>
                </a:lnTo>
                <a:cubicBezTo>
                  <a:pt x="670787" y="24312"/>
                  <a:pt x="671794" y="18981"/>
                  <a:pt x="673808" y="14615"/>
                </a:cubicBezTo>
                <a:cubicBezTo>
                  <a:pt x="675822" y="10249"/>
                  <a:pt x="678901" y="6722"/>
                  <a:pt x="683044" y="4034"/>
                </a:cubicBezTo>
                <a:cubicBezTo>
                  <a:pt x="687186" y="1345"/>
                  <a:pt x="691844" y="0"/>
                  <a:pt x="697017" y="0"/>
                </a:cubicBezTo>
                <a:cubicBezTo>
                  <a:pt x="701823" y="0"/>
                  <a:pt x="706241" y="1556"/>
                  <a:pt x="710269" y="4669"/>
                </a:cubicBezTo>
                <a:cubicBezTo>
                  <a:pt x="712924" y="6729"/>
                  <a:pt x="714252" y="9041"/>
                  <a:pt x="714252" y="11604"/>
                </a:cubicBezTo>
                <a:cubicBezTo>
                  <a:pt x="714252" y="12978"/>
                  <a:pt x="713657" y="14271"/>
                  <a:pt x="712466" y="15484"/>
                </a:cubicBezTo>
                <a:cubicBezTo>
                  <a:pt x="711276" y="16697"/>
                  <a:pt x="709995" y="17303"/>
                  <a:pt x="708621" y="17303"/>
                </a:cubicBezTo>
                <a:cubicBezTo>
                  <a:pt x="707568" y="17303"/>
                  <a:pt x="706458" y="16922"/>
                  <a:pt x="705291" y="16158"/>
                </a:cubicBezTo>
                <a:cubicBezTo>
                  <a:pt x="704124" y="15394"/>
                  <a:pt x="702693" y="13751"/>
                  <a:pt x="700999" y="11229"/>
                </a:cubicBezTo>
                <a:cubicBezTo>
                  <a:pt x="699306" y="8707"/>
                  <a:pt x="697749" y="7006"/>
                  <a:pt x="696330" y="6126"/>
                </a:cubicBezTo>
                <a:cubicBezTo>
                  <a:pt x="694911" y="5246"/>
                  <a:pt x="693332" y="4807"/>
                  <a:pt x="691592" y="4807"/>
                </a:cubicBezTo>
                <a:cubicBezTo>
                  <a:pt x="689487" y="4807"/>
                  <a:pt x="687701" y="5373"/>
                  <a:pt x="686236" y="6506"/>
                </a:cubicBezTo>
                <a:cubicBezTo>
                  <a:pt x="684772" y="7638"/>
                  <a:pt x="683719" y="9393"/>
                  <a:pt x="683078" y="11772"/>
                </a:cubicBezTo>
                <a:cubicBezTo>
                  <a:pt x="682437" y="14151"/>
                  <a:pt x="682117" y="20283"/>
                  <a:pt x="682117" y="30170"/>
                </a:cubicBezTo>
                <a:lnTo>
                  <a:pt x="682117" y="34744"/>
                </a:lnTo>
                <a:lnTo>
                  <a:pt x="698321" y="34744"/>
                </a:lnTo>
                <a:lnTo>
                  <a:pt x="698321" y="39551"/>
                </a:lnTo>
                <a:lnTo>
                  <a:pt x="682117" y="39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aceexistence">
            <a:extLst xmlns:a="http://schemas.openxmlformats.org/drawingml/2006/main">
              <a:ext uri="{FF2B5EF4-FFF2-40B4-BE49-F238E27FC236}">
                <a16:creationId xmlns:a16="http://schemas.microsoft.com/office/drawing/2014/main" id="{511DEFC6-DD9E-4011-85F0-5CBCC8E4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064" y="1449542"/>
            <a:ext cx="736723" cy="99564"/>
          </a:xfrm>
          <a:custGeom xmlns:a="http://schemas.openxmlformats.org/drawingml/2006/main">
            <a:pathLst>
              <a:path w="736723" h="99564">
                <a:moveTo>
                  <a:pt x="35019" y="88577"/>
                </a:moveTo>
                <a:cubicBezTo>
                  <a:pt x="28565" y="93567"/>
                  <a:pt x="24513" y="96451"/>
                  <a:pt x="22865" y="97229"/>
                </a:cubicBezTo>
                <a:cubicBezTo>
                  <a:pt x="20394" y="98419"/>
                  <a:pt x="17761" y="99014"/>
                  <a:pt x="14969" y="99014"/>
                </a:cubicBezTo>
                <a:cubicBezTo>
                  <a:pt x="10620" y="99014"/>
                  <a:pt x="7038" y="97527"/>
                  <a:pt x="4223" y="94551"/>
                </a:cubicBezTo>
                <a:cubicBezTo>
                  <a:pt x="1408" y="91576"/>
                  <a:pt x="0" y="87662"/>
                  <a:pt x="0" y="82809"/>
                </a:cubicBezTo>
                <a:cubicBezTo>
                  <a:pt x="0" y="79742"/>
                  <a:pt x="687" y="77087"/>
                  <a:pt x="2060" y="74844"/>
                </a:cubicBezTo>
                <a:cubicBezTo>
                  <a:pt x="3937" y="71732"/>
                  <a:pt x="7198" y="68802"/>
                  <a:pt x="11845" y="66055"/>
                </a:cubicBezTo>
                <a:cubicBezTo>
                  <a:pt x="16491" y="63309"/>
                  <a:pt x="24216" y="59967"/>
                  <a:pt x="35019" y="56030"/>
                </a:cubicBezTo>
                <a:lnTo>
                  <a:pt x="35019" y="53558"/>
                </a:lnTo>
                <a:cubicBezTo>
                  <a:pt x="35019" y="47287"/>
                  <a:pt x="34024" y="42984"/>
                  <a:pt x="32032" y="40649"/>
                </a:cubicBezTo>
                <a:cubicBezTo>
                  <a:pt x="30041" y="38315"/>
                  <a:pt x="27146" y="37148"/>
                  <a:pt x="23346" y="37148"/>
                </a:cubicBezTo>
                <a:cubicBezTo>
                  <a:pt x="20462" y="37148"/>
                  <a:pt x="18173" y="37923"/>
                  <a:pt x="16480" y="39474"/>
                </a:cubicBezTo>
                <a:cubicBezTo>
                  <a:pt x="14740" y="41024"/>
                  <a:pt x="13870" y="42803"/>
                  <a:pt x="13870" y="44810"/>
                </a:cubicBezTo>
                <a:lnTo>
                  <a:pt x="14008" y="48778"/>
                </a:lnTo>
                <a:cubicBezTo>
                  <a:pt x="14008" y="50875"/>
                  <a:pt x="13470" y="52493"/>
                  <a:pt x="12394" y="53633"/>
                </a:cubicBezTo>
                <a:cubicBezTo>
                  <a:pt x="11318" y="54774"/>
                  <a:pt x="9911" y="55344"/>
                  <a:pt x="8171" y="55344"/>
                </a:cubicBezTo>
                <a:cubicBezTo>
                  <a:pt x="6477" y="55344"/>
                  <a:pt x="5093" y="54751"/>
                  <a:pt x="4017" y="53565"/>
                </a:cubicBezTo>
                <a:cubicBezTo>
                  <a:pt x="2941" y="52377"/>
                  <a:pt x="2403" y="50757"/>
                  <a:pt x="2403" y="48703"/>
                </a:cubicBezTo>
                <a:cubicBezTo>
                  <a:pt x="2403" y="44779"/>
                  <a:pt x="4417" y="41174"/>
                  <a:pt x="8446" y="37888"/>
                </a:cubicBezTo>
                <a:cubicBezTo>
                  <a:pt x="12474" y="34602"/>
                  <a:pt x="18128" y="32959"/>
                  <a:pt x="25406" y="32959"/>
                </a:cubicBezTo>
                <a:cubicBezTo>
                  <a:pt x="30991" y="32959"/>
                  <a:pt x="35568" y="33896"/>
                  <a:pt x="39139" y="35770"/>
                </a:cubicBezTo>
                <a:cubicBezTo>
                  <a:pt x="41840" y="37188"/>
                  <a:pt x="43831" y="39406"/>
                  <a:pt x="45113" y="42424"/>
                </a:cubicBezTo>
                <a:cubicBezTo>
                  <a:pt x="45937" y="44390"/>
                  <a:pt x="46349" y="48413"/>
                  <a:pt x="46349" y="54494"/>
                </a:cubicBezTo>
                <a:lnTo>
                  <a:pt x="46349" y="75823"/>
                </a:lnTo>
                <a:cubicBezTo>
                  <a:pt x="46349" y="81812"/>
                  <a:pt x="46463" y="85482"/>
                  <a:pt x="46692" y="86831"/>
                </a:cubicBezTo>
                <a:cubicBezTo>
                  <a:pt x="46921" y="88180"/>
                  <a:pt x="47299" y="89083"/>
                  <a:pt x="47825" y="89541"/>
                </a:cubicBezTo>
                <a:cubicBezTo>
                  <a:pt x="48352" y="89997"/>
                  <a:pt x="48958" y="90225"/>
                  <a:pt x="49645" y="90225"/>
                </a:cubicBezTo>
                <a:cubicBezTo>
                  <a:pt x="50377" y="90225"/>
                  <a:pt x="51018" y="90065"/>
                  <a:pt x="51567" y="89745"/>
                </a:cubicBezTo>
                <a:cubicBezTo>
                  <a:pt x="52529" y="89150"/>
                  <a:pt x="54383" y="87479"/>
                  <a:pt x="57129" y="84732"/>
                </a:cubicBezTo>
                <a:lnTo>
                  <a:pt x="57129" y="88577"/>
                </a:lnTo>
                <a:cubicBezTo>
                  <a:pt x="52002" y="95444"/>
                  <a:pt x="47104" y="98877"/>
                  <a:pt x="42435" y="98877"/>
                </a:cubicBezTo>
                <a:cubicBezTo>
                  <a:pt x="40192" y="98877"/>
                  <a:pt x="38407" y="98099"/>
                  <a:pt x="37079" y="96542"/>
                </a:cubicBezTo>
                <a:cubicBezTo>
                  <a:pt x="35752" y="94986"/>
                  <a:pt x="35065" y="92331"/>
                  <a:pt x="35019" y="88577"/>
                </a:cubicBezTo>
                <a:moveTo>
                  <a:pt x="35019" y="84075"/>
                </a:moveTo>
                <a:lnTo>
                  <a:pt x="35019" y="60219"/>
                </a:lnTo>
                <a:cubicBezTo>
                  <a:pt x="28107" y="62953"/>
                  <a:pt x="23644" y="64889"/>
                  <a:pt x="21629" y="66030"/>
                </a:cubicBezTo>
                <a:cubicBezTo>
                  <a:pt x="18013" y="68035"/>
                  <a:pt x="15427" y="70132"/>
                  <a:pt x="13870" y="72319"/>
                </a:cubicBezTo>
                <a:cubicBezTo>
                  <a:pt x="12314" y="74506"/>
                  <a:pt x="11536" y="76899"/>
                  <a:pt x="11536" y="79496"/>
                </a:cubicBezTo>
                <a:cubicBezTo>
                  <a:pt x="11536" y="82778"/>
                  <a:pt x="12520" y="85501"/>
                  <a:pt x="14488" y="87665"/>
                </a:cubicBezTo>
                <a:cubicBezTo>
                  <a:pt x="16457" y="89830"/>
                  <a:pt x="18723" y="90912"/>
                  <a:pt x="21286" y="90912"/>
                </a:cubicBezTo>
                <a:cubicBezTo>
                  <a:pt x="24765" y="90912"/>
                  <a:pt x="29343" y="88633"/>
                  <a:pt x="35019" y="84075"/>
                </a:cubicBezTo>
                <a:close/>
                <a:moveTo>
                  <a:pt x="115241" y="73746"/>
                </a:moveTo>
                <a:cubicBezTo>
                  <a:pt x="113547" y="82031"/>
                  <a:pt x="110229" y="88406"/>
                  <a:pt x="105285" y="92869"/>
                </a:cubicBezTo>
                <a:cubicBezTo>
                  <a:pt x="100341" y="97332"/>
                  <a:pt x="94871" y="99564"/>
                  <a:pt x="88874" y="99564"/>
                </a:cubicBezTo>
                <a:cubicBezTo>
                  <a:pt x="81733" y="99564"/>
                  <a:pt x="75507" y="96569"/>
                  <a:pt x="70197" y="90579"/>
                </a:cubicBezTo>
                <a:cubicBezTo>
                  <a:pt x="64887" y="84588"/>
                  <a:pt x="62232" y="76494"/>
                  <a:pt x="62232" y="66296"/>
                </a:cubicBezTo>
                <a:cubicBezTo>
                  <a:pt x="62232" y="56418"/>
                  <a:pt x="65173" y="48393"/>
                  <a:pt x="71055" y="42220"/>
                </a:cubicBezTo>
                <a:cubicBezTo>
                  <a:pt x="76938" y="36046"/>
                  <a:pt x="83999" y="32959"/>
                  <a:pt x="92238" y="32959"/>
                </a:cubicBezTo>
                <a:cubicBezTo>
                  <a:pt x="98418" y="32959"/>
                  <a:pt x="103500" y="34591"/>
                  <a:pt x="107482" y="37854"/>
                </a:cubicBezTo>
                <a:cubicBezTo>
                  <a:pt x="111465" y="41115"/>
                  <a:pt x="113456" y="44503"/>
                  <a:pt x="113456" y="48016"/>
                </a:cubicBezTo>
                <a:cubicBezTo>
                  <a:pt x="113456" y="49750"/>
                  <a:pt x="112895" y="51153"/>
                  <a:pt x="111774" y="52226"/>
                </a:cubicBezTo>
                <a:cubicBezTo>
                  <a:pt x="110652" y="53297"/>
                  <a:pt x="109084" y="53833"/>
                  <a:pt x="107070" y="53833"/>
                </a:cubicBezTo>
                <a:cubicBezTo>
                  <a:pt x="104369" y="53833"/>
                  <a:pt x="102332" y="52963"/>
                  <a:pt x="100959" y="51224"/>
                </a:cubicBezTo>
                <a:cubicBezTo>
                  <a:pt x="100181" y="50262"/>
                  <a:pt x="99666" y="48431"/>
                  <a:pt x="99414" y="45731"/>
                </a:cubicBezTo>
                <a:cubicBezTo>
                  <a:pt x="99162" y="43030"/>
                  <a:pt x="98235" y="40970"/>
                  <a:pt x="96633" y="39551"/>
                </a:cubicBezTo>
                <a:cubicBezTo>
                  <a:pt x="95031" y="38178"/>
                  <a:pt x="92811" y="37491"/>
                  <a:pt x="89973" y="37491"/>
                </a:cubicBezTo>
                <a:cubicBezTo>
                  <a:pt x="85395" y="37491"/>
                  <a:pt x="81710" y="39185"/>
                  <a:pt x="78917" y="42572"/>
                </a:cubicBezTo>
                <a:cubicBezTo>
                  <a:pt x="75210" y="47058"/>
                  <a:pt x="73356" y="52986"/>
                  <a:pt x="73356" y="60356"/>
                </a:cubicBezTo>
                <a:cubicBezTo>
                  <a:pt x="73356" y="67864"/>
                  <a:pt x="75198" y="74490"/>
                  <a:pt x="78883" y="80235"/>
                </a:cubicBezTo>
                <a:cubicBezTo>
                  <a:pt x="82568" y="85980"/>
                  <a:pt x="87546" y="88852"/>
                  <a:pt x="93818" y="88852"/>
                </a:cubicBezTo>
                <a:cubicBezTo>
                  <a:pt x="98304" y="88852"/>
                  <a:pt x="102332" y="87318"/>
                  <a:pt x="105903" y="84251"/>
                </a:cubicBezTo>
                <a:cubicBezTo>
                  <a:pt x="108421" y="82146"/>
                  <a:pt x="110870" y="78323"/>
                  <a:pt x="113250" y="72784"/>
                </a:cubicBezTo>
                <a:lnTo>
                  <a:pt x="115241" y="73746"/>
                </a:lnTo>
                <a:close/>
                <a:moveTo>
                  <a:pt x="134832" y="58502"/>
                </a:moveTo>
                <a:cubicBezTo>
                  <a:pt x="134786" y="67819"/>
                  <a:pt x="137052" y="75127"/>
                  <a:pt x="141630" y="80426"/>
                </a:cubicBezTo>
                <a:cubicBezTo>
                  <a:pt x="146208" y="85723"/>
                  <a:pt x="151586" y="88371"/>
                  <a:pt x="157766" y="88371"/>
                </a:cubicBezTo>
                <a:cubicBezTo>
                  <a:pt x="161886" y="88371"/>
                  <a:pt x="165468" y="87238"/>
                  <a:pt x="168512" y="84972"/>
                </a:cubicBezTo>
                <a:cubicBezTo>
                  <a:pt x="171556" y="82706"/>
                  <a:pt x="174108" y="78827"/>
                  <a:pt x="176168" y="73334"/>
                </a:cubicBezTo>
                <a:lnTo>
                  <a:pt x="178297" y="74707"/>
                </a:lnTo>
                <a:cubicBezTo>
                  <a:pt x="177336" y="80978"/>
                  <a:pt x="174543" y="86689"/>
                  <a:pt x="169920" y="91839"/>
                </a:cubicBezTo>
                <a:cubicBezTo>
                  <a:pt x="165296" y="96989"/>
                  <a:pt x="159506" y="99564"/>
                  <a:pt x="152548" y="99564"/>
                </a:cubicBezTo>
                <a:cubicBezTo>
                  <a:pt x="144995" y="99564"/>
                  <a:pt x="138529" y="96629"/>
                  <a:pt x="133150" y="90760"/>
                </a:cubicBezTo>
                <a:cubicBezTo>
                  <a:pt x="127771" y="84889"/>
                  <a:pt x="125082" y="76997"/>
                  <a:pt x="125082" y="67083"/>
                </a:cubicBezTo>
                <a:cubicBezTo>
                  <a:pt x="125082" y="56349"/>
                  <a:pt x="127840" y="47978"/>
                  <a:pt x="133356" y="41971"/>
                </a:cubicBezTo>
                <a:cubicBezTo>
                  <a:pt x="138872" y="35963"/>
                  <a:pt x="145796" y="32959"/>
                  <a:pt x="154127" y="32959"/>
                </a:cubicBezTo>
                <a:cubicBezTo>
                  <a:pt x="161177" y="32959"/>
                  <a:pt x="166967" y="35276"/>
                  <a:pt x="171499" y="39911"/>
                </a:cubicBezTo>
                <a:cubicBezTo>
                  <a:pt x="176031" y="44545"/>
                  <a:pt x="178297" y="50742"/>
                  <a:pt x="178297" y="58502"/>
                </a:cubicBezTo>
                <a:lnTo>
                  <a:pt x="134832" y="58502"/>
                </a:lnTo>
                <a:moveTo>
                  <a:pt x="134832" y="54520"/>
                </a:moveTo>
                <a:lnTo>
                  <a:pt x="163946" y="54520"/>
                </a:lnTo>
                <a:cubicBezTo>
                  <a:pt x="163717" y="50491"/>
                  <a:pt x="163237" y="47653"/>
                  <a:pt x="162504" y="46005"/>
                </a:cubicBezTo>
                <a:cubicBezTo>
                  <a:pt x="161360" y="43442"/>
                  <a:pt x="159654" y="41428"/>
                  <a:pt x="157389" y="39963"/>
                </a:cubicBezTo>
                <a:cubicBezTo>
                  <a:pt x="155123" y="38498"/>
                  <a:pt x="152754" y="37766"/>
                  <a:pt x="150282" y="37766"/>
                </a:cubicBezTo>
                <a:cubicBezTo>
                  <a:pt x="146482" y="37766"/>
                  <a:pt x="143083" y="39242"/>
                  <a:pt x="140085" y="42194"/>
                </a:cubicBezTo>
                <a:cubicBezTo>
                  <a:pt x="137087" y="45147"/>
                  <a:pt x="135336" y="49255"/>
                  <a:pt x="134832" y="54520"/>
                </a:cubicBezTo>
                <a:close/>
                <a:moveTo>
                  <a:pt x="232427" y="58502"/>
                </a:moveTo>
                <a:cubicBezTo>
                  <a:pt x="232381" y="67819"/>
                  <a:pt x="234647" y="75127"/>
                  <a:pt x="239224" y="80426"/>
                </a:cubicBezTo>
                <a:cubicBezTo>
                  <a:pt x="243802" y="85723"/>
                  <a:pt x="249181" y="88371"/>
                  <a:pt x="255361" y="88371"/>
                </a:cubicBezTo>
                <a:cubicBezTo>
                  <a:pt x="259481" y="88371"/>
                  <a:pt x="263063" y="87238"/>
                  <a:pt x="266107" y="84972"/>
                </a:cubicBezTo>
                <a:cubicBezTo>
                  <a:pt x="269151" y="82706"/>
                  <a:pt x="271703" y="78827"/>
                  <a:pt x="273763" y="73334"/>
                </a:cubicBezTo>
                <a:lnTo>
                  <a:pt x="275892" y="74707"/>
                </a:lnTo>
                <a:cubicBezTo>
                  <a:pt x="274930" y="80978"/>
                  <a:pt x="272138" y="86689"/>
                  <a:pt x="267514" y="91839"/>
                </a:cubicBezTo>
                <a:cubicBezTo>
                  <a:pt x="262891" y="96989"/>
                  <a:pt x="257100" y="99564"/>
                  <a:pt x="250142" y="99564"/>
                </a:cubicBezTo>
                <a:cubicBezTo>
                  <a:pt x="242589" y="99564"/>
                  <a:pt x="236123" y="96629"/>
                  <a:pt x="230744" y="90760"/>
                </a:cubicBezTo>
                <a:cubicBezTo>
                  <a:pt x="225366" y="84889"/>
                  <a:pt x="222676" y="76997"/>
                  <a:pt x="222676" y="67083"/>
                </a:cubicBezTo>
                <a:cubicBezTo>
                  <a:pt x="222676" y="56349"/>
                  <a:pt x="225434" y="47978"/>
                  <a:pt x="230950" y="41971"/>
                </a:cubicBezTo>
                <a:cubicBezTo>
                  <a:pt x="236466" y="35963"/>
                  <a:pt x="243390" y="32959"/>
                  <a:pt x="251721" y="32959"/>
                </a:cubicBezTo>
                <a:cubicBezTo>
                  <a:pt x="258771" y="32959"/>
                  <a:pt x="264562" y="35276"/>
                  <a:pt x="269094" y="39911"/>
                </a:cubicBezTo>
                <a:cubicBezTo>
                  <a:pt x="273626" y="44545"/>
                  <a:pt x="275892" y="50742"/>
                  <a:pt x="275892" y="58502"/>
                </a:cubicBezTo>
                <a:lnTo>
                  <a:pt x="232427" y="58502"/>
                </a:lnTo>
                <a:moveTo>
                  <a:pt x="232427" y="54520"/>
                </a:moveTo>
                <a:lnTo>
                  <a:pt x="261541" y="54520"/>
                </a:lnTo>
                <a:cubicBezTo>
                  <a:pt x="261312" y="50491"/>
                  <a:pt x="260831" y="47653"/>
                  <a:pt x="260099" y="46005"/>
                </a:cubicBezTo>
                <a:cubicBezTo>
                  <a:pt x="258954" y="43442"/>
                  <a:pt x="257249" y="41428"/>
                  <a:pt x="254983" y="39963"/>
                </a:cubicBezTo>
                <a:cubicBezTo>
                  <a:pt x="252717" y="38498"/>
                  <a:pt x="250348" y="37766"/>
                  <a:pt x="247876" y="37766"/>
                </a:cubicBezTo>
                <a:cubicBezTo>
                  <a:pt x="244077" y="37766"/>
                  <a:pt x="240678" y="39242"/>
                  <a:pt x="237679" y="42194"/>
                </a:cubicBezTo>
                <a:cubicBezTo>
                  <a:pt x="234681" y="45147"/>
                  <a:pt x="232930" y="49255"/>
                  <a:pt x="232427" y="54520"/>
                </a:cubicBezTo>
                <a:close/>
                <a:moveTo>
                  <a:pt x="281750" y="34744"/>
                </a:moveTo>
                <a:lnTo>
                  <a:pt x="311344" y="34744"/>
                </a:lnTo>
                <a:lnTo>
                  <a:pt x="311344" y="37285"/>
                </a:lnTo>
                <a:cubicBezTo>
                  <a:pt x="309467" y="37285"/>
                  <a:pt x="308151" y="37605"/>
                  <a:pt x="307396" y="38246"/>
                </a:cubicBezTo>
                <a:cubicBezTo>
                  <a:pt x="306641" y="38887"/>
                  <a:pt x="306263" y="39734"/>
                  <a:pt x="306263" y="40787"/>
                </a:cubicBezTo>
                <a:cubicBezTo>
                  <a:pt x="306263" y="41885"/>
                  <a:pt x="307064" y="43579"/>
                  <a:pt x="308666" y="45868"/>
                </a:cubicBezTo>
                <a:cubicBezTo>
                  <a:pt x="309170" y="46600"/>
                  <a:pt x="309925" y="47745"/>
                  <a:pt x="310932" y="49301"/>
                </a:cubicBezTo>
                <a:lnTo>
                  <a:pt x="315396" y="56442"/>
                </a:lnTo>
                <a:lnTo>
                  <a:pt x="320545" y="49301"/>
                </a:lnTo>
                <a:cubicBezTo>
                  <a:pt x="323841" y="44769"/>
                  <a:pt x="325489" y="41908"/>
                  <a:pt x="325489" y="40718"/>
                </a:cubicBezTo>
                <a:cubicBezTo>
                  <a:pt x="325489" y="39757"/>
                  <a:pt x="325100" y="38944"/>
                  <a:pt x="324322" y="38281"/>
                </a:cubicBezTo>
                <a:cubicBezTo>
                  <a:pt x="323544" y="37617"/>
                  <a:pt x="322285" y="37285"/>
                  <a:pt x="320545" y="37285"/>
                </a:cubicBezTo>
                <a:lnTo>
                  <a:pt x="320545" y="34744"/>
                </a:lnTo>
                <a:lnTo>
                  <a:pt x="341832" y="34744"/>
                </a:lnTo>
                <a:lnTo>
                  <a:pt x="341832" y="37285"/>
                </a:lnTo>
                <a:cubicBezTo>
                  <a:pt x="339588" y="37422"/>
                  <a:pt x="337643" y="38040"/>
                  <a:pt x="335995" y="39139"/>
                </a:cubicBezTo>
                <a:cubicBezTo>
                  <a:pt x="333752" y="40695"/>
                  <a:pt x="330685" y="44083"/>
                  <a:pt x="326794" y="49301"/>
                </a:cubicBezTo>
                <a:lnTo>
                  <a:pt x="318211" y="60768"/>
                </a:lnTo>
                <a:lnTo>
                  <a:pt x="333866" y="83245"/>
                </a:lnTo>
                <a:cubicBezTo>
                  <a:pt x="337712" y="88773"/>
                  <a:pt x="340458" y="92096"/>
                  <a:pt x="342106" y="93216"/>
                </a:cubicBezTo>
                <a:cubicBezTo>
                  <a:pt x="343754" y="94335"/>
                  <a:pt x="345883" y="94963"/>
                  <a:pt x="348492" y="95100"/>
                </a:cubicBezTo>
                <a:lnTo>
                  <a:pt x="348492" y="97641"/>
                </a:lnTo>
                <a:lnTo>
                  <a:pt x="318829" y="97641"/>
                </a:lnTo>
                <a:lnTo>
                  <a:pt x="318829" y="95100"/>
                </a:lnTo>
                <a:cubicBezTo>
                  <a:pt x="320889" y="95100"/>
                  <a:pt x="322491" y="94644"/>
                  <a:pt x="323635" y="93731"/>
                </a:cubicBezTo>
                <a:cubicBezTo>
                  <a:pt x="324505" y="93092"/>
                  <a:pt x="324940" y="92247"/>
                  <a:pt x="324940" y="91197"/>
                </a:cubicBezTo>
                <a:cubicBezTo>
                  <a:pt x="324940" y="90147"/>
                  <a:pt x="323475" y="87499"/>
                  <a:pt x="320545" y="83254"/>
                </a:cubicBezTo>
                <a:lnTo>
                  <a:pt x="311344" y="69832"/>
                </a:lnTo>
                <a:lnTo>
                  <a:pt x="301251" y="83254"/>
                </a:lnTo>
                <a:cubicBezTo>
                  <a:pt x="298138" y="87408"/>
                  <a:pt x="296581" y="89873"/>
                  <a:pt x="296581" y="90650"/>
                </a:cubicBezTo>
                <a:cubicBezTo>
                  <a:pt x="296581" y="91746"/>
                  <a:pt x="297096" y="92739"/>
                  <a:pt x="298126" y="93628"/>
                </a:cubicBezTo>
                <a:cubicBezTo>
                  <a:pt x="299156" y="94518"/>
                  <a:pt x="300701" y="95009"/>
                  <a:pt x="302761" y="95100"/>
                </a:cubicBezTo>
                <a:lnTo>
                  <a:pt x="302761" y="97641"/>
                </a:lnTo>
                <a:lnTo>
                  <a:pt x="282230" y="97641"/>
                </a:lnTo>
                <a:lnTo>
                  <a:pt x="282230" y="95100"/>
                </a:lnTo>
                <a:cubicBezTo>
                  <a:pt x="283878" y="94872"/>
                  <a:pt x="285320" y="94301"/>
                  <a:pt x="286556" y="93388"/>
                </a:cubicBezTo>
                <a:cubicBezTo>
                  <a:pt x="288296" y="92063"/>
                  <a:pt x="291225" y="88684"/>
                  <a:pt x="295345" y="83249"/>
                </a:cubicBezTo>
                <a:lnTo>
                  <a:pt x="308529" y="65781"/>
                </a:lnTo>
                <a:lnTo>
                  <a:pt x="296581" y="48477"/>
                </a:lnTo>
                <a:cubicBezTo>
                  <a:pt x="293194" y="43533"/>
                  <a:pt x="290573" y="40432"/>
                  <a:pt x="288719" y="39173"/>
                </a:cubicBezTo>
                <a:cubicBezTo>
                  <a:pt x="286865" y="37914"/>
                  <a:pt x="284542" y="37285"/>
                  <a:pt x="281750" y="37285"/>
                </a:cubicBezTo>
                <a:lnTo>
                  <a:pt x="281750" y="34744"/>
                </a:lnTo>
                <a:close/>
                <a:moveTo>
                  <a:pt x="370602" y="0"/>
                </a:moveTo>
                <a:cubicBezTo>
                  <a:pt x="372525" y="0"/>
                  <a:pt x="374161" y="679"/>
                  <a:pt x="375512" y="2036"/>
                </a:cubicBezTo>
                <a:cubicBezTo>
                  <a:pt x="376862" y="3392"/>
                  <a:pt x="377537" y="5037"/>
                  <a:pt x="377537" y="6969"/>
                </a:cubicBezTo>
                <a:cubicBezTo>
                  <a:pt x="377537" y="8902"/>
                  <a:pt x="376862" y="10559"/>
                  <a:pt x="375512" y="11939"/>
                </a:cubicBezTo>
                <a:cubicBezTo>
                  <a:pt x="374161" y="13318"/>
                  <a:pt x="372525" y="14008"/>
                  <a:pt x="370602" y="14008"/>
                </a:cubicBezTo>
                <a:cubicBezTo>
                  <a:pt x="368679" y="14008"/>
                  <a:pt x="367031" y="13318"/>
                  <a:pt x="365658" y="11939"/>
                </a:cubicBezTo>
                <a:cubicBezTo>
                  <a:pt x="364285" y="10559"/>
                  <a:pt x="363598" y="8902"/>
                  <a:pt x="363598" y="6969"/>
                </a:cubicBezTo>
                <a:cubicBezTo>
                  <a:pt x="363598" y="5037"/>
                  <a:pt x="364273" y="3392"/>
                  <a:pt x="365624" y="2036"/>
                </a:cubicBezTo>
                <a:cubicBezTo>
                  <a:pt x="366974" y="679"/>
                  <a:pt x="368634" y="0"/>
                  <a:pt x="370602" y="0"/>
                </a:cubicBezTo>
                <a:moveTo>
                  <a:pt x="376301" y="32959"/>
                </a:moveTo>
                <a:lnTo>
                  <a:pt x="376301" y="83385"/>
                </a:lnTo>
                <a:cubicBezTo>
                  <a:pt x="376301" y="87313"/>
                  <a:pt x="376587" y="89928"/>
                  <a:pt x="377159" y="91229"/>
                </a:cubicBezTo>
                <a:cubicBezTo>
                  <a:pt x="377732" y="92531"/>
                  <a:pt x="378579" y="93502"/>
                  <a:pt x="379700" y="94141"/>
                </a:cubicBezTo>
                <a:cubicBezTo>
                  <a:pt x="380822" y="94781"/>
                  <a:pt x="382870" y="95100"/>
                  <a:pt x="385846" y="95100"/>
                </a:cubicBezTo>
                <a:lnTo>
                  <a:pt x="385846" y="97641"/>
                </a:lnTo>
                <a:lnTo>
                  <a:pt x="355290" y="97641"/>
                </a:lnTo>
                <a:lnTo>
                  <a:pt x="355290" y="95100"/>
                </a:lnTo>
                <a:cubicBezTo>
                  <a:pt x="358357" y="95100"/>
                  <a:pt x="360417" y="94804"/>
                  <a:pt x="361470" y="94210"/>
                </a:cubicBezTo>
                <a:cubicBezTo>
                  <a:pt x="362522" y="93616"/>
                  <a:pt x="363358" y="92634"/>
                  <a:pt x="363976" y="91264"/>
                </a:cubicBezTo>
                <a:cubicBezTo>
                  <a:pt x="364594" y="89893"/>
                  <a:pt x="364903" y="87267"/>
                  <a:pt x="364903" y="83385"/>
                </a:cubicBezTo>
                <a:lnTo>
                  <a:pt x="364903" y="59200"/>
                </a:lnTo>
                <a:cubicBezTo>
                  <a:pt x="364903" y="52393"/>
                  <a:pt x="364697" y="47986"/>
                  <a:pt x="364285" y="45977"/>
                </a:cubicBezTo>
                <a:cubicBezTo>
                  <a:pt x="363964" y="44515"/>
                  <a:pt x="363461" y="43499"/>
                  <a:pt x="362774" y="42928"/>
                </a:cubicBezTo>
                <a:cubicBezTo>
                  <a:pt x="362088" y="42357"/>
                  <a:pt x="361149" y="42072"/>
                  <a:pt x="359959" y="42072"/>
                </a:cubicBezTo>
                <a:cubicBezTo>
                  <a:pt x="358677" y="42072"/>
                  <a:pt x="357121" y="42415"/>
                  <a:pt x="355290" y="43100"/>
                </a:cubicBezTo>
                <a:lnTo>
                  <a:pt x="354328" y="40632"/>
                </a:lnTo>
                <a:lnTo>
                  <a:pt x="373280" y="32959"/>
                </a:lnTo>
                <a:lnTo>
                  <a:pt x="376301" y="32959"/>
                </a:lnTo>
                <a:close/>
                <a:moveTo>
                  <a:pt x="434347" y="32959"/>
                </a:moveTo>
                <a:lnTo>
                  <a:pt x="434347" y="54245"/>
                </a:lnTo>
                <a:lnTo>
                  <a:pt x="432081" y="54245"/>
                </a:lnTo>
                <a:cubicBezTo>
                  <a:pt x="430341" y="47569"/>
                  <a:pt x="428110" y="43028"/>
                  <a:pt x="425386" y="40622"/>
                </a:cubicBezTo>
                <a:cubicBezTo>
                  <a:pt x="422662" y="38214"/>
                  <a:pt x="419195" y="37010"/>
                  <a:pt x="414983" y="37010"/>
                </a:cubicBezTo>
                <a:cubicBezTo>
                  <a:pt x="411779" y="37010"/>
                  <a:pt x="409192" y="37856"/>
                  <a:pt x="407224" y="39549"/>
                </a:cubicBezTo>
                <a:cubicBezTo>
                  <a:pt x="405256" y="41240"/>
                  <a:pt x="404271" y="43114"/>
                  <a:pt x="404271" y="45173"/>
                </a:cubicBezTo>
                <a:cubicBezTo>
                  <a:pt x="404271" y="47733"/>
                  <a:pt x="405004" y="49928"/>
                  <a:pt x="406469" y="51756"/>
                </a:cubicBezTo>
                <a:cubicBezTo>
                  <a:pt x="407888" y="53631"/>
                  <a:pt x="410772" y="55620"/>
                  <a:pt x="415121" y="57723"/>
                </a:cubicBezTo>
                <a:lnTo>
                  <a:pt x="425146" y="62594"/>
                </a:lnTo>
                <a:cubicBezTo>
                  <a:pt x="434438" y="67120"/>
                  <a:pt x="439085" y="73088"/>
                  <a:pt x="439085" y="80496"/>
                </a:cubicBezTo>
                <a:cubicBezTo>
                  <a:pt x="439085" y="86211"/>
                  <a:pt x="436922" y="90818"/>
                  <a:pt x="432596" y="94317"/>
                </a:cubicBezTo>
                <a:cubicBezTo>
                  <a:pt x="428270" y="97815"/>
                  <a:pt x="423429" y="99564"/>
                  <a:pt x="418073" y="99564"/>
                </a:cubicBezTo>
                <a:cubicBezTo>
                  <a:pt x="414228" y="99564"/>
                  <a:pt x="409833" y="98877"/>
                  <a:pt x="404889" y="97504"/>
                </a:cubicBezTo>
                <a:cubicBezTo>
                  <a:pt x="403379" y="97046"/>
                  <a:pt x="402143" y="96817"/>
                  <a:pt x="401182" y="96817"/>
                </a:cubicBezTo>
                <a:cubicBezTo>
                  <a:pt x="400129" y="96817"/>
                  <a:pt x="399305" y="97412"/>
                  <a:pt x="398710" y="98602"/>
                </a:cubicBezTo>
                <a:lnTo>
                  <a:pt x="396444" y="98602"/>
                </a:lnTo>
                <a:lnTo>
                  <a:pt x="396444" y="76080"/>
                </a:lnTo>
                <a:lnTo>
                  <a:pt x="398710" y="76080"/>
                </a:lnTo>
                <a:cubicBezTo>
                  <a:pt x="399991" y="82512"/>
                  <a:pt x="402440" y="87359"/>
                  <a:pt x="406057" y="90620"/>
                </a:cubicBezTo>
                <a:cubicBezTo>
                  <a:pt x="409673" y="93882"/>
                  <a:pt x="413724" y="95512"/>
                  <a:pt x="418210" y="95512"/>
                </a:cubicBezTo>
                <a:cubicBezTo>
                  <a:pt x="421369" y="95512"/>
                  <a:pt x="423944" y="94587"/>
                  <a:pt x="425935" y="92736"/>
                </a:cubicBezTo>
                <a:cubicBezTo>
                  <a:pt x="427927" y="90883"/>
                  <a:pt x="428922" y="88654"/>
                  <a:pt x="428922" y="86047"/>
                </a:cubicBezTo>
                <a:cubicBezTo>
                  <a:pt x="428922" y="82892"/>
                  <a:pt x="427812" y="80240"/>
                  <a:pt x="425592" y="78091"/>
                </a:cubicBezTo>
                <a:cubicBezTo>
                  <a:pt x="423372" y="75942"/>
                  <a:pt x="418943" y="73222"/>
                  <a:pt x="412305" y="69931"/>
                </a:cubicBezTo>
                <a:cubicBezTo>
                  <a:pt x="405668" y="66638"/>
                  <a:pt x="401319" y="63665"/>
                  <a:pt x="399259" y="61013"/>
                </a:cubicBezTo>
                <a:cubicBezTo>
                  <a:pt x="397199" y="58406"/>
                  <a:pt x="396169" y="55114"/>
                  <a:pt x="396169" y="51136"/>
                </a:cubicBezTo>
                <a:cubicBezTo>
                  <a:pt x="396169" y="45969"/>
                  <a:pt x="397943" y="41648"/>
                  <a:pt x="401491" y="38173"/>
                </a:cubicBezTo>
                <a:cubicBezTo>
                  <a:pt x="405038" y="34697"/>
                  <a:pt x="409627" y="32959"/>
                  <a:pt x="415258" y="32959"/>
                </a:cubicBezTo>
                <a:cubicBezTo>
                  <a:pt x="417730" y="32959"/>
                  <a:pt x="420728" y="33485"/>
                  <a:pt x="424253" y="34538"/>
                </a:cubicBezTo>
                <a:cubicBezTo>
                  <a:pt x="426588" y="35225"/>
                  <a:pt x="428144" y="35568"/>
                  <a:pt x="428922" y="35568"/>
                </a:cubicBezTo>
                <a:cubicBezTo>
                  <a:pt x="429655" y="35568"/>
                  <a:pt x="430227" y="35408"/>
                  <a:pt x="430639" y="35088"/>
                </a:cubicBezTo>
                <a:cubicBezTo>
                  <a:pt x="431051" y="34767"/>
                  <a:pt x="431531" y="34058"/>
                  <a:pt x="432081" y="32959"/>
                </a:cubicBezTo>
                <a:lnTo>
                  <a:pt x="434347" y="32959"/>
                </a:lnTo>
                <a:close/>
                <a:moveTo>
                  <a:pt x="466666" y="14008"/>
                </a:moveTo>
                <a:lnTo>
                  <a:pt x="466666" y="34744"/>
                </a:lnTo>
                <a:lnTo>
                  <a:pt x="481360" y="34744"/>
                </a:lnTo>
                <a:lnTo>
                  <a:pt x="481360" y="39551"/>
                </a:lnTo>
                <a:lnTo>
                  <a:pt x="466666" y="39551"/>
                </a:lnTo>
                <a:lnTo>
                  <a:pt x="466666" y="80282"/>
                </a:lnTo>
                <a:cubicBezTo>
                  <a:pt x="466666" y="84352"/>
                  <a:pt x="467249" y="87095"/>
                  <a:pt x="468417" y="88513"/>
                </a:cubicBezTo>
                <a:cubicBezTo>
                  <a:pt x="469584" y="89929"/>
                  <a:pt x="471083" y="90637"/>
                  <a:pt x="472914" y="90637"/>
                </a:cubicBezTo>
                <a:cubicBezTo>
                  <a:pt x="474425" y="90637"/>
                  <a:pt x="475890" y="90168"/>
                  <a:pt x="477309" y="89230"/>
                </a:cubicBezTo>
                <a:cubicBezTo>
                  <a:pt x="478728" y="88291"/>
                  <a:pt x="479826" y="86906"/>
                  <a:pt x="480605" y="85075"/>
                </a:cubicBezTo>
                <a:lnTo>
                  <a:pt x="483283" y="85075"/>
                </a:lnTo>
                <a:cubicBezTo>
                  <a:pt x="481680" y="89574"/>
                  <a:pt x="479414" y="92977"/>
                  <a:pt x="476485" y="95283"/>
                </a:cubicBezTo>
                <a:cubicBezTo>
                  <a:pt x="473555" y="97587"/>
                  <a:pt x="470534" y="98740"/>
                  <a:pt x="467421" y="98740"/>
                </a:cubicBezTo>
                <a:cubicBezTo>
                  <a:pt x="465315" y="98740"/>
                  <a:pt x="463255" y="98155"/>
                  <a:pt x="461241" y="96987"/>
                </a:cubicBezTo>
                <a:cubicBezTo>
                  <a:pt x="459227" y="95818"/>
                  <a:pt x="457739" y="94146"/>
                  <a:pt x="456778" y="91970"/>
                </a:cubicBezTo>
                <a:cubicBezTo>
                  <a:pt x="455817" y="89793"/>
                  <a:pt x="455336" y="86435"/>
                  <a:pt x="455336" y="81898"/>
                </a:cubicBezTo>
                <a:lnTo>
                  <a:pt x="455336" y="39551"/>
                </a:lnTo>
                <a:lnTo>
                  <a:pt x="445379" y="39551"/>
                </a:lnTo>
                <a:lnTo>
                  <a:pt x="445379" y="37285"/>
                </a:lnTo>
                <a:cubicBezTo>
                  <a:pt x="447897" y="36275"/>
                  <a:pt x="450472" y="34565"/>
                  <a:pt x="453104" y="32154"/>
                </a:cubicBezTo>
                <a:cubicBezTo>
                  <a:pt x="455736" y="29744"/>
                  <a:pt x="458083" y="26886"/>
                  <a:pt x="460142" y="23580"/>
                </a:cubicBezTo>
                <a:cubicBezTo>
                  <a:pt x="461195" y="21836"/>
                  <a:pt x="462660" y="18645"/>
                  <a:pt x="464537" y="14008"/>
                </a:cubicBezTo>
                <a:lnTo>
                  <a:pt x="466666" y="14008"/>
                </a:lnTo>
                <a:close/>
                <a:moveTo>
                  <a:pt x="498069" y="58502"/>
                </a:moveTo>
                <a:cubicBezTo>
                  <a:pt x="498023" y="67819"/>
                  <a:pt x="500289" y="75127"/>
                  <a:pt x="504867" y="80426"/>
                </a:cubicBezTo>
                <a:cubicBezTo>
                  <a:pt x="509445" y="85723"/>
                  <a:pt x="514823" y="88371"/>
                  <a:pt x="521003" y="88371"/>
                </a:cubicBezTo>
                <a:cubicBezTo>
                  <a:pt x="525123" y="88371"/>
                  <a:pt x="528705" y="87238"/>
                  <a:pt x="531749" y="84972"/>
                </a:cubicBezTo>
                <a:cubicBezTo>
                  <a:pt x="534793" y="82706"/>
                  <a:pt x="537346" y="78827"/>
                  <a:pt x="539405" y="73334"/>
                </a:cubicBezTo>
                <a:lnTo>
                  <a:pt x="541534" y="74707"/>
                </a:lnTo>
                <a:cubicBezTo>
                  <a:pt x="540573" y="80978"/>
                  <a:pt x="537780" y="86689"/>
                  <a:pt x="533157" y="91839"/>
                </a:cubicBezTo>
                <a:cubicBezTo>
                  <a:pt x="528534" y="96989"/>
                  <a:pt x="522743" y="99564"/>
                  <a:pt x="515785" y="99564"/>
                </a:cubicBezTo>
                <a:cubicBezTo>
                  <a:pt x="508232" y="99564"/>
                  <a:pt x="501766" y="96629"/>
                  <a:pt x="496387" y="90760"/>
                </a:cubicBezTo>
                <a:cubicBezTo>
                  <a:pt x="491008" y="84889"/>
                  <a:pt x="488319" y="76997"/>
                  <a:pt x="488319" y="67083"/>
                </a:cubicBezTo>
                <a:cubicBezTo>
                  <a:pt x="488319" y="56349"/>
                  <a:pt x="491077" y="47978"/>
                  <a:pt x="496593" y="41971"/>
                </a:cubicBezTo>
                <a:cubicBezTo>
                  <a:pt x="502109" y="35963"/>
                  <a:pt x="509033" y="32959"/>
                  <a:pt x="517364" y="32959"/>
                </a:cubicBezTo>
                <a:cubicBezTo>
                  <a:pt x="524414" y="32959"/>
                  <a:pt x="530204" y="35276"/>
                  <a:pt x="534736" y="39911"/>
                </a:cubicBezTo>
                <a:cubicBezTo>
                  <a:pt x="539268" y="44545"/>
                  <a:pt x="541534" y="50742"/>
                  <a:pt x="541534" y="58502"/>
                </a:cubicBezTo>
                <a:lnTo>
                  <a:pt x="498069" y="58502"/>
                </a:lnTo>
                <a:moveTo>
                  <a:pt x="498069" y="54520"/>
                </a:moveTo>
                <a:lnTo>
                  <a:pt x="527183" y="54520"/>
                </a:lnTo>
                <a:cubicBezTo>
                  <a:pt x="526954" y="50491"/>
                  <a:pt x="526474" y="47653"/>
                  <a:pt x="525741" y="46005"/>
                </a:cubicBezTo>
                <a:cubicBezTo>
                  <a:pt x="524597" y="43442"/>
                  <a:pt x="522892" y="41428"/>
                  <a:pt x="520626" y="39963"/>
                </a:cubicBezTo>
                <a:cubicBezTo>
                  <a:pt x="518360" y="38498"/>
                  <a:pt x="515991" y="37766"/>
                  <a:pt x="513519" y="37766"/>
                </a:cubicBezTo>
                <a:cubicBezTo>
                  <a:pt x="509719" y="37766"/>
                  <a:pt x="506320" y="39242"/>
                  <a:pt x="503322" y="42194"/>
                </a:cubicBezTo>
                <a:cubicBezTo>
                  <a:pt x="500324" y="45147"/>
                  <a:pt x="498573" y="49255"/>
                  <a:pt x="498069" y="54520"/>
                </a:cubicBezTo>
                <a:close/>
                <a:moveTo>
                  <a:pt x="568266" y="46280"/>
                </a:moveTo>
                <a:cubicBezTo>
                  <a:pt x="575636" y="37399"/>
                  <a:pt x="582663" y="32959"/>
                  <a:pt x="589346" y="32959"/>
                </a:cubicBezTo>
                <a:cubicBezTo>
                  <a:pt x="592780" y="32959"/>
                  <a:pt x="595732" y="33816"/>
                  <a:pt x="598204" y="35530"/>
                </a:cubicBezTo>
                <a:cubicBezTo>
                  <a:pt x="600676" y="37242"/>
                  <a:pt x="602644" y="40062"/>
                  <a:pt x="604109" y="43990"/>
                </a:cubicBezTo>
                <a:cubicBezTo>
                  <a:pt x="605116" y="46730"/>
                  <a:pt x="605620" y="50932"/>
                  <a:pt x="605620" y="56597"/>
                </a:cubicBezTo>
                <a:lnTo>
                  <a:pt x="605620" y="83385"/>
                </a:lnTo>
                <a:cubicBezTo>
                  <a:pt x="605620" y="87359"/>
                  <a:pt x="605940" y="90054"/>
                  <a:pt x="606581" y="91470"/>
                </a:cubicBezTo>
                <a:cubicBezTo>
                  <a:pt x="607085" y="92611"/>
                  <a:pt x="607897" y="93502"/>
                  <a:pt x="609019" y="94141"/>
                </a:cubicBezTo>
                <a:cubicBezTo>
                  <a:pt x="610140" y="94781"/>
                  <a:pt x="612212" y="95100"/>
                  <a:pt x="615233" y="95100"/>
                </a:cubicBezTo>
                <a:lnTo>
                  <a:pt x="615233" y="97641"/>
                </a:lnTo>
                <a:lnTo>
                  <a:pt x="584128" y="97641"/>
                </a:lnTo>
                <a:lnTo>
                  <a:pt x="584128" y="95100"/>
                </a:lnTo>
                <a:lnTo>
                  <a:pt x="585432" y="95100"/>
                </a:lnTo>
                <a:cubicBezTo>
                  <a:pt x="588362" y="95100"/>
                  <a:pt x="590411" y="94656"/>
                  <a:pt x="591578" y="93768"/>
                </a:cubicBezTo>
                <a:cubicBezTo>
                  <a:pt x="592745" y="92880"/>
                  <a:pt x="593558" y="91571"/>
                  <a:pt x="594016" y="89841"/>
                </a:cubicBezTo>
                <a:cubicBezTo>
                  <a:pt x="594199" y="89157"/>
                  <a:pt x="594290" y="87017"/>
                  <a:pt x="594290" y="83419"/>
                </a:cubicBezTo>
                <a:lnTo>
                  <a:pt x="594290" y="57801"/>
                </a:lnTo>
                <a:cubicBezTo>
                  <a:pt x="594290" y="52109"/>
                  <a:pt x="593546" y="47976"/>
                  <a:pt x="592059" y="45402"/>
                </a:cubicBezTo>
                <a:cubicBezTo>
                  <a:pt x="590571" y="42829"/>
                  <a:pt x="588065" y="41542"/>
                  <a:pt x="584540" y="41542"/>
                </a:cubicBezTo>
                <a:cubicBezTo>
                  <a:pt x="579092" y="41542"/>
                  <a:pt x="573668" y="44503"/>
                  <a:pt x="568266" y="50423"/>
                </a:cubicBezTo>
                <a:lnTo>
                  <a:pt x="568266" y="83419"/>
                </a:lnTo>
                <a:cubicBezTo>
                  <a:pt x="568266" y="87655"/>
                  <a:pt x="568518" y="90273"/>
                  <a:pt x="569021" y="91275"/>
                </a:cubicBezTo>
                <a:cubicBezTo>
                  <a:pt x="569662" y="92595"/>
                  <a:pt x="570544" y="93563"/>
                  <a:pt x="571665" y="94178"/>
                </a:cubicBezTo>
                <a:cubicBezTo>
                  <a:pt x="572787" y="94793"/>
                  <a:pt x="575064" y="95100"/>
                  <a:pt x="578497" y="95100"/>
                </a:cubicBezTo>
                <a:lnTo>
                  <a:pt x="578497" y="97641"/>
                </a:lnTo>
                <a:lnTo>
                  <a:pt x="547392" y="97641"/>
                </a:lnTo>
                <a:lnTo>
                  <a:pt x="547392" y="95100"/>
                </a:lnTo>
                <a:lnTo>
                  <a:pt x="548765" y="95100"/>
                </a:lnTo>
                <a:cubicBezTo>
                  <a:pt x="551970" y="95100"/>
                  <a:pt x="554133" y="94290"/>
                  <a:pt x="555254" y="92669"/>
                </a:cubicBezTo>
                <a:cubicBezTo>
                  <a:pt x="556376" y="91047"/>
                  <a:pt x="556936" y="87952"/>
                  <a:pt x="556936" y="83385"/>
                </a:cubicBezTo>
                <a:lnTo>
                  <a:pt x="556936" y="60090"/>
                </a:lnTo>
                <a:cubicBezTo>
                  <a:pt x="556936" y="52554"/>
                  <a:pt x="556765" y="47964"/>
                  <a:pt x="556421" y="46321"/>
                </a:cubicBezTo>
                <a:cubicBezTo>
                  <a:pt x="556078" y="44676"/>
                  <a:pt x="555552" y="43556"/>
                  <a:pt x="554842" y="42963"/>
                </a:cubicBezTo>
                <a:cubicBezTo>
                  <a:pt x="554133" y="42369"/>
                  <a:pt x="553183" y="42072"/>
                  <a:pt x="551993" y="42072"/>
                </a:cubicBezTo>
                <a:cubicBezTo>
                  <a:pt x="550711" y="42072"/>
                  <a:pt x="549177" y="42415"/>
                  <a:pt x="547392" y="43100"/>
                </a:cubicBezTo>
                <a:lnTo>
                  <a:pt x="546362" y="40632"/>
                </a:lnTo>
                <a:lnTo>
                  <a:pt x="565314" y="32959"/>
                </a:lnTo>
                <a:lnTo>
                  <a:pt x="568266" y="32959"/>
                </a:lnTo>
                <a:lnTo>
                  <a:pt x="568266" y="46280"/>
                </a:lnTo>
                <a:close/>
                <a:moveTo>
                  <a:pt x="673667" y="73746"/>
                </a:moveTo>
                <a:cubicBezTo>
                  <a:pt x="671973" y="82031"/>
                  <a:pt x="668654" y="88406"/>
                  <a:pt x="663710" y="92869"/>
                </a:cubicBezTo>
                <a:cubicBezTo>
                  <a:pt x="658766" y="97332"/>
                  <a:pt x="653296" y="99564"/>
                  <a:pt x="647299" y="99564"/>
                </a:cubicBezTo>
                <a:cubicBezTo>
                  <a:pt x="640158" y="99564"/>
                  <a:pt x="633933" y="96569"/>
                  <a:pt x="628623" y="90579"/>
                </a:cubicBezTo>
                <a:cubicBezTo>
                  <a:pt x="623312" y="84588"/>
                  <a:pt x="620657" y="76494"/>
                  <a:pt x="620657" y="66296"/>
                </a:cubicBezTo>
                <a:cubicBezTo>
                  <a:pt x="620657" y="56418"/>
                  <a:pt x="623599" y="48393"/>
                  <a:pt x="629481" y="42220"/>
                </a:cubicBezTo>
                <a:cubicBezTo>
                  <a:pt x="635363" y="36046"/>
                  <a:pt x="642424" y="32959"/>
                  <a:pt x="650664" y="32959"/>
                </a:cubicBezTo>
                <a:cubicBezTo>
                  <a:pt x="656844" y="32959"/>
                  <a:pt x="661925" y="34591"/>
                  <a:pt x="665908" y="37854"/>
                </a:cubicBezTo>
                <a:cubicBezTo>
                  <a:pt x="669890" y="41115"/>
                  <a:pt x="671881" y="44503"/>
                  <a:pt x="671881" y="48016"/>
                </a:cubicBezTo>
                <a:cubicBezTo>
                  <a:pt x="671881" y="49750"/>
                  <a:pt x="671321" y="51153"/>
                  <a:pt x="670199" y="52226"/>
                </a:cubicBezTo>
                <a:cubicBezTo>
                  <a:pt x="669078" y="53297"/>
                  <a:pt x="667510" y="53833"/>
                  <a:pt x="665496" y="53833"/>
                </a:cubicBezTo>
                <a:cubicBezTo>
                  <a:pt x="662795" y="53833"/>
                  <a:pt x="660758" y="52963"/>
                  <a:pt x="659384" y="51224"/>
                </a:cubicBezTo>
                <a:cubicBezTo>
                  <a:pt x="658606" y="50262"/>
                  <a:pt x="658091" y="48431"/>
                  <a:pt x="657839" y="45731"/>
                </a:cubicBezTo>
                <a:cubicBezTo>
                  <a:pt x="657588" y="43030"/>
                  <a:pt x="656661" y="40970"/>
                  <a:pt x="655059" y="39551"/>
                </a:cubicBezTo>
                <a:cubicBezTo>
                  <a:pt x="653456" y="38178"/>
                  <a:pt x="651236" y="37491"/>
                  <a:pt x="648398" y="37491"/>
                </a:cubicBezTo>
                <a:cubicBezTo>
                  <a:pt x="643820" y="37491"/>
                  <a:pt x="640135" y="39185"/>
                  <a:pt x="637343" y="42572"/>
                </a:cubicBezTo>
                <a:cubicBezTo>
                  <a:pt x="633635" y="47058"/>
                  <a:pt x="631781" y="52986"/>
                  <a:pt x="631781" y="60356"/>
                </a:cubicBezTo>
                <a:cubicBezTo>
                  <a:pt x="631781" y="67864"/>
                  <a:pt x="633624" y="74490"/>
                  <a:pt x="637309" y="80235"/>
                </a:cubicBezTo>
                <a:cubicBezTo>
                  <a:pt x="640994" y="85980"/>
                  <a:pt x="645972" y="88852"/>
                  <a:pt x="652243" y="88852"/>
                </a:cubicBezTo>
                <a:cubicBezTo>
                  <a:pt x="656729" y="88852"/>
                  <a:pt x="660758" y="87318"/>
                  <a:pt x="664328" y="84251"/>
                </a:cubicBezTo>
                <a:cubicBezTo>
                  <a:pt x="666846" y="82146"/>
                  <a:pt x="669295" y="78323"/>
                  <a:pt x="671675" y="72784"/>
                </a:cubicBezTo>
                <a:lnTo>
                  <a:pt x="673667" y="73746"/>
                </a:lnTo>
                <a:close/>
                <a:moveTo>
                  <a:pt x="693258" y="58502"/>
                </a:moveTo>
                <a:cubicBezTo>
                  <a:pt x="693212" y="67819"/>
                  <a:pt x="695478" y="75127"/>
                  <a:pt x="700056" y="80426"/>
                </a:cubicBezTo>
                <a:cubicBezTo>
                  <a:pt x="704633" y="85723"/>
                  <a:pt x="710012" y="88371"/>
                  <a:pt x="716192" y="88371"/>
                </a:cubicBezTo>
                <a:cubicBezTo>
                  <a:pt x="720312" y="88371"/>
                  <a:pt x="723894" y="87238"/>
                  <a:pt x="726938" y="84972"/>
                </a:cubicBezTo>
                <a:cubicBezTo>
                  <a:pt x="729982" y="82706"/>
                  <a:pt x="732534" y="78827"/>
                  <a:pt x="734594" y="73334"/>
                </a:cubicBezTo>
                <a:lnTo>
                  <a:pt x="736723" y="74707"/>
                </a:lnTo>
                <a:cubicBezTo>
                  <a:pt x="735762" y="80978"/>
                  <a:pt x="732969" y="86689"/>
                  <a:pt x="728346" y="91839"/>
                </a:cubicBezTo>
                <a:cubicBezTo>
                  <a:pt x="723722" y="96989"/>
                  <a:pt x="717932" y="99564"/>
                  <a:pt x="710973" y="99564"/>
                </a:cubicBezTo>
                <a:cubicBezTo>
                  <a:pt x="703420" y="99564"/>
                  <a:pt x="696954" y="96629"/>
                  <a:pt x="691576" y="90760"/>
                </a:cubicBezTo>
                <a:cubicBezTo>
                  <a:pt x="686197" y="84889"/>
                  <a:pt x="683507" y="76997"/>
                  <a:pt x="683507" y="67083"/>
                </a:cubicBezTo>
                <a:cubicBezTo>
                  <a:pt x="683507" y="56349"/>
                  <a:pt x="686265" y="47978"/>
                  <a:pt x="691782" y="41971"/>
                </a:cubicBezTo>
                <a:cubicBezTo>
                  <a:pt x="697298" y="35963"/>
                  <a:pt x="704221" y="32959"/>
                  <a:pt x="712553" y="32959"/>
                </a:cubicBezTo>
                <a:cubicBezTo>
                  <a:pt x="719602" y="32959"/>
                  <a:pt x="725393" y="35276"/>
                  <a:pt x="729925" y="39911"/>
                </a:cubicBezTo>
                <a:cubicBezTo>
                  <a:pt x="734457" y="44545"/>
                  <a:pt x="736723" y="50742"/>
                  <a:pt x="736723" y="58502"/>
                </a:cubicBezTo>
                <a:lnTo>
                  <a:pt x="693258" y="58502"/>
                </a:lnTo>
                <a:moveTo>
                  <a:pt x="693258" y="54520"/>
                </a:moveTo>
                <a:lnTo>
                  <a:pt x="722372" y="54520"/>
                </a:lnTo>
                <a:cubicBezTo>
                  <a:pt x="722143" y="50491"/>
                  <a:pt x="721662" y="47653"/>
                  <a:pt x="720930" y="46005"/>
                </a:cubicBezTo>
                <a:cubicBezTo>
                  <a:pt x="719785" y="43442"/>
                  <a:pt x="718080" y="41428"/>
                  <a:pt x="715814" y="39963"/>
                </a:cubicBezTo>
                <a:cubicBezTo>
                  <a:pt x="713548" y="38498"/>
                  <a:pt x="711179" y="37766"/>
                  <a:pt x="708708" y="37766"/>
                </a:cubicBezTo>
                <a:cubicBezTo>
                  <a:pt x="704908" y="37766"/>
                  <a:pt x="701509" y="39242"/>
                  <a:pt x="698511" y="42194"/>
                </a:cubicBezTo>
                <a:cubicBezTo>
                  <a:pt x="695512" y="45147"/>
                  <a:pt x="693761" y="49255"/>
                  <a:pt x="693258" y="545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&amp;Hermitedata">
            <a:extLst xmlns:a="http://schemas.openxmlformats.org/drawingml/2006/main">
              <a:ext uri="{FF2B5EF4-FFF2-40B4-BE49-F238E27FC236}">
                <a16:creationId xmlns:a16="http://schemas.microsoft.com/office/drawing/2014/main" id="{B3A62CA1-A695-433A-B657-9DE9325C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085" y="1618292"/>
            <a:ext cx="872060" cy="99701"/>
          </a:xfrm>
          <a:custGeom xmlns:a="http://schemas.openxmlformats.org/drawingml/2006/main">
            <a:pathLst>
              <a:path w="872060" h="99701">
                <a:moveTo>
                  <a:pt x="66605" y="37766"/>
                </a:moveTo>
                <a:lnTo>
                  <a:pt x="95444" y="37766"/>
                </a:lnTo>
                <a:lnTo>
                  <a:pt x="95444" y="40306"/>
                </a:lnTo>
                <a:cubicBezTo>
                  <a:pt x="91462" y="40625"/>
                  <a:pt x="88521" y="41504"/>
                  <a:pt x="86621" y="42943"/>
                </a:cubicBezTo>
                <a:cubicBezTo>
                  <a:pt x="84721" y="44382"/>
                  <a:pt x="81757" y="48733"/>
                  <a:pt x="77729" y="55994"/>
                </a:cubicBezTo>
                <a:cubicBezTo>
                  <a:pt x="73700" y="63254"/>
                  <a:pt x="69169" y="70035"/>
                  <a:pt x="64133" y="76338"/>
                </a:cubicBezTo>
                <a:cubicBezTo>
                  <a:pt x="68207" y="81029"/>
                  <a:pt x="71846" y="84310"/>
                  <a:pt x="75051" y="86183"/>
                </a:cubicBezTo>
                <a:cubicBezTo>
                  <a:pt x="78255" y="88054"/>
                  <a:pt x="81482" y="88989"/>
                  <a:pt x="84733" y="88989"/>
                </a:cubicBezTo>
                <a:cubicBezTo>
                  <a:pt x="87891" y="88989"/>
                  <a:pt x="90569" y="88131"/>
                  <a:pt x="92766" y="86414"/>
                </a:cubicBezTo>
                <a:cubicBezTo>
                  <a:pt x="94964" y="84698"/>
                  <a:pt x="96520" y="82169"/>
                  <a:pt x="97436" y="78827"/>
                </a:cubicBezTo>
                <a:lnTo>
                  <a:pt x="99976" y="80681"/>
                </a:lnTo>
                <a:cubicBezTo>
                  <a:pt x="98283" y="87147"/>
                  <a:pt x="95559" y="91933"/>
                  <a:pt x="91805" y="95040"/>
                </a:cubicBezTo>
                <a:cubicBezTo>
                  <a:pt x="88051" y="98147"/>
                  <a:pt x="83680" y="99701"/>
                  <a:pt x="78690" y="99701"/>
                </a:cubicBezTo>
                <a:cubicBezTo>
                  <a:pt x="74936" y="99701"/>
                  <a:pt x="71126" y="98685"/>
                  <a:pt x="67257" y="96652"/>
                </a:cubicBezTo>
                <a:cubicBezTo>
                  <a:pt x="63389" y="94619"/>
                  <a:pt x="59166" y="91182"/>
                  <a:pt x="54589" y="86341"/>
                </a:cubicBezTo>
                <a:cubicBezTo>
                  <a:pt x="48912" y="91365"/>
                  <a:pt x="43797" y="94848"/>
                  <a:pt x="39242" y="96789"/>
                </a:cubicBezTo>
                <a:cubicBezTo>
                  <a:pt x="34687" y="98730"/>
                  <a:pt x="29824" y="99701"/>
                  <a:pt x="24651" y="99701"/>
                </a:cubicBezTo>
                <a:cubicBezTo>
                  <a:pt x="17098" y="99701"/>
                  <a:pt x="11101" y="97690"/>
                  <a:pt x="6661" y="93667"/>
                </a:cubicBezTo>
                <a:cubicBezTo>
                  <a:pt x="2220" y="89644"/>
                  <a:pt x="0" y="84845"/>
                  <a:pt x="0" y="79269"/>
                </a:cubicBezTo>
                <a:cubicBezTo>
                  <a:pt x="0" y="73737"/>
                  <a:pt x="1991" y="68218"/>
                  <a:pt x="5974" y="62710"/>
                </a:cubicBezTo>
                <a:cubicBezTo>
                  <a:pt x="9956" y="57201"/>
                  <a:pt x="17441" y="51498"/>
                  <a:pt x="28427" y="45602"/>
                </a:cubicBezTo>
                <a:cubicBezTo>
                  <a:pt x="26276" y="40848"/>
                  <a:pt x="24811" y="36952"/>
                  <a:pt x="24033" y="33912"/>
                </a:cubicBezTo>
                <a:cubicBezTo>
                  <a:pt x="23255" y="30872"/>
                  <a:pt x="22865" y="27957"/>
                  <a:pt x="22865" y="25168"/>
                </a:cubicBezTo>
                <a:cubicBezTo>
                  <a:pt x="22865" y="17351"/>
                  <a:pt x="25749" y="11386"/>
                  <a:pt x="31517" y="7272"/>
                </a:cubicBezTo>
                <a:cubicBezTo>
                  <a:pt x="36003" y="4072"/>
                  <a:pt x="41107" y="2472"/>
                  <a:pt x="46830" y="2472"/>
                </a:cubicBezTo>
                <a:cubicBezTo>
                  <a:pt x="52277" y="2472"/>
                  <a:pt x="56717" y="4083"/>
                  <a:pt x="60151" y="7306"/>
                </a:cubicBezTo>
                <a:cubicBezTo>
                  <a:pt x="63584" y="10529"/>
                  <a:pt x="65300" y="14495"/>
                  <a:pt x="65300" y="19202"/>
                </a:cubicBezTo>
                <a:cubicBezTo>
                  <a:pt x="65300" y="24048"/>
                  <a:pt x="63641" y="28299"/>
                  <a:pt x="60322" y="31957"/>
                </a:cubicBezTo>
                <a:cubicBezTo>
                  <a:pt x="57003" y="35613"/>
                  <a:pt x="51133" y="39613"/>
                  <a:pt x="42710" y="43956"/>
                </a:cubicBezTo>
                <a:cubicBezTo>
                  <a:pt x="48523" y="54294"/>
                  <a:pt x="54589" y="63764"/>
                  <a:pt x="60906" y="72364"/>
                </a:cubicBezTo>
                <a:cubicBezTo>
                  <a:pt x="68963" y="62774"/>
                  <a:pt x="72991" y="54691"/>
                  <a:pt x="72991" y="48115"/>
                </a:cubicBezTo>
                <a:cubicBezTo>
                  <a:pt x="72991" y="46015"/>
                  <a:pt x="72304" y="44143"/>
                  <a:pt x="70931" y="42499"/>
                </a:cubicBezTo>
                <a:cubicBezTo>
                  <a:pt x="69924" y="41266"/>
                  <a:pt x="68482" y="40535"/>
                  <a:pt x="66605" y="40306"/>
                </a:cubicBezTo>
                <a:lnTo>
                  <a:pt x="66605" y="37766"/>
                </a:lnTo>
                <a:moveTo>
                  <a:pt x="40375" y="39499"/>
                </a:moveTo>
                <a:cubicBezTo>
                  <a:pt x="46051" y="36809"/>
                  <a:pt x="50297" y="33753"/>
                  <a:pt x="53112" y="30333"/>
                </a:cubicBezTo>
                <a:cubicBezTo>
                  <a:pt x="55928" y="26912"/>
                  <a:pt x="57335" y="23104"/>
                  <a:pt x="57335" y="18909"/>
                </a:cubicBezTo>
                <a:cubicBezTo>
                  <a:pt x="57335" y="15625"/>
                  <a:pt x="56317" y="12913"/>
                  <a:pt x="54280" y="10770"/>
                </a:cubicBezTo>
                <a:cubicBezTo>
                  <a:pt x="52243" y="8625"/>
                  <a:pt x="49713" y="7553"/>
                  <a:pt x="46692" y="7553"/>
                </a:cubicBezTo>
                <a:cubicBezTo>
                  <a:pt x="42710" y="7553"/>
                  <a:pt x="39700" y="8933"/>
                  <a:pt x="37663" y="11692"/>
                </a:cubicBezTo>
                <a:cubicBezTo>
                  <a:pt x="35626" y="14450"/>
                  <a:pt x="34607" y="17153"/>
                  <a:pt x="34607" y="19799"/>
                </a:cubicBezTo>
                <a:cubicBezTo>
                  <a:pt x="34607" y="22033"/>
                  <a:pt x="34996" y="24530"/>
                  <a:pt x="35774" y="27290"/>
                </a:cubicBezTo>
                <a:cubicBezTo>
                  <a:pt x="36553" y="30048"/>
                  <a:pt x="38086" y="34118"/>
                  <a:pt x="40375" y="39499"/>
                </a:cubicBezTo>
                <a:moveTo>
                  <a:pt x="51018" y="82367"/>
                </a:moveTo>
                <a:cubicBezTo>
                  <a:pt x="44976" y="74136"/>
                  <a:pt x="40787" y="68123"/>
                  <a:pt x="38452" y="64328"/>
                </a:cubicBezTo>
                <a:cubicBezTo>
                  <a:pt x="36118" y="60531"/>
                  <a:pt x="33554" y="55821"/>
                  <a:pt x="30762" y="50196"/>
                </a:cubicBezTo>
                <a:cubicBezTo>
                  <a:pt x="25269" y="53360"/>
                  <a:pt x="21137" y="56845"/>
                  <a:pt x="18368" y="60650"/>
                </a:cubicBezTo>
                <a:cubicBezTo>
                  <a:pt x="15598" y="64455"/>
                  <a:pt x="14214" y="68582"/>
                  <a:pt x="14214" y="73029"/>
                </a:cubicBezTo>
                <a:cubicBezTo>
                  <a:pt x="14214" y="77936"/>
                  <a:pt x="15793" y="82246"/>
                  <a:pt x="18952" y="85959"/>
                </a:cubicBezTo>
                <a:cubicBezTo>
                  <a:pt x="22110" y="89673"/>
                  <a:pt x="26367" y="91530"/>
                  <a:pt x="31723" y="91530"/>
                </a:cubicBezTo>
                <a:cubicBezTo>
                  <a:pt x="34607" y="91530"/>
                  <a:pt x="37388" y="90952"/>
                  <a:pt x="40066" y="89796"/>
                </a:cubicBezTo>
                <a:cubicBezTo>
                  <a:pt x="42744" y="88639"/>
                  <a:pt x="46395" y="86163"/>
                  <a:pt x="51018" y="82367"/>
                </a:cubicBezTo>
                <a:close/>
                <a:moveTo>
                  <a:pt x="168744" y="47653"/>
                </a:moveTo>
                <a:lnTo>
                  <a:pt x="212003" y="47653"/>
                </a:lnTo>
                <a:lnTo>
                  <a:pt x="212003" y="21056"/>
                </a:lnTo>
                <a:cubicBezTo>
                  <a:pt x="212003" y="16304"/>
                  <a:pt x="211705" y="13174"/>
                  <a:pt x="211110" y="11664"/>
                </a:cubicBezTo>
                <a:cubicBezTo>
                  <a:pt x="210652" y="10523"/>
                  <a:pt x="209691" y="9541"/>
                  <a:pt x="208226" y="8718"/>
                </a:cubicBezTo>
                <a:cubicBezTo>
                  <a:pt x="206258" y="7621"/>
                  <a:pt x="204175" y="7072"/>
                  <a:pt x="201977" y="7072"/>
                </a:cubicBezTo>
                <a:lnTo>
                  <a:pt x="198682" y="7072"/>
                </a:lnTo>
                <a:lnTo>
                  <a:pt x="198682" y="4532"/>
                </a:lnTo>
                <a:lnTo>
                  <a:pt x="238507" y="4532"/>
                </a:lnTo>
                <a:lnTo>
                  <a:pt x="238507" y="7072"/>
                </a:lnTo>
                <a:lnTo>
                  <a:pt x="235211" y="7072"/>
                </a:lnTo>
                <a:cubicBezTo>
                  <a:pt x="233014" y="7072"/>
                  <a:pt x="230931" y="7599"/>
                  <a:pt x="228963" y="8652"/>
                </a:cubicBezTo>
                <a:cubicBezTo>
                  <a:pt x="227498" y="9384"/>
                  <a:pt x="226502" y="10494"/>
                  <a:pt x="225976" y="11982"/>
                </a:cubicBezTo>
                <a:cubicBezTo>
                  <a:pt x="225449" y="13470"/>
                  <a:pt x="225186" y="16502"/>
                  <a:pt x="225186" y="21080"/>
                </a:cubicBezTo>
                <a:lnTo>
                  <a:pt x="225186" y="81162"/>
                </a:lnTo>
                <a:cubicBezTo>
                  <a:pt x="225186" y="85877"/>
                  <a:pt x="225484" y="88989"/>
                  <a:pt x="226079" y="90500"/>
                </a:cubicBezTo>
                <a:cubicBezTo>
                  <a:pt x="226537" y="91644"/>
                  <a:pt x="227475" y="92629"/>
                  <a:pt x="228894" y="93453"/>
                </a:cubicBezTo>
                <a:cubicBezTo>
                  <a:pt x="230908" y="94551"/>
                  <a:pt x="233014" y="95100"/>
                  <a:pt x="235211" y="95100"/>
                </a:cubicBezTo>
                <a:lnTo>
                  <a:pt x="238507" y="95100"/>
                </a:lnTo>
                <a:lnTo>
                  <a:pt x="238507" y="97641"/>
                </a:lnTo>
                <a:lnTo>
                  <a:pt x="198682" y="97641"/>
                </a:lnTo>
                <a:lnTo>
                  <a:pt x="198682" y="95100"/>
                </a:lnTo>
                <a:lnTo>
                  <a:pt x="201977" y="95100"/>
                </a:lnTo>
                <a:cubicBezTo>
                  <a:pt x="205777" y="95100"/>
                  <a:pt x="208546" y="93977"/>
                  <a:pt x="210286" y="91729"/>
                </a:cubicBezTo>
                <a:cubicBezTo>
                  <a:pt x="211430" y="90263"/>
                  <a:pt x="212003" y="86733"/>
                  <a:pt x="212003" y="81138"/>
                </a:cubicBezTo>
                <a:lnTo>
                  <a:pt x="212003" y="52734"/>
                </a:lnTo>
                <a:lnTo>
                  <a:pt x="168744" y="52734"/>
                </a:lnTo>
                <a:lnTo>
                  <a:pt x="168744" y="81138"/>
                </a:lnTo>
                <a:cubicBezTo>
                  <a:pt x="168744" y="85861"/>
                  <a:pt x="169041" y="88980"/>
                  <a:pt x="169636" y="90493"/>
                </a:cubicBezTo>
                <a:cubicBezTo>
                  <a:pt x="170094" y="91639"/>
                  <a:pt x="171055" y="92625"/>
                  <a:pt x="172520" y="93450"/>
                </a:cubicBezTo>
                <a:cubicBezTo>
                  <a:pt x="174489" y="94550"/>
                  <a:pt x="176571" y="95100"/>
                  <a:pt x="178769" y="95100"/>
                </a:cubicBezTo>
                <a:lnTo>
                  <a:pt x="182133" y="95100"/>
                </a:lnTo>
                <a:lnTo>
                  <a:pt x="182133" y="97641"/>
                </a:lnTo>
                <a:lnTo>
                  <a:pt x="142239" y="97641"/>
                </a:lnTo>
                <a:lnTo>
                  <a:pt x="142239" y="95100"/>
                </a:lnTo>
                <a:lnTo>
                  <a:pt x="145535" y="95100"/>
                </a:lnTo>
                <a:cubicBezTo>
                  <a:pt x="149380" y="95100"/>
                  <a:pt x="152172" y="93979"/>
                  <a:pt x="153912" y="91736"/>
                </a:cubicBezTo>
                <a:cubicBezTo>
                  <a:pt x="155011" y="90271"/>
                  <a:pt x="155560" y="86746"/>
                  <a:pt x="155560" y="81162"/>
                </a:cubicBezTo>
                <a:lnTo>
                  <a:pt x="155560" y="21080"/>
                </a:lnTo>
                <a:cubicBezTo>
                  <a:pt x="155560" y="16319"/>
                  <a:pt x="155262" y="13184"/>
                  <a:pt x="154667" y="11673"/>
                </a:cubicBezTo>
                <a:cubicBezTo>
                  <a:pt x="154209" y="10529"/>
                  <a:pt x="153271" y="9544"/>
                  <a:pt x="151852" y="8720"/>
                </a:cubicBezTo>
                <a:cubicBezTo>
                  <a:pt x="149838" y="7622"/>
                  <a:pt x="147732" y="7072"/>
                  <a:pt x="145535" y="7072"/>
                </a:cubicBezTo>
                <a:lnTo>
                  <a:pt x="142239" y="7072"/>
                </a:lnTo>
                <a:lnTo>
                  <a:pt x="142239" y="4532"/>
                </a:lnTo>
                <a:lnTo>
                  <a:pt x="182133" y="4532"/>
                </a:lnTo>
                <a:lnTo>
                  <a:pt x="182133" y="7072"/>
                </a:lnTo>
                <a:lnTo>
                  <a:pt x="178769" y="7072"/>
                </a:lnTo>
                <a:cubicBezTo>
                  <a:pt x="176571" y="7072"/>
                  <a:pt x="174489" y="7598"/>
                  <a:pt x="172520" y="8650"/>
                </a:cubicBezTo>
                <a:cubicBezTo>
                  <a:pt x="171101" y="9381"/>
                  <a:pt x="170117" y="10489"/>
                  <a:pt x="169568" y="11973"/>
                </a:cubicBezTo>
                <a:cubicBezTo>
                  <a:pt x="169018" y="13458"/>
                  <a:pt x="168744" y="16486"/>
                  <a:pt x="168744" y="21056"/>
                </a:cubicBezTo>
                <a:lnTo>
                  <a:pt x="168744" y="47653"/>
                </a:lnTo>
                <a:close/>
                <a:moveTo>
                  <a:pt x="256336" y="58502"/>
                </a:moveTo>
                <a:cubicBezTo>
                  <a:pt x="256291" y="67819"/>
                  <a:pt x="258557" y="75127"/>
                  <a:pt x="263134" y="80426"/>
                </a:cubicBezTo>
                <a:cubicBezTo>
                  <a:pt x="267712" y="85723"/>
                  <a:pt x="273091" y="88371"/>
                  <a:pt x="279271" y="88371"/>
                </a:cubicBezTo>
                <a:cubicBezTo>
                  <a:pt x="283390" y="88371"/>
                  <a:pt x="286972" y="87238"/>
                  <a:pt x="290017" y="84972"/>
                </a:cubicBezTo>
                <a:cubicBezTo>
                  <a:pt x="293061" y="82706"/>
                  <a:pt x="295613" y="78827"/>
                  <a:pt x="297673" y="73334"/>
                </a:cubicBezTo>
                <a:lnTo>
                  <a:pt x="299801" y="74707"/>
                </a:lnTo>
                <a:cubicBezTo>
                  <a:pt x="298840" y="80978"/>
                  <a:pt x="296048" y="86689"/>
                  <a:pt x="291424" y="91839"/>
                </a:cubicBezTo>
                <a:cubicBezTo>
                  <a:pt x="286801" y="96989"/>
                  <a:pt x="281010" y="99564"/>
                  <a:pt x="274052" y="99564"/>
                </a:cubicBezTo>
                <a:cubicBezTo>
                  <a:pt x="266499" y="99564"/>
                  <a:pt x="260033" y="96629"/>
                  <a:pt x="254654" y="90760"/>
                </a:cubicBezTo>
                <a:cubicBezTo>
                  <a:pt x="249275" y="84889"/>
                  <a:pt x="246586" y="76997"/>
                  <a:pt x="246586" y="67083"/>
                </a:cubicBezTo>
                <a:cubicBezTo>
                  <a:pt x="246586" y="56349"/>
                  <a:pt x="249344" y="47978"/>
                  <a:pt x="254860" y="41971"/>
                </a:cubicBezTo>
                <a:cubicBezTo>
                  <a:pt x="260376" y="35963"/>
                  <a:pt x="267300" y="32959"/>
                  <a:pt x="275631" y="32959"/>
                </a:cubicBezTo>
                <a:cubicBezTo>
                  <a:pt x="282681" y="32959"/>
                  <a:pt x="288472" y="35276"/>
                  <a:pt x="293004" y="39911"/>
                </a:cubicBezTo>
                <a:cubicBezTo>
                  <a:pt x="297535" y="44545"/>
                  <a:pt x="299801" y="50742"/>
                  <a:pt x="299801" y="58502"/>
                </a:cubicBezTo>
                <a:lnTo>
                  <a:pt x="256336" y="58502"/>
                </a:lnTo>
                <a:moveTo>
                  <a:pt x="256336" y="54520"/>
                </a:moveTo>
                <a:lnTo>
                  <a:pt x="285450" y="54520"/>
                </a:lnTo>
                <a:cubicBezTo>
                  <a:pt x="285222" y="50491"/>
                  <a:pt x="284741" y="47653"/>
                  <a:pt x="284008" y="46005"/>
                </a:cubicBezTo>
                <a:cubicBezTo>
                  <a:pt x="282864" y="43442"/>
                  <a:pt x="281159" y="41428"/>
                  <a:pt x="278893" y="39963"/>
                </a:cubicBezTo>
                <a:cubicBezTo>
                  <a:pt x="276627" y="38498"/>
                  <a:pt x="274258" y="37766"/>
                  <a:pt x="271786" y="37766"/>
                </a:cubicBezTo>
                <a:cubicBezTo>
                  <a:pt x="267987" y="37766"/>
                  <a:pt x="264588" y="39242"/>
                  <a:pt x="261589" y="42194"/>
                </a:cubicBezTo>
                <a:cubicBezTo>
                  <a:pt x="258591" y="45147"/>
                  <a:pt x="256840" y="49255"/>
                  <a:pt x="256336" y="54520"/>
                </a:cubicBezTo>
                <a:close/>
                <a:moveTo>
                  <a:pt x="326602" y="32959"/>
                </a:moveTo>
                <a:lnTo>
                  <a:pt x="326602" y="47104"/>
                </a:lnTo>
                <a:cubicBezTo>
                  <a:pt x="331866" y="37674"/>
                  <a:pt x="337268" y="32959"/>
                  <a:pt x="342807" y="32959"/>
                </a:cubicBezTo>
                <a:cubicBezTo>
                  <a:pt x="345325" y="32959"/>
                  <a:pt x="347408" y="33726"/>
                  <a:pt x="349056" y="35259"/>
                </a:cubicBezTo>
                <a:cubicBezTo>
                  <a:pt x="350704" y="36793"/>
                  <a:pt x="351527" y="38567"/>
                  <a:pt x="351527" y="40581"/>
                </a:cubicBezTo>
                <a:cubicBezTo>
                  <a:pt x="351527" y="42366"/>
                  <a:pt x="350932" y="43877"/>
                  <a:pt x="349742" y="45113"/>
                </a:cubicBezTo>
                <a:cubicBezTo>
                  <a:pt x="348552" y="46349"/>
                  <a:pt x="347133" y="46967"/>
                  <a:pt x="345485" y="46967"/>
                </a:cubicBezTo>
                <a:cubicBezTo>
                  <a:pt x="343883" y="46967"/>
                  <a:pt x="342086" y="46177"/>
                  <a:pt x="340095" y="44598"/>
                </a:cubicBezTo>
                <a:cubicBezTo>
                  <a:pt x="338103" y="43018"/>
                  <a:pt x="336627" y="42229"/>
                  <a:pt x="335666" y="42229"/>
                </a:cubicBezTo>
                <a:cubicBezTo>
                  <a:pt x="334842" y="42229"/>
                  <a:pt x="333949" y="42685"/>
                  <a:pt x="332988" y="43598"/>
                </a:cubicBezTo>
                <a:cubicBezTo>
                  <a:pt x="330928" y="45470"/>
                  <a:pt x="328799" y="48552"/>
                  <a:pt x="326602" y="52844"/>
                </a:cubicBezTo>
                <a:lnTo>
                  <a:pt x="326602" y="82910"/>
                </a:lnTo>
                <a:cubicBezTo>
                  <a:pt x="326602" y="86379"/>
                  <a:pt x="327037" y="89004"/>
                  <a:pt x="327907" y="90785"/>
                </a:cubicBezTo>
                <a:cubicBezTo>
                  <a:pt x="328502" y="92018"/>
                  <a:pt x="329555" y="93046"/>
                  <a:pt x="331065" y="93869"/>
                </a:cubicBezTo>
                <a:cubicBezTo>
                  <a:pt x="332576" y="94690"/>
                  <a:pt x="334750" y="95100"/>
                  <a:pt x="337588" y="95100"/>
                </a:cubicBezTo>
                <a:lnTo>
                  <a:pt x="337588" y="97641"/>
                </a:lnTo>
                <a:lnTo>
                  <a:pt x="305385" y="97641"/>
                </a:lnTo>
                <a:lnTo>
                  <a:pt x="305385" y="95100"/>
                </a:lnTo>
                <a:cubicBezTo>
                  <a:pt x="308589" y="95100"/>
                  <a:pt x="310969" y="94598"/>
                  <a:pt x="312526" y="93594"/>
                </a:cubicBezTo>
                <a:cubicBezTo>
                  <a:pt x="313670" y="92863"/>
                  <a:pt x="314471" y="91698"/>
                  <a:pt x="314929" y="90099"/>
                </a:cubicBezTo>
                <a:cubicBezTo>
                  <a:pt x="315158" y="89322"/>
                  <a:pt x="315272" y="87107"/>
                  <a:pt x="315272" y="83453"/>
                </a:cubicBezTo>
                <a:lnTo>
                  <a:pt x="315272" y="59131"/>
                </a:lnTo>
                <a:cubicBezTo>
                  <a:pt x="315272" y="51822"/>
                  <a:pt x="315124" y="47472"/>
                  <a:pt x="314826" y="46080"/>
                </a:cubicBezTo>
                <a:cubicBezTo>
                  <a:pt x="314528" y="44687"/>
                  <a:pt x="313979" y="43671"/>
                  <a:pt x="313178" y="43031"/>
                </a:cubicBezTo>
                <a:cubicBezTo>
                  <a:pt x="312377" y="42392"/>
                  <a:pt x="311381" y="42072"/>
                  <a:pt x="310191" y="42072"/>
                </a:cubicBezTo>
                <a:cubicBezTo>
                  <a:pt x="308772" y="42072"/>
                  <a:pt x="307170" y="42415"/>
                  <a:pt x="305385" y="43100"/>
                </a:cubicBezTo>
                <a:lnTo>
                  <a:pt x="304698" y="40632"/>
                </a:lnTo>
                <a:lnTo>
                  <a:pt x="323718" y="32959"/>
                </a:lnTo>
                <a:lnTo>
                  <a:pt x="326602" y="32959"/>
                </a:lnTo>
                <a:close/>
                <a:moveTo>
                  <a:pt x="373705" y="46349"/>
                </a:moveTo>
                <a:cubicBezTo>
                  <a:pt x="378283" y="41771"/>
                  <a:pt x="380984" y="39139"/>
                  <a:pt x="381808" y="38452"/>
                </a:cubicBezTo>
                <a:cubicBezTo>
                  <a:pt x="383868" y="36713"/>
                  <a:pt x="386088" y="35362"/>
                  <a:pt x="388468" y="34401"/>
                </a:cubicBezTo>
                <a:cubicBezTo>
                  <a:pt x="390849" y="33440"/>
                  <a:pt x="393206" y="32959"/>
                  <a:pt x="395541" y="32959"/>
                </a:cubicBezTo>
                <a:cubicBezTo>
                  <a:pt x="399478" y="32959"/>
                  <a:pt x="402865" y="34103"/>
                  <a:pt x="405703" y="36392"/>
                </a:cubicBezTo>
                <a:cubicBezTo>
                  <a:pt x="408542" y="38681"/>
                  <a:pt x="410441" y="42000"/>
                  <a:pt x="411403" y="46349"/>
                </a:cubicBezTo>
                <a:cubicBezTo>
                  <a:pt x="416118" y="40855"/>
                  <a:pt x="420100" y="37251"/>
                  <a:pt x="423350" y="35534"/>
                </a:cubicBezTo>
                <a:cubicBezTo>
                  <a:pt x="426600" y="33817"/>
                  <a:pt x="429942" y="32959"/>
                  <a:pt x="433375" y="32959"/>
                </a:cubicBezTo>
                <a:cubicBezTo>
                  <a:pt x="436717" y="32959"/>
                  <a:pt x="439681" y="33816"/>
                  <a:pt x="442267" y="35530"/>
                </a:cubicBezTo>
                <a:cubicBezTo>
                  <a:pt x="444854" y="37242"/>
                  <a:pt x="446902" y="40039"/>
                  <a:pt x="448413" y="43922"/>
                </a:cubicBezTo>
                <a:cubicBezTo>
                  <a:pt x="449420" y="46571"/>
                  <a:pt x="449924" y="50727"/>
                  <a:pt x="449924" y="56391"/>
                </a:cubicBezTo>
                <a:lnTo>
                  <a:pt x="449924" y="83385"/>
                </a:lnTo>
                <a:cubicBezTo>
                  <a:pt x="449924" y="87313"/>
                  <a:pt x="450221" y="90008"/>
                  <a:pt x="450816" y="91470"/>
                </a:cubicBezTo>
                <a:cubicBezTo>
                  <a:pt x="451274" y="92474"/>
                  <a:pt x="452121" y="93330"/>
                  <a:pt x="453357" y="94038"/>
                </a:cubicBezTo>
                <a:cubicBezTo>
                  <a:pt x="454593" y="94746"/>
                  <a:pt x="456607" y="95100"/>
                  <a:pt x="459399" y="95100"/>
                </a:cubicBezTo>
                <a:lnTo>
                  <a:pt x="459399" y="97641"/>
                </a:lnTo>
                <a:lnTo>
                  <a:pt x="428363" y="97641"/>
                </a:lnTo>
                <a:lnTo>
                  <a:pt x="428363" y="95100"/>
                </a:lnTo>
                <a:lnTo>
                  <a:pt x="429667" y="95100"/>
                </a:lnTo>
                <a:cubicBezTo>
                  <a:pt x="432368" y="95100"/>
                  <a:pt x="434474" y="94577"/>
                  <a:pt x="435985" y="93530"/>
                </a:cubicBezTo>
                <a:cubicBezTo>
                  <a:pt x="437037" y="92800"/>
                  <a:pt x="437793" y="91639"/>
                  <a:pt x="438251" y="90045"/>
                </a:cubicBezTo>
                <a:cubicBezTo>
                  <a:pt x="438434" y="89271"/>
                  <a:pt x="438525" y="87062"/>
                  <a:pt x="438525" y="83419"/>
                </a:cubicBezTo>
                <a:lnTo>
                  <a:pt x="438525" y="56502"/>
                </a:lnTo>
                <a:cubicBezTo>
                  <a:pt x="438525" y="51401"/>
                  <a:pt x="437907" y="47803"/>
                  <a:pt x="436671" y="45709"/>
                </a:cubicBezTo>
                <a:cubicBezTo>
                  <a:pt x="434886" y="42794"/>
                  <a:pt x="432025" y="41336"/>
                  <a:pt x="428088" y="41336"/>
                </a:cubicBezTo>
                <a:cubicBezTo>
                  <a:pt x="425662" y="41336"/>
                  <a:pt x="423224" y="41940"/>
                  <a:pt x="420775" y="43147"/>
                </a:cubicBezTo>
                <a:cubicBezTo>
                  <a:pt x="418326" y="44353"/>
                  <a:pt x="415362" y="46596"/>
                  <a:pt x="411883" y="49876"/>
                </a:cubicBezTo>
                <a:lnTo>
                  <a:pt x="411746" y="50627"/>
                </a:lnTo>
                <a:lnTo>
                  <a:pt x="411883" y="53565"/>
                </a:lnTo>
                <a:lnTo>
                  <a:pt x="411883" y="83419"/>
                </a:lnTo>
                <a:cubicBezTo>
                  <a:pt x="411883" y="87700"/>
                  <a:pt x="412124" y="90365"/>
                  <a:pt x="412604" y="91412"/>
                </a:cubicBezTo>
                <a:cubicBezTo>
                  <a:pt x="413085" y="92459"/>
                  <a:pt x="413989" y="93336"/>
                  <a:pt x="415316" y="94043"/>
                </a:cubicBezTo>
                <a:cubicBezTo>
                  <a:pt x="416644" y="94748"/>
                  <a:pt x="418910" y="95100"/>
                  <a:pt x="422114" y="95100"/>
                </a:cubicBezTo>
                <a:lnTo>
                  <a:pt x="422114" y="97641"/>
                </a:lnTo>
                <a:lnTo>
                  <a:pt x="390322" y="97641"/>
                </a:lnTo>
                <a:lnTo>
                  <a:pt x="390322" y="95100"/>
                </a:lnTo>
                <a:cubicBezTo>
                  <a:pt x="393801" y="95100"/>
                  <a:pt x="396193" y="94691"/>
                  <a:pt x="397498" y="93871"/>
                </a:cubicBezTo>
                <a:cubicBezTo>
                  <a:pt x="398803" y="93051"/>
                  <a:pt x="399707" y="91822"/>
                  <a:pt x="400210" y="90182"/>
                </a:cubicBezTo>
                <a:cubicBezTo>
                  <a:pt x="400439" y="89407"/>
                  <a:pt x="400553" y="87153"/>
                  <a:pt x="400553" y="83419"/>
                </a:cubicBezTo>
                <a:lnTo>
                  <a:pt x="400553" y="56502"/>
                </a:lnTo>
                <a:cubicBezTo>
                  <a:pt x="400553" y="51401"/>
                  <a:pt x="399798" y="47735"/>
                  <a:pt x="398288" y="45503"/>
                </a:cubicBezTo>
                <a:cubicBezTo>
                  <a:pt x="396273" y="42588"/>
                  <a:pt x="393458" y="41130"/>
                  <a:pt x="389842" y="41130"/>
                </a:cubicBezTo>
                <a:cubicBezTo>
                  <a:pt x="387370" y="41130"/>
                  <a:pt x="384921" y="41790"/>
                  <a:pt x="382495" y="43111"/>
                </a:cubicBezTo>
                <a:cubicBezTo>
                  <a:pt x="378695" y="45115"/>
                  <a:pt x="375765" y="47369"/>
                  <a:pt x="373705" y="49874"/>
                </a:cubicBezTo>
                <a:lnTo>
                  <a:pt x="373705" y="83419"/>
                </a:lnTo>
                <a:cubicBezTo>
                  <a:pt x="373705" y="87517"/>
                  <a:pt x="373992" y="90182"/>
                  <a:pt x="374564" y="91412"/>
                </a:cubicBezTo>
                <a:cubicBezTo>
                  <a:pt x="375136" y="92641"/>
                  <a:pt x="375983" y="93563"/>
                  <a:pt x="377104" y="94178"/>
                </a:cubicBezTo>
                <a:cubicBezTo>
                  <a:pt x="378226" y="94793"/>
                  <a:pt x="380503" y="95100"/>
                  <a:pt x="383937" y="95100"/>
                </a:cubicBezTo>
                <a:lnTo>
                  <a:pt x="383937" y="97641"/>
                </a:lnTo>
                <a:lnTo>
                  <a:pt x="352831" y="97641"/>
                </a:lnTo>
                <a:lnTo>
                  <a:pt x="352831" y="95100"/>
                </a:lnTo>
                <a:cubicBezTo>
                  <a:pt x="355715" y="95100"/>
                  <a:pt x="357729" y="94792"/>
                  <a:pt x="358874" y="94176"/>
                </a:cubicBezTo>
                <a:cubicBezTo>
                  <a:pt x="360018" y="93559"/>
                  <a:pt x="360888" y="92577"/>
                  <a:pt x="361483" y="91229"/>
                </a:cubicBezTo>
                <a:cubicBezTo>
                  <a:pt x="362078" y="89882"/>
                  <a:pt x="362376" y="87267"/>
                  <a:pt x="362376" y="83385"/>
                </a:cubicBezTo>
                <a:lnTo>
                  <a:pt x="362376" y="59406"/>
                </a:lnTo>
                <a:cubicBezTo>
                  <a:pt x="362376" y="52508"/>
                  <a:pt x="362170" y="48054"/>
                  <a:pt x="361758" y="46046"/>
                </a:cubicBezTo>
                <a:cubicBezTo>
                  <a:pt x="361437" y="44538"/>
                  <a:pt x="360934" y="43499"/>
                  <a:pt x="360247" y="42928"/>
                </a:cubicBezTo>
                <a:cubicBezTo>
                  <a:pt x="359560" y="42357"/>
                  <a:pt x="358622" y="42072"/>
                  <a:pt x="357432" y="42072"/>
                </a:cubicBezTo>
                <a:cubicBezTo>
                  <a:pt x="356150" y="42072"/>
                  <a:pt x="354617" y="42415"/>
                  <a:pt x="352831" y="43100"/>
                </a:cubicBezTo>
                <a:lnTo>
                  <a:pt x="351801" y="40632"/>
                </a:lnTo>
                <a:lnTo>
                  <a:pt x="370753" y="32959"/>
                </a:lnTo>
                <a:lnTo>
                  <a:pt x="373705" y="32959"/>
                </a:lnTo>
                <a:lnTo>
                  <a:pt x="373705" y="46349"/>
                </a:lnTo>
                <a:close/>
                <a:moveTo>
                  <a:pt x="480434" y="0"/>
                </a:moveTo>
                <a:cubicBezTo>
                  <a:pt x="482357" y="0"/>
                  <a:pt x="483993" y="679"/>
                  <a:pt x="485344" y="2036"/>
                </a:cubicBezTo>
                <a:cubicBezTo>
                  <a:pt x="486694" y="3392"/>
                  <a:pt x="487370" y="5037"/>
                  <a:pt x="487370" y="6969"/>
                </a:cubicBezTo>
                <a:cubicBezTo>
                  <a:pt x="487370" y="8902"/>
                  <a:pt x="486694" y="10559"/>
                  <a:pt x="485344" y="11939"/>
                </a:cubicBezTo>
                <a:cubicBezTo>
                  <a:pt x="483993" y="13318"/>
                  <a:pt x="482357" y="14008"/>
                  <a:pt x="480434" y="14008"/>
                </a:cubicBezTo>
                <a:cubicBezTo>
                  <a:pt x="478512" y="14008"/>
                  <a:pt x="476864" y="13318"/>
                  <a:pt x="475490" y="11939"/>
                </a:cubicBezTo>
                <a:cubicBezTo>
                  <a:pt x="474117" y="10559"/>
                  <a:pt x="473431" y="8902"/>
                  <a:pt x="473431" y="6969"/>
                </a:cubicBezTo>
                <a:cubicBezTo>
                  <a:pt x="473431" y="5037"/>
                  <a:pt x="474106" y="3392"/>
                  <a:pt x="475456" y="2036"/>
                </a:cubicBezTo>
                <a:cubicBezTo>
                  <a:pt x="476807" y="679"/>
                  <a:pt x="478466" y="0"/>
                  <a:pt x="480434" y="0"/>
                </a:cubicBezTo>
                <a:moveTo>
                  <a:pt x="486134" y="32959"/>
                </a:moveTo>
                <a:lnTo>
                  <a:pt x="486134" y="83385"/>
                </a:lnTo>
                <a:cubicBezTo>
                  <a:pt x="486134" y="87313"/>
                  <a:pt x="486420" y="89928"/>
                  <a:pt x="486992" y="91229"/>
                </a:cubicBezTo>
                <a:cubicBezTo>
                  <a:pt x="487564" y="92531"/>
                  <a:pt x="488411" y="93502"/>
                  <a:pt x="489532" y="94141"/>
                </a:cubicBezTo>
                <a:cubicBezTo>
                  <a:pt x="490654" y="94781"/>
                  <a:pt x="492702" y="95100"/>
                  <a:pt x="495678" y="95100"/>
                </a:cubicBezTo>
                <a:lnTo>
                  <a:pt x="495678" y="97641"/>
                </a:lnTo>
                <a:lnTo>
                  <a:pt x="465122" y="97641"/>
                </a:lnTo>
                <a:lnTo>
                  <a:pt x="465122" y="95100"/>
                </a:lnTo>
                <a:cubicBezTo>
                  <a:pt x="468189" y="95100"/>
                  <a:pt x="470249" y="94804"/>
                  <a:pt x="471302" y="94210"/>
                </a:cubicBezTo>
                <a:cubicBezTo>
                  <a:pt x="472355" y="93616"/>
                  <a:pt x="473190" y="92634"/>
                  <a:pt x="473808" y="91264"/>
                </a:cubicBezTo>
                <a:cubicBezTo>
                  <a:pt x="474426" y="89893"/>
                  <a:pt x="474735" y="87267"/>
                  <a:pt x="474735" y="83385"/>
                </a:cubicBezTo>
                <a:lnTo>
                  <a:pt x="474735" y="59200"/>
                </a:lnTo>
                <a:cubicBezTo>
                  <a:pt x="474735" y="52393"/>
                  <a:pt x="474529" y="47986"/>
                  <a:pt x="474117" y="45977"/>
                </a:cubicBezTo>
                <a:cubicBezTo>
                  <a:pt x="473797" y="44515"/>
                  <a:pt x="473293" y="43499"/>
                  <a:pt x="472607" y="42928"/>
                </a:cubicBezTo>
                <a:cubicBezTo>
                  <a:pt x="471920" y="42357"/>
                  <a:pt x="470981" y="42072"/>
                  <a:pt x="469791" y="42072"/>
                </a:cubicBezTo>
                <a:cubicBezTo>
                  <a:pt x="468510" y="42072"/>
                  <a:pt x="466953" y="42415"/>
                  <a:pt x="465122" y="43100"/>
                </a:cubicBezTo>
                <a:lnTo>
                  <a:pt x="464161" y="40632"/>
                </a:lnTo>
                <a:lnTo>
                  <a:pt x="483112" y="32959"/>
                </a:lnTo>
                <a:lnTo>
                  <a:pt x="486134" y="32959"/>
                </a:lnTo>
                <a:close/>
                <a:moveTo>
                  <a:pt x="521794" y="14008"/>
                </a:moveTo>
                <a:lnTo>
                  <a:pt x="521794" y="34744"/>
                </a:lnTo>
                <a:lnTo>
                  <a:pt x="536489" y="34744"/>
                </a:lnTo>
                <a:lnTo>
                  <a:pt x="536489" y="39551"/>
                </a:lnTo>
                <a:lnTo>
                  <a:pt x="521794" y="39551"/>
                </a:lnTo>
                <a:lnTo>
                  <a:pt x="521794" y="80282"/>
                </a:lnTo>
                <a:cubicBezTo>
                  <a:pt x="521794" y="84352"/>
                  <a:pt x="522378" y="87095"/>
                  <a:pt x="523545" y="88513"/>
                </a:cubicBezTo>
                <a:cubicBezTo>
                  <a:pt x="524713" y="89929"/>
                  <a:pt x="526212" y="90637"/>
                  <a:pt x="528043" y="90637"/>
                </a:cubicBezTo>
                <a:cubicBezTo>
                  <a:pt x="529553" y="90637"/>
                  <a:pt x="531018" y="90168"/>
                  <a:pt x="532437" y="89230"/>
                </a:cubicBezTo>
                <a:cubicBezTo>
                  <a:pt x="533856" y="88291"/>
                  <a:pt x="534955" y="86906"/>
                  <a:pt x="535733" y="85075"/>
                </a:cubicBezTo>
                <a:lnTo>
                  <a:pt x="538411" y="85075"/>
                </a:lnTo>
                <a:cubicBezTo>
                  <a:pt x="536809" y="89574"/>
                  <a:pt x="534543" y="92977"/>
                  <a:pt x="531613" y="95283"/>
                </a:cubicBezTo>
                <a:cubicBezTo>
                  <a:pt x="528684" y="97587"/>
                  <a:pt x="525662" y="98740"/>
                  <a:pt x="522550" y="98740"/>
                </a:cubicBezTo>
                <a:cubicBezTo>
                  <a:pt x="520444" y="98740"/>
                  <a:pt x="518384" y="98155"/>
                  <a:pt x="516370" y="96987"/>
                </a:cubicBezTo>
                <a:cubicBezTo>
                  <a:pt x="514356" y="95818"/>
                  <a:pt x="512868" y="94146"/>
                  <a:pt x="511907" y="91970"/>
                </a:cubicBezTo>
                <a:cubicBezTo>
                  <a:pt x="510945" y="89793"/>
                  <a:pt x="510465" y="86435"/>
                  <a:pt x="510465" y="81898"/>
                </a:cubicBezTo>
                <a:lnTo>
                  <a:pt x="510465" y="39551"/>
                </a:lnTo>
                <a:lnTo>
                  <a:pt x="500508" y="39551"/>
                </a:lnTo>
                <a:lnTo>
                  <a:pt x="500508" y="37285"/>
                </a:lnTo>
                <a:cubicBezTo>
                  <a:pt x="503026" y="36275"/>
                  <a:pt x="505601" y="34565"/>
                  <a:pt x="508233" y="32154"/>
                </a:cubicBezTo>
                <a:cubicBezTo>
                  <a:pt x="510865" y="29744"/>
                  <a:pt x="513211" y="26886"/>
                  <a:pt x="515271" y="23580"/>
                </a:cubicBezTo>
                <a:cubicBezTo>
                  <a:pt x="516324" y="21836"/>
                  <a:pt x="517789" y="18645"/>
                  <a:pt x="519666" y="14008"/>
                </a:cubicBezTo>
                <a:lnTo>
                  <a:pt x="521794" y="14008"/>
                </a:lnTo>
                <a:close/>
                <a:moveTo>
                  <a:pt x="554886" y="58502"/>
                </a:moveTo>
                <a:cubicBezTo>
                  <a:pt x="554840" y="67819"/>
                  <a:pt x="557106" y="75127"/>
                  <a:pt x="561683" y="80426"/>
                </a:cubicBezTo>
                <a:cubicBezTo>
                  <a:pt x="566261" y="85723"/>
                  <a:pt x="571640" y="88371"/>
                  <a:pt x="577820" y="88371"/>
                </a:cubicBezTo>
                <a:cubicBezTo>
                  <a:pt x="581940" y="88371"/>
                  <a:pt x="585522" y="87238"/>
                  <a:pt x="588566" y="84972"/>
                </a:cubicBezTo>
                <a:cubicBezTo>
                  <a:pt x="591610" y="82706"/>
                  <a:pt x="594162" y="78827"/>
                  <a:pt x="596222" y="73334"/>
                </a:cubicBezTo>
                <a:lnTo>
                  <a:pt x="598350" y="74707"/>
                </a:lnTo>
                <a:cubicBezTo>
                  <a:pt x="597389" y="80978"/>
                  <a:pt x="594597" y="86689"/>
                  <a:pt x="589973" y="91839"/>
                </a:cubicBezTo>
                <a:cubicBezTo>
                  <a:pt x="585350" y="96989"/>
                  <a:pt x="579559" y="99564"/>
                  <a:pt x="572601" y="99564"/>
                </a:cubicBezTo>
                <a:cubicBezTo>
                  <a:pt x="565048" y="99564"/>
                  <a:pt x="558582" y="96629"/>
                  <a:pt x="553203" y="90760"/>
                </a:cubicBezTo>
                <a:cubicBezTo>
                  <a:pt x="547824" y="84889"/>
                  <a:pt x="545135" y="76997"/>
                  <a:pt x="545135" y="67083"/>
                </a:cubicBezTo>
                <a:cubicBezTo>
                  <a:pt x="545135" y="56349"/>
                  <a:pt x="547893" y="47978"/>
                  <a:pt x="553409" y="41971"/>
                </a:cubicBezTo>
                <a:cubicBezTo>
                  <a:pt x="558925" y="35963"/>
                  <a:pt x="565849" y="32959"/>
                  <a:pt x="574180" y="32959"/>
                </a:cubicBezTo>
                <a:cubicBezTo>
                  <a:pt x="581230" y="32959"/>
                  <a:pt x="587021" y="35276"/>
                  <a:pt x="591553" y="39911"/>
                </a:cubicBezTo>
                <a:cubicBezTo>
                  <a:pt x="596085" y="44545"/>
                  <a:pt x="598350" y="50742"/>
                  <a:pt x="598350" y="58502"/>
                </a:cubicBezTo>
                <a:lnTo>
                  <a:pt x="554886" y="58502"/>
                </a:lnTo>
                <a:moveTo>
                  <a:pt x="554886" y="54520"/>
                </a:moveTo>
                <a:lnTo>
                  <a:pt x="583999" y="54520"/>
                </a:lnTo>
                <a:cubicBezTo>
                  <a:pt x="583771" y="50491"/>
                  <a:pt x="583290" y="47653"/>
                  <a:pt x="582558" y="46005"/>
                </a:cubicBezTo>
                <a:cubicBezTo>
                  <a:pt x="581413" y="43442"/>
                  <a:pt x="579708" y="41428"/>
                  <a:pt x="577442" y="39963"/>
                </a:cubicBezTo>
                <a:cubicBezTo>
                  <a:pt x="575176" y="38498"/>
                  <a:pt x="572807" y="37766"/>
                  <a:pt x="570335" y="37766"/>
                </a:cubicBezTo>
                <a:cubicBezTo>
                  <a:pt x="566536" y="37766"/>
                  <a:pt x="563137" y="39242"/>
                  <a:pt x="560138" y="42194"/>
                </a:cubicBezTo>
                <a:cubicBezTo>
                  <a:pt x="557140" y="45147"/>
                  <a:pt x="555389" y="49255"/>
                  <a:pt x="554886" y="54520"/>
                </a:cubicBezTo>
                <a:close/>
                <a:moveTo>
                  <a:pt x="686894" y="90569"/>
                </a:moveTo>
                <a:cubicBezTo>
                  <a:pt x="683827" y="93773"/>
                  <a:pt x="680829" y="96073"/>
                  <a:pt x="677899" y="97469"/>
                </a:cubicBezTo>
                <a:cubicBezTo>
                  <a:pt x="674970" y="98866"/>
                  <a:pt x="671811" y="99564"/>
                  <a:pt x="668424" y="99564"/>
                </a:cubicBezTo>
                <a:cubicBezTo>
                  <a:pt x="661557" y="99564"/>
                  <a:pt x="655560" y="96698"/>
                  <a:pt x="650433" y="90966"/>
                </a:cubicBezTo>
                <a:cubicBezTo>
                  <a:pt x="645306" y="85232"/>
                  <a:pt x="642743" y="77865"/>
                  <a:pt x="642743" y="68864"/>
                </a:cubicBezTo>
                <a:cubicBezTo>
                  <a:pt x="642743" y="59865"/>
                  <a:pt x="645581" y="51631"/>
                  <a:pt x="651257" y="44162"/>
                </a:cubicBezTo>
                <a:cubicBezTo>
                  <a:pt x="656934" y="36693"/>
                  <a:pt x="664235" y="32959"/>
                  <a:pt x="673161" y="32959"/>
                </a:cubicBezTo>
                <a:cubicBezTo>
                  <a:pt x="678700" y="32959"/>
                  <a:pt x="683278" y="34721"/>
                  <a:pt x="686894" y="38246"/>
                </a:cubicBezTo>
                <a:lnTo>
                  <a:pt x="686894" y="26616"/>
                </a:lnTo>
                <a:cubicBezTo>
                  <a:pt x="686894" y="19399"/>
                  <a:pt x="686723" y="14963"/>
                  <a:pt x="686379" y="13308"/>
                </a:cubicBezTo>
                <a:cubicBezTo>
                  <a:pt x="686036" y="11653"/>
                  <a:pt x="685498" y="10527"/>
                  <a:pt x="684766" y="9931"/>
                </a:cubicBezTo>
                <a:cubicBezTo>
                  <a:pt x="684033" y="9333"/>
                  <a:pt x="683118" y="9034"/>
                  <a:pt x="682019" y="9034"/>
                </a:cubicBezTo>
                <a:cubicBezTo>
                  <a:pt x="680829" y="9034"/>
                  <a:pt x="679250" y="9401"/>
                  <a:pt x="677281" y="10137"/>
                </a:cubicBezTo>
                <a:lnTo>
                  <a:pt x="676389" y="7723"/>
                </a:lnTo>
                <a:lnTo>
                  <a:pt x="695134" y="0"/>
                </a:lnTo>
                <a:lnTo>
                  <a:pt x="698224" y="0"/>
                </a:lnTo>
                <a:lnTo>
                  <a:pt x="698224" y="72716"/>
                </a:lnTo>
                <a:cubicBezTo>
                  <a:pt x="698224" y="80086"/>
                  <a:pt x="698396" y="84583"/>
                  <a:pt x="698739" y="86208"/>
                </a:cubicBezTo>
                <a:cubicBezTo>
                  <a:pt x="699082" y="87833"/>
                  <a:pt x="699632" y="88966"/>
                  <a:pt x="700387" y="89607"/>
                </a:cubicBezTo>
                <a:cubicBezTo>
                  <a:pt x="701142" y="90248"/>
                  <a:pt x="702024" y="90569"/>
                  <a:pt x="703031" y="90569"/>
                </a:cubicBezTo>
                <a:cubicBezTo>
                  <a:pt x="704267" y="90569"/>
                  <a:pt x="705915" y="90179"/>
                  <a:pt x="707975" y="89401"/>
                </a:cubicBezTo>
                <a:lnTo>
                  <a:pt x="708730" y="91805"/>
                </a:lnTo>
                <a:lnTo>
                  <a:pt x="690053" y="99564"/>
                </a:lnTo>
                <a:lnTo>
                  <a:pt x="686894" y="99564"/>
                </a:lnTo>
                <a:lnTo>
                  <a:pt x="686894" y="90569"/>
                </a:lnTo>
                <a:moveTo>
                  <a:pt x="686894" y="85777"/>
                </a:moveTo>
                <a:lnTo>
                  <a:pt x="686894" y="53449"/>
                </a:lnTo>
                <a:cubicBezTo>
                  <a:pt x="686620" y="50343"/>
                  <a:pt x="685796" y="47512"/>
                  <a:pt x="684422" y="44956"/>
                </a:cubicBezTo>
                <a:cubicBezTo>
                  <a:pt x="683049" y="42398"/>
                  <a:pt x="681230" y="40469"/>
                  <a:pt x="678964" y="39169"/>
                </a:cubicBezTo>
                <a:cubicBezTo>
                  <a:pt x="676698" y="37867"/>
                  <a:pt x="674489" y="37216"/>
                  <a:pt x="672337" y="37216"/>
                </a:cubicBezTo>
                <a:cubicBezTo>
                  <a:pt x="668309" y="37216"/>
                  <a:pt x="664716" y="39020"/>
                  <a:pt x="661557" y="42628"/>
                </a:cubicBezTo>
                <a:cubicBezTo>
                  <a:pt x="657391" y="47376"/>
                  <a:pt x="655309" y="54316"/>
                  <a:pt x="655309" y="63448"/>
                </a:cubicBezTo>
                <a:cubicBezTo>
                  <a:pt x="655309" y="72672"/>
                  <a:pt x="657323" y="79739"/>
                  <a:pt x="661351" y="84648"/>
                </a:cubicBezTo>
                <a:cubicBezTo>
                  <a:pt x="665379" y="89557"/>
                  <a:pt x="669866" y="92011"/>
                  <a:pt x="674809" y="92011"/>
                </a:cubicBezTo>
                <a:cubicBezTo>
                  <a:pt x="678975" y="92011"/>
                  <a:pt x="683003" y="89933"/>
                  <a:pt x="686894" y="85777"/>
                </a:cubicBezTo>
                <a:close/>
                <a:moveTo>
                  <a:pt x="748418" y="88577"/>
                </a:moveTo>
                <a:cubicBezTo>
                  <a:pt x="741964" y="93567"/>
                  <a:pt x="737912" y="96451"/>
                  <a:pt x="736264" y="97229"/>
                </a:cubicBezTo>
                <a:cubicBezTo>
                  <a:pt x="733792" y="98419"/>
                  <a:pt x="731160" y="99014"/>
                  <a:pt x="728368" y="99014"/>
                </a:cubicBezTo>
                <a:cubicBezTo>
                  <a:pt x="724019" y="99014"/>
                  <a:pt x="720437" y="97527"/>
                  <a:pt x="717622" y="94551"/>
                </a:cubicBezTo>
                <a:cubicBezTo>
                  <a:pt x="714807" y="91576"/>
                  <a:pt x="713399" y="87662"/>
                  <a:pt x="713399" y="82809"/>
                </a:cubicBezTo>
                <a:cubicBezTo>
                  <a:pt x="713399" y="79742"/>
                  <a:pt x="714086" y="77087"/>
                  <a:pt x="715459" y="74844"/>
                </a:cubicBezTo>
                <a:cubicBezTo>
                  <a:pt x="717336" y="71732"/>
                  <a:pt x="720597" y="68802"/>
                  <a:pt x="725244" y="66055"/>
                </a:cubicBezTo>
                <a:cubicBezTo>
                  <a:pt x="729890" y="63309"/>
                  <a:pt x="737615" y="59967"/>
                  <a:pt x="748418" y="56030"/>
                </a:cubicBezTo>
                <a:lnTo>
                  <a:pt x="748418" y="53558"/>
                </a:lnTo>
                <a:cubicBezTo>
                  <a:pt x="748418" y="47287"/>
                  <a:pt x="747422" y="42984"/>
                  <a:pt x="745431" y="40649"/>
                </a:cubicBezTo>
                <a:cubicBezTo>
                  <a:pt x="743440" y="38315"/>
                  <a:pt x="740545" y="37148"/>
                  <a:pt x="736745" y="37148"/>
                </a:cubicBezTo>
                <a:cubicBezTo>
                  <a:pt x="733861" y="37148"/>
                  <a:pt x="731572" y="37923"/>
                  <a:pt x="729879" y="39474"/>
                </a:cubicBezTo>
                <a:cubicBezTo>
                  <a:pt x="728139" y="41024"/>
                  <a:pt x="727269" y="42803"/>
                  <a:pt x="727269" y="44810"/>
                </a:cubicBezTo>
                <a:lnTo>
                  <a:pt x="727407" y="48778"/>
                </a:lnTo>
                <a:cubicBezTo>
                  <a:pt x="727407" y="50875"/>
                  <a:pt x="726869" y="52493"/>
                  <a:pt x="725793" y="53633"/>
                </a:cubicBezTo>
                <a:cubicBezTo>
                  <a:pt x="724717" y="54774"/>
                  <a:pt x="723310" y="55344"/>
                  <a:pt x="721570" y="55344"/>
                </a:cubicBezTo>
                <a:cubicBezTo>
                  <a:pt x="719876" y="55344"/>
                  <a:pt x="718492" y="54751"/>
                  <a:pt x="717416" y="53565"/>
                </a:cubicBezTo>
                <a:cubicBezTo>
                  <a:pt x="716340" y="52377"/>
                  <a:pt x="715802" y="50757"/>
                  <a:pt x="715802" y="48703"/>
                </a:cubicBezTo>
                <a:cubicBezTo>
                  <a:pt x="715802" y="44779"/>
                  <a:pt x="717816" y="41174"/>
                  <a:pt x="721845" y="37888"/>
                </a:cubicBezTo>
                <a:cubicBezTo>
                  <a:pt x="725873" y="34602"/>
                  <a:pt x="731526" y="32959"/>
                  <a:pt x="738805" y="32959"/>
                </a:cubicBezTo>
                <a:cubicBezTo>
                  <a:pt x="744390" y="32959"/>
                  <a:pt x="748967" y="33896"/>
                  <a:pt x="752538" y="35770"/>
                </a:cubicBezTo>
                <a:cubicBezTo>
                  <a:pt x="755239" y="37188"/>
                  <a:pt x="757230" y="39406"/>
                  <a:pt x="758512" y="42424"/>
                </a:cubicBezTo>
                <a:cubicBezTo>
                  <a:pt x="759336" y="44390"/>
                  <a:pt x="759748" y="48413"/>
                  <a:pt x="759748" y="54494"/>
                </a:cubicBezTo>
                <a:lnTo>
                  <a:pt x="759748" y="75823"/>
                </a:lnTo>
                <a:cubicBezTo>
                  <a:pt x="759748" y="81812"/>
                  <a:pt x="759862" y="85482"/>
                  <a:pt x="760091" y="86831"/>
                </a:cubicBezTo>
                <a:cubicBezTo>
                  <a:pt x="760320" y="88180"/>
                  <a:pt x="760698" y="89083"/>
                  <a:pt x="761224" y="89541"/>
                </a:cubicBezTo>
                <a:cubicBezTo>
                  <a:pt x="761751" y="89997"/>
                  <a:pt x="762357" y="90225"/>
                  <a:pt x="763044" y="90225"/>
                </a:cubicBezTo>
                <a:cubicBezTo>
                  <a:pt x="763776" y="90225"/>
                  <a:pt x="764417" y="90065"/>
                  <a:pt x="764966" y="89745"/>
                </a:cubicBezTo>
                <a:cubicBezTo>
                  <a:pt x="765928" y="89150"/>
                  <a:pt x="767782" y="87479"/>
                  <a:pt x="770528" y="84732"/>
                </a:cubicBezTo>
                <a:lnTo>
                  <a:pt x="770528" y="88577"/>
                </a:lnTo>
                <a:cubicBezTo>
                  <a:pt x="765401" y="95444"/>
                  <a:pt x="760503" y="98877"/>
                  <a:pt x="755834" y="98877"/>
                </a:cubicBezTo>
                <a:cubicBezTo>
                  <a:pt x="753591" y="98877"/>
                  <a:pt x="751806" y="98099"/>
                  <a:pt x="750478" y="96542"/>
                </a:cubicBezTo>
                <a:cubicBezTo>
                  <a:pt x="749151" y="94986"/>
                  <a:pt x="748464" y="92331"/>
                  <a:pt x="748418" y="88577"/>
                </a:cubicBezTo>
                <a:moveTo>
                  <a:pt x="748418" y="84075"/>
                </a:moveTo>
                <a:lnTo>
                  <a:pt x="748418" y="60219"/>
                </a:lnTo>
                <a:cubicBezTo>
                  <a:pt x="741506" y="62953"/>
                  <a:pt x="737043" y="64889"/>
                  <a:pt x="735028" y="66030"/>
                </a:cubicBezTo>
                <a:cubicBezTo>
                  <a:pt x="731412" y="68035"/>
                  <a:pt x="728826" y="70132"/>
                  <a:pt x="727269" y="72319"/>
                </a:cubicBezTo>
                <a:cubicBezTo>
                  <a:pt x="725713" y="74506"/>
                  <a:pt x="724935" y="76899"/>
                  <a:pt x="724935" y="79496"/>
                </a:cubicBezTo>
                <a:cubicBezTo>
                  <a:pt x="724935" y="82778"/>
                  <a:pt x="725919" y="85501"/>
                  <a:pt x="727887" y="87665"/>
                </a:cubicBezTo>
                <a:cubicBezTo>
                  <a:pt x="729856" y="89830"/>
                  <a:pt x="732122" y="90912"/>
                  <a:pt x="734685" y="90912"/>
                </a:cubicBezTo>
                <a:cubicBezTo>
                  <a:pt x="738164" y="90912"/>
                  <a:pt x="742742" y="88633"/>
                  <a:pt x="748418" y="84075"/>
                </a:cubicBezTo>
                <a:close/>
                <a:moveTo>
                  <a:pt x="793484" y="14008"/>
                </a:moveTo>
                <a:lnTo>
                  <a:pt x="793484" y="34744"/>
                </a:lnTo>
                <a:lnTo>
                  <a:pt x="808178" y="34744"/>
                </a:lnTo>
                <a:lnTo>
                  <a:pt x="808178" y="39551"/>
                </a:lnTo>
                <a:lnTo>
                  <a:pt x="793484" y="39551"/>
                </a:lnTo>
                <a:lnTo>
                  <a:pt x="793484" y="80282"/>
                </a:lnTo>
                <a:cubicBezTo>
                  <a:pt x="793484" y="84352"/>
                  <a:pt x="794067" y="87095"/>
                  <a:pt x="795235" y="88513"/>
                </a:cubicBezTo>
                <a:cubicBezTo>
                  <a:pt x="796402" y="89929"/>
                  <a:pt x="797901" y="90637"/>
                  <a:pt x="799732" y="90637"/>
                </a:cubicBezTo>
                <a:cubicBezTo>
                  <a:pt x="801243" y="90637"/>
                  <a:pt x="802708" y="90168"/>
                  <a:pt x="804127" y="89230"/>
                </a:cubicBezTo>
                <a:cubicBezTo>
                  <a:pt x="805546" y="88291"/>
                  <a:pt x="806645" y="86906"/>
                  <a:pt x="807423" y="85075"/>
                </a:cubicBezTo>
                <a:lnTo>
                  <a:pt x="810101" y="85075"/>
                </a:lnTo>
                <a:cubicBezTo>
                  <a:pt x="808498" y="89574"/>
                  <a:pt x="806233" y="92977"/>
                  <a:pt x="803303" y="95283"/>
                </a:cubicBezTo>
                <a:cubicBezTo>
                  <a:pt x="800373" y="97587"/>
                  <a:pt x="797352" y="98740"/>
                  <a:pt x="794239" y="98740"/>
                </a:cubicBezTo>
                <a:cubicBezTo>
                  <a:pt x="792133" y="98740"/>
                  <a:pt x="790073" y="98155"/>
                  <a:pt x="788059" y="96987"/>
                </a:cubicBezTo>
                <a:cubicBezTo>
                  <a:pt x="786045" y="95818"/>
                  <a:pt x="784557" y="94146"/>
                  <a:pt x="783596" y="91970"/>
                </a:cubicBezTo>
                <a:cubicBezTo>
                  <a:pt x="782635" y="89793"/>
                  <a:pt x="782154" y="86435"/>
                  <a:pt x="782154" y="81898"/>
                </a:cubicBezTo>
                <a:lnTo>
                  <a:pt x="782154" y="39551"/>
                </a:lnTo>
                <a:lnTo>
                  <a:pt x="772198" y="39551"/>
                </a:lnTo>
                <a:lnTo>
                  <a:pt x="772198" y="37285"/>
                </a:lnTo>
                <a:cubicBezTo>
                  <a:pt x="774715" y="36275"/>
                  <a:pt x="777290" y="34565"/>
                  <a:pt x="779922" y="32154"/>
                </a:cubicBezTo>
                <a:cubicBezTo>
                  <a:pt x="782555" y="29744"/>
                  <a:pt x="784901" y="26886"/>
                  <a:pt x="786961" y="23580"/>
                </a:cubicBezTo>
                <a:cubicBezTo>
                  <a:pt x="788013" y="21836"/>
                  <a:pt x="789478" y="18645"/>
                  <a:pt x="791355" y="14008"/>
                </a:cubicBezTo>
                <a:lnTo>
                  <a:pt x="793484" y="14008"/>
                </a:lnTo>
                <a:close/>
                <a:moveTo>
                  <a:pt x="849950" y="88577"/>
                </a:moveTo>
                <a:cubicBezTo>
                  <a:pt x="843495" y="93567"/>
                  <a:pt x="839444" y="96451"/>
                  <a:pt x="837796" y="97229"/>
                </a:cubicBezTo>
                <a:cubicBezTo>
                  <a:pt x="835324" y="98419"/>
                  <a:pt x="832692" y="99014"/>
                  <a:pt x="829900" y="99014"/>
                </a:cubicBezTo>
                <a:cubicBezTo>
                  <a:pt x="825551" y="99014"/>
                  <a:pt x="821969" y="97527"/>
                  <a:pt x="819154" y="94551"/>
                </a:cubicBezTo>
                <a:cubicBezTo>
                  <a:pt x="816338" y="91576"/>
                  <a:pt x="814931" y="87662"/>
                  <a:pt x="814931" y="82809"/>
                </a:cubicBezTo>
                <a:cubicBezTo>
                  <a:pt x="814931" y="79742"/>
                  <a:pt x="815617" y="77087"/>
                  <a:pt x="816991" y="74844"/>
                </a:cubicBezTo>
                <a:cubicBezTo>
                  <a:pt x="818868" y="71732"/>
                  <a:pt x="822129" y="68802"/>
                  <a:pt x="826776" y="66055"/>
                </a:cubicBezTo>
                <a:cubicBezTo>
                  <a:pt x="831422" y="63309"/>
                  <a:pt x="839147" y="59967"/>
                  <a:pt x="849950" y="56030"/>
                </a:cubicBezTo>
                <a:lnTo>
                  <a:pt x="849950" y="53558"/>
                </a:lnTo>
                <a:cubicBezTo>
                  <a:pt x="849950" y="47287"/>
                  <a:pt x="848954" y="42984"/>
                  <a:pt x="846963" y="40649"/>
                </a:cubicBezTo>
                <a:cubicBezTo>
                  <a:pt x="844972" y="38315"/>
                  <a:pt x="842076" y="37148"/>
                  <a:pt x="838277" y="37148"/>
                </a:cubicBezTo>
                <a:cubicBezTo>
                  <a:pt x="835393" y="37148"/>
                  <a:pt x="833104" y="37923"/>
                  <a:pt x="831410" y="39474"/>
                </a:cubicBezTo>
                <a:cubicBezTo>
                  <a:pt x="829671" y="41024"/>
                  <a:pt x="828801" y="42803"/>
                  <a:pt x="828801" y="44810"/>
                </a:cubicBezTo>
                <a:lnTo>
                  <a:pt x="828938" y="48778"/>
                </a:lnTo>
                <a:cubicBezTo>
                  <a:pt x="828938" y="50875"/>
                  <a:pt x="828401" y="52493"/>
                  <a:pt x="827325" y="53633"/>
                </a:cubicBezTo>
                <a:cubicBezTo>
                  <a:pt x="826249" y="54774"/>
                  <a:pt x="824841" y="55344"/>
                  <a:pt x="823102" y="55344"/>
                </a:cubicBezTo>
                <a:cubicBezTo>
                  <a:pt x="821408" y="55344"/>
                  <a:pt x="820023" y="54751"/>
                  <a:pt x="818948" y="53565"/>
                </a:cubicBezTo>
                <a:cubicBezTo>
                  <a:pt x="817872" y="52377"/>
                  <a:pt x="817334" y="50757"/>
                  <a:pt x="817334" y="48703"/>
                </a:cubicBezTo>
                <a:cubicBezTo>
                  <a:pt x="817334" y="44779"/>
                  <a:pt x="819348" y="41174"/>
                  <a:pt x="823377" y="37888"/>
                </a:cubicBezTo>
                <a:cubicBezTo>
                  <a:pt x="827405" y="34602"/>
                  <a:pt x="833058" y="32959"/>
                  <a:pt x="840337" y="32959"/>
                </a:cubicBezTo>
                <a:cubicBezTo>
                  <a:pt x="845922" y="32959"/>
                  <a:pt x="850499" y="33896"/>
                  <a:pt x="854070" y="35770"/>
                </a:cubicBezTo>
                <a:cubicBezTo>
                  <a:pt x="856771" y="37188"/>
                  <a:pt x="858762" y="39406"/>
                  <a:pt x="860044" y="42424"/>
                </a:cubicBezTo>
                <a:cubicBezTo>
                  <a:pt x="860868" y="44390"/>
                  <a:pt x="861280" y="48413"/>
                  <a:pt x="861280" y="54494"/>
                </a:cubicBezTo>
                <a:lnTo>
                  <a:pt x="861280" y="75823"/>
                </a:lnTo>
                <a:cubicBezTo>
                  <a:pt x="861280" y="81812"/>
                  <a:pt x="861394" y="85482"/>
                  <a:pt x="861623" y="86831"/>
                </a:cubicBezTo>
                <a:cubicBezTo>
                  <a:pt x="861852" y="88180"/>
                  <a:pt x="862230" y="89083"/>
                  <a:pt x="862756" y="89541"/>
                </a:cubicBezTo>
                <a:cubicBezTo>
                  <a:pt x="863282" y="89997"/>
                  <a:pt x="863889" y="90225"/>
                  <a:pt x="864576" y="90225"/>
                </a:cubicBezTo>
                <a:cubicBezTo>
                  <a:pt x="865308" y="90225"/>
                  <a:pt x="865949" y="90065"/>
                  <a:pt x="866498" y="89745"/>
                </a:cubicBezTo>
                <a:cubicBezTo>
                  <a:pt x="867460" y="89150"/>
                  <a:pt x="869314" y="87479"/>
                  <a:pt x="872060" y="84732"/>
                </a:cubicBezTo>
                <a:lnTo>
                  <a:pt x="872060" y="88577"/>
                </a:lnTo>
                <a:cubicBezTo>
                  <a:pt x="866933" y="95444"/>
                  <a:pt x="862035" y="98877"/>
                  <a:pt x="857366" y="98877"/>
                </a:cubicBezTo>
                <a:cubicBezTo>
                  <a:pt x="855123" y="98877"/>
                  <a:pt x="853337" y="98099"/>
                  <a:pt x="852010" y="96542"/>
                </a:cubicBezTo>
                <a:cubicBezTo>
                  <a:pt x="850682" y="94986"/>
                  <a:pt x="849996" y="92331"/>
                  <a:pt x="849950" y="88577"/>
                </a:cubicBezTo>
                <a:moveTo>
                  <a:pt x="849950" y="84075"/>
                </a:moveTo>
                <a:lnTo>
                  <a:pt x="849950" y="60219"/>
                </a:lnTo>
                <a:cubicBezTo>
                  <a:pt x="843038" y="62953"/>
                  <a:pt x="838574" y="64889"/>
                  <a:pt x="836560" y="66030"/>
                </a:cubicBezTo>
                <a:cubicBezTo>
                  <a:pt x="832944" y="68035"/>
                  <a:pt x="830358" y="70132"/>
                  <a:pt x="828801" y="72319"/>
                </a:cubicBezTo>
                <a:cubicBezTo>
                  <a:pt x="827245" y="74506"/>
                  <a:pt x="826467" y="76899"/>
                  <a:pt x="826467" y="79496"/>
                </a:cubicBezTo>
                <a:cubicBezTo>
                  <a:pt x="826467" y="82778"/>
                  <a:pt x="827451" y="85501"/>
                  <a:pt x="829419" y="87665"/>
                </a:cubicBezTo>
                <a:cubicBezTo>
                  <a:pt x="831388" y="89830"/>
                  <a:pt x="833653" y="90912"/>
                  <a:pt x="836217" y="90912"/>
                </a:cubicBezTo>
                <a:cubicBezTo>
                  <a:pt x="839696" y="90912"/>
                  <a:pt x="844274" y="88633"/>
                  <a:pt x="849950" y="840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03BB4-32D9-4A75-93CA-B20656ED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913" y="1031989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40A06-EFDB-4752-9287-DC65B6F0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913" y="1031989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62AE9-D163-4983-A4AF-FBC4B333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298" y="1031989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5FD8D-1CDD-4CAE-B7BD-8141400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298" y="1031989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74E67-9DA9-44A0-A6CF-A324267D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298" y="699603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0C405-3DDE-41DA-93EC-78A98436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298" y="699603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5E7EF-BAAC-41F4-8D47-3983678D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518" y="367207"/>
            <a:ext cx="332398" cy="332396"/>
          </a:xfrm>
          <a:custGeom xmlns:a="http://schemas.openxmlformats.org/drawingml/2006/main">
            <a:pathLst>
              <a:path w="332398" h="332396">
                <a:moveTo>
                  <a:pt x="0" y="0"/>
                </a:moveTo>
                <a:lnTo>
                  <a:pt x="332398" y="0"/>
                </a:lnTo>
                <a:lnTo>
                  <a:pt x="332398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7A378-7B85-439A-88EF-CF434F45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518" y="367207"/>
            <a:ext cx="332398" cy="332396"/>
          </a:xfrm>
          <a:custGeom xmlns:a="http://schemas.openxmlformats.org/drawingml/2006/main">
            <a:pathLst>
              <a:path w="332398" h="332396" fill="none">
                <a:moveTo>
                  <a:pt x="0" y="0"/>
                </a:moveTo>
                <a:lnTo>
                  <a:pt x="332398" y="0"/>
                </a:lnTo>
                <a:lnTo>
                  <a:pt x="332398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7BD0E-41D7-462A-AF4F-76B25760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518" y="1031989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C5CD1-2A4D-442F-A4A1-5E969F78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518" y="1031989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E4B59-6659-4B2A-BDC5-AA3A5458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518" y="699603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A2C59-360A-452D-A79F-28DEC389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518" y="699603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BB51A-D51B-4C41-93A4-7CAA5DB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913" y="699603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50AEE-33D6-454E-9B51-517F276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913" y="699603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62A11-E698-4096-9725-16F9BBB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913" y="367207"/>
            <a:ext cx="332384" cy="332396"/>
          </a:xfrm>
          <a:custGeom xmlns:a="http://schemas.openxmlformats.org/drawingml/2006/main">
            <a:pathLst>
              <a:path w="332384" h="332396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6CF83-6B0F-4E79-A44D-CE85D6A2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913" y="367207"/>
            <a:ext cx="332384" cy="332396"/>
          </a:xfrm>
          <a:custGeom xmlns:a="http://schemas.openxmlformats.org/drawingml/2006/main">
            <a:pathLst>
              <a:path w="332384" h="332396" fill="none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E5525-0AEC-4FFF-BEC1-B41E6FA7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298" y="367207"/>
            <a:ext cx="332384" cy="332396"/>
          </a:xfrm>
          <a:custGeom xmlns:a="http://schemas.openxmlformats.org/drawingml/2006/main">
            <a:pathLst>
              <a:path w="332384" h="332396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07716-0750-40B8-9287-DE77478E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298" y="367207"/>
            <a:ext cx="332384" cy="332396"/>
          </a:xfrm>
          <a:custGeom xmlns:a="http://schemas.openxmlformats.org/drawingml/2006/main">
            <a:pathLst>
              <a:path w="332384" h="332396" fill="none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F48FC-B464-41F9-9FE1-7CAB85F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020" y="36592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DB6FE-7638-4B82-B401-53B04291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404" y="36592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EC543-0B98-4999-9616-91D548C6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5" y="698312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1E279-0136-4C8F-BD09-AC1B02EB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5" y="700881"/>
            <a:ext cx="333103" cy="10"/>
          </a:xfrm>
          <a:custGeom xmlns:a="http://schemas.openxmlformats.org/drawingml/2006/main">
            <a:pathLst>
              <a:path w="333103" h="1" fill="none">
                <a:moveTo>
                  <a:pt x="33310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52E16-DF93-4348-9AEF-9CAE1397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251" y="1033267"/>
            <a:ext cx="333090" cy="10"/>
          </a:xfrm>
          <a:custGeom xmlns:a="http://schemas.openxmlformats.org/drawingml/2006/main">
            <a:pathLst>
              <a:path w="333090" h="1" fill="none">
                <a:moveTo>
                  <a:pt x="3330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99BAA-0795-48F9-A951-D15E5C19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251" y="1363094"/>
            <a:ext cx="333090" cy="10"/>
          </a:xfrm>
          <a:custGeom xmlns:a="http://schemas.openxmlformats.org/drawingml/2006/main">
            <a:pathLst>
              <a:path w="333090" h="1" fill="none">
                <a:moveTo>
                  <a:pt x="3330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151" name="Text 3.Movedualvertices">
            <a:extLst xmlns:a="http://schemas.openxmlformats.org/drawingml/2006/main">
              <a:ext uri="{FF2B5EF4-FFF2-40B4-BE49-F238E27FC236}">
                <a16:creationId xmlns:a16="http://schemas.microsoft.com/office/drawing/2014/main" id="{E9C95F00-1555-494A-93AB-9B12C576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604" y="1444428"/>
            <a:ext cx="1209029" cy="99564"/>
          </a:xfrm>
          <a:custGeom xmlns:a="http://schemas.openxmlformats.org/drawingml/2006/main">
            <a:pathLst>
              <a:path w="1209029" h="99564">
                <a:moveTo>
                  <a:pt x="1442" y="22179"/>
                </a:moveTo>
                <a:cubicBezTo>
                  <a:pt x="4097" y="15907"/>
                  <a:pt x="7450" y="11078"/>
                  <a:pt x="11501" y="7690"/>
                </a:cubicBezTo>
                <a:cubicBezTo>
                  <a:pt x="15553" y="4303"/>
                  <a:pt x="20600" y="2609"/>
                  <a:pt x="26642" y="2609"/>
                </a:cubicBezTo>
                <a:cubicBezTo>
                  <a:pt x="34104" y="2609"/>
                  <a:pt x="39826" y="5032"/>
                  <a:pt x="43808" y="9877"/>
                </a:cubicBezTo>
                <a:cubicBezTo>
                  <a:pt x="46830" y="13489"/>
                  <a:pt x="48340" y="17352"/>
                  <a:pt x="48340" y="21466"/>
                </a:cubicBezTo>
                <a:cubicBezTo>
                  <a:pt x="48340" y="28231"/>
                  <a:pt x="44083" y="35225"/>
                  <a:pt x="35568" y="42448"/>
                </a:cubicBezTo>
                <a:cubicBezTo>
                  <a:pt x="41291" y="44693"/>
                  <a:pt x="45616" y="47901"/>
                  <a:pt x="48546" y="52071"/>
                </a:cubicBezTo>
                <a:cubicBezTo>
                  <a:pt x="51476" y="56240"/>
                  <a:pt x="52941" y="61142"/>
                  <a:pt x="52941" y="66778"/>
                </a:cubicBezTo>
                <a:cubicBezTo>
                  <a:pt x="52941" y="74844"/>
                  <a:pt x="50377" y="81832"/>
                  <a:pt x="45250" y="87743"/>
                </a:cubicBezTo>
                <a:cubicBezTo>
                  <a:pt x="38567" y="95440"/>
                  <a:pt x="28885" y="99289"/>
                  <a:pt x="16205" y="99289"/>
                </a:cubicBezTo>
                <a:cubicBezTo>
                  <a:pt x="9934" y="99289"/>
                  <a:pt x="5665" y="98511"/>
                  <a:pt x="3399" y="96954"/>
                </a:cubicBezTo>
                <a:cubicBezTo>
                  <a:pt x="1133" y="95398"/>
                  <a:pt x="0" y="93727"/>
                  <a:pt x="0" y="91942"/>
                </a:cubicBezTo>
                <a:cubicBezTo>
                  <a:pt x="0" y="90614"/>
                  <a:pt x="538" y="89447"/>
                  <a:pt x="1614" y="88440"/>
                </a:cubicBezTo>
                <a:cubicBezTo>
                  <a:pt x="2689" y="87433"/>
                  <a:pt x="3983" y="86929"/>
                  <a:pt x="5493" y="86929"/>
                </a:cubicBezTo>
                <a:cubicBezTo>
                  <a:pt x="6638" y="86929"/>
                  <a:pt x="7805" y="87112"/>
                  <a:pt x="8995" y="87479"/>
                </a:cubicBezTo>
                <a:cubicBezTo>
                  <a:pt x="9773" y="87708"/>
                  <a:pt x="11536" y="88543"/>
                  <a:pt x="14282" y="89985"/>
                </a:cubicBezTo>
                <a:cubicBezTo>
                  <a:pt x="17029" y="91427"/>
                  <a:pt x="18929" y="92285"/>
                  <a:pt x="19982" y="92560"/>
                </a:cubicBezTo>
                <a:cubicBezTo>
                  <a:pt x="21675" y="93063"/>
                  <a:pt x="23483" y="93315"/>
                  <a:pt x="25406" y="93315"/>
                </a:cubicBezTo>
                <a:cubicBezTo>
                  <a:pt x="30075" y="93315"/>
                  <a:pt x="34138" y="91504"/>
                  <a:pt x="37594" y="87882"/>
                </a:cubicBezTo>
                <a:cubicBezTo>
                  <a:pt x="41050" y="84260"/>
                  <a:pt x="42778" y="79973"/>
                  <a:pt x="42778" y="75020"/>
                </a:cubicBezTo>
                <a:cubicBezTo>
                  <a:pt x="42778" y="71398"/>
                  <a:pt x="41977" y="67868"/>
                  <a:pt x="40375" y="64429"/>
                </a:cubicBezTo>
                <a:cubicBezTo>
                  <a:pt x="39185" y="61861"/>
                  <a:pt x="37880" y="59913"/>
                  <a:pt x="36461" y="58584"/>
                </a:cubicBezTo>
                <a:cubicBezTo>
                  <a:pt x="34493" y="56748"/>
                  <a:pt x="31792" y="55086"/>
                  <a:pt x="28359" y="53597"/>
                </a:cubicBezTo>
                <a:cubicBezTo>
                  <a:pt x="24925" y="52106"/>
                  <a:pt x="21423" y="51361"/>
                  <a:pt x="17853" y="51361"/>
                </a:cubicBezTo>
                <a:lnTo>
                  <a:pt x="15656" y="51361"/>
                </a:lnTo>
                <a:lnTo>
                  <a:pt x="15656" y="49301"/>
                </a:lnTo>
                <a:cubicBezTo>
                  <a:pt x="19272" y="48843"/>
                  <a:pt x="22900" y="47539"/>
                  <a:pt x="26539" y="45387"/>
                </a:cubicBezTo>
                <a:cubicBezTo>
                  <a:pt x="30178" y="43236"/>
                  <a:pt x="32822" y="40649"/>
                  <a:pt x="34470" y="37628"/>
                </a:cubicBezTo>
                <a:cubicBezTo>
                  <a:pt x="36118" y="34607"/>
                  <a:pt x="36942" y="31288"/>
                  <a:pt x="36942" y="27672"/>
                </a:cubicBezTo>
                <a:cubicBezTo>
                  <a:pt x="36942" y="22957"/>
                  <a:pt x="35465" y="19146"/>
                  <a:pt x="32513" y="16239"/>
                </a:cubicBezTo>
                <a:cubicBezTo>
                  <a:pt x="29560" y="13332"/>
                  <a:pt x="25887" y="11879"/>
                  <a:pt x="21492" y="11879"/>
                </a:cubicBezTo>
                <a:cubicBezTo>
                  <a:pt x="14397" y="11879"/>
                  <a:pt x="8469" y="15678"/>
                  <a:pt x="3708" y="23277"/>
                </a:cubicBezTo>
                <a:lnTo>
                  <a:pt x="1442" y="22179"/>
                </a:lnTo>
                <a:close/>
                <a:moveTo>
                  <a:pt x="82192" y="84320"/>
                </a:moveTo>
                <a:cubicBezTo>
                  <a:pt x="84343" y="84320"/>
                  <a:pt x="86152" y="85064"/>
                  <a:pt x="87616" y="86552"/>
                </a:cubicBezTo>
                <a:cubicBezTo>
                  <a:pt x="89081" y="88039"/>
                  <a:pt x="89814" y="89836"/>
                  <a:pt x="89814" y="91942"/>
                </a:cubicBezTo>
                <a:cubicBezTo>
                  <a:pt x="89814" y="94048"/>
                  <a:pt x="89070" y="95844"/>
                  <a:pt x="87582" y="97332"/>
                </a:cubicBezTo>
                <a:cubicBezTo>
                  <a:pt x="86094" y="98820"/>
                  <a:pt x="84298" y="99564"/>
                  <a:pt x="82192" y="99564"/>
                </a:cubicBezTo>
                <a:cubicBezTo>
                  <a:pt x="80086" y="99564"/>
                  <a:pt x="78289" y="98820"/>
                  <a:pt x="76802" y="97332"/>
                </a:cubicBezTo>
                <a:cubicBezTo>
                  <a:pt x="75314" y="95844"/>
                  <a:pt x="74570" y="94048"/>
                  <a:pt x="74570" y="91942"/>
                </a:cubicBezTo>
                <a:cubicBezTo>
                  <a:pt x="74570" y="89790"/>
                  <a:pt x="75314" y="87982"/>
                  <a:pt x="76802" y="86517"/>
                </a:cubicBezTo>
                <a:cubicBezTo>
                  <a:pt x="78289" y="85053"/>
                  <a:pt x="80086" y="84320"/>
                  <a:pt x="82192" y="84320"/>
                </a:cubicBezTo>
                <a:close/>
                <a:moveTo>
                  <a:pt x="192468" y="97641"/>
                </a:moveTo>
                <a:lnTo>
                  <a:pt x="156488" y="19295"/>
                </a:lnTo>
                <a:lnTo>
                  <a:pt x="156488" y="81505"/>
                </a:lnTo>
                <a:cubicBezTo>
                  <a:pt x="156488" y="87227"/>
                  <a:pt x="157106" y="90797"/>
                  <a:pt x="158341" y="92217"/>
                </a:cubicBezTo>
                <a:cubicBezTo>
                  <a:pt x="160035" y="94139"/>
                  <a:pt x="162713" y="95100"/>
                  <a:pt x="166375" y="95100"/>
                </a:cubicBezTo>
                <a:lnTo>
                  <a:pt x="169671" y="95100"/>
                </a:lnTo>
                <a:lnTo>
                  <a:pt x="169671" y="97641"/>
                </a:lnTo>
                <a:lnTo>
                  <a:pt x="137261" y="97641"/>
                </a:lnTo>
                <a:lnTo>
                  <a:pt x="137261" y="95100"/>
                </a:lnTo>
                <a:lnTo>
                  <a:pt x="140557" y="95100"/>
                </a:lnTo>
                <a:cubicBezTo>
                  <a:pt x="144494" y="95100"/>
                  <a:pt x="147286" y="93910"/>
                  <a:pt x="148934" y="91530"/>
                </a:cubicBezTo>
                <a:cubicBezTo>
                  <a:pt x="149941" y="90065"/>
                  <a:pt x="150445" y="86723"/>
                  <a:pt x="150445" y="81505"/>
                </a:cubicBezTo>
                <a:lnTo>
                  <a:pt x="150445" y="20668"/>
                </a:lnTo>
                <a:cubicBezTo>
                  <a:pt x="150445" y="16548"/>
                  <a:pt x="149987" y="13573"/>
                  <a:pt x="149072" y="11742"/>
                </a:cubicBezTo>
                <a:cubicBezTo>
                  <a:pt x="148431" y="10414"/>
                  <a:pt x="147252" y="9304"/>
                  <a:pt x="145535" y="8411"/>
                </a:cubicBezTo>
                <a:cubicBezTo>
                  <a:pt x="143819" y="7519"/>
                  <a:pt x="141061" y="7072"/>
                  <a:pt x="137261" y="7072"/>
                </a:cubicBezTo>
                <a:lnTo>
                  <a:pt x="137261" y="4532"/>
                </a:lnTo>
                <a:lnTo>
                  <a:pt x="163629" y="4532"/>
                </a:lnTo>
                <a:lnTo>
                  <a:pt x="197412" y="77385"/>
                </a:lnTo>
                <a:lnTo>
                  <a:pt x="230646" y="4532"/>
                </a:lnTo>
                <a:lnTo>
                  <a:pt x="257013" y="4532"/>
                </a:lnTo>
                <a:lnTo>
                  <a:pt x="257013" y="7072"/>
                </a:lnTo>
                <a:lnTo>
                  <a:pt x="253786" y="7072"/>
                </a:lnTo>
                <a:cubicBezTo>
                  <a:pt x="249803" y="7072"/>
                  <a:pt x="246988" y="8263"/>
                  <a:pt x="245340" y="10643"/>
                </a:cubicBezTo>
                <a:cubicBezTo>
                  <a:pt x="244333" y="12108"/>
                  <a:pt x="243829" y="15450"/>
                  <a:pt x="243829" y="20668"/>
                </a:cubicBezTo>
                <a:lnTo>
                  <a:pt x="243829" y="81505"/>
                </a:lnTo>
                <a:cubicBezTo>
                  <a:pt x="243829" y="87227"/>
                  <a:pt x="244470" y="90797"/>
                  <a:pt x="245752" y="92217"/>
                </a:cubicBezTo>
                <a:cubicBezTo>
                  <a:pt x="247446" y="94139"/>
                  <a:pt x="250124" y="95100"/>
                  <a:pt x="253786" y="95100"/>
                </a:cubicBezTo>
                <a:lnTo>
                  <a:pt x="257013" y="95100"/>
                </a:lnTo>
                <a:lnTo>
                  <a:pt x="257013" y="97641"/>
                </a:lnTo>
                <a:lnTo>
                  <a:pt x="217462" y="97641"/>
                </a:lnTo>
                <a:lnTo>
                  <a:pt x="217462" y="95100"/>
                </a:lnTo>
                <a:lnTo>
                  <a:pt x="220758" y="95100"/>
                </a:lnTo>
                <a:cubicBezTo>
                  <a:pt x="224741" y="95100"/>
                  <a:pt x="227533" y="93910"/>
                  <a:pt x="229135" y="91530"/>
                </a:cubicBezTo>
                <a:cubicBezTo>
                  <a:pt x="230142" y="90065"/>
                  <a:pt x="230646" y="86723"/>
                  <a:pt x="230646" y="81505"/>
                </a:cubicBezTo>
                <a:lnTo>
                  <a:pt x="230646" y="19295"/>
                </a:lnTo>
                <a:lnTo>
                  <a:pt x="194734" y="97641"/>
                </a:lnTo>
                <a:lnTo>
                  <a:pt x="192468" y="97641"/>
                </a:lnTo>
                <a:close/>
                <a:moveTo>
                  <a:pt x="295100" y="32959"/>
                </a:moveTo>
                <a:cubicBezTo>
                  <a:pt x="304621" y="32959"/>
                  <a:pt x="312266" y="36572"/>
                  <a:pt x="318034" y="43797"/>
                </a:cubicBezTo>
                <a:cubicBezTo>
                  <a:pt x="322932" y="49970"/>
                  <a:pt x="325381" y="57058"/>
                  <a:pt x="325381" y="65062"/>
                </a:cubicBezTo>
                <a:cubicBezTo>
                  <a:pt x="325381" y="70687"/>
                  <a:pt x="324031" y="76380"/>
                  <a:pt x="321330" y="82142"/>
                </a:cubicBezTo>
                <a:cubicBezTo>
                  <a:pt x="318629" y="87903"/>
                  <a:pt x="314910" y="92247"/>
                  <a:pt x="310172" y="95173"/>
                </a:cubicBezTo>
                <a:cubicBezTo>
                  <a:pt x="305434" y="98100"/>
                  <a:pt x="300158" y="99564"/>
                  <a:pt x="294344" y="99564"/>
                </a:cubicBezTo>
                <a:cubicBezTo>
                  <a:pt x="284869" y="99564"/>
                  <a:pt x="277338" y="95791"/>
                  <a:pt x="271754" y="88245"/>
                </a:cubicBezTo>
                <a:cubicBezTo>
                  <a:pt x="267039" y="81889"/>
                  <a:pt x="264681" y="74756"/>
                  <a:pt x="264681" y="66845"/>
                </a:cubicBezTo>
                <a:cubicBezTo>
                  <a:pt x="264681" y="61083"/>
                  <a:pt x="266112" y="55355"/>
                  <a:pt x="268973" y="49662"/>
                </a:cubicBezTo>
                <a:cubicBezTo>
                  <a:pt x="271834" y="43968"/>
                  <a:pt x="275599" y="39761"/>
                  <a:pt x="280268" y="37040"/>
                </a:cubicBezTo>
                <a:cubicBezTo>
                  <a:pt x="284937" y="34319"/>
                  <a:pt x="289881" y="32959"/>
                  <a:pt x="295100" y="32959"/>
                </a:cubicBezTo>
                <a:moveTo>
                  <a:pt x="292971" y="37491"/>
                </a:moveTo>
                <a:cubicBezTo>
                  <a:pt x="290545" y="37491"/>
                  <a:pt x="288107" y="38211"/>
                  <a:pt x="285658" y="39652"/>
                </a:cubicBezTo>
                <a:cubicBezTo>
                  <a:pt x="283209" y="41092"/>
                  <a:pt x="281229" y="43618"/>
                  <a:pt x="279719" y="47231"/>
                </a:cubicBezTo>
                <a:cubicBezTo>
                  <a:pt x="278208" y="50843"/>
                  <a:pt x="277453" y="55483"/>
                  <a:pt x="277453" y="61152"/>
                </a:cubicBezTo>
                <a:cubicBezTo>
                  <a:pt x="277453" y="70296"/>
                  <a:pt x="279272" y="78183"/>
                  <a:pt x="282912" y="84814"/>
                </a:cubicBezTo>
                <a:cubicBezTo>
                  <a:pt x="286551" y="91443"/>
                  <a:pt x="291346" y="94757"/>
                  <a:pt x="297297" y="94757"/>
                </a:cubicBezTo>
                <a:cubicBezTo>
                  <a:pt x="301737" y="94757"/>
                  <a:pt x="305399" y="92928"/>
                  <a:pt x="308283" y="89270"/>
                </a:cubicBezTo>
                <a:cubicBezTo>
                  <a:pt x="311167" y="85613"/>
                  <a:pt x="312609" y="79326"/>
                  <a:pt x="312609" y="70411"/>
                </a:cubicBezTo>
                <a:cubicBezTo>
                  <a:pt x="312609" y="59255"/>
                  <a:pt x="310206" y="50476"/>
                  <a:pt x="305399" y="44074"/>
                </a:cubicBezTo>
                <a:cubicBezTo>
                  <a:pt x="302149" y="39685"/>
                  <a:pt x="298007" y="37491"/>
                  <a:pt x="292971" y="37491"/>
                </a:cubicBezTo>
                <a:close/>
                <a:moveTo>
                  <a:pt x="331424" y="34744"/>
                </a:moveTo>
                <a:lnTo>
                  <a:pt x="361018" y="34744"/>
                </a:lnTo>
                <a:lnTo>
                  <a:pt x="361018" y="37285"/>
                </a:lnTo>
                <a:lnTo>
                  <a:pt x="359096" y="37285"/>
                </a:lnTo>
                <a:cubicBezTo>
                  <a:pt x="357310" y="37285"/>
                  <a:pt x="355948" y="37720"/>
                  <a:pt x="355010" y="38590"/>
                </a:cubicBezTo>
                <a:cubicBezTo>
                  <a:pt x="354072" y="39459"/>
                  <a:pt x="353602" y="40627"/>
                  <a:pt x="353602" y="42091"/>
                </a:cubicBezTo>
                <a:cubicBezTo>
                  <a:pt x="353602" y="43694"/>
                  <a:pt x="354083" y="45593"/>
                  <a:pt x="355044" y="47791"/>
                </a:cubicBezTo>
                <a:lnTo>
                  <a:pt x="369670" y="82535"/>
                </a:lnTo>
                <a:lnTo>
                  <a:pt x="384364" y="46486"/>
                </a:lnTo>
                <a:cubicBezTo>
                  <a:pt x="385417" y="43922"/>
                  <a:pt x="385944" y="41977"/>
                  <a:pt x="385944" y="40649"/>
                </a:cubicBezTo>
                <a:cubicBezTo>
                  <a:pt x="385944" y="40009"/>
                  <a:pt x="385760" y="39482"/>
                  <a:pt x="385394" y="39070"/>
                </a:cubicBezTo>
                <a:cubicBezTo>
                  <a:pt x="384891" y="38384"/>
                  <a:pt x="384250" y="37914"/>
                  <a:pt x="383472" y="37663"/>
                </a:cubicBezTo>
                <a:cubicBezTo>
                  <a:pt x="382693" y="37411"/>
                  <a:pt x="381114" y="37285"/>
                  <a:pt x="378734" y="37285"/>
                </a:cubicBezTo>
                <a:lnTo>
                  <a:pt x="378734" y="34744"/>
                </a:lnTo>
                <a:lnTo>
                  <a:pt x="399265" y="34744"/>
                </a:lnTo>
                <a:lnTo>
                  <a:pt x="399265" y="37285"/>
                </a:lnTo>
                <a:cubicBezTo>
                  <a:pt x="396884" y="37468"/>
                  <a:pt x="395236" y="37949"/>
                  <a:pt x="394321" y="38727"/>
                </a:cubicBezTo>
                <a:cubicBezTo>
                  <a:pt x="392719" y="40100"/>
                  <a:pt x="391277" y="42389"/>
                  <a:pt x="389995" y="45593"/>
                </a:cubicBezTo>
                <a:lnTo>
                  <a:pt x="367679" y="99564"/>
                </a:lnTo>
                <a:lnTo>
                  <a:pt x="364863" y="99564"/>
                </a:lnTo>
                <a:lnTo>
                  <a:pt x="342410" y="46486"/>
                </a:lnTo>
                <a:cubicBezTo>
                  <a:pt x="341403" y="44014"/>
                  <a:pt x="340442" y="42240"/>
                  <a:pt x="339526" y="41164"/>
                </a:cubicBezTo>
                <a:cubicBezTo>
                  <a:pt x="338611" y="40089"/>
                  <a:pt x="337443" y="39185"/>
                  <a:pt x="336024" y="38452"/>
                </a:cubicBezTo>
                <a:cubicBezTo>
                  <a:pt x="335246" y="38040"/>
                  <a:pt x="333712" y="37651"/>
                  <a:pt x="331424" y="37285"/>
                </a:cubicBezTo>
                <a:lnTo>
                  <a:pt x="331424" y="34744"/>
                </a:lnTo>
                <a:close/>
                <a:moveTo>
                  <a:pt x="415538" y="58502"/>
                </a:moveTo>
                <a:cubicBezTo>
                  <a:pt x="415493" y="67819"/>
                  <a:pt x="417758" y="75127"/>
                  <a:pt x="422336" y="80426"/>
                </a:cubicBezTo>
                <a:cubicBezTo>
                  <a:pt x="426914" y="85723"/>
                  <a:pt x="432293" y="88371"/>
                  <a:pt x="438472" y="88371"/>
                </a:cubicBezTo>
                <a:cubicBezTo>
                  <a:pt x="442592" y="88371"/>
                  <a:pt x="446174" y="87238"/>
                  <a:pt x="449219" y="84972"/>
                </a:cubicBezTo>
                <a:cubicBezTo>
                  <a:pt x="452263" y="82706"/>
                  <a:pt x="454815" y="78827"/>
                  <a:pt x="456875" y="73334"/>
                </a:cubicBezTo>
                <a:lnTo>
                  <a:pt x="459003" y="74707"/>
                </a:lnTo>
                <a:cubicBezTo>
                  <a:pt x="458042" y="80978"/>
                  <a:pt x="455250" y="86689"/>
                  <a:pt x="450626" y="91839"/>
                </a:cubicBezTo>
                <a:cubicBezTo>
                  <a:pt x="446003" y="96989"/>
                  <a:pt x="440212" y="99564"/>
                  <a:pt x="433254" y="99564"/>
                </a:cubicBezTo>
                <a:cubicBezTo>
                  <a:pt x="425701" y="99564"/>
                  <a:pt x="419235" y="96629"/>
                  <a:pt x="413856" y="90760"/>
                </a:cubicBezTo>
                <a:cubicBezTo>
                  <a:pt x="408477" y="84889"/>
                  <a:pt x="405788" y="76997"/>
                  <a:pt x="405788" y="67083"/>
                </a:cubicBezTo>
                <a:cubicBezTo>
                  <a:pt x="405788" y="56349"/>
                  <a:pt x="408546" y="47978"/>
                  <a:pt x="414062" y="41971"/>
                </a:cubicBezTo>
                <a:cubicBezTo>
                  <a:pt x="419578" y="35963"/>
                  <a:pt x="426502" y="32959"/>
                  <a:pt x="434833" y="32959"/>
                </a:cubicBezTo>
                <a:cubicBezTo>
                  <a:pt x="441883" y="32959"/>
                  <a:pt x="447674" y="35276"/>
                  <a:pt x="452205" y="39911"/>
                </a:cubicBezTo>
                <a:cubicBezTo>
                  <a:pt x="456737" y="44545"/>
                  <a:pt x="459003" y="50742"/>
                  <a:pt x="459003" y="58502"/>
                </a:cubicBezTo>
                <a:lnTo>
                  <a:pt x="415538" y="58502"/>
                </a:lnTo>
                <a:moveTo>
                  <a:pt x="415538" y="54520"/>
                </a:moveTo>
                <a:lnTo>
                  <a:pt x="444652" y="54520"/>
                </a:lnTo>
                <a:cubicBezTo>
                  <a:pt x="444423" y="50491"/>
                  <a:pt x="443943" y="47653"/>
                  <a:pt x="443210" y="46005"/>
                </a:cubicBezTo>
                <a:cubicBezTo>
                  <a:pt x="442066" y="43442"/>
                  <a:pt x="440361" y="41428"/>
                  <a:pt x="438095" y="39963"/>
                </a:cubicBezTo>
                <a:cubicBezTo>
                  <a:pt x="435829" y="38498"/>
                  <a:pt x="433460" y="37766"/>
                  <a:pt x="430988" y="37766"/>
                </a:cubicBezTo>
                <a:cubicBezTo>
                  <a:pt x="427188" y="37766"/>
                  <a:pt x="423790" y="39242"/>
                  <a:pt x="420791" y="42194"/>
                </a:cubicBezTo>
                <a:cubicBezTo>
                  <a:pt x="417793" y="45147"/>
                  <a:pt x="416042" y="49255"/>
                  <a:pt x="415538" y="54520"/>
                </a:cubicBezTo>
                <a:close/>
                <a:moveTo>
                  <a:pt x="546985" y="90569"/>
                </a:moveTo>
                <a:cubicBezTo>
                  <a:pt x="543918" y="93773"/>
                  <a:pt x="540919" y="96073"/>
                  <a:pt x="537990" y="97469"/>
                </a:cubicBezTo>
                <a:cubicBezTo>
                  <a:pt x="535060" y="98866"/>
                  <a:pt x="531901" y="99564"/>
                  <a:pt x="528514" y="99564"/>
                </a:cubicBezTo>
                <a:cubicBezTo>
                  <a:pt x="521647" y="99564"/>
                  <a:pt x="515651" y="96698"/>
                  <a:pt x="510524" y="90966"/>
                </a:cubicBezTo>
                <a:cubicBezTo>
                  <a:pt x="505397" y="85232"/>
                  <a:pt x="502833" y="77865"/>
                  <a:pt x="502833" y="68864"/>
                </a:cubicBezTo>
                <a:cubicBezTo>
                  <a:pt x="502833" y="59865"/>
                  <a:pt x="505671" y="51631"/>
                  <a:pt x="511348" y="44162"/>
                </a:cubicBezTo>
                <a:cubicBezTo>
                  <a:pt x="517024" y="36693"/>
                  <a:pt x="524325" y="32959"/>
                  <a:pt x="533252" y="32959"/>
                </a:cubicBezTo>
                <a:cubicBezTo>
                  <a:pt x="538791" y="32959"/>
                  <a:pt x="543368" y="34721"/>
                  <a:pt x="546985" y="38246"/>
                </a:cubicBezTo>
                <a:lnTo>
                  <a:pt x="546985" y="26616"/>
                </a:lnTo>
                <a:cubicBezTo>
                  <a:pt x="546985" y="19399"/>
                  <a:pt x="546813" y="14963"/>
                  <a:pt x="546470" y="13308"/>
                </a:cubicBezTo>
                <a:cubicBezTo>
                  <a:pt x="546126" y="11653"/>
                  <a:pt x="545588" y="10527"/>
                  <a:pt x="544856" y="9931"/>
                </a:cubicBezTo>
                <a:cubicBezTo>
                  <a:pt x="544124" y="9333"/>
                  <a:pt x="543208" y="9034"/>
                  <a:pt x="542109" y="9034"/>
                </a:cubicBezTo>
                <a:cubicBezTo>
                  <a:pt x="540919" y="9034"/>
                  <a:pt x="539340" y="9401"/>
                  <a:pt x="537372" y="10137"/>
                </a:cubicBezTo>
                <a:lnTo>
                  <a:pt x="536479" y="7723"/>
                </a:lnTo>
                <a:lnTo>
                  <a:pt x="555224" y="0"/>
                </a:lnTo>
                <a:lnTo>
                  <a:pt x="558314" y="0"/>
                </a:lnTo>
                <a:lnTo>
                  <a:pt x="558314" y="72716"/>
                </a:lnTo>
                <a:cubicBezTo>
                  <a:pt x="558314" y="80086"/>
                  <a:pt x="558486" y="84583"/>
                  <a:pt x="558829" y="86208"/>
                </a:cubicBezTo>
                <a:cubicBezTo>
                  <a:pt x="559173" y="87833"/>
                  <a:pt x="559722" y="88966"/>
                  <a:pt x="560477" y="89607"/>
                </a:cubicBezTo>
                <a:cubicBezTo>
                  <a:pt x="561233" y="90248"/>
                  <a:pt x="562114" y="90569"/>
                  <a:pt x="563121" y="90569"/>
                </a:cubicBezTo>
                <a:cubicBezTo>
                  <a:pt x="564357" y="90569"/>
                  <a:pt x="566005" y="90179"/>
                  <a:pt x="568065" y="89401"/>
                </a:cubicBezTo>
                <a:lnTo>
                  <a:pt x="568820" y="91805"/>
                </a:lnTo>
                <a:lnTo>
                  <a:pt x="550143" y="99564"/>
                </a:lnTo>
                <a:lnTo>
                  <a:pt x="546985" y="99564"/>
                </a:lnTo>
                <a:lnTo>
                  <a:pt x="546985" y="90569"/>
                </a:lnTo>
                <a:moveTo>
                  <a:pt x="546985" y="85777"/>
                </a:moveTo>
                <a:lnTo>
                  <a:pt x="546985" y="53449"/>
                </a:lnTo>
                <a:cubicBezTo>
                  <a:pt x="546710" y="50343"/>
                  <a:pt x="545886" y="47512"/>
                  <a:pt x="544513" y="44956"/>
                </a:cubicBezTo>
                <a:cubicBezTo>
                  <a:pt x="543139" y="42398"/>
                  <a:pt x="541320" y="40469"/>
                  <a:pt x="539054" y="39169"/>
                </a:cubicBezTo>
                <a:cubicBezTo>
                  <a:pt x="536788" y="37867"/>
                  <a:pt x="534579" y="37216"/>
                  <a:pt x="532428" y="37216"/>
                </a:cubicBezTo>
                <a:cubicBezTo>
                  <a:pt x="528399" y="37216"/>
                  <a:pt x="524806" y="39020"/>
                  <a:pt x="521647" y="42628"/>
                </a:cubicBezTo>
                <a:cubicBezTo>
                  <a:pt x="517482" y="47376"/>
                  <a:pt x="515399" y="54316"/>
                  <a:pt x="515399" y="63448"/>
                </a:cubicBezTo>
                <a:cubicBezTo>
                  <a:pt x="515399" y="72672"/>
                  <a:pt x="517413" y="79739"/>
                  <a:pt x="521441" y="84648"/>
                </a:cubicBezTo>
                <a:cubicBezTo>
                  <a:pt x="525470" y="89557"/>
                  <a:pt x="529956" y="92011"/>
                  <a:pt x="534900" y="92011"/>
                </a:cubicBezTo>
                <a:cubicBezTo>
                  <a:pt x="539065" y="92011"/>
                  <a:pt x="543094" y="89933"/>
                  <a:pt x="546985" y="85777"/>
                </a:cubicBezTo>
                <a:close/>
                <a:moveTo>
                  <a:pt x="628010" y="34744"/>
                </a:moveTo>
                <a:lnTo>
                  <a:pt x="628010" y="72853"/>
                </a:lnTo>
                <a:cubicBezTo>
                  <a:pt x="628010" y="80132"/>
                  <a:pt x="628181" y="84583"/>
                  <a:pt x="628525" y="86208"/>
                </a:cubicBezTo>
                <a:cubicBezTo>
                  <a:pt x="628868" y="87833"/>
                  <a:pt x="629417" y="88966"/>
                  <a:pt x="630173" y="89607"/>
                </a:cubicBezTo>
                <a:cubicBezTo>
                  <a:pt x="630928" y="90248"/>
                  <a:pt x="631809" y="90569"/>
                  <a:pt x="632816" y="90569"/>
                </a:cubicBezTo>
                <a:cubicBezTo>
                  <a:pt x="634235" y="90569"/>
                  <a:pt x="635838" y="90179"/>
                  <a:pt x="637623" y="89401"/>
                </a:cubicBezTo>
                <a:lnTo>
                  <a:pt x="638584" y="91805"/>
                </a:lnTo>
                <a:lnTo>
                  <a:pt x="619770" y="99564"/>
                </a:lnTo>
                <a:lnTo>
                  <a:pt x="616680" y="99564"/>
                </a:lnTo>
                <a:lnTo>
                  <a:pt x="616680" y="86243"/>
                </a:lnTo>
                <a:cubicBezTo>
                  <a:pt x="611278" y="92102"/>
                  <a:pt x="607158" y="95787"/>
                  <a:pt x="604320" y="97298"/>
                </a:cubicBezTo>
                <a:cubicBezTo>
                  <a:pt x="601482" y="98808"/>
                  <a:pt x="598484" y="99564"/>
                  <a:pt x="595325" y="99564"/>
                </a:cubicBezTo>
                <a:cubicBezTo>
                  <a:pt x="591800" y="99564"/>
                  <a:pt x="588745" y="98545"/>
                  <a:pt x="586158" y="96508"/>
                </a:cubicBezTo>
                <a:cubicBezTo>
                  <a:pt x="583572" y="94471"/>
                  <a:pt x="581775" y="91850"/>
                  <a:pt x="580768" y="88646"/>
                </a:cubicBezTo>
                <a:cubicBezTo>
                  <a:pt x="579761" y="85442"/>
                  <a:pt x="579258" y="80910"/>
                  <a:pt x="579258" y="75050"/>
                </a:cubicBezTo>
                <a:lnTo>
                  <a:pt x="579258" y="46967"/>
                </a:lnTo>
                <a:cubicBezTo>
                  <a:pt x="579258" y="43991"/>
                  <a:pt x="578937" y="41931"/>
                  <a:pt x="578296" y="40787"/>
                </a:cubicBezTo>
                <a:cubicBezTo>
                  <a:pt x="577655" y="39642"/>
                  <a:pt x="576706" y="38761"/>
                  <a:pt x="575447" y="38143"/>
                </a:cubicBezTo>
                <a:cubicBezTo>
                  <a:pt x="574188" y="37525"/>
                  <a:pt x="571910" y="37239"/>
                  <a:pt x="568615" y="37285"/>
                </a:cubicBezTo>
                <a:lnTo>
                  <a:pt x="568615" y="34744"/>
                </a:lnTo>
                <a:lnTo>
                  <a:pt x="590656" y="34744"/>
                </a:lnTo>
                <a:lnTo>
                  <a:pt x="590656" y="76733"/>
                </a:lnTo>
                <a:cubicBezTo>
                  <a:pt x="590656" y="82578"/>
                  <a:pt x="591675" y="86414"/>
                  <a:pt x="593712" y="88240"/>
                </a:cubicBezTo>
                <a:cubicBezTo>
                  <a:pt x="595749" y="90067"/>
                  <a:pt x="598209" y="90981"/>
                  <a:pt x="601093" y="90981"/>
                </a:cubicBezTo>
                <a:cubicBezTo>
                  <a:pt x="603061" y="90981"/>
                  <a:pt x="605293" y="90364"/>
                  <a:pt x="607788" y="89131"/>
                </a:cubicBezTo>
                <a:cubicBezTo>
                  <a:pt x="610283" y="87898"/>
                  <a:pt x="613247" y="85547"/>
                  <a:pt x="616680" y="82078"/>
                </a:cubicBezTo>
                <a:lnTo>
                  <a:pt x="616680" y="46531"/>
                </a:lnTo>
                <a:cubicBezTo>
                  <a:pt x="616680" y="42969"/>
                  <a:pt x="616028" y="40561"/>
                  <a:pt x="614723" y="39306"/>
                </a:cubicBezTo>
                <a:cubicBezTo>
                  <a:pt x="613418" y="38050"/>
                  <a:pt x="610706" y="37376"/>
                  <a:pt x="606586" y="37285"/>
                </a:cubicBezTo>
                <a:lnTo>
                  <a:pt x="606586" y="34744"/>
                </a:lnTo>
                <a:lnTo>
                  <a:pt x="628010" y="34744"/>
                </a:lnTo>
                <a:close/>
                <a:moveTo>
                  <a:pt x="678822" y="88577"/>
                </a:moveTo>
                <a:cubicBezTo>
                  <a:pt x="672367" y="93567"/>
                  <a:pt x="668316" y="96451"/>
                  <a:pt x="666668" y="97229"/>
                </a:cubicBezTo>
                <a:cubicBezTo>
                  <a:pt x="664196" y="98419"/>
                  <a:pt x="661564" y="99014"/>
                  <a:pt x="658772" y="99014"/>
                </a:cubicBezTo>
                <a:cubicBezTo>
                  <a:pt x="654423" y="99014"/>
                  <a:pt x="650841" y="97527"/>
                  <a:pt x="648026" y="94551"/>
                </a:cubicBezTo>
                <a:cubicBezTo>
                  <a:pt x="645210" y="91576"/>
                  <a:pt x="643803" y="87662"/>
                  <a:pt x="643803" y="82809"/>
                </a:cubicBezTo>
                <a:cubicBezTo>
                  <a:pt x="643803" y="79742"/>
                  <a:pt x="644489" y="77087"/>
                  <a:pt x="645863" y="74844"/>
                </a:cubicBezTo>
                <a:cubicBezTo>
                  <a:pt x="647740" y="71732"/>
                  <a:pt x="651001" y="68802"/>
                  <a:pt x="655648" y="66055"/>
                </a:cubicBezTo>
                <a:cubicBezTo>
                  <a:pt x="660294" y="63309"/>
                  <a:pt x="668019" y="59967"/>
                  <a:pt x="678822" y="56030"/>
                </a:cubicBezTo>
                <a:lnTo>
                  <a:pt x="678822" y="53558"/>
                </a:lnTo>
                <a:cubicBezTo>
                  <a:pt x="678822" y="47287"/>
                  <a:pt x="677826" y="42984"/>
                  <a:pt x="675835" y="40649"/>
                </a:cubicBezTo>
                <a:cubicBezTo>
                  <a:pt x="673844" y="38315"/>
                  <a:pt x="670948" y="37148"/>
                  <a:pt x="667149" y="37148"/>
                </a:cubicBezTo>
                <a:cubicBezTo>
                  <a:pt x="664265" y="37148"/>
                  <a:pt x="661976" y="37923"/>
                  <a:pt x="660282" y="39474"/>
                </a:cubicBezTo>
                <a:cubicBezTo>
                  <a:pt x="658543" y="41024"/>
                  <a:pt x="657673" y="42803"/>
                  <a:pt x="657673" y="44810"/>
                </a:cubicBezTo>
                <a:lnTo>
                  <a:pt x="657810" y="48778"/>
                </a:lnTo>
                <a:cubicBezTo>
                  <a:pt x="657810" y="50875"/>
                  <a:pt x="657273" y="52493"/>
                  <a:pt x="656197" y="53633"/>
                </a:cubicBezTo>
                <a:cubicBezTo>
                  <a:pt x="655121" y="54774"/>
                  <a:pt x="653713" y="55344"/>
                  <a:pt x="651974" y="55344"/>
                </a:cubicBezTo>
                <a:cubicBezTo>
                  <a:pt x="650280" y="55344"/>
                  <a:pt x="648895" y="54751"/>
                  <a:pt x="647820" y="53565"/>
                </a:cubicBezTo>
                <a:cubicBezTo>
                  <a:pt x="646744" y="52377"/>
                  <a:pt x="646206" y="50757"/>
                  <a:pt x="646206" y="48703"/>
                </a:cubicBezTo>
                <a:cubicBezTo>
                  <a:pt x="646206" y="44779"/>
                  <a:pt x="648220" y="41174"/>
                  <a:pt x="652249" y="37888"/>
                </a:cubicBezTo>
                <a:cubicBezTo>
                  <a:pt x="656277" y="34602"/>
                  <a:pt x="661930" y="32959"/>
                  <a:pt x="669209" y="32959"/>
                </a:cubicBezTo>
                <a:cubicBezTo>
                  <a:pt x="674794" y="32959"/>
                  <a:pt x="679371" y="33896"/>
                  <a:pt x="682942" y="35770"/>
                </a:cubicBezTo>
                <a:cubicBezTo>
                  <a:pt x="685643" y="37188"/>
                  <a:pt x="687634" y="39406"/>
                  <a:pt x="688916" y="42424"/>
                </a:cubicBezTo>
                <a:cubicBezTo>
                  <a:pt x="689740" y="44390"/>
                  <a:pt x="690152" y="48413"/>
                  <a:pt x="690152" y="54494"/>
                </a:cubicBezTo>
                <a:lnTo>
                  <a:pt x="690152" y="75823"/>
                </a:lnTo>
                <a:cubicBezTo>
                  <a:pt x="690152" y="81812"/>
                  <a:pt x="690266" y="85482"/>
                  <a:pt x="690495" y="86831"/>
                </a:cubicBezTo>
                <a:cubicBezTo>
                  <a:pt x="690724" y="88180"/>
                  <a:pt x="691102" y="89083"/>
                  <a:pt x="691628" y="89541"/>
                </a:cubicBezTo>
                <a:cubicBezTo>
                  <a:pt x="692154" y="89997"/>
                  <a:pt x="692761" y="90225"/>
                  <a:pt x="693448" y="90225"/>
                </a:cubicBezTo>
                <a:cubicBezTo>
                  <a:pt x="694180" y="90225"/>
                  <a:pt x="694821" y="90065"/>
                  <a:pt x="695370" y="89745"/>
                </a:cubicBezTo>
                <a:cubicBezTo>
                  <a:pt x="696332" y="89150"/>
                  <a:pt x="698186" y="87479"/>
                  <a:pt x="700932" y="84732"/>
                </a:cubicBezTo>
                <a:lnTo>
                  <a:pt x="700932" y="88577"/>
                </a:lnTo>
                <a:cubicBezTo>
                  <a:pt x="695805" y="95444"/>
                  <a:pt x="690907" y="98877"/>
                  <a:pt x="686238" y="98877"/>
                </a:cubicBezTo>
                <a:cubicBezTo>
                  <a:pt x="683995" y="98877"/>
                  <a:pt x="682209" y="98099"/>
                  <a:pt x="680882" y="96542"/>
                </a:cubicBezTo>
                <a:cubicBezTo>
                  <a:pt x="679554" y="94986"/>
                  <a:pt x="678868" y="92331"/>
                  <a:pt x="678822" y="88577"/>
                </a:cubicBezTo>
                <a:moveTo>
                  <a:pt x="678822" y="84075"/>
                </a:moveTo>
                <a:lnTo>
                  <a:pt x="678822" y="60219"/>
                </a:lnTo>
                <a:cubicBezTo>
                  <a:pt x="671910" y="62953"/>
                  <a:pt x="667446" y="64889"/>
                  <a:pt x="665432" y="66030"/>
                </a:cubicBezTo>
                <a:cubicBezTo>
                  <a:pt x="661816" y="68035"/>
                  <a:pt x="659230" y="70132"/>
                  <a:pt x="657673" y="72319"/>
                </a:cubicBezTo>
                <a:cubicBezTo>
                  <a:pt x="656117" y="74506"/>
                  <a:pt x="655339" y="76899"/>
                  <a:pt x="655339" y="79496"/>
                </a:cubicBezTo>
                <a:cubicBezTo>
                  <a:pt x="655339" y="82778"/>
                  <a:pt x="656323" y="85501"/>
                  <a:pt x="658291" y="87665"/>
                </a:cubicBezTo>
                <a:cubicBezTo>
                  <a:pt x="660260" y="89830"/>
                  <a:pt x="662525" y="90912"/>
                  <a:pt x="665089" y="90912"/>
                </a:cubicBezTo>
                <a:cubicBezTo>
                  <a:pt x="668568" y="90912"/>
                  <a:pt x="673146" y="88633"/>
                  <a:pt x="678822" y="84075"/>
                </a:cubicBezTo>
                <a:close/>
                <a:moveTo>
                  <a:pt x="727252" y="0"/>
                </a:moveTo>
                <a:lnTo>
                  <a:pt x="727252" y="83367"/>
                </a:lnTo>
                <a:cubicBezTo>
                  <a:pt x="727252" y="87301"/>
                  <a:pt x="727539" y="89909"/>
                  <a:pt x="728111" y="91191"/>
                </a:cubicBezTo>
                <a:cubicBezTo>
                  <a:pt x="728683" y="92471"/>
                  <a:pt x="729564" y="93443"/>
                  <a:pt x="730754" y="94107"/>
                </a:cubicBezTo>
                <a:cubicBezTo>
                  <a:pt x="731945" y="94769"/>
                  <a:pt x="734165" y="95100"/>
                  <a:pt x="737415" y="95100"/>
                </a:cubicBezTo>
                <a:lnTo>
                  <a:pt x="737415" y="97641"/>
                </a:lnTo>
                <a:lnTo>
                  <a:pt x="706584" y="97641"/>
                </a:lnTo>
                <a:lnTo>
                  <a:pt x="706584" y="95100"/>
                </a:lnTo>
                <a:cubicBezTo>
                  <a:pt x="709468" y="95100"/>
                  <a:pt x="711437" y="94804"/>
                  <a:pt x="712489" y="94210"/>
                </a:cubicBezTo>
                <a:cubicBezTo>
                  <a:pt x="713542" y="93615"/>
                  <a:pt x="714366" y="92631"/>
                  <a:pt x="714961" y="91260"/>
                </a:cubicBezTo>
                <a:cubicBezTo>
                  <a:pt x="715556" y="89886"/>
                  <a:pt x="715854" y="87256"/>
                  <a:pt x="715854" y="83367"/>
                </a:cubicBezTo>
                <a:lnTo>
                  <a:pt x="715854" y="26279"/>
                </a:lnTo>
                <a:cubicBezTo>
                  <a:pt x="715854" y="19190"/>
                  <a:pt x="715694" y="14833"/>
                  <a:pt x="715373" y="13209"/>
                </a:cubicBezTo>
                <a:cubicBezTo>
                  <a:pt x="715053" y="11584"/>
                  <a:pt x="714538" y="10475"/>
                  <a:pt x="713828" y="9881"/>
                </a:cubicBezTo>
                <a:cubicBezTo>
                  <a:pt x="713119" y="9286"/>
                  <a:pt x="712215" y="8989"/>
                  <a:pt x="711116" y="8989"/>
                </a:cubicBezTo>
                <a:cubicBezTo>
                  <a:pt x="709926" y="8989"/>
                  <a:pt x="708415" y="9355"/>
                  <a:pt x="706584" y="10087"/>
                </a:cubicBezTo>
                <a:lnTo>
                  <a:pt x="705417" y="7684"/>
                </a:lnTo>
                <a:lnTo>
                  <a:pt x="724162" y="0"/>
                </a:lnTo>
                <a:lnTo>
                  <a:pt x="727252" y="0"/>
                </a:lnTo>
                <a:close/>
                <a:moveTo>
                  <a:pt x="777771" y="34744"/>
                </a:moveTo>
                <a:lnTo>
                  <a:pt x="807366" y="34744"/>
                </a:lnTo>
                <a:lnTo>
                  <a:pt x="807366" y="37285"/>
                </a:lnTo>
                <a:lnTo>
                  <a:pt x="805443" y="37285"/>
                </a:lnTo>
                <a:cubicBezTo>
                  <a:pt x="803658" y="37285"/>
                  <a:pt x="802296" y="37720"/>
                  <a:pt x="801358" y="38590"/>
                </a:cubicBezTo>
                <a:cubicBezTo>
                  <a:pt x="800419" y="39459"/>
                  <a:pt x="799950" y="40627"/>
                  <a:pt x="799950" y="42091"/>
                </a:cubicBezTo>
                <a:cubicBezTo>
                  <a:pt x="799950" y="43694"/>
                  <a:pt x="800431" y="45593"/>
                  <a:pt x="801392" y="47791"/>
                </a:cubicBezTo>
                <a:lnTo>
                  <a:pt x="816018" y="82535"/>
                </a:lnTo>
                <a:lnTo>
                  <a:pt x="830712" y="46486"/>
                </a:lnTo>
                <a:cubicBezTo>
                  <a:pt x="831765" y="43922"/>
                  <a:pt x="832291" y="41977"/>
                  <a:pt x="832291" y="40649"/>
                </a:cubicBezTo>
                <a:cubicBezTo>
                  <a:pt x="832291" y="40009"/>
                  <a:pt x="832108" y="39482"/>
                  <a:pt x="831742" y="39070"/>
                </a:cubicBezTo>
                <a:cubicBezTo>
                  <a:pt x="831239" y="38384"/>
                  <a:pt x="830598" y="37914"/>
                  <a:pt x="829819" y="37663"/>
                </a:cubicBezTo>
                <a:cubicBezTo>
                  <a:pt x="829041" y="37411"/>
                  <a:pt x="827462" y="37285"/>
                  <a:pt x="825082" y="37285"/>
                </a:cubicBezTo>
                <a:lnTo>
                  <a:pt x="825082" y="34744"/>
                </a:lnTo>
                <a:lnTo>
                  <a:pt x="845612" y="34744"/>
                </a:lnTo>
                <a:lnTo>
                  <a:pt x="845612" y="37285"/>
                </a:lnTo>
                <a:cubicBezTo>
                  <a:pt x="843232" y="37468"/>
                  <a:pt x="841584" y="37949"/>
                  <a:pt x="840669" y="38727"/>
                </a:cubicBezTo>
                <a:cubicBezTo>
                  <a:pt x="839066" y="40100"/>
                  <a:pt x="837624" y="42389"/>
                  <a:pt x="836343" y="45593"/>
                </a:cubicBezTo>
                <a:lnTo>
                  <a:pt x="814026" y="99564"/>
                </a:lnTo>
                <a:lnTo>
                  <a:pt x="811211" y="99564"/>
                </a:lnTo>
                <a:lnTo>
                  <a:pt x="788758" y="46486"/>
                </a:lnTo>
                <a:cubicBezTo>
                  <a:pt x="787751" y="44014"/>
                  <a:pt x="786789" y="42240"/>
                  <a:pt x="785874" y="41164"/>
                </a:cubicBezTo>
                <a:cubicBezTo>
                  <a:pt x="784958" y="40089"/>
                  <a:pt x="783791" y="39185"/>
                  <a:pt x="782372" y="38452"/>
                </a:cubicBezTo>
                <a:cubicBezTo>
                  <a:pt x="781594" y="38040"/>
                  <a:pt x="780060" y="37651"/>
                  <a:pt x="777771" y="37285"/>
                </a:cubicBezTo>
                <a:lnTo>
                  <a:pt x="777771" y="34744"/>
                </a:lnTo>
                <a:close/>
                <a:moveTo>
                  <a:pt x="861886" y="58502"/>
                </a:moveTo>
                <a:cubicBezTo>
                  <a:pt x="861840" y="67819"/>
                  <a:pt x="864106" y="75127"/>
                  <a:pt x="868684" y="80426"/>
                </a:cubicBezTo>
                <a:cubicBezTo>
                  <a:pt x="873261" y="85723"/>
                  <a:pt x="878640" y="88371"/>
                  <a:pt x="884820" y="88371"/>
                </a:cubicBezTo>
                <a:cubicBezTo>
                  <a:pt x="888940" y="88371"/>
                  <a:pt x="892522" y="87238"/>
                  <a:pt x="895566" y="84972"/>
                </a:cubicBezTo>
                <a:cubicBezTo>
                  <a:pt x="898610" y="82706"/>
                  <a:pt x="901162" y="78827"/>
                  <a:pt x="903222" y="73334"/>
                </a:cubicBezTo>
                <a:lnTo>
                  <a:pt x="905351" y="74707"/>
                </a:lnTo>
                <a:cubicBezTo>
                  <a:pt x="904389" y="80978"/>
                  <a:pt x="901597" y="86689"/>
                  <a:pt x="896974" y="91839"/>
                </a:cubicBezTo>
                <a:cubicBezTo>
                  <a:pt x="892350" y="96989"/>
                  <a:pt x="886559" y="99564"/>
                  <a:pt x="879601" y="99564"/>
                </a:cubicBezTo>
                <a:cubicBezTo>
                  <a:pt x="872048" y="99564"/>
                  <a:pt x="865582" y="96629"/>
                  <a:pt x="860204" y="90760"/>
                </a:cubicBezTo>
                <a:cubicBezTo>
                  <a:pt x="854825" y="84889"/>
                  <a:pt x="852135" y="76997"/>
                  <a:pt x="852135" y="67083"/>
                </a:cubicBezTo>
                <a:cubicBezTo>
                  <a:pt x="852135" y="56349"/>
                  <a:pt x="854893" y="47978"/>
                  <a:pt x="860410" y="41971"/>
                </a:cubicBezTo>
                <a:cubicBezTo>
                  <a:pt x="865926" y="35963"/>
                  <a:pt x="872849" y="32959"/>
                  <a:pt x="881181" y="32959"/>
                </a:cubicBezTo>
                <a:cubicBezTo>
                  <a:pt x="888230" y="32959"/>
                  <a:pt x="894021" y="35276"/>
                  <a:pt x="898553" y="39911"/>
                </a:cubicBezTo>
                <a:cubicBezTo>
                  <a:pt x="903085" y="44545"/>
                  <a:pt x="905351" y="50742"/>
                  <a:pt x="905351" y="58502"/>
                </a:cubicBezTo>
                <a:lnTo>
                  <a:pt x="861886" y="58502"/>
                </a:lnTo>
                <a:moveTo>
                  <a:pt x="861886" y="54520"/>
                </a:moveTo>
                <a:lnTo>
                  <a:pt x="891000" y="54520"/>
                </a:lnTo>
                <a:cubicBezTo>
                  <a:pt x="890771" y="50491"/>
                  <a:pt x="890290" y="47653"/>
                  <a:pt x="889558" y="46005"/>
                </a:cubicBezTo>
                <a:cubicBezTo>
                  <a:pt x="888413" y="43442"/>
                  <a:pt x="886708" y="41428"/>
                  <a:pt x="884442" y="39963"/>
                </a:cubicBezTo>
                <a:cubicBezTo>
                  <a:pt x="882176" y="38498"/>
                  <a:pt x="879807" y="37766"/>
                  <a:pt x="877335" y="37766"/>
                </a:cubicBezTo>
                <a:cubicBezTo>
                  <a:pt x="873536" y="37766"/>
                  <a:pt x="870137" y="39242"/>
                  <a:pt x="867139" y="42194"/>
                </a:cubicBezTo>
                <a:cubicBezTo>
                  <a:pt x="864140" y="45147"/>
                  <a:pt x="862389" y="49255"/>
                  <a:pt x="861886" y="54520"/>
                </a:cubicBezTo>
                <a:close/>
                <a:moveTo>
                  <a:pt x="932152" y="32959"/>
                </a:moveTo>
                <a:lnTo>
                  <a:pt x="932152" y="47104"/>
                </a:lnTo>
                <a:cubicBezTo>
                  <a:pt x="937416" y="37674"/>
                  <a:pt x="942818" y="32959"/>
                  <a:pt x="948357" y="32959"/>
                </a:cubicBezTo>
                <a:cubicBezTo>
                  <a:pt x="950874" y="32959"/>
                  <a:pt x="952957" y="33726"/>
                  <a:pt x="954605" y="35259"/>
                </a:cubicBezTo>
                <a:cubicBezTo>
                  <a:pt x="956253" y="36793"/>
                  <a:pt x="957077" y="38567"/>
                  <a:pt x="957077" y="40581"/>
                </a:cubicBezTo>
                <a:cubicBezTo>
                  <a:pt x="957077" y="42366"/>
                  <a:pt x="956482" y="43877"/>
                  <a:pt x="955292" y="45113"/>
                </a:cubicBezTo>
                <a:cubicBezTo>
                  <a:pt x="954102" y="46349"/>
                  <a:pt x="952683" y="46967"/>
                  <a:pt x="951035" y="46967"/>
                </a:cubicBezTo>
                <a:cubicBezTo>
                  <a:pt x="949432" y="46967"/>
                  <a:pt x="947636" y="46177"/>
                  <a:pt x="945644" y="44598"/>
                </a:cubicBezTo>
                <a:cubicBezTo>
                  <a:pt x="943653" y="43018"/>
                  <a:pt x="942177" y="42229"/>
                  <a:pt x="941216" y="42229"/>
                </a:cubicBezTo>
                <a:cubicBezTo>
                  <a:pt x="940392" y="42229"/>
                  <a:pt x="939499" y="42685"/>
                  <a:pt x="938538" y="43598"/>
                </a:cubicBezTo>
                <a:cubicBezTo>
                  <a:pt x="936478" y="45470"/>
                  <a:pt x="934349" y="48552"/>
                  <a:pt x="932152" y="52844"/>
                </a:cubicBezTo>
                <a:lnTo>
                  <a:pt x="932152" y="82910"/>
                </a:lnTo>
                <a:cubicBezTo>
                  <a:pt x="932152" y="86379"/>
                  <a:pt x="932587" y="89004"/>
                  <a:pt x="933456" y="90785"/>
                </a:cubicBezTo>
                <a:cubicBezTo>
                  <a:pt x="934051" y="92018"/>
                  <a:pt x="935104" y="93046"/>
                  <a:pt x="936615" y="93869"/>
                </a:cubicBezTo>
                <a:cubicBezTo>
                  <a:pt x="938126" y="94690"/>
                  <a:pt x="940300" y="95100"/>
                  <a:pt x="943138" y="95100"/>
                </a:cubicBezTo>
                <a:lnTo>
                  <a:pt x="943138" y="97641"/>
                </a:lnTo>
                <a:lnTo>
                  <a:pt x="910934" y="97641"/>
                </a:lnTo>
                <a:lnTo>
                  <a:pt x="910934" y="95100"/>
                </a:lnTo>
                <a:cubicBezTo>
                  <a:pt x="914139" y="95100"/>
                  <a:pt x="916519" y="94598"/>
                  <a:pt x="918075" y="93594"/>
                </a:cubicBezTo>
                <a:cubicBezTo>
                  <a:pt x="919220" y="92863"/>
                  <a:pt x="920021" y="91698"/>
                  <a:pt x="920479" y="90099"/>
                </a:cubicBezTo>
                <a:cubicBezTo>
                  <a:pt x="920708" y="89322"/>
                  <a:pt x="920822" y="87107"/>
                  <a:pt x="920822" y="83453"/>
                </a:cubicBezTo>
                <a:lnTo>
                  <a:pt x="920822" y="59131"/>
                </a:lnTo>
                <a:cubicBezTo>
                  <a:pt x="920822" y="51822"/>
                  <a:pt x="920673" y="47472"/>
                  <a:pt x="920376" y="46080"/>
                </a:cubicBezTo>
                <a:cubicBezTo>
                  <a:pt x="920078" y="44687"/>
                  <a:pt x="919529" y="43671"/>
                  <a:pt x="918728" y="43031"/>
                </a:cubicBezTo>
                <a:cubicBezTo>
                  <a:pt x="917927" y="42392"/>
                  <a:pt x="916931" y="42072"/>
                  <a:pt x="915741" y="42072"/>
                </a:cubicBezTo>
                <a:cubicBezTo>
                  <a:pt x="914322" y="42072"/>
                  <a:pt x="912720" y="42415"/>
                  <a:pt x="910934" y="43100"/>
                </a:cubicBezTo>
                <a:lnTo>
                  <a:pt x="910248" y="40632"/>
                </a:lnTo>
                <a:lnTo>
                  <a:pt x="929268" y="32959"/>
                </a:lnTo>
                <a:lnTo>
                  <a:pt x="932152" y="32959"/>
                </a:lnTo>
                <a:close/>
                <a:moveTo>
                  <a:pt x="978843" y="14008"/>
                </a:moveTo>
                <a:lnTo>
                  <a:pt x="978843" y="34744"/>
                </a:lnTo>
                <a:lnTo>
                  <a:pt x="993537" y="34744"/>
                </a:lnTo>
                <a:lnTo>
                  <a:pt x="993537" y="39551"/>
                </a:lnTo>
                <a:lnTo>
                  <a:pt x="978843" y="39551"/>
                </a:lnTo>
                <a:lnTo>
                  <a:pt x="978843" y="80282"/>
                </a:lnTo>
                <a:cubicBezTo>
                  <a:pt x="978843" y="84352"/>
                  <a:pt x="979426" y="87095"/>
                  <a:pt x="980593" y="88513"/>
                </a:cubicBezTo>
                <a:cubicBezTo>
                  <a:pt x="981761" y="89929"/>
                  <a:pt x="983260" y="90637"/>
                  <a:pt x="985091" y="90637"/>
                </a:cubicBezTo>
                <a:cubicBezTo>
                  <a:pt x="986602" y="90637"/>
                  <a:pt x="988067" y="90168"/>
                  <a:pt x="989486" y="89230"/>
                </a:cubicBezTo>
                <a:cubicBezTo>
                  <a:pt x="990905" y="88291"/>
                  <a:pt x="992003" y="86906"/>
                  <a:pt x="992782" y="85075"/>
                </a:cubicBezTo>
                <a:lnTo>
                  <a:pt x="995459" y="85075"/>
                </a:lnTo>
                <a:cubicBezTo>
                  <a:pt x="993857" y="89574"/>
                  <a:pt x="991591" y="92977"/>
                  <a:pt x="988662" y="95283"/>
                </a:cubicBezTo>
                <a:cubicBezTo>
                  <a:pt x="985732" y="97587"/>
                  <a:pt x="982711" y="98740"/>
                  <a:pt x="979598" y="98740"/>
                </a:cubicBezTo>
                <a:cubicBezTo>
                  <a:pt x="977492" y="98740"/>
                  <a:pt x="975432" y="98155"/>
                  <a:pt x="973418" y="96987"/>
                </a:cubicBezTo>
                <a:cubicBezTo>
                  <a:pt x="971404" y="95818"/>
                  <a:pt x="969916" y="94146"/>
                  <a:pt x="968955" y="91970"/>
                </a:cubicBezTo>
                <a:cubicBezTo>
                  <a:pt x="967993" y="89793"/>
                  <a:pt x="967513" y="86435"/>
                  <a:pt x="967513" y="81898"/>
                </a:cubicBezTo>
                <a:lnTo>
                  <a:pt x="967513" y="39551"/>
                </a:lnTo>
                <a:lnTo>
                  <a:pt x="957556" y="39551"/>
                </a:lnTo>
                <a:lnTo>
                  <a:pt x="957556" y="37285"/>
                </a:lnTo>
                <a:cubicBezTo>
                  <a:pt x="960074" y="36275"/>
                  <a:pt x="962649" y="34565"/>
                  <a:pt x="965281" y="32154"/>
                </a:cubicBezTo>
                <a:cubicBezTo>
                  <a:pt x="967913" y="29744"/>
                  <a:pt x="970259" y="26886"/>
                  <a:pt x="972319" y="23580"/>
                </a:cubicBezTo>
                <a:cubicBezTo>
                  <a:pt x="973372" y="21836"/>
                  <a:pt x="974837" y="18645"/>
                  <a:pt x="976714" y="14008"/>
                </a:cubicBezTo>
                <a:lnTo>
                  <a:pt x="978843" y="14008"/>
                </a:lnTo>
                <a:close/>
                <a:moveTo>
                  <a:pt x="1015671" y="0"/>
                </a:moveTo>
                <a:cubicBezTo>
                  <a:pt x="1017593" y="0"/>
                  <a:pt x="1019230" y="679"/>
                  <a:pt x="1020580" y="2036"/>
                </a:cubicBezTo>
                <a:cubicBezTo>
                  <a:pt x="1021931" y="3392"/>
                  <a:pt x="1022606" y="5037"/>
                  <a:pt x="1022606" y="6969"/>
                </a:cubicBezTo>
                <a:cubicBezTo>
                  <a:pt x="1022606" y="8902"/>
                  <a:pt x="1021931" y="10559"/>
                  <a:pt x="1020580" y="11939"/>
                </a:cubicBezTo>
                <a:cubicBezTo>
                  <a:pt x="1019230" y="13318"/>
                  <a:pt x="1017593" y="14008"/>
                  <a:pt x="1015671" y="14008"/>
                </a:cubicBezTo>
                <a:cubicBezTo>
                  <a:pt x="1013748" y="14008"/>
                  <a:pt x="1012100" y="13318"/>
                  <a:pt x="1010727" y="11939"/>
                </a:cubicBezTo>
                <a:cubicBezTo>
                  <a:pt x="1009353" y="10559"/>
                  <a:pt x="1008667" y="8902"/>
                  <a:pt x="1008667" y="6969"/>
                </a:cubicBezTo>
                <a:cubicBezTo>
                  <a:pt x="1008667" y="5037"/>
                  <a:pt x="1009342" y="3392"/>
                  <a:pt x="1010692" y="2036"/>
                </a:cubicBezTo>
                <a:cubicBezTo>
                  <a:pt x="1012043" y="679"/>
                  <a:pt x="1013702" y="0"/>
                  <a:pt x="1015671" y="0"/>
                </a:cubicBezTo>
                <a:moveTo>
                  <a:pt x="1021370" y="32959"/>
                </a:moveTo>
                <a:lnTo>
                  <a:pt x="1021370" y="83385"/>
                </a:lnTo>
                <a:cubicBezTo>
                  <a:pt x="1021370" y="87313"/>
                  <a:pt x="1021656" y="89928"/>
                  <a:pt x="1022228" y="91229"/>
                </a:cubicBezTo>
                <a:cubicBezTo>
                  <a:pt x="1022800" y="92531"/>
                  <a:pt x="1023647" y="93502"/>
                  <a:pt x="1024769" y="94141"/>
                </a:cubicBezTo>
                <a:cubicBezTo>
                  <a:pt x="1025890" y="94781"/>
                  <a:pt x="1027939" y="95100"/>
                  <a:pt x="1030914" y="95100"/>
                </a:cubicBezTo>
                <a:lnTo>
                  <a:pt x="1030914" y="97641"/>
                </a:lnTo>
                <a:lnTo>
                  <a:pt x="1000358" y="97641"/>
                </a:lnTo>
                <a:lnTo>
                  <a:pt x="1000358" y="95100"/>
                </a:lnTo>
                <a:cubicBezTo>
                  <a:pt x="1003425" y="95100"/>
                  <a:pt x="1005485" y="94804"/>
                  <a:pt x="1006538" y="94210"/>
                </a:cubicBezTo>
                <a:cubicBezTo>
                  <a:pt x="1007591" y="93616"/>
                  <a:pt x="1008426" y="92634"/>
                  <a:pt x="1009044" y="91264"/>
                </a:cubicBezTo>
                <a:cubicBezTo>
                  <a:pt x="1009662" y="89893"/>
                  <a:pt x="1009971" y="87267"/>
                  <a:pt x="1009971" y="83385"/>
                </a:cubicBezTo>
                <a:lnTo>
                  <a:pt x="1009971" y="59200"/>
                </a:lnTo>
                <a:cubicBezTo>
                  <a:pt x="1009971" y="52393"/>
                  <a:pt x="1009765" y="47986"/>
                  <a:pt x="1009353" y="45977"/>
                </a:cubicBezTo>
                <a:cubicBezTo>
                  <a:pt x="1009033" y="44515"/>
                  <a:pt x="1008529" y="43499"/>
                  <a:pt x="1007843" y="42928"/>
                </a:cubicBezTo>
                <a:cubicBezTo>
                  <a:pt x="1007156" y="42357"/>
                  <a:pt x="1006218" y="42072"/>
                  <a:pt x="1005028" y="42072"/>
                </a:cubicBezTo>
                <a:cubicBezTo>
                  <a:pt x="1003746" y="42072"/>
                  <a:pt x="1002189" y="42415"/>
                  <a:pt x="1000358" y="43100"/>
                </a:cubicBezTo>
                <a:lnTo>
                  <a:pt x="999397" y="40632"/>
                </a:lnTo>
                <a:lnTo>
                  <a:pt x="1018349" y="32959"/>
                </a:lnTo>
                <a:lnTo>
                  <a:pt x="1021370" y="32959"/>
                </a:lnTo>
                <a:close/>
                <a:moveTo>
                  <a:pt x="1092187" y="73746"/>
                </a:moveTo>
                <a:cubicBezTo>
                  <a:pt x="1090493" y="82031"/>
                  <a:pt x="1087175" y="88406"/>
                  <a:pt x="1082231" y="92869"/>
                </a:cubicBezTo>
                <a:cubicBezTo>
                  <a:pt x="1077287" y="97332"/>
                  <a:pt x="1071816" y="99564"/>
                  <a:pt x="1065820" y="99564"/>
                </a:cubicBezTo>
                <a:cubicBezTo>
                  <a:pt x="1058679" y="99564"/>
                  <a:pt x="1052453" y="96569"/>
                  <a:pt x="1047143" y="90579"/>
                </a:cubicBezTo>
                <a:cubicBezTo>
                  <a:pt x="1041833" y="84588"/>
                  <a:pt x="1039178" y="76494"/>
                  <a:pt x="1039178" y="66296"/>
                </a:cubicBezTo>
                <a:cubicBezTo>
                  <a:pt x="1039178" y="56418"/>
                  <a:pt x="1042119" y="48393"/>
                  <a:pt x="1048001" y="42220"/>
                </a:cubicBezTo>
                <a:cubicBezTo>
                  <a:pt x="1053883" y="36046"/>
                  <a:pt x="1060945" y="32959"/>
                  <a:pt x="1069184" y="32959"/>
                </a:cubicBezTo>
                <a:cubicBezTo>
                  <a:pt x="1075364" y="32959"/>
                  <a:pt x="1080445" y="34591"/>
                  <a:pt x="1084428" y="37854"/>
                </a:cubicBezTo>
                <a:cubicBezTo>
                  <a:pt x="1088411" y="41115"/>
                  <a:pt x="1090402" y="44503"/>
                  <a:pt x="1090402" y="48016"/>
                </a:cubicBezTo>
                <a:cubicBezTo>
                  <a:pt x="1090402" y="49750"/>
                  <a:pt x="1089841" y="51153"/>
                  <a:pt x="1088719" y="52226"/>
                </a:cubicBezTo>
                <a:cubicBezTo>
                  <a:pt x="1087598" y="53297"/>
                  <a:pt x="1086030" y="53833"/>
                  <a:pt x="1084016" y="53833"/>
                </a:cubicBezTo>
                <a:cubicBezTo>
                  <a:pt x="1081315" y="53833"/>
                  <a:pt x="1079278" y="52963"/>
                  <a:pt x="1077905" y="51224"/>
                </a:cubicBezTo>
                <a:cubicBezTo>
                  <a:pt x="1077127" y="50262"/>
                  <a:pt x="1076612" y="48431"/>
                  <a:pt x="1076360" y="45731"/>
                </a:cubicBezTo>
                <a:cubicBezTo>
                  <a:pt x="1076108" y="43030"/>
                  <a:pt x="1075181" y="40970"/>
                  <a:pt x="1073579" y="39551"/>
                </a:cubicBezTo>
                <a:cubicBezTo>
                  <a:pt x="1071977" y="38178"/>
                  <a:pt x="1069757" y="37491"/>
                  <a:pt x="1066918" y="37491"/>
                </a:cubicBezTo>
                <a:cubicBezTo>
                  <a:pt x="1062341" y="37491"/>
                  <a:pt x="1058656" y="39185"/>
                  <a:pt x="1055863" y="42572"/>
                </a:cubicBezTo>
                <a:cubicBezTo>
                  <a:pt x="1052155" y="47058"/>
                  <a:pt x="1050301" y="52986"/>
                  <a:pt x="1050301" y="60356"/>
                </a:cubicBezTo>
                <a:cubicBezTo>
                  <a:pt x="1050301" y="67864"/>
                  <a:pt x="1052144" y="74490"/>
                  <a:pt x="1055829" y="80235"/>
                </a:cubicBezTo>
                <a:cubicBezTo>
                  <a:pt x="1059514" y="85980"/>
                  <a:pt x="1064492" y="88852"/>
                  <a:pt x="1070764" y="88852"/>
                </a:cubicBezTo>
                <a:cubicBezTo>
                  <a:pt x="1075250" y="88852"/>
                  <a:pt x="1079278" y="87318"/>
                  <a:pt x="1082849" y="84251"/>
                </a:cubicBezTo>
                <a:cubicBezTo>
                  <a:pt x="1085366" y="82146"/>
                  <a:pt x="1087815" y="78323"/>
                  <a:pt x="1090196" y="72784"/>
                </a:cubicBezTo>
                <a:lnTo>
                  <a:pt x="1092187" y="73746"/>
                </a:lnTo>
                <a:close/>
                <a:moveTo>
                  <a:pt x="1111778" y="58502"/>
                </a:moveTo>
                <a:cubicBezTo>
                  <a:pt x="1111732" y="67819"/>
                  <a:pt x="1113998" y="75127"/>
                  <a:pt x="1118576" y="80426"/>
                </a:cubicBezTo>
                <a:cubicBezTo>
                  <a:pt x="1123154" y="85723"/>
                  <a:pt x="1128532" y="88371"/>
                  <a:pt x="1134712" y="88371"/>
                </a:cubicBezTo>
                <a:cubicBezTo>
                  <a:pt x="1138832" y="88371"/>
                  <a:pt x="1142414" y="87238"/>
                  <a:pt x="1145458" y="84972"/>
                </a:cubicBezTo>
                <a:cubicBezTo>
                  <a:pt x="1148503" y="82706"/>
                  <a:pt x="1151055" y="78827"/>
                  <a:pt x="1153115" y="73334"/>
                </a:cubicBezTo>
                <a:lnTo>
                  <a:pt x="1155243" y="74707"/>
                </a:lnTo>
                <a:cubicBezTo>
                  <a:pt x="1154282" y="80978"/>
                  <a:pt x="1151489" y="86689"/>
                  <a:pt x="1146866" y="91839"/>
                </a:cubicBezTo>
                <a:cubicBezTo>
                  <a:pt x="1142243" y="96989"/>
                  <a:pt x="1136452" y="99564"/>
                  <a:pt x="1129494" y="99564"/>
                </a:cubicBezTo>
                <a:cubicBezTo>
                  <a:pt x="1121941" y="99564"/>
                  <a:pt x="1115475" y="96629"/>
                  <a:pt x="1110096" y="90760"/>
                </a:cubicBezTo>
                <a:cubicBezTo>
                  <a:pt x="1104717" y="84889"/>
                  <a:pt x="1102028" y="76997"/>
                  <a:pt x="1102028" y="67083"/>
                </a:cubicBezTo>
                <a:cubicBezTo>
                  <a:pt x="1102028" y="56349"/>
                  <a:pt x="1104786" y="47978"/>
                  <a:pt x="1110302" y="41971"/>
                </a:cubicBezTo>
                <a:cubicBezTo>
                  <a:pt x="1115818" y="35963"/>
                  <a:pt x="1122742" y="32959"/>
                  <a:pt x="1131073" y="32959"/>
                </a:cubicBezTo>
                <a:cubicBezTo>
                  <a:pt x="1138123" y="32959"/>
                  <a:pt x="1143913" y="35276"/>
                  <a:pt x="1148445" y="39911"/>
                </a:cubicBezTo>
                <a:cubicBezTo>
                  <a:pt x="1152977" y="44545"/>
                  <a:pt x="1155243" y="50742"/>
                  <a:pt x="1155243" y="58502"/>
                </a:cubicBezTo>
                <a:lnTo>
                  <a:pt x="1111778" y="58502"/>
                </a:lnTo>
                <a:moveTo>
                  <a:pt x="1111778" y="54520"/>
                </a:moveTo>
                <a:lnTo>
                  <a:pt x="1140892" y="54520"/>
                </a:lnTo>
                <a:cubicBezTo>
                  <a:pt x="1140663" y="50491"/>
                  <a:pt x="1140183" y="47653"/>
                  <a:pt x="1139450" y="46005"/>
                </a:cubicBezTo>
                <a:cubicBezTo>
                  <a:pt x="1138306" y="43442"/>
                  <a:pt x="1136601" y="41428"/>
                  <a:pt x="1134335" y="39963"/>
                </a:cubicBezTo>
                <a:cubicBezTo>
                  <a:pt x="1132069" y="38498"/>
                  <a:pt x="1129700" y="37766"/>
                  <a:pt x="1127228" y="37766"/>
                </a:cubicBezTo>
                <a:cubicBezTo>
                  <a:pt x="1123428" y="37766"/>
                  <a:pt x="1120029" y="39242"/>
                  <a:pt x="1117031" y="42194"/>
                </a:cubicBezTo>
                <a:cubicBezTo>
                  <a:pt x="1114033" y="45147"/>
                  <a:pt x="1112282" y="49255"/>
                  <a:pt x="1111778" y="54520"/>
                </a:cubicBezTo>
                <a:close/>
                <a:moveTo>
                  <a:pt x="1204291" y="32959"/>
                </a:moveTo>
                <a:lnTo>
                  <a:pt x="1204291" y="54245"/>
                </a:lnTo>
                <a:lnTo>
                  <a:pt x="1202025" y="54245"/>
                </a:lnTo>
                <a:cubicBezTo>
                  <a:pt x="1200286" y="47569"/>
                  <a:pt x="1198054" y="43028"/>
                  <a:pt x="1195330" y="40622"/>
                </a:cubicBezTo>
                <a:cubicBezTo>
                  <a:pt x="1192607" y="38214"/>
                  <a:pt x="1189139" y="37010"/>
                  <a:pt x="1184928" y="37010"/>
                </a:cubicBezTo>
                <a:cubicBezTo>
                  <a:pt x="1181723" y="37010"/>
                  <a:pt x="1179137" y="37856"/>
                  <a:pt x="1177169" y="39549"/>
                </a:cubicBezTo>
                <a:cubicBezTo>
                  <a:pt x="1175200" y="41240"/>
                  <a:pt x="1174216" y="43114"/>
                  <a:pt x="1174216" y="45173"/>
                </a:cubicBezTo>
                <a:cubicBezTo>
                  <a:pt x="1174216" y="47733"/>
                  <a:pt x="1174948" y="49928"/>
                  <a:pt x="1176413" y="51756"/>
                </a:cubicBezTo>
                <a:cubicBezTo>
                  <a:pt x="1177832" y="53631"/>
                  <a:pt x="1180716" y="55620"/>
                  <a:pt x="1185065" y="57723"/>
                </a:cubicBezTo>
                <a:lnTo>
                  <a:pt x="1195090" y="62594"/>
                </a:lnTo>
                <a:cubicBezTo>
                  <a:pt x="1204383" y="67120"/>
                  <a:pt x="1209029" y="73088"/>
                  <a:pt x="1209029" y="80496"/>
                </a:cubicBezTo>
                <a:cubicBezTo>
                  <a:pt x="1209029" y="86211"/>
                  <a:pt x="1206866" y="90818"/>
                  <a:pt x="1202540" y="94317"/>
                </a:cubicBezTo>
                <a:cubicBezTo>
                  <a:pt x="1198214" y="97815"/>
                  <a:pt x="1193374" y="99564"/>
                  <a:pt x="1188018" y="99564"/>
                </a:cubicBezTo>
                <a:cubicBezTo>
                  <a:pt x="1184172" y="99564"/>
                  <a:pt x="1179778" y="98877"/>
                  <a:pt x="1174834" y="97504"/>
                </a:cubicBezTo>
                <a:cubicBezTo>
                  <a:pt x="1173323" y="97046"/>
                  <a:pt x="1172087" y="96817"/>
                  <a:pt x="1171126" y="96817"/>
                </a:cubicBezTo>
                <a:cubicBezTo>
                  <a:pt x="1170073" y="96817"/>
                  <a:pt x="1169249" y="97412"/>
                  <a:pt x="1168654" y="98602"/>
                </a:cubicBezTo>
                <a:lnTo>
                  <a:pt x="1166388" y="98602"/>
                </a:lnTo>
                <a:lnTo>
                  <a:pt x="1166388" y="76080"/>
                </a:lnTo>
                <a:lnTo>
                  <a:pt x="1168654" y="76080"/>
                </a:lnTo>
                <a:cubicBezTo>
                  <a:pt x="1169936" y="82512"/>
                  <a:pt x="1172385" y="87359"/>
                  <a:pt x="1176001" y="90620"/>
                </a:cubicBezTo>
                <a:cubicBezTo>
                  <a:pt x="1179618" y="93882"/>
                  <a:pt x="1183669" y="95512"/>
                  <a:pt x="1188155" y="95512"/>
                </a:cubicBezTo>
                <a:cubicBezTo>
                  <a:pt x="1191314" y="95512"/>
                  <a:pt x="1193889" y="94587"/>
                  <a:pt x="1195880" y="92736"/>
                </a:cubicBezTo>
                <a:cubicBezTo>
                  <a:pt x="1197871" y="90883"/>
                  <a:pt x="1198867" y="88654"/>
                  <a:pt x="1198867" y="86047"/>
                </a:cubicBezTo>
                <a:cubicBezTo>
                  <a:pt x="1198867" y="82892"/>
                  <a:pt x="1197757" y="80240"/>
                  <a:pt x="1195536" y="78091"/>
                </a:cubicBezTo>
                <a:cubicBezTo>
                  <a:pt x="1193316" y="75942"/>
                  <a:pt x="1188887" y="73222"/>
                  <a:pt x="1182250" y="69931"/>
                </a:cubicBezTo>
                <a:cubicBezTo>
                  <a:pt x="1175612" y="66638"/>
                  <a:pt x="1171263" y="63665"/>
                  <a:pt x="1169203" y="61013"/>
                </a:cubicBezTo>
                <a:cubicBezTo>
                  <a:pt x="1167144" y="58406"/>
                  <a:pt x="1166114" y="55114"/>
                  <a:pt x="1166114" y="51136"/>
                </a:cubicBezTo>
                <a:cubicBezTo>
                  <a:pt x="1166114" y="45969"/>
                  <a:pt x="1167887" y="41648"/>
                  <a:pt x="1171435" y="38173"/>
                </a:cubicBezTo>
                <a:cubicBezTo>
                  <a:pt x="1174983" y="34697"/>
                  <a:pt x="1179572" y="32959"/>
                  <a:pt x="1185202" y="32959"/>
                </a:cubicBezTo>
                <a:cubicBezTo>
                  <a:pt x="1187674" y="32959"/>
                  <a:pt x="1190673" y="33485"/>
                  <a:pt x="1194198" y="34538"/>
                </a:cubicBezTo>
                <a:cubicBezTo>
                  <a:pt x="1196532" y="35225"/>
                  <a:pt x="1198089" y="35568"/>
                  <a:pt x="1198867" y="35568"/>
                </a:cubicBezTo>
                <a:cubicBezTo>
                  <a:pt x="1199599" y="35568"/>
                  <a:pt x="1200171" y="35408"/>
                  <a:pt x="1200583" y="35088"/>
                </a:cubicBezTo>
                <a:cubicBezTo>
                  <a:pt x="1200995" y="34767"/>
                  <a:pt x="1201476" y="34058"/>
                  <a:pt x="1202025" y="32959"/>
                </a:cubicBezTo>
                <a:lnTo>
                  <a:pt x="1204291" y="32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minimizingQEF">
            <a:extLst xmlns:a="http://schemas.openxmlformats.org/drawingml/2006/main">
              <a:ext uri="{FF2B5EF4-FFF2-40B4-BE49-F238E27FC236}">
                <a16:creationId xmlns:a16="http://schemas.microsoft.com/office/drawing/2014/main" id="{5F6B1D11-F86B-4F71-A52F-3C95F16E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842" y="1613178"/>
            <a:ext cx="945968" cy="127991"/>
          </a:xfrm>
          <a:custGeom xmlns:a="http://schemas.openxmlformats.org/drawingml/2006/main">
            <a:pathLst>
              <a:path w="945968" h="127991">
                <a:moveTo>
                  <a:pt x="21904" y="46349"/>
                </a:moveTo>
                <a:cubicBezTo>
                  <a:pt x="26482" y="41771"/>
                  <a:pt x="29183" y="39139"/>
                  <a:pt x="30007" y="38452"/>
                </a:cubicBezTo>
                <a:cubicBezTo>
                  <a:pt x="32067" y="36713"/>
                  <a:pt x="34287" y="35362"/>
                  <a:pt x="36667" y="34401"/>
                </a:cubicBezTo>
                <a:cubicBezTo>
                  <a:pt x="39048" y="33440"/>
                  <a:pt x="41405" y="32959"/>
                  <a:pt x="43740" y="32959"/>
                </a:cubicBezTo>
                <a:cubicBezTo>
                  <a:pt x="47676" y="32959"/>
                  <a:pt x="51064" y="34103"/>
                  <a:pt x="53902" y="36392"/>
                </a:cubicBezTo>
                <a:cubicBezTo>
                  <a:pt x="56740" y="38681"/>
                  <a:pt x="58640" y="42000"/>
                  <a:pt x="59601" y="46349"/>
                </a:cubicBezTo>
                <a:cubicBezTo>
                  <a:pt x="64316" y="40855"/>
                  <a:pt x="68299" y="37251"/>
                  <a:pt x="71549" y="35534"/>
                </a:cubicBezTo>
                <a:cubicBezTo>
                  <a:pt x="74799" y="33817"/>
                  <a:pt x="78141" y="32959"/>
                  <a:pt x="81574" y="32959"/>
                </a:cubicBezTo>
                <a:cubicBezTo>
                  <a:pt x="84916" y="32959"/>
                  <a:pt x="87880" y="33816"/>
                  <a:pt x="90466" y="35530"/>
                </a:cubicBezTo>
                <a:cubicBezTo>
                  <a:pt x="93053" y="37242"/>
                  <a:pt x="95101" y="40039"/>
                  <a:pt x="96612" y="43922"/>
                </a:cubicBezTo>
                <a:cubicBezTo>
                  <a:pt x="97619" y="46571"/>
                  <a:pt x="98122" y="50727"/>
                  <a:pt x="98122" y="56391"/>
                </a:cubicBezTo>
                <a:lnTo>
                  <a:pt x="98122" y="83385"/>
                </a:lnTo>
                <a:cubicBezTo>
                  <a:pt x="98122" y="87313"/>
                  <a:pt x="98420" y="90008"/>
                  <a:pt x="99015" y="91470"/>
                </a:cubicBezTo>
                <a:cubicBezTo>
                  <a:pt x="99473" y="92474"/>
                  <a:pt x="100320" y="93330"/>
                  <a:pt x="101556" y="94038"/>
                </a:cubicBezTo>
                <a:cubicBezTo>
                  <a:pt x="102792" y="94746"/>
                  <a:pt x="104806" y="95100"/>
                  <a:pt x="107598" y="95100"/>
                </a:cubicBezTo>
                <a:lnTo>
                  <a:pt x="107598" y="97641"/>
                </a:lnTo>
                <a:lnTo>
                  <a:pt x="76561" y="97641"/>
                </a:lnTo>
                <a:lnTo>
                  <a:pt x="76561" y="95100"/>
                </a:lnTo>
                <a:lnTo>
                  <a:pt x="77866" y="95100"/>
                </a:lnTo>
                <a:cubicBezTo>
                  <a:pt x="80567" y="95100"/>
                  <a:pt x="82673" y="94577"/>
                  <a:pt x="84183" y="93530"/>
                </a:cubicBezTo>
                <a:cubicBezTo>
                  <a:pt x="85236" y="92800"/>
                  <a:pt x="85991" y="91639"/>
                  <a:pt x="86449" y="90045"/>
                </a:cubicBezTo>
                <a:cubicBezTo>
                  <a:pt x="86632" y="89271"/>
                  <a:pt x="86724" y="87062"/>
                  <a:pt x="86724" y="83419"/>
                </a:cubicBezTo>
                <a:lnTo>
                  <a:pt x="86724" y="56502"/>
                </a:lnTo>
                <a:cubicBezTo>
                  <a:pt x="86724" y="51401"/>
                  <a:pt x="86106" y="47803"/>
                  <a:pt x="84870" y="45709"/>
                </a:cubicBezTo>
                <a:cubicBezTo>
                  <a:pt x="83085" y="42794"/>
                  <a:pt x="80224" y="41336"/>
                  <a:pt x="76287" y="41336"/>
                </a:cubicBezTo>
                <a:cubicBezTo>
                  <a:pt x="73861" y="41336"/>
                  <a:pt x="71423" y="41940"/>
                  <a:pt x="68974" y="43147"/>
                </a:cubicBezTo>
                <a:cubicBezTo>
                  <a:pt x="66525" y="44353"/>
                  <a:pt x="63561" y="46596"/>
                  <a:pt x="60082" y="49876"/>
                </a:cubicBezTo>
                <a:lnTo>
                  <a:pt x="59945" y="50627"/>
                </a:lnTo>
                <a:lnTo>
                  <a:pt x="60082" y="53565"/>
                </a:lnTo>
                <a:lnTo>
                  <a:pt x="60082" y="83419"/>
                </a:lnTo>
                <a:cubicBezTo>
                  <a:pt x="60082" y="87700"/>
                  <a:pt x="60322" y="90365"/>
                  <a:pt x="60803" y="91412"/>
                </a:cubicBezTo>
                <a:cubicBezTo>
                  <a:pt x="61284" y="92459"/>
                  <a:pt x="62188" y="93336"/>
                  <a:pt x="63515" y="94043"/>
                </a:cubicBezTo>
                <a:cubicBezTo>
                  <a:pt x="64843" y="94748"/>
                  <a:pt x="67109" y="95100"/>
                  <a:pt x="70313" y="95100"/>
                </a:cubicBezTo>
                <a:lnTo>
                  <a:pt x="70313" y="97641"/>
                </a:lnTo>
                <a:lnTo>
                  <a:pt x="38521" y="97641"/>
                </a:lnTo>
                <a:lnTo>
                  <a:pt x="38521" y="95100"/>
                </a:lnTo>
                <a:cubicBezTo>
                  <a:pt x="42000" y="95100"/>
                  <a:pt x="44392" y="94691"/>
                  <a:pt x="45697" y="93871"/>
                </a:cubicBezTo>
                <a:cubicBezTo>
                  <a:pt x="47001" y="93051"/>
                  <a:pt x="47905" y="91822"/>
                  <a:pt x="48409" y="90182"/>
                </a:cubicBezTo>
                <a:cubicBezTo>
                  <a:pt x="48638" y="89407"/>
                  <a:pt x="48752" y="87153"/>
                  <a:pt x="48752" y="83419"/>
                </a:cubicBezTo>
                <a:lnTo>
                  <a:pt x="48752" y="56502"/>
                </a:lnTo>
                <a:cubicBezTo>
                  <a:pt x="48752" y="51401"/>
                  <a:pt x="47997" y="47735"/>
                  <a:pt x="46486" y="45503"/>
                </a:cubicBezTo>
                <a:cubicBezTo>
                  <a:pt x="44472" y="42588"/>
                  <a:pt x="41657" y="41130"/>
                  <a:pt x="38040" y="41130"/>
                </a:cubicBezTo>
                <a:cubicBezTo>
                  <a:pt x="35568" y="41130"/>
                  <a:pt x="33119" y="41790"/>
                  <a:pt x="30693" y="43111"/>
                </a:cubicBezTo>
                <a:cubicBezTo>
                  <a:pt x="26894" y="45115"/>
                  <a:pt x="23964" y="47369"/>
                  <a:pt x="21904" y="49874"/>
                </a:cubicBezTo>
                <a:lnTo>
                  <a:pt x="21904" y="83419"/>
                </a:lnTo>
                <a:cubicBezTo>
                  <a:pt x="21904" y="87517"/>
                  <a:pt x="22190" y="90182"/>
                  <a:pt x="22762" y="91412"/>
                </a:cubicBezTo>
                <a:cubicBezTo>
                  <a:pt x="23335" y="92641"/>
                  <a:pt x="24182" y="93563"/>
                  <a:pt x="25303" y="94178"/>
                </a:cubicBezTo>
                <a:cubicBezTo>
                  <a:pt x="26425" y="94793"/>
                  <a:pt x="28702" y="95100"/>
                  <a:pt x="32135" y="95100"/>
                </a:cubicBezTo>
                <a:lnTo>
                  <a:pt x="32135" y="97641"/>
                </a:lnTo>
                <a:lnTo>
                  <a:pt x="1030" y="97641"/>
                </a:lnTo>
                <a:lnTo>
                  <a:pt x="1030" y="95100"/>
                </a:lnTo>
                <a:cubicBezTo>
                  <a:pt x="3914" y="95100"/>
                  <a:pt x="5928" y="94792"/>
                  <a:pt x="7072" y="94176"/>
                </a:cubicBezTo>
                <a:cubicBezTo>
                  <a:pt x="8217" y="93559"/>
                  <a:pt x="9087" y="92577"/>
                  <a:pt x="9682" y="91229"/>
                </a:cubicBezTo>
                <a:cubicBezTo>
                  <a:pt x="10277" y="89882"/>
                  <a:pt x="10574" y="87267"/>
                  <a:pt x="10574" y="83385"/>
                </a:cubicBezTo>
                <a:lnTo>
                  <a:pt x="10574" y="59406"/>
                </a:lnTo>
                <a:cubicBezTo>
                  <a:pt x="10574" y="52508"/>
                  <a:pt x="10368" y="48054"/>
                  <a:pt x="9956" y="46046"/>
                </a:cubicBezTo>
                <a:cubicBezTo>
                  <a:pt x="9636" y="44538"/>
                  <a:pt x="9132" y="43499"/>
                  <a:pt x="8446" y="42928"/>
                </a:cubicBezTo>
                <a:cubicBezTo>
                  <a:pt x="7759" y="42357"/>
                  <a:pt x="6821" y="42072"/>
                  <a:pt x="5631" y="42072"/>
                </a:cubicBezTo>
                <a:cubicBezTo>
                  <a:pt x="4349" y="42072"/>
                  <a:pt x="2815" y="42415"/>
                  <a:pt x="1030" y="43100"/>
                </a:cubicBezTo>
                <a:lnTo>
                  <a:pt x="0" y="40632"/>
                </a:lnTo>
                <a:lnTo>
                  <a:pt x="18952" y="32959"/>
                </a:lnTo>
                <a:lnTo>
                  <a:pt x="21904" y="32959"/>
                </a:lnTo>
                <a:lnTo>
                  <a:pt x="21904" y="46349"/>
                </a:lnTo>
                <a:close/>
                <a:moveTo>
                  <a:pt x="128633" y="0"/>
                </a:moveTo>
                <a:cubicBezTo>
                  <a:pt x="130556" y="0"/>
                  <a:pt x="132192" y="679"/>
                  <a:pt x="133543" y="2036"/>
                </a:cubicBezTo>
                <a:cubicBezTo>
                  <a:pt x="134893" y="3392"/>
                  <a:pt x="135568" y="5037"/>
                  <a:pt x="135568" y="6969"/>
                </a:cubicBezTo>
                <a:cubicBezTo>
                  <a:pt x="135568" y="8902"/>
                  <a:pt x="134893" y="10559"/>
                  <a:pt x="133543" y="11939"/>
                </a:cubicBezTo>
                <a:cubicBezTo>
                  <a:pt x="132192" y="13318"/>
                  <a:pt x="130556" y="14008"/>
                  <a:pt x="128633" y="14008"/>
                </a:cubicBezTo>
                <a:cubicBezTo>
                  <a:pt x="126710" y="14008"/>
                  <a:pt x="125062" y="13318"/>
                  <a:pt x="123689" y="11939"/>
                </a:cubicBezTo>
                <a:cubicBezTo>
                  <a:pt x="122316" y="10559"/>
                  <a:pt x="121629" y="8902"/>
                  <a:pt x="121629" y="6969"/>
                </a:cubicBezTo>
                <a:cubicBezTo>
                  <a:pt x="121629" y="5037"/>
                  <a:pt x="122304" y="3392"/>
                  <a:pt x="123655" y="2036"/>
                </a:cubicBezTo>
                <a:cubicBezTo>
                  <a:pt x="125005" y="679"/>
                  <a:pt x="126665" y="0"/>
                  <a:pt x="128633" y="0"/>
                </a:cubicBezTo>
                <a:moveTo>
                  <a:pt x="134332" y="32959"/>
                </a:moveTo>
                <a:lnTo>
                  <a:pt x="134332" y="83385"/>
                </a:lnTo>
                <a:cubicBezTo>
                  <a:pt x="134332" y="87313"/>
                  <a:pt x="134618" y="89928"/>
                  <a:pt x="135191" y="91229"/>
                </a:cubicBezTo>
                <a:cubicBezTo>
                  <a:pt x="135763" y="92531"/>
                  <a:pt x="136610" y="93502"/>
                  <a:pt x="137731" y="94141"/>
                </a:cubicBezTo>
                <a:cubicBezTo>
                  <a:pt x="138853" y="94781"/>
                  <a:pt x="140901" y="95100"/>
                  <a:pt x="143877" y="95100"/>
                </a:cubicBezTo>
                <a:lnTo>
                  <a:pt x="143877" y="97641"/>
                </a:lnTo>
                <a:lnTo>
                  <a:pt x="113321" y="97641"/>
                </a:lnTo>
                <a:lnTo>
                  <a:pt x="113321" y="95100"/>
                </a:lnTo>
                <a:cubicBezTo>
                  <a:pt x="116388" y="95100"/>
                  <a:pt x="118448" y="94804"/>
                  <a:pt x="119501" y="94210"/>
                </a:cubicBezTo>
                <a:cubicBezTo>
                  <a:pt x="120553" y="93616"/>
                  <a:pt x="121389" y="92634"/>
                  <a:pt x="122007" y="91264"/>
                </a:cubicBezTo>
                <a:cubicBezTo>
                  <a:pt x="122625" y="89893"/>
                  <a:pt x="122934" y="87267"/>
                  <a:pt x="122934" y="83385"/>
                </a:cubicBezTo>
                <a:lnTo>
                  <a:pt x="122934" y="59200"/>
                </a:lnTo>
                <a:cubicBezTo>
                  <a:pt x="122934" y="52393"/>
                  <a:pt x="122728" y="47986"/>
                  <a:pt x="122316" y="45977"/>
                </a:cubicBezTo>
                <a:cubicBezTo>
                  <a:pt x="121995" y="44515"/>
                  <a:pt x="121492" y="43499"/>
                  <a:pt x="120805" y="42928"/>
                </a:cubicBezTo>
                <a:cubicBezTo>
                  <a:pt x="120119" y="42357"/>
                  <a:pt x="119180" y="42072"/>
                  <a:pt x="117990" y="42072"/>
                </a:cubicBezTo>
                <a:cubicBezTo>
                  <a:pt x="116708" y="42072"/>
                  <a:pt x="115152" y="42415"/>
                  <a:pt x="113321" y="43100"/>
                </a:cubicBezTo>
                <a:lnTo>
                  <a:pt x="112359" y="40632"/>
                </a:lnTo>
                <a:lnTo>
                  <a:pt x="131311" y="32959"/>
                </a:lnTo>
                <a:lnTo>
                  <a:pt x="134332" y="32959"/>
                </a:lnTo>
                <a:close/>
                <a:moveTo>
                  <a:pt x="170062" y="46280"/>
                </a:moveTo>
                <a:cubicBezTo>
                  <a:pt x="177432" y="37399"/>
                  <a:pt x="184458" y="32959"/>
                  <a:pt x="191142" y="32959"/>
                </a:cubicBezTo>
                <a:cubicBezTo>
                  <a:pt x="194575" y="32959"/>
                  <a:pt x="197528" y="33816"/>
                  <a:pt x="200000" y="35530"/>
                </a:cubicBezTo>
                <a:cubicBezTo>
                  <a:pt x="202472" y="37242"/>
                  <a:pt x="204440" y="40062"/>
                  <a:pt x="205905" y="43990"/>
                </a:cubicBezTo>
                <a:cubicBezTo>
                  <a:pt x="206912" y="46730"/>
                  <a:pt x="207415" y="50932"/>
                  <a:pt x="207415" y="56597"/>
                </a:cubicBezTo>
                <a:lnTo>
                  <a:pt x="207415" y="83385"/>
                </a:lnTo>
                <a:cubicBezTo>
                  <a:pt x="207415" y="87359"/>
                  <a:pt x="207736" y="90054"/>
                  <a:pt x="208377" y="91470"/>
                </a:cubicBezTo>
                <a:cubicBezTo>
                  <a:pt x="208880" y="92611"/>
                  <a:pt x="209693" y="93502"/>
                  <a:pt x="210814" y="94141"/>
                </a:cubicBezTo>
                <a:cubicBezTo>
                  <a:pt x="211936" y="94781"/>
                  <a:pt x="214007" y="95100"/>
                  <a:pt x="217029" y="95100"/>
                </a:cubicBezTo>
                <a:lnTo>
                  <a:pt x="217029" y="97641"/>
                </a:lnTo>
                <a:lnTo>
                  <a:pt x="185923" y="97641"/>
                </a:lnTo>
                <a:lnTo>
                  <a:pt x="185923" y="95100"/>
                </a:lnTo>
                <a:lnTo>
                  <a:pt x="187228" y="95100"/>
                </a:lnTo>
                <a:cubicBezTo>
                  <a:pt x="190158" y="95100"/>
                  <a:pt x="192206" y="94656"/>
                  <a:pt x="193373" y="93768"/>
                </a:cubicBezTo>
                <a:cubicBezTo>
                  <a:pt x="194541" y="92880"/>
                  <a:pt x="195353" y="91571"/>
                  <a:pt x="195811" y="89841"/>
                </a:cubicBezTo>
                <a:cubicBezTo>
                  <a:pt x="195994" y="89157"/>
                  <a:pt x="196086" y="87017"/>
                  <a:pt x="196086" y="83419"/>
                </a:cubicBezTo>
                <a:lnTo>
                  <a:pt x="196086" y="57801"/>
                </a:lnTo>
                <a:cubicBezTo>
                  <a:pt x="196086" y="52109"/>
                  <a:pt x="195342" y="47976"/>
                  <a:pt x="193854" y="45402"/>
                </a:cubicBezTo>
                <a:cubicBezTo>
                  <a:pt x="192366" y="42829"/>
                  <a:pt x="189860" y="41542"/>
                  <a:pt x="186335" y="41542"/>
                </a:cubicBezTo>
                <a:cubicBezTo>
                  <a:pt x="180888" y="41542"/>
                  <a:pt x="175463" y="44503"/>
                  <a:pt x="170062" y="50423"/>
                </a:cubicBezTo>
                <a:lnTo>
                  <a:pt x="170062" y="83419"/>
                </a:lnTo>
                <a:cubicBezTo>
                  <a:pt x="170062" y="87655"/>
                  <a:pt x="170313" y="90273"/>
                  <a:pt x="170817" y="91275"/>
                </a:cubicBezTo>
                <a:cubicBezTo>
                  <a:pt x="171458" y="92595"/>
                  <a:pt x="172339" y="93563"/>
                  <a:pt x="173461" y="94178"/>
                </a:cubicBezTo>
                <a:cubicBezTo>
                  <a:pt x="174582" y="94793"/>
                  <a:pt x="176859" y="95100"/>
                  <a:pt x="180293" y="95100"/>
                </a:cubicBezTo>
                <a:lnTo>
                  <a:pt x="180293" y="97641"/>
                </a:lnTo>
                <a:lnTo>
                  <a:pt x="149187" y="97641"/>
                </a:lnTo>
                <a:lnTo>
                  <a:pt x="149187" y="95100"/>
                </a:lnTo>
                <a:lnTo>
                  <a:pt x="150561" y="95100"/>
                </a:lnTo>
                <a:cubicBezTo>
                  <a:pt x="153765" y="95100"/>
                  <a:pt x="155928" y="94290"/>
                  <a:pt x="157050" y="92669"/>
                </a:cubicBezTo>
                <a:cubicBezTo>
                  <a:pt x="158171" y="91047"/>
                  <a:pt x="158732" y="87952"/>
                  <a:pt x="158732" y="83385"/>
                </a:cubicBezTo>
                <a:lnTo>
                  <a:pt x="158732" y="60090"/>
                </a:lnTo>
                <a:cubicBezTo>
                  <a:pt x="158732" y="52554"/>
                  <a:pt x="158560" y="47964"/>
                  <a:pt x="158217" y="46321"/>
                </a:cubicBezTo>
                <a:cubicBezTo>
                  <a:pt x="157874" y="44676"/>
                  <a:pt x="157347" y="43556"/>
                  <a:pt x="156638" y="42963"/>
                </a:cubicBezTo>
                <a:cubicBezTo>
                  <a:pt x="155928" y="42369"/>
                  <a:pt x="154978" y="42072"/>
                  <a:pt x="153788" y="42072"/>
                </a:cubicBezTo>
                <a:cubicBezTo>
                  <a:pt x="152506" y="42072"/>
                  <a:pt x="150973" y="42415"/>
                  <a:pt x="149187" y="43100"/>
                </a:cubicBezTo>
                <a:lnTo>
                  <a:pt x="148158" y="40632"/>
                </a:lnTo>
                <a:lnTo>
                  <a:pt x="167109" y="32959"/>
                </a:lnTo>
                <a:lnTo>
                  <a:pt x="170062" y="32959"/>
                </a:lnTo>
                <a:lnTo>
                  <a:pt x="170062" y="46280"/>
                </a:lnTo>
                <a:close/>
                <a:moveTo>
                  <a:pt x="238040" y="0"/>
                </a:moveTo>
                <a:cubicBezTo>
                  <a:pt x="239963" y="0"/>
                  <a:pt x="241599" y="679"/>
                  <a:pt x="242950" y="2036"/>
                </a:cubicBezTo>
                <a:cubicBezTo>
                  <a:pt x="244300" y="3392"/>
                  <a:pt x="244975" y="5037"/>
                  <a:pt x="244975" y="6969"/>
                </a:cubicBezTo>
                <a:cubicBezTo>
                  <a:pt x="244975" y="8902"/>
                  <a:pt x="244300" y="10559"/>
                  <a:pt x="242950" y="11939"/>
                </a:cubicBezTo>
                <a:cubicBezTo>
                  <a:pt x="241599" y="13318"/>
                  <a:pt x="239963" y="14008"/>
                  <a:pt x="238040" y="14008"/>
                </a:cubicBezTo>
                <a:cubicBezTo>
                  <a:pt x="236117" y="14008"/>
                  <a:pt x="234469" y="13318"/>
                  <a:pt x="233096" y="11939"/>
                </a:cubicBezTo>
                <a:cubicBezTo>
                  <a:pt x="231723" y="10559"/>
                  <a:pt x="231036" y="8902"/>
                  <a:pt x="231036" y="6969"/>
                </a:cubicBezTo>
                <a:cubicBezTo>
                  <a:pt x="231036" y="5037"/>
                  <a:pt x="231711" y="3392"/>
                  <a:pt x="233062" y="2036"/>
                </a:cubicBezTo>
                <a:cubicBezTo>
                  <a:pt x="234412" y="679"/>
                  <a:pt x="236072" y="0"/>
                  <a:pt x="238040" y="0"/>
                </a:cubicBezTo>
                <a:moveTo>
                  <a:pt x="243739" y="32959"/>
                </a:moveTo>
                <a:lnTo>
                  <a:pt x="243739" y="83385"/>
                </a:lnTo>
                <a:cubicBezTo>
                  <a:pt x="243739" y="87313"/>
                  <a:pt x="244025" y="89928"/>
                  <a:pt x="244598" y="91229"/>
                </a:cubicBezTo>
                <a:cubicBezTo>
                  <a:pt x="245170" y="92531"/>
                  <a:pt x="246017" y="93502"/>
                  <a:pt x="247138" y="94141"/>
                </a:cubicBezTo>
                <a:cubicBezTo>
                  <a:pt x="248260" y="94781"/>
                  <a:pt x="250308" y="95100"/>
                  <a:pt x="253284" y="95100"/>
                </a:cubicBezTo>
                <a:lnTo>
                  <a:pt x="253284" y="97641"/>
                </a:lnTo>
                <a:lnTo>
                  <a:pt x="222728" y="97641"/>
                </a:lnTo>
                <a:lnTo>
                  <a:pt x="222728" y="95100"/>
                </a:lnTo>
                <a:cubicBezTo>
                  <a:pt x="225795" y="95100"/>
                  <a:pt x="227855" y="94804"/>
                  <a:pt x="228908" y="94210"/>
                </a:cubicBezTo>
                <a:cubicBezTo>
                  <a:pt x="229960" y="93616"/>
                  <a:pt x="230796" y="92634"/>
                  <a:pt x="231414" y="91264"/>
                </a:cubicBezTo>
                <a:cubicBezTo>
                  <a:pt x="232032" y="89893"/>
                  <a:pt x="232341" y="87267"/>
                  <a:pt x="232341" y="83385"/>
                </a:cubicBezTo>
                <a:lnTo>
                  <a:pt x="232341" y="59200"/>
                </a:lnTo>
                <a:cubicBezTo>
                  <a:pt x="232341" y="52393"/>
                  <a:pt x="232135" y="47986"/>
                  <a:pt x="231723" y="45977"/>
                </a:cubicBezTo>
                <a:cubicBezTo>
                  <a:pt x="231402" y="44515"/>
                  <a:pt x="230899" y="43499"/>
                  <a:pt x="230212" y="42928"/>
                </a:cubicBezTo>
                <a:cubicBezTo>
                  <a:pt x="229526" y="42357"/>
                  <a:pt x="228587" y="42072"/>
                  <a:pt x="227397" y="42072"/>
                </a:cubicBezTo>
                <a:cubicBezTo>
                  <a:pt x="226115" y="42072"/>
                  <a:pt x="224559" y="42415"/>
                  <a:pt x="222728" y="43100"/>
                </a:cubicBezTo>
                <a:lnTo>
                  <a:pt x="221766" y="40632"/>
                </a:lnTo>
                <a:lnTo>
                  <a:pt x="240718" y="32959"/>
                </a:lnTo>
                <a:lnTo>
                  <a:pt x="243739" y="32959"/>
                </a:lnTo>
                <a:close/>
                <a:moveTo>
                  <a:pt x="279812" y="46349"/>
                </a:moveTo>
                <a:cubicBezTo>
                  <a:pt x="284389" y="41771"/>
                  <a:pt x="287090" y="39139"/>
                  <a:pt x="287914" y="38452"/>
                </a:cubicBezTo>
                <a:cubicBezTo>
                  <a:pt x="289974" y="36713"/>
                  <a:pt x="292194" y="35362"/>
                  <a:pt x="294575" y="34401"/>
                </a:cubicBezTo>
                <a:cubicBezTo>
                  <a:pt x="296955" y="33440"/>
                  <a:pt x="299313" y="32959"/>
                  <a:pt x="301647" y="32959"/>
                </a:cubicBezTo>
                <a:cubicBezTo>
                  <a:pt x="305584" y="32959"/>
                  <a:pt x="308972" y="34103"/>
                  <a:pt x="311810" y="36392"/>
                </a:cubicBezTo>
                <a:cubicBezTo>
                  <a:pt x="314648" y="38681"/>
                  <a:pt x="316548" y="42000"/>
                  <a:pt x="317509" y="46349"/>
                </a:cubicBezTo>
                <a:cubicBezTo>
                  <a:pt x="322224" y="40855"/>
                  <a:pt x="326206" y="37251"/>
                  <a:pt x="329457" y="35534"/>
                </a:cubicBezTo>
                <a:cubicBezTo>
                  <a:pt x="332707" y="33817"/>
                  <a:pt x="336048" y="32959"/>
                  <a:pt x="339482" y="32959"/>
                </a:cubicBezTo>
                <a:cubicBezTo>
                  <a:pt x="342823" y="32959"/>
                  <a:pt x="345787" y="33816"/>
                  <a:pt x="348374" y="35530"/>
                </a:cubicBezTo>
                <a:cubicBezTo>
                  <a:pt x="350960" y="37242"/>
                  <a:pt x="353009" y="40039"/>
                  <a:pt x="354519" y="43922"/>
                </a:cubicBezTo>
                <a:cubicBezTo>
                  <a:pt x="355526" y="46571"/>
                  <a:pt x="356030" y="50727"/>
                  <a:pt x="356030" y="56391"/>
                </a:cubicBezTo>
                <a:lnTo>
                  <a:pt x="356030" y="83385"/>
                </a:lnTo>
                <a:cubicBezTo>
                  <a:pt x="356030" y="87313"/>
                  <a:pt x="356328" y="90008"/>
                  <a:pt x="356923" y="91470"/>
                </a:cubicBezTo>
                <a:cubicBezTo>
                  <a:pt x="357380" y="92474"/>
                  <a:pt x="358227" y="93330"/>
                  <a:pt x="359463" y="94038"/>
                </a:cubicBezTo>
                <a:cubicBezTo>
                  <a:pt x="360699" y="94746"/>
                  <a:pt x="362713" y="95100"/>
                  <a:pt x="365506" y="95100"/>
                </a:cubicBezTo>
                <a:lnTo>
                  <a:pt x="365506" y="97641"/>
                </a:lnTo>
                <a:lnTo>
                  <a:pt x="334469" y="97641"/>
                </a:lnTo>
                <a:lnTo>
                  <a:pt x="334469" y="95100"/>
                </a:lnTo>
                <a:lnTo>
                  <a:pt x="335774" y="95100"/>
                </a:lnTo>
                <a:cubicBezTo>
                  <a:pt x="338475" y="95100"/>
                  <a:pt x="340580" y="94577"/>
                  <a:pt x="342091" y="93530"/>
                </a:cubicBezTo>
                <a:cubicBezTo>
                  <a:pt x="343144" y="92800"/>
                  <a:pt x="343899" y="91639"/>
                  <a:pt x="344357" y="90045"/>
                </a:cubicBezTo>
                <a:cubicBezTo>
                  <a:pt x="344540" y="89271"/>
                  <a:pt x="344632" y="87062"/>
                  <a:pt x="344632" y="83419"/>
                </a:cubicBezTo>
                <a:lnTo>
                  <a:pt x="344632" y="56502"/>
                </a:lnTo>
                <a:cubicBezTo>
                  <a:pt x="344632" y="51401"/>
                  <a:pt x="344014" y="47803"/>
                  <a:pt x="342778" y="45709"/>
                </a:cubicBezTo>
                <a:cubicBezTo>
                  <a:pt x="340992" y="42794"/>
                  <a:pt x="338131" y="41336"/>
                  <a:pt x="334194" y="41336"/>
                </a:cubicBezTo>
                <a:cubicBezTo>
                  <a:pt x="331768" y="41336"/>
                  <a:pt x="329331" y="41940"/>
                  <a:pt x="326882" y="43147"/>
                </a:cubicBezTo>
                <a:cubicBezTo>
                  <a:pt x="324433" y="44353"/>
                  <a:pt x="321469" y="46596"/>
                  <a:pt x="317990" y="49876"/>
                </a:cubicBezTo>
                <a:lnTo>
                  <a:pt x="317852" y="50627"/>
                </a:lnTo>
                <a:lnTo>
                  <a:pt x="317990" y="53565"/>
                </a:lnTo>
                <a:lnTo>
                  <a:pt x="317990" y="83419"/>
                </a:lnTo>
                <a:cubicBezTo>
                  <a:pt x="317990" y="87700"/>
                  <a:pt x="318230" y="90365"/>
                  <a:pt x="318711" y="91412"/>
                </a:cubicBezTo>
                <a:cubicBezTo>
                  <a:pt x="319191" y="92459"/>
                  <a:pt x="320095" y="93336"/>
                  <a:pt x="321423" y="94043"/>
                </a:cubicBezTo>
                <a:cubicBezTo>
                  <a:pt x="322750" y="94748"/>
                  <a:pt x="325016" y="95100"/>
                  <a:pt x="328221" y="95100"/>
                </a:cubicBezTo>
                <a:lnTo>
                  <a:pt x="328221" y="97641"/>
                </a:lnTo>
                <a:lnTo>
                  <a:pt x="296429" y="97641"/>
                </a:lnTo>
                <a:lnTo>
                  <a:pt x="296429" y="95100"/>
                </a:lnTo>
                <a:cubicBezTo>
                  <a:pt x="299908" y="95100"/>
                  <a:pt x="302300" y="94691"/>
                  <a:pt x="303604" y="93871"/>
                </a:cubicBezTo>
                <a:cubicBezTo>
                  <a:pt x="304909" y="93051"/>
                  <a:pt x="305813" y="91822"/>
                  <a:pt x="306316" y="90182"/>
                </a:cubicBezTo>
                <a:cubicBezTo>
                  <a:pt x="306545" y="89407"/>
                  <a:pt x="306660" y="87153"/>
                  <a:pt x="306660" y="83419"/>
                </a:cubicBezTo>
                <a:lnTo>
                  <a:pt x="306660" y="56502"/>
                </a:lnTo>
                <a:cubicBezTo>
                  <a:pt x="306660" y="51401"/>
                  <a:pt x="305905" y="47735"/>
                  <a:pt x="304394" y="45503"/>
                </a:cubicBezTo>
                <a:cubicBezTo>
                  <a:pt x="302380" y="42588"/>
                  <a:pt x="299564" y="41130"/>
                  <a:pt x="295948" y="41130"/>
                </a:cubicBezTo>
                <a:cubicBezTo>
                  <a:pt x="293476" y="41130"/>
                  <a:pt x="291027" y="41790"/>
                  <a:pt x="288601" y="43111"/>
                </a:cubicBezTo>
                <a:cubicBezTo>
                  <a:pt x="284801" y="45115"/>
                  <a:pt x="281872" y="47369"/>
                  <a:pt x="279812" y="49874"/>
                </a:cubicBezTo>
                <a:lnTo>
                  <a:pt x="279812" y="83419"/>
                </a:lnTo>
                <a:cubicBezTo>
                  <a:pt x="279812" y="87517"/>
                  <a:pt x="280098" y="90182"/>
                  <a:pt x="280670" y="91412"/>
                </a:cubicBezTo>
                <a:cubicBezTo>
                  <a:pt x="281242" y="92641"/>
                  <a:pt x="282089" y="93563"/>
                  <a:pt x="283211" y="94178"/>
                </a:cubicBezTo>
                <a:cubicBezTo>
                  <a:pt x="284332" y="94793"/>
                  <a:pt x="286610" y="95100"/>
                  <a:pt x="290043" y="95100"/>
                </a:cubicBezTo>
                <a:lnTo>
                  <a:pt x="290043" y="97641"/>
                </a:lnTo>
                <a:lnTo>
                  <a:pt x="258938" y="97641"/>
                </a:lnTo>
                <a:lnTo>
                  <a:pt x="258938" y="95100"/>
                </a:lnTo>
                <a:cubicBezTo>
                  <a:pt x="261822" y="95100"/>
                  <a:pt x="263836" y="94792"/>
                  <a:pt x="264980" y="94176"/>
                </a:cubicBezTo>
                <a:cubicBezTo>
                  <a:pt x="266125" y="93559"/>
                  <a:pt x="266994" y="92577"/>
                  <a:pt x="267589" y="91229"/>
                </a:cubicBezTo>
                <a:cubicBezTo>
                  <a:pt x="268185" y="89882"/>
                  <a:pt x="268482" y="87267"/>
                  <a:pt x="268482" y="83385"/>
                </a:cubicBezTo>
                <a:lnTo>
                  <a:pt x="268482" y="59406"/>
                </a:lnTo>
                <a:cubicBezTo>
                  <a:pt x="268482" y="52508"/>
                  <a:pt x="268276" y="48054"/>
                  <a:pt x="267864" y="46046"/>
                </a:cubicBezTo>
                <a:cubicBezTo>
                  <a:pt x="267544" y="44538"/>
                  <a:pt x="267040" y="43499"/>
                  <a:pt x="266353" y="42928"/>
                </a:cubicBezTo>
                <a:cubicBezTo>
                  <a:pt x="265667" y="42357"/>
                  <a:pt x="264728" y="42072"/>
                  <a:pt x="263538" y="42072"/>
                </a:cubicBezTo>
                <a:cubicBezTo>
                  <a:pt x="262256" y="42072"/>
                  <a:pt x="260723" y="42415"/>
                  <a:pt x="258938" y="43100"/>
                </a:cubicBezTo>
                <a:lnTo>
                  <a:pt x="257908" y="40632"/>
                </a:lnTo>
                <a:lnTo>
                  <a:pt x="276859" y="32959"/>
                </a:lnTo>
                <a:lnTo>
                  <a:pt x="279812" y="32959"/>
                </a:lnTo>
                <a:lnTo>
                  <a:pt x="279812" y="46349"/>
                </a:lnTo>
                <a:close/>
                <a:moveTo>
                  <a:pt x="386541" y="0"/>
                </a:moveTo>
                <a:cubicBezTo>
                  <a:pt x="388464" y="0"/>
                  <a:pt x="390100" y="679"/>
                  <a:pt x="391451" y="2036"/>
                </a:cubicBezTo>
                <a:cubicBezTo>
                  <a:pt x="392801" y="3392"/>
                  <a:pt x="393476" y="5037"/>
                  <a:pt x="393476" y="6969"/>
                </a:cubicBezTo>
                <a:cubicBezTo>
                  <a:pt x="393476" y="8902"/>
                  <a:pt x="392801" y="10559"/>
                  <a:pt x="391451" y="11939"/>
                </a:cubicBezTo>
                <a:cubicBezTo>
                  <a:pt x="390100" y="13318"/>
                  <a:pt x="388464" y="14008"/>
                  <a:pt x="386541" y="14008"/>
                </a:cubicBezTo>
                <a:cubicBezTo>
                  <a:pt x="384618" y="14008"/>
                  <a:pt x="382970" y="13318"/>
                  <a:pt x="381597" y="11939"/>
                </a:cubicBezTo>
                <a:cubicBezTo>
                  <a:pt x="380224" y="10559"/>
                  <a:pt x="379537" y="8902"/>
                  <a:pt x="379537" y="6969"/>
                </a:cubicBezTo>
                <a:cubicBezTo>
                  <a:pt x="379537" y="5037"/>
                  <a:pt x="380212" y="3392"/>
                  <a:pt x="381563" y="2036"/>
                </a:cubicBezTo>
                <a:cubicBezTo>
                  <a:pt x="382913" y="679"/>
                  <a:pt x="384573" y="0"/>
                  <a:pt x="386541" y="0"/>
                </a:cubicBezTo>
                <a:moveTo>
                  <a:pt x="392240" y="32959"/>
                </a:moveTo>
                <a:lnTo>
                  <a:pt x="392240" y="83385"/>
                </a:lnTo>
                <a:cubicBezTo>
                  <a:pt x="392240" y="87313"/>
                  <a:pt x="392526" y="89928"/>
                  <a:pt x="393098" y="91229"/>
                </a:cubicBezTo>
                <a:cubicBezTo>
                  <a:pt x="393671" y="92531"/>
                  <a:pt x="394518" y="93502"/>
                  <a:pt x="395639" y="94141"/>
                </a:cubicBezTo>
                <a:cubicBezTo>
                  <a:pt x="396761" y="94781"/>
                  <a:pt x="398809" y="95100"/>
                  <a:pt x="401785" y="95100"/>
                </a:cubicBezTo>
                <a:lnTo>
                  <a:pt x="401785" y="97641"/>
                </a:lnTo>
                <a:lnTo>
                  <a:pt x="371229" y="97641"/>
                </a:lnTo>
                <a:lnTo>
                  <a:pt x="371229" y="95100"/>
                </a:lnTo>
                <a:cubicBezTo>
                  <a:pt x="374296" y="95100"/>
                  <a:pt x="376356" y="94804"/>
                  <a:pt x="377409" y="94210"/>
                </a:cubicBezTo>
                <a:cubicBezTo>
                  <a:pt x="378461" y="93616"/>
                  <a:pt x="379297" y="92634"/>
                  <a:pt x="379915" y="91264"/>
                </a:cubicBezTo>
                <a:cubicBezTo>
                  <a:pt x="380533" y="89893"/>
                  <a:pt x="380842" y="87267"/>
                  <a:pt x="380842" y="83385"/>
                </a:cubicBezTo>
                <a:lnTo>
                  <a:pt x="380842" y="59200"/>
                </a:lnTo>
                <a:cubicBezTo>
                  <a:pt x="380842" y="52393"/>
                  <a:pt x="380636" y="47986"/>
                  <a:pt x="380224" y="45977"/>
                </a:cubicBezTo>
                <a:cubicBezTo>
                  <a:pt x="379903" y="44515"/>
                  <a:pt x="379400" y="43499"/>
                  <a:pt x="378713" y="42928"/>
                </a:cubicBezTo>
                <a:cubicBezTo>
                  <a:pt x="378027" y="42357"/>
                  <a:pt x="377088" y="42072"/>
                  <a:pt x="375898" y="42072"/>
                </a:cubicBezTo>
                <a:cubicBezTo>
                  <a:pt x="374616" y="42072"/>
                  <a:pt x="373060" y="42415"/>
                  <a:pt x="371229" y="43100"/>
                </a:cubicBezTo>
                <a:lnTo>
                  <a:pt x="370267" y="40632"/>
                </a:lnTo>
                <a:lnTo>
                  <a:pt x="389219" y="32959"/>
                </a:lnTo>
                <a:lnTo>
                  <a:pt x="392240" y="32959"/>
                </a:lnTo>
                <a:close/>
                <a:moveTo>
                  <a:pt x="464293" y="78278"/>
                </a:moveTo>
                <a:lnTo>
                  <a:pt x="463538" y="97641"/>
                </a:lnTo>
                <a:lnTo>
                  <a:pt x="408057" y="97641"/>
                </a:lnTo>
                <a:lnTo>
                  <a:pt x="408057" y="95169"/>
                </a:lnTo>
                <a:lnTo>
                  <a:pt x="449805" y="39551"/>
                </a:lnTo>
                <a:lnTo>
                  <a:pt x="429206" y="39551"/>
                </a:lnTo>
                <a:cubicBezTo>
                  <a:pt x="424765" y="39551"/>
                  <a:pt x="421858" y="39837"/>
                  <a:pt x="420485" y="40409"/>
                </a:cubicBezTo>
                <a:cubicBezTo>
                  <a:pt x="419112" y="40981"/>
                  <a:pt x="417990" y="42069"/>
                  <a:pt x="417121" y="43671"/>
                </a:cubicBezTo>
                <a:cubicBezTo>
                  <a:pt x="415885" y="45959"/>
                  <a:pt x="415175" y="48798"/>
                  <a:pt x="414992" y="52185"/>
                </a:cubicBezTo>
                <a:lnTo>
                  <a:pt x="412245" y="52185"/>
                </a:lnTo>
                <a:lnTo>
                  <a:pt x="412657" y="34744"/>
                </a:lnTo>
                <a:lnTo>
                  <a:pt x="465392" y="34744"/>
                </a:lnTo>
                <a:lnTo>
                  <a:pt x="465392" y="37287"/>
                </a:lnTo>
                <a:lnTo>
                  <a:pt x="423232" y="93109"/>
                </a:lnTo>
                <a:lnTo>
                  <a:pt x="446166" y="93109"/>
                </a:lnTo>
                <a:cubicBezTo>
                  <a:pt x="450972" y="93109"/>
                  <a:pt x="454234" y="92705"/>
                  <a:pt x="455951" y="91897"/>
                </a:cubicBezTo>
                <a:cubicBezTo>
                  <a:pt x="457667" y="91089"/>
                  <a:pt x="459052" y="89667"/>
                  <a:pt x="460105" y="87633"/>
                </a:cubicBezTo>
                <a:cubicBezTo>
                  <a:pt x="460837" y="86155"/>
                  <a:pt x="461455" y="83037"/>
                  <a:pt x="461959" y="78278"/>
                </a:cubicBezTo>
                <a:lnTo>
                  <a:pt x="464293" y="78278"/>
                </a:lnTo>
                <a:close/>
                <a:moveTo>
                  <a:pt x="488073" y="0"/>
                </a:moveTo>
                <a:cubicBezTo>
                  <a:pt x="489996" y="0"/>
                  <a:pt x="491632" y="679"/>
                  <a:pt x="492983" y="2036"/>
                </a:cubicBezTo>
                <a:cubicBezTo>
                  <a:pt x="494333" y="3392"/>
                  <a:pt x="495008" y="5037"/>
                  <a:pt x="495008" y="6969"/>
                </a:cubicBezTo>
                <a:cubicBezTo>
                  <a:pt x="495008" y="8902"/>
                  <a:pt x="494333" y="10559"/>
                  <a:pt x="492983" y="11939"/>
                </a:cubicBezTo>
                <a:cubicBezTo>
                  <a:pt x="491632" y="13318"/>
                  <a:pt x="489996" y="14008"/>
                  <a:pt x="488073" y="14008"/>
                </a:cubicBezTo>
                <a:cubicBezTo>
                  <a:pt x="486150" y="14008"/>
                  <a:pt x="484503" y="13318"/>
                  <a:pt x="483129" y="11939"/>
                </a:cubicBezTo>
                <a:cubicBezTo>
                  <a:pt x="481756" y="10559"/>
                  <a:pt x="481069" y="8902"/>
                  <a:pt x="481069" y="6969"/>
                </a:cubicBezTo>
                <a:cubicBezTo>
                  <a:pt x="481069" y="5037"/>
                  <a:pt x="481744" y="3392"/>
                  <a:pt x="483095" y="2036"/>
                </a:cubicBezTo>
                <a:cubicBezTo>
                  <a:pt x="484445" y="679"/>
                  <a:pt x="486105" y="0"/>
                  <a:pt x="488073" y="0"/>
                </a:cubicBezTo>
                <a:moveTo>
                  <a:pt x="493772" y="32959"/>
                </a:moveTo>
                <a:lnTo>
                  <a:pt x="493772" y="83385"/>
                </a:lnTo>
                <a:cubicBezTo>
                  <a:pt x="493772" y="87313"/>
                  <a:pt x="494058" y="89928"/>
                  <a:pt x="494631" y="91229"/>
                </a:cubicBezTo>
                <a:cubicBezTo>
                  <a:pt x="495203" y="92531"/>
                  <a:pt x="496050" y="93502"/>
                  <a:pt x="497171" y="94141"/>
                </a:cubicBezTo>
                <a:cubicBezTo>
                  <a:pt x="498293" y="94781"/>
                  <a:pt x="500341" y="95100"/>
                  <a:pt x="503317" y="95100"/>
                </a:cubicBezTo>
                <a:lnTo>
                  <a:pt x="503317" y="97641"/>
                </a:lnTo>
                <a:lnTo>
                  <a:pt x="472761" y="97641"/>
                </a:lnTo>
                <a:lnTo>
                  <a:pt x="472761" y="95100"/>
                </a:lnTo>
                <a:cubicBezTo>
                  <a:pt x="475828" y="95100"/>
                  <a:pt x="477888" y="94804"/>
                  <a:pt x="478941" y="94210"/>
                </a:cubicBezTo>
                <a:cubicBezTo>
                  <a:pt x="479994" y="93616"/>
                  <a:pt x="480829" y="92634"/>
                  <a:pt x="481447" y="91264"/>
                </a:cubicBezTo>
                <a:cubicBezTo>
                  <a:pt x="482065" y="89893"/>
                  <a:pt x="482374" y="87267"/>
                  <a:pt x="482374" y="83385"/>
                </a:cubicBezTo>
                <a:lnTo>
                  <a:pt x="482374" y="59200"/>
                </a:lnTo>
                <a:cubicBezTo>
                  <a:pt x="482374" y="52393"/>
                  <a:pt x="482168" y="47986"/>
                  <a:pt x="481756" y="45977"/>
                </a:cubicBezTo>
                <a:cubicBezTo>
                  <a:pt x="481435" y="44515"/>
                  <a:pt x="480932" y="43499"/>
                  <a:pt x="480245" y="42928"/>
                </a:cubicBezTo>
                <a:cubicBezTo>
                  <a:pt x="479559" y="42357"/>
                  <a:pt x="478620" y="42072"/>
                  <a:pt x="477430" y="42072"/>
                </a:cubicBezTo>
                <a:cubicBezTo>
                  <a:pt x="476148" y="42072"/>
                  <a:pt x="474592" y="42415"/>
                  <a:pt x="472761" y="43100"/>
                </a:cubicBezTo>
                <a:lnTo>
                  <a:pt x="471799" y="40632"/>
                </a:lnTo>
                <a:lnTo>
                  <a:pt x="490751" y="32959"/>
                </a:lnTo>
                <a:lnTo>
                  <a:pt x="493772" y="32959"/>
                </a:lnTo>
                <a:close/>
                <a:moveTo>
                  <a:pt x="529502" y="46280"/>
                </a:moveTo>
                <a:cubicBezTo>
                  <a:pt x="536872" y="37399"/>
                  <a:pt x="543898" y="32959"/>
                  <a:pt x="550582" y="32959"/>
                </a:cubicBezTo>
                <a:cubicBezTo>
                  <a:pt x="554015" y="32959"/>
                  <a:pt x="556968" y="33816"/>
                  <a:pt x="559440" y="35530"/>
                </a:cubicBezTo>
                <a:cubicBezTo>
                  <a:pt x="561912" y="37242"/>
                  <a:pt x="563880" y="40062"/>
                  <a:pt x="565345" y="43990"/>
                </a:cubicBezTo>
                <a:cubicBezTo>
                  <a:pt x="566352" y="46730"/>
                  <a:pt x="566855" y="50932"/>
                  <a:pt x="566855" y="56597"/>
                </a:cubicBezTo>
                <a:lnTo>
                  <a:pt x="566855" y="83385"/>
                </a:lnTo>
                <a:cubicBezTo>
                  <a:pt x="566855" y="87359"/>
                  <a:pt x="567176" y="90054"/>
                  <a:pt x="567817" y="91470"/>
                </a:cubicBezTo>
                <a:cubicBezTo>
                  <a:pt x="568320" y="92611"/>
                  <a:pt x="569133" y="93502"/>
                  <a:pt x="570254" y="94141"/>
                </a:cubicBezTo>
                <a:cubicBezTo>
                  <a:pt x="571376" y="94781"/>
                  <a:pt x="573447" y="95100"/>
                  <a:pt x="576469" y="95100"/>
                </a:cubicBezTo>
                <a:lnTo>
                  <a:pt x="576469" y="97641"/>
                </a:lnTo>
                <a:lnTo>
                  <a:pt x="545363" y="97641"/>
                </a:lnTo>
                <a:lnTo>
                  <a:pt x="545363" y="95100"/>
                </a:lnTo>
                <a:lnTo>
                  <a:pt x="546668" y="95100"/>
                </a:lnTo>
                <a:cubicBezTo>
                  <a:pt x="549598" y="95100"/>
                  <a:pt x="551646" y="94656"/>
                  <a:pt x="552814" y="93768"/>
                </a:cubicBezTo>
                <a:cubicBezTo>
                  <a:pt x="553981" y="92880"/>
                  <a:pt x="554793" y="91571"/>
                  <a:pt x="555251" y="89841"/>
                </a:cubicBezTo>
                <a:cubicBezTo>
                  <a:pt x="555434" y="89157"/>
                  <a:pt x="555526" y="87017"/>
                  <a:pt x="555526" y="83419"/>
                </a:cubicBezTo>
                <a:lnTo>
                  <a:pt x="555526" y="57801"/>
                </a:lnTo>
                <a:cubicBezTo>
                  <a:pt x="555526" y="52109"/>
                  <a:pt x="554782" y="47976"/>
                  <a:pt x="553294" y="45402"/>
                </a:cubicBezTo>
                <a:cubicBezTo>
                  <a:pt x="551806" y="42829"/>
                  <a:pt x="549300" y="41542"/>
                  <a:pt x="545775" y="41542"/>
                </a:cubicBezTo>
                <a:cubicBezTo>
                  <a:pt x="540328" y="41542"/>
                  <a:pt x="534903" y="44503"/>
                  <a:pt x="529502" y="50423"/>
                </a:cubicBezTo>
                <a:lnTo>
                  <a:pt x="529502" y="83419"/>
                </a:lnTo>
                <a:cubicBezTo>
                  <a:pt x="529502" y="87655"/>
                  <a:pt x="529753" y="90273"/>
                  <a:pt x="530257" y="91275"/>
                </a:cubicBezTo>
                <a:cubicBezTo>
                  <a:pt x="530898" y="92595"/>
                  <a:pt x="531779" y="93563"/>
                  <a:pt x="532901" y="94178"/>
                </a:cubicBezTo>
                <a:cubicBezTo>
                  <a:pt x="534022" y="94793"/>
                  <a:pt x="536300" y="95100"/>
                  <a:pt x="539733" y="95100"/>
                </a:cubicBezTo>
                <a:lnTo>
                  <a:pt x="539733" y="97641"/>
                </a:lnTo>
                <a:lnTo>
                  <a:pt x="508628" y="97641"/>
                </a:lnTo>
                <a:lnTo>
                  <a:pt x="508628" y="95100"/>
                </a:lnTo>
                <a:lnTo>
                  <a:pt x="510001" y="95100"/>
                </a:lnTo>
                <a:cubicBezTo>
                  <a:pt x="513205" y="95100"/>
                  <a:pt x="515368" y="94290"/>
                  <a:pt x="516490" y="92669"/>
                </a:cubicBezTo>
                <a:cubicBezTo>
                  <a:pt x="517611" y="91047"/>
                  <a:pt x="518172" y="87952"/>
                  <a:pt x="518172" y="83385"/>
                </a:cubicBezTo>
                <a:lnTo>
                  <a:pt x="518172" y="60090"/>
                </a:lnTo>
                <a:cubicBezTo>
                  <a:pt x="518172" y="52554"/>
                  <a:pt x="518000" y="47964"/>
                  <a:pt x="517657" y="46321"/>
                </a:cubicBezTo>
                <a:cubicBezTo>
                  <a:pt x="517314" y="44676"/>
                  <a:pt x="516787" y="43556"/>
                  <a:pt x="516078" y="42963"/>
                </a:cubicBezTo>
                <a:cubicBezTo>
                  <a:pt x="515368" y="42369"/>
                  <a:pt x="514418" y="42072"/>
                  <a:pt x="513228" y="42072"/>
                </a:cubicBezTo>
                <a:cubicBezTo>
                  <a:pt x="511946" y="42072"/>
                  <a:pt x="510413" y="42415"/>
                  <a:pt x="508628" y="43100"/>
                </a:cubicBezTo>
                <a:lnTo>
                  <a:pt x="507598" y="40632"/>
                </a:lnTo>
                <a:lnTo>
                  <a:pt x="526549" y="32959"/>
                </a:lnTo>
                <a:lnTo>
                  <a:pt x="529502" y="32959"/>
                </a:lnTo>
                <a:lnTo>
                  <a:pt x="529502" y="46280"/>
                </a:lnTo>
                <a:close/>
                <a:moveTo>
                  <a:pt x="598304" y="74722"/>
                </a:moveTo>
                <a:cubicBezTo>
                  <a:pt x="594459" y="72848"/>
                  <a:pt x="591506" y="70231"/>
                  <a:pt x="589446" y="66871"/>
                </a:cubicBezTo>
                <a:cubicBezTo>
                  <a:pt x="587386" y="63510"/>
                  <a:pt x="586356" y="59795"/>
                  <a:pt x="586356" y="55726"/>
                </a:cubicBezTo>
                <a:cubicBezTo>
                  <a:pt x="586356" y="49509"/>
                  <a:pt x="588702" y="44160"/>
                  <a:pt x="593394" y="39680"/>
                </a:cubicBezTo>
                <a:cubicBezTo>
                  <a:pt x="598086" y="35199"/>
                  <a:pt x="604095" y="32959"/>
                  <a:pt x="611419" y="32959"/>
                </a:cubicBezTo>
                <a:cubicBezTo>
                  <a:pt x="617416" y="32959"/>
                  <a:pt x="622611" y="34424"/>
                  <a:pt x="627006" y="37354"/>
                </a:cubicBezTo>
                <a:lnTo>
                  <a:pt x="640327" y="37354"/>
                </a:lnTo>
                <a:cubicBezTo>
                  <a:pt x="642295" y="37354"/>
                  <a:pt x="643440" y="37410"/>
                  <a:pt x="643760" y="37523"/>
                </a:cubicBezTo>
                <a:cubicBezTo>
                  <a:pt x="644081" y="37636"/>
                  <a:pt x="644309" y="37828"/>
                  <a:pt x="644447" y="38100"/>
                </a:cubicBezTo>
                <a:cubicBezTo>
                  <a:pt x="644721" y="38508"/>
                  <a:pt x="644859" y="39233"/>
                  <a:pt x="644859" y="40274"/>
                </a:cubicBezTo>
                <a:cubicBezTo>
                  <a:pt x="644859" y="41450"/>
                  <a:pt x="644744" y="42264"/>
                  <a:pt x="644515" y="42718"/>
                </a:cubicBezTo>
                <a:cubicBezTo>
                  <a:pt x="644378" y="42944"/>
                  <a:pt x="644138" y="43125"/>
                  <a:pt x="643794" y="43261"/>
                </a:cubicBezTo>
                <a:cubicBezTo>
                  <a:pt x="643451" y="43397"/>
                  <a:pt x="642295" y="43465"/>
                  <a:pt x="640327" y="43465"/>
                </a:cubicBezTo>
                <a:lnTo>
                  <a:pt x="632156" y="43465"/>
                </a:lnTo>
                <a:cubicBezTo>
                  <a:pt x="634719" y="46768"/>
                  <a:pt x="636001" y="50988"/>
                  <a:pt x="636001" y="56125"/>
                </a:cubicBezTo>
                <a:cubicBezTo>
                  <a:pt x="636001" y="61996"/>
                  <a:pt x="633758" y="67018"/>
                  <a:pt x="629272" y="71192"/>
                </a:cubicBezTo>
                <a:cubicBezTo>
                  <a:pt x="624786" y="75367"/>
                  <a:pt x="618766" y="77454"/>
                  <a:pt x="611213" y="77454"/>
                </a:cubicBezTo>
                <a:cubicBezTo>
                  <a:pt x="608100" y="77454"/>
                  <a:pt x="604919" y="76987"/>
                  <a:pt x="601668" y="76052"/>
                </a:cubicBezTo>
                <a:cubicBezTo>
                  <a:pt x="599654" y="77791"/>
                  <a:pt x="598292" y="79312"/>
                  <a:pt x="597583" y="80617"/>
                </a:cubicBezTo>
                <a:cubicBezTo>
                  <a:pt x="596873" y="81920"/>
                  <a:pt x="596519" y="83028"/>
                  <a:pt x="596519" y="83942"/>
                </a:cubicBezTo>
                <a:cubicBezTo>
                  <a:pt x="596519" y="84721"/>
                  <a:pt x="596896" y="85476"/>
                  <a:pt x="597652" y="86208"/>
                </a:cubicBezTo>
                <a:cubicBezTo>
                  <a:pt x="598407" y="86939"/>
                  <a:pt x="599883" y="87465"/>
                  <a:pt x="602080" y="87786"/>
                </a:cubicBezTo>
                <a:cubicBezTo>
                  <a:pt x="603362" y="87969"/>
                  <a:pt x="606567" y="88129"/>
                  <a:pt x="611694" y="88266"/>
                </a:cubicBezTo>
                <a:cubicBezTo>
                  <a:pt x="621124" y="88494"/>
                  <a:pt x="627235" y="88813"/>
                  <a:pt x="630027" y="89225"/>
                </a:cubicBezTo>
                <a:cubicBezTo>
                  <a:pt x="634284" y="89820"/>
                  <a:pt x="637683" y="91399"/>
                  <a:pt x="640224" y="93961"/>
                </a:cubicBezTo>
                <a:cubicBezTo>
                  <a:pt x="642764" y="96522"/>
                  <a:pt x="644035" y="99677"/>
                  <a:pt x="644035" y="103428"/>
                </a:cubicBezTo>
                <a:cubicBezTo>
                  <a:pt x="644035" y="108597"/>
                  <a:pt x="641609" y="113445"/>
                  <a:pt x="636756" y="117974"/>
                </a:cubicBezTo>
                <a:cubicBezTo>
                  <a:pt x="629615" y="124652"/>
                  <a:pt x="620300" y="127991"/>
                  <a:pt x="608810" y="127991"/>
                </a:cubicBezTo>
                <a:cubicBezTo>
                  <a:pt x="599975" y="127991"/>
                  <a:pt x="592513" y="126002"/>
                  <a:pt x="586425" y="122026"/>
                </a:cubicBezTo>
                <a:cubicBezTo>
                  <a:pt x="582992" y="119740"/>
                  <a:pt x="581275" y="117362"/>
                  <a:pt x="581275" y="114893"/>
                </a:cubicBezTo>
                <a:cubicBezTo>
                  <a:pt x="581275" y="113797"/>
                  <a:pt x="581527" y="112701"/>
                  <a:pt x="582030" y="111604"/>
                </a:cubicBezTo>
                <a:cubicBezTo>
                  <a:pt x="582808" y="109911"/>
                  <a:pt x="584411" y="107557"/>
                  <a:pt x="586837" y="104540"/>
                </a:cubicBezTo>
                <a:cubicBezTo>
                  <a:pt x="587157" y="104129"/>
                  <a:pt x="589492" y="101661"/>
                  <a:pt x="593841" y="97135"/>
                </a:cubicBezTo>
                <a:cubicBezTo>
                  <a:pt x="591460" y="95714"/>
                  <a:pt x="589778" y="94442"/>
                  <a:pt x="588794" y="93319"/>
                </a:cubicBezTo>
                <a:cubicBezTo>
                  <a:pt x="587810" y="92197"/>
                  <a:pt x="587317" y="90925"/>
                  <a:pt x="587317" y="89504"/>
                </a:cubicBezTo>
                <a:cubicBezTo>
                  <a:pt x="587317" y="87899"/>
                  <a:pt x="587970" y="86020"/>
                  <a:pt x="589274" y="83865"/>
                </a:cubicBezTo>
                <a:cubicBezTo>
                  <a:pt x="590579" y="81711"/>
                  <a:pt x="593589" y="78663"/>
                  <a:pt x="598304" y="74722"/>
                </a:cubicBezTo>
                <a:moveTo>
                  <a:pt x="610252" y="36392"/>
                </a:moveTo>
                <a:cubicBezTo>
                  <a:pt x="606864" y="36392"/>
                  <a:pt x="604026" y="37735"/>
                  <a:pt x="601737" y="40422"/>
                </a:cubicBezTo>
                <a:cubicBezTo>
                  <a:pt x="599448" y="43107"/>
                  <a:pt x="598304" y="47227"/>
                  <a:pt x="598304" y="52782"/>
                </a:cubicBezTo>
                <a:cubicBezTo>
                  <a:pt x="598304" y="59976"/>
                  <a:pt x="599860" y="65553"/>
                  <a:pt x="602973" y="69512"/>
                </a:cubicBezTo>
                <a:cubicBezTo>
                  <a:pt x="605353" y="72518"/>
                  <a:pt x="608375" y="74020"/>
                  <a:pt x="612037" y="74020"/>
                </a:cubicBezTo>
                <a:cubicBezTo>
                  <a:pt x="615516" y="74020"/>
                  <a:pt x="618377" y="72723"/>
                  <a:pt x="620620" y="70128"/>
                </a:cubicBezTo>
                <a:cubicBezTo>
                  <a:pt x="622863" y="67533"/>
                  <a:pt x="623985" y="63458"/>
                  <a:pt x="623985" y="57904"/>
                </a:cubicBezTo>
                <a:cubicBezTo>
                  <a:pt x="623985" y="50665"/>
                  <a:pt x="622405" y="44997"/>
                  <a:pt x="619247" y="40898"/>
                </a:cubicBezTo>
                <a:cubicBezTo>
                  <a:pt x="616912" y="37894"/>
                  <a:pt x="613914" y="36392"/>
                  <a:pt x="610252" y="36392"/>
                </a:cubicBezTo>
                <a:moveTo>
                  <a:pt x="597617" y="97682"/>
                </a:moveTo>
                <a:cubicBezTo>
                  <a:pt x="595466" y="100012"/>
                  <a:pt x="593841" y="102182"/>
                  <a:pt x="592742" y="104192"/>
                </a:cubicBezTo>
                <a:cubicBezTo>
                  <a:pt x="591643" y="106203"/>
                  <a:pt x="591094" y="108054"/>
                  <a:pt x="591094" y="109745"/>
                </a:cubicBezTo>
                <a:cubicBezTo>
                  <a:pt x="591094" y="111938"/>
                  <a:pt x="592422" y="113857"/>
                  <a:pt x="595077" y="115502"/>
                </a:cubicBezTo>
                <a:cubicBezTo>
                  <a:pt x="599654" y="118335"/>
                  <a:pt x="606269" y="119751"/>
                  <a:pt x="614921" y="119751"/>
                </a:cubicBezTo>
                <a:cubicBezTo>
                  <a:pt x="623161" y="119751"/>
                  <a:pt x="629237" y="118300"/>
                  <a:pt x="633151" y="115397"/>
                </a:cubicBezTo>
                <a:cubicBezTo>
                  <a:pt x="637065" y="112496"/>
                  <a:pt x="639022" y="109401"/>
                  <a:pt x="639022" y="106113"/>
                </a:cubicBezTo>
                <a:cubicBezTo>
                  <a:pt x="639022" y="103736"/>
                  <a:pt x="637855" y="102046"/>
                  <a:pt x="635520" y="101040"/>
                </a:cubicBezTo>
                <a:cubicBezTo>
                  <a:pt x="633140" y="100034"/>
                  <a:pt x="628425" y="99441"/>
                  <a:pt x="621375" y="99259"/>
                </a:cubicBezTo>
                <a:cubicBezTo>
                  <a:pt x="611076" y="98984"/>
                  <a:pt x="603156" y="98459"/>
                  <a:pt x="597617" y="97682"/>
                </a:cubicBezTo>
                <a:close/>
                <a:moveTo>
                  <a:pt x="748007" y="98740"/>
                </a:moveTo>
                <a:cubicBezTo>
                  <a:pt x="752676" y="106773"/>
                  <a:pt x="757723" y="112684"/>
                  <a:pt x="763148" y="116472"/>
                </a:cubicBezTo>
                <a:cubicBezTo>
                  <a:pt x="768572" y="120262"/>
                  <a:pt x="774741" y="122430"/>
                  <a:pt x="781653" y="122978"/>
                </a:cubicBezTo>
                <a:lnTo>
                  <a:pt x="781653" y="125244"/>
                </a:lnTo>
                <a:cubicBezTo>
                  <a:pt x="775336" y="125015"/>
                  <a:pt x="768584" y="123745"/>
                  <a:pt x="761397" y="121433"/>
                </a:cubicBezTo>
                <a:cubicBezTo>
                  <a:pt x="754210" y="119122"/>
                  <a:pt x="747400" y="115917"/>
                  <a:pt x="740969" y="111820"/>
                </a:cubicBezTo>
                <a:cubicBezTo>
                  <a:pt x="734537" y="107723"/>
                  <a:pt x="728987" y="103363"/>
                  <a:pt x="724318" y="98740"/>
                </a:cubicBezTo>
                <a:cubicBezTo>
                  <a:pt x="717726" y="96085"/>
                  <a:pt x="712507" y="93269"/>
                  <a:pt x="708662" y="90294"/>
                </a:cubicBezTo>
                <a:cubicBezTo>
                  <a:pt x="703077" y="85854"/>
                  <a:pt x="698740" y="80395"/>
                  <a:pt x="695650" y="73917"/>
                </a:cubicBezTo>
                <a:cubicBezTo>
                  <a:pt x="692560" y="67440"/>
                  <a:pt x="691015" y="59784"/>
                  <a:pt x="691015" y="50949"/>
                </a:cubicBezTo>
                <a:cubicBezTo>
                  <a:pt x="691015" y="37033"/>
                  <a:pt x="695524" y="25475"/>
                  <a:pt x="704542" y="16274"/>
                </a:cubicBezTo>
                <a:cubicBezTo>
                  <a:pt x="713560" y="7072"/>
                  <a:pt x="724478" y="2472"/>
                  <a:pt x="737295" y="2472"/>
                </a:cubicBezTo>
                <a:cubicBezTo>
                  <a:pt x="749472" y="2472"/>
                  <a:pt x="760012" y="7084"/>
                  <a:pt x="768915" y="16308"/>
                </a:cubicBezTo>
                <a:cubicBezTo>
                  <a:pt x="777819" y="25532"/>
                  <a:pt x="782271" y="37170"/>
                  <a:pt x="782271" y="51224"/>
                </a:cubicBezTo>
                <a:cubicBezTo>
                  <a:pt x="782271" y="62622"/>
                  <a:pt x="779101" y="72624"/>
                  <a:pt x="772761" y="81230"/>
                </a:cubicBezTo>
                <a:cubicBezTo>
                  <a:pt x="766421" y="89836"/>
                  <a:pt x="758169" y="95673"/>
                  <a:pt x="748007" y="98740"/>
                </a:cubicBezTo>
                <a:moveTo>
                  <a:pt x="736471" y="7759"/>
                </a:moveTo>
                <a:cubicBezTo>
                  <a:pt x="728140" y="7759"/>
                  <a:pt x="721434" y="10735"/>
                  <a:pt x="716352" y="16685"/>
                </a:cubicBezTo>
                <a:cubicBezTo>
                  <a:pt x="709944" y="24147"/>
                  <a:pt x="706739" y="35568"/>
                  <a:pt x="706739" y="50949"/>
                </a:cubicBezTo>
                <a:cubicBezTo>
                  <a:pt x="706739" y="66010"/>
                  <a:pt x="709989" y="77614"/>
                  <a:pt x="716490" y="85762"/>
                </a:cubicBezTo>
                <a:cubicBezTo>
                  <a:pt x="721525" y="92033"/>
                  <a:pt x="728186" y="95169"/>
                  <a:pt x="736471" y="95169"/>
                </a:cubicBezTo>
                <a:cubicBezTo>
                  <a:pt x="745077" y="95169"/>
                  <a:pt x="752012" y="92033"/>
                  <a:pt x="757277" y="85762"/>
                </a:cubicBezTo>
                <a:cubicBezTo>
                  <a:pt x="763457" y="78346"/>
                  <a:pt x="766547" y="67406"/>
                  <a:pt x="766547" y="52940"/>
                </a:cubicBezTo>
                <a:cubicBezTo>
                  <a:pt x="766547" y="41817"/>
                  <a:pt x="764853" y="32455"/>
                  <a:pt x="761465" y="24857"/>
                </a:cubicBezTo>
                <a:cubicBezTo>
                  <a:pt x="758856" y="18997"/>
                  <a:pt x="755388" y="14683"/>
                  <a:pt x="751063" y="11913"/>
                </a:cubicBezTo>
                <a:cubicBezTo>
                  <a:pt x="746737" y="9144"/>
                  <a:pt x="741873" y="7759"/>
                  <a:pt x="736471" y="7759"/>
                </a:cubicBezTo>
                <a:close/>
                <a:moveTo>
                  <a:pt x="816992" y="9613"/>
                </a:moveTo>
                <a:lnTo>
                  <a:pt x="816992" y="46417"/>
                </a:lnTo>
                <a:lnTo>
                  <a:pt x="837454" y="46417"/>
                </a:lnTo>
                <a:cubicBezTo>
                  <a:pt x="842764" y="46417"/>
                  <a:pt x="846312" y="45612"/>
                  <a:pt x="848097" y="44001"/>
                </a:cubicBezTo>
                <a:cubicBezTo>
                  <a:pt x="850478" y="41885"/>
                  <a:pt x="851805" y="38159"/>
                  <a:pt x="852080" y="32822"/>
                </a:cubicBezTo>
                <a:lnTo>
                  <a:pt x="854621" y="32822"/>
                </a:lnTo>
                <a:lnTo>
                  <a:pt x="854621" y="65231"/>
                </a:lnTo>
                <a:lnTo>
                  <a:pt x="852080" y="65231"/>
                </a:lnTo>
                <a:cubicBezTo>
                  <a:pt x="851439" y="60744"/>
                  <a:pt x="850798" y="57866"/>
                  <a:pt x="850157" y="56597"/>
                </a:cubicBezTo>
                <a:cubicBezTo>
                  <a:pt x="849333" y="55010"/>
                  <a:pt x="847983" y="53764"/>
                  <a:pt x="846106" y="52859"/>
                </a:cubicBezTo>
                <a:cubicBezTo>
                  <a:pt x="844229" y="51952"/>
                  <a:pt x="841345" y="51498"/>
                  <a:pt x="837454" y="51498"/>
                </a:cubicBezTo>
                <a:lnTo>
                  <a:pt x="816992" y="51498"/>
                </a:lnTo>
                <a:lnTo>
                  <a:pt x="816992" y="82140"/>
                </a:lnTo>
                <a:cubicBezTo>
                  <a:pt x="816992" y="86253"/>
                  <a:pt x="817175" y="88755"/>
                  <a:pt x="817542" y="89646"/>
                </a:cubicBezTo>
                <a:cubicBezTo>
                  <a:pt x="817908" y="90537"/>
                  <a:pt x="818549" y="91246"/>
                  <a:pt x="819464" y="91772"/>
                </a:cubicBezTo>
                <a:cubicBezTo>
                  <a:pt x="820380" y="92297"/>
                  <a:pt x="822119" y="92560"/>
                  <a:pt x="824683" y="92560"/>
                </a:cubicBezTo>
                <a:lnTo>
                  <a:pt x="840476" y="92560"/>
                </a:lnTo>
                <a:cubicBezTo>
                  <a:pt x="845740" y="92560"/>
                  <a:pt x="849562" y="92194"/>
                  <a:pt x="851943" y="91461"/>
                </a:cubicBezTo>
                <a:cubicBezTo>
                  <a:pt x="854323" y="90729"/>
                  <a:pt x="856612" y="89287"/>
                  <a:pt x="858809" y="87135"/>
                </a:cubicBezTo>
                <a:cubicBezTo>
                  <a:pt x="861647" y="84297"/>
                  <a:pt x="864554" y="80017"/>
                  <a:pt x="867530" y="74295"/>
                </a:cubicBezTo>
                <a:lnTo>
                  <a:pt x="870276" y="74295"/>
                </a:lnTo>
                <a:lnTo>
                  <a:pt x="862242" y="97641"/>
                </a:lnTo>
                <a:lnTo>
                  <a:pt x="790487" y="97641"/>
                </a:lnTo>
                <a:lnTo>
                  <a:pt x="790487" y="95100"/>
                </a:lnTo>
                <a:lnTo>
                  <a:pt x="793783" y="95100"/>
                </a:lnTo>
                <a:cubicBezTo>
                  <a:pt x="795981" y="95100"/>
                  <a:pt x="798064" y="94574"/>
                  <a:pt x="800032" y="93521"/>
                </a:cubicBezTo>
                <a:cubicBezTo>
                  <a:pt x="801497" y="92789"/>
                  <a:pt x="802492" y="91690"/>
                  <a:pt x="803019" y="90225"/>
                </a:cubicBezTo>
                <a:cubicBezTo>
                  <a:pt x="803545" y="88760"/>
                  <a:pt x="803809" y="85762"/>
                  <a:pt x="803809" y="81230"/>
                </a:cubicBezTo>
                <a:lnTo>
                  <a:pt x="803809" y="20737"/>
                </a:lnTo>
                <a:cubicBezTo>
                  <a:pt x="803809" y="14832"/>
                  <a:pt x="803213" y="11192"/>
                  <a:pt x="802023" y="9819"/>
                </a:cubicBezTo>
                <a:cubicBezTo>
                  <a:pt x="800375" y="7988"/>
                  <a:pt x="797629" y="7072"/>
                  <a:pt x="793783" y="7072"/>
                </a:cubicBezTo>
                <a:lnTo>
                  <a:pt x="790487" y="7072"/>
                </a:lnTo>
                <a:lnTo>
                  <a:pt x="790487" y="4532"/>
                </a:lnTo>
                <a:lnTo>
                  <a:pt x="862242" y="4532"/>
                </a:lnTo>
                <a:lnTo>
                  <a:pt x="863272" y="24857"/>
                </a:lnTo>
                <a:lnTo>
                  <a:pt x="860594" y="24857"/>
                </a:lnTo>
                <a:cubicBezTo>
                  <a:pt x="859633" y="19980"/>
                  <a:pt x="858569" y="16630"/>
                  <a:pt x="857402" y="14808"/>
                </a:cubicBezTo>
                <a:cubicBezTo>
                  <a:pt x="856234" y="12985"/>
                  <a:pt x="854506" y="11596"/>
                  <a:pt x="852217" y="10639"/>
                </a:cubicBezTo>
                <a:cubicBezTo>
                  <a:pt x="850386" y="9955"/>
                  <a:pt x="847159" y="9613"/>
                  <a:pt x="842536" y="9613"/>
                </a:cubicBezTo>
                <a:lnTo>
                  <a:pt x="816992" y="9613"/>
                </a:lnTo>
                <a:close/>
                <a:moveTo>
                  <a:pt x="902297" y="9613"/>
                </a:moveTo>
                <a:lnTo>
                  <a:pt x="902297" y="46143"/>
                </a:lnTo>
                <a:lnTo>
                  <a:pt x="919257" y="46143"/>
                </a:lnTo>
                <a:cubicBezTo>
                  <a:pt x="923148" y="46143"/>
                  <a:pt x="925998" y="45284"/>
                  <a:pt x="927806" y="43568"/>
                </a:cubicBezTo>
                <a:cubicBezTo>
                  <a:pt x="929614" y="41851"/>
                  <a:pt x="930816" y="38452"/>
                  <a:pt x="931411" y="33371"/>
                </a:cubicBezTo>
                <a:lnTo>
                  <a:pt x="933951" y="33371"/>
                </a:lnTo>
                <a:lnTo>
                  <a:pt x="933951" y="64957"/>
                </a:lnTo>
                <a:lnTo>
                  <a:pt x="931411" y="64957"/>
                </a:lnTo>
                <a:cubicBezTo>
                  <a:pt x="931365" y="61322"/>
                  <a:pt x="930896" y="58653"/>
                  <a:pt x="930003" y="56951"/>
                </a:cubicBezTo>
                <a:cubicBezTo>
                  <a:pt x="929110" y="55247"/>
                  <a:pt x="927874" y="53970"/>
                  <a:pt x="926295" y="53119"/>
                </a:cubicBezTo>
                <a:cubicBezTo>
                  <a:pt x="924716" y="52267"/>
                  <a:pt x="922370" y="51842"/>
                  <a:pt x="919257" y="51842"/>
                </a:cubicBezTo>
                <a:lnTo>
                  <a:pt x="902297" y="51842"/>
                </a:lnTo>
                <a:lnTo>
                  <a:pt x="902297" y="81140"/>
                </a:lnTo>
                <a:cubicBezTo>
                  <a:pt x="902297" y="85862"/>
                  <a:pt x="902594" y="88980"/>
                  <a:pt x="903189" y="90493"/>
                </a:cubicBezTo>
                <a:cubicBezTo>
                  <a:pt x="903647" y="91639"/>
                  <a:pt x="904608" y="92625"/>
                  <a:pt x="906073" y="93450"/>
                </a:cubicBezTo>
                <a:cubicBezTo>
                  <a:pt x="908087" y="94550"/>
                  <a:pt x="910193" y="95100"/>
                  <a:pt x="912390" y="95100"/>
                </a:cubicBezTo>
                <a:lnTo>
                  <a:pt x="915755" y="95100"/>
                </a:lnTo>
                <a:lnTo>
                  <a:pt x="915755" y="97641"/>
                </a:lnTo>
                <a:lnTo>
                  <a:pt x="875792" y="97641"/>
                </a:lnTo>
                <a:lnTo>
                  <a:pt x="875792" y="95100"/>
                </a:lnTo>
                <a:lnTo>
                  <a:pt x="879088" y="95100"/>
                </a:lnTo>
                <a:cubicBezTo>
                  <a:pt x="882933" y="95100"/>
                  <a:pt x="885726" y="93979"/>
                  <a:pt x="887465" y="91736"/>
                </a:cubicBezTo>
                <a:cubicBezTo>
                  <a:pt x="888564" y="90271"/>
                  <a:pt x="889113" y="86746"/>
                  <a:pt x="889113" y="81162"/>
                </a:cubicBezTo>
                <a:lnTo>
                  <a:pt x="889113" y="21011"/>
                </a:lnTo>
                <a:cubicBezTo>
                  <a:pt x="889113" y="16296"/>
                  <a:pt x="888815" y="13184"/>
                  <a:pt x="888220" y="11673"/>
                </a:cubicBezTo>
                <a:cubicBezTo>
                  <a:pt x="887763" y="10529"/>
                  <a:pt x="886824" y="9544"/>
                  <a:pt x="885405" y="8720"/>
                </a:cubicBezTo>
                <a:cubicBezTo>
                  <a:pt x="883437" y="7622"/>
                  <a:pt x="881331" y="7072"/>
                  <a:pt x="879088" y="7072"/>
                </a:cubicBezTo>
                <a:lnTo>
                  <a:pt x="875792" y="7072"/>
                </a:lnTo>
                <a:lnTo>
                  <a:pt x="875792" y="4532"/>
                </a:lnTo>
                <a:lnTo>
                  <a:pt x="945075" y="4532"/>
                </a:lnTo>
                <a:lnTo>
                  <a:pt x="945968" y="24994"/>
                </a:lnTo>
                <a:lnTo>
                  <a:pt x="943564" y="24994"/>
                </a:lnTo>
                <a:cubicBezTo>
                  <a:pt x="942374" y="20645"/>
                  <a:pt x="940989" y="17452"/>
                  <a:pt x="939410" y="15415"/>
                </a:cubicBezTo>
                <a:cubicBezTo>
                  <a:pt x="937831" y="13378"/>
                  <a:pt x="935885" y="11902"/>
                  <a:pt x="933574" y="10986"/>
                </a:cubicBezTo>
                <a:cubicBezTo>
                  <a:pt x="931262" y="10071"/>
                  <a:pt x="927680" y="9613"/>
                  <a:pt x="922827" y="9613"/>
                </a:cubicBezTo>
                <a:lnTo>
                  <a:pt x="902297" y="96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240FA-8961-4DBF-BEA5-14A372AA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24" y="1825870"/>
            <a:ext cx="1076431" cy="1009945"/>
          </a:xfrm>
          <a:custGeom xmlns:a="http://schemas.openxmlformats.org/drawingml/2006/main">
            <a:pathLst>
              <a:path w="1076431" h="1009945">
                <a:moveTo>
                  <a:pt x="128714" y="0"/>
                </a:moveTo>
                <a:lnTo>
                  <a:pt x="1076431" y="169806"/>
                </a:lnTo>
                <a:lnTo>
                  <a:pt x="1012075" y="690861"/>
                </a:lnTo>
                <a:lnTo>
                  <a:pt x="0" y="1009945"/>
                </a:lnTo>
                <a:lnTo>
                  <a:pt x="128714" y="0"/>
                </a:lnTo>
                <a:close/>
                <a:moveTo>
                  <a:pt x="12871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D11DD-DFD6-4308-B943-0B66F5B6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" y="2287384"/>
            <a:ext cx="10011" cy="120024"/>
          </a:xfrm>
          <a:custGeom xmlns:a="http://schemas.openxmlformats.org/drawingml/2006/main">
            <a:pathLst>
              <a:path w="10011" h="120024" fill="none">
                <a:moveTo>
                  <a:pt x="10011" y="0"/>
                </a:moveTo>
                <a:lnTo>
                  <a:pt x="0" y="120024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sq">
            <a:solidFill>
              <a:srgbClr val="AD84C6"/>
            </a:solidFill>
            <a:custDash>
              <a:ds d="300000" sp="100000"/>
            </a:custDash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55A06-06D5-448A-A91B-64766045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51" y="2407555"/>
            <a:ext cx="35807" cy="33237"/>
          </a:xfrm>
          <a:custGeom xmlns:a="http://schemas.openxmlformats.org/drawingml/2006/main">
            <a:pathLst>
              <a:path w="35807" h="33237">
                <a:moveTo>
                  <a:pt x="0" y="16612"/>
                </a:moveTo>
                <a:cubicBezTo>
                  <a:pt x="0" y="7439"/>
                  <a:pt x="8015" y="0"/>
                  <a:pt x="17903" y="0"/>
                </a:cubicBezTo>
                <a:cubicBezTo>
                  <a:pt x="27796" y="0"/>
                  <a:pt x="35807" y="7439"/>
                  <a:pt x="35807" y="16612"/>
                </a:cubicBezTo>
                <a:cubicBezTo>
                  <a:pt x="35807" y="25795"/>
                  <a:pt x="27796" y="33237"/>
                  <a:pt x="17903" y="33237"/>
                </a:cubicBezTo>
                <a:cubicBezTo>
                  <a:pt x="8015" y="33237"/>
                  <a:pt x="0" y="25795"/>
                  <a:pt x="0" y="16612"/>
                </a:cubicBezTo>
                <a:close/>
                <a:moveTo>
                  <a:pt x="0" y="16612"/>
                </a:moveTo>
              </a:path>
            </a:pathLst>
          </a:custGeom>
          <a:solidFill xmlns:a="http://schemas.openxmlformats.org/drawingml/2006/main">
            <a:srgbClr val="84AC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0C5FC-C3E2-42E1-9CBB-447873FA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51" y="2407555"/>
            <a:ext cx="35807" cy="33237"/>
          </a:xfrm>
          <a:custGeom xmlns:a="http://schemas.openxmlformats.org/drawingml/2006/main">
            <a:pathLst>
              <a:path w="35807" h="33237" fill="none">
                <a:moveTo>
                  <a:pt x="0" y="16612"/>
                </a:moveTo>
                <a:cubicBezTo>
                  <a:pt x="0" y="7439"/>
                  <a:pt x="8015" y="0"/>
                  <a:pt x="17903" y="0"/>
                </a:cubicBezTo>
                <a:cubicBezTo>
                  <a:pt x="27796" y="0"/>
                  <a:pt x="35807" y="7439"/>
                  <a:pt x="35807" y="16612"/>
                </a:cubicBezTo>
                <a:cubicBezTo>
                  <a:pt x="35807" y="25795"/>
                  <a:pt x="27796" y="33237"/>
                  <a:pt x="17903" y="33237"/>
                </a:cubicBezTo>
                <a:cubicBezTo>
                  <a:pt x="8015" y="33237"/>
                  <a:pt x="0" y="25795"/>
                  <a:pt x="0" y="16612"/>
                </a:cubicBezTo>
                <a:close/>
                <a:moveTo>
                  <a:pt x="0" y="1661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3A5B63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01359-32F1-43C6-9A57-D58B844D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94" y="2006125"/>
            <a:ext cx="1054735" cy="816435"/>
          </a:xfrm>
          <a:custGeom xmlns:a="http://schemas.openxmlformats.org/drawingml/2006/main">
            <a:pathLst>
              <a:path w="1054735" h="816435" fill="none">
                <a:moveTo>
                  <a:pt x="1054735" y="0"/>
                </a:moveTo>
                <a:lnTo>
                  <a:pt x="0" y="816435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84ACB6"/>
            </a:solidFill>
            <a:custDash>
              <a:ds d="400000" sp="300000"/>
            </a:custDash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1F8CD-7B94-4070-87CF-CA68E6A4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29" y="1828426"/>
            <a:ext cx="946026" cy="460236"/>
          </a:xfrm>
          <a:custGeom xmlns:a="http://schemas.openxmlformats.org/drawingml/2006/main">
            <a:pathLst>
              <a:path w="946026" h="460236">
                <a:moveTo>
                  <a:pt x="0" y="0"/>
                </a:moveTo>
                <a:lnTo>
                  <a:pt x="946026" y="165949"/>
                </a:lnTo>
                <a:lnTo>
                  <a:pt x="399711" y="460236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22A4C5">
              <a:alpha val="1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F9CD3-19AA-4C38-B1F1-B7EBB63A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24" y="2293773"/>
            <a:ext cx="1009959" cy="542042"/>
          </a:xfrm>
          <a:custGeom xmlns:a="http://schemas.openxmlformats.org/drawingml/2006/main">
            <a:pathLst>
              <a:path w="1009959" h="542042">
                <a:moveTo>
                  <a:pt x="533564" y="0"/>
                </a:moveTo>
                <a:lnTo>
                  <a:pt x="1009959" y="222930"/>
                </a:lnTo>
                <a:lnTo>
                  <a:pt x="0" y="542042"/>
                </a:lnTo>
                <a:lnTo>
                  <a:pt x="533564" y="0"/>
                </a:lnTo>
                <a:close/>
                <a:moveTo>
                  <a:pt x="533564" y="0"/>
                </a:moveTo>
              </a:path>
            </a:pathLst>
          </a:custGeom>
          <a:solidFill xmlns:a="http://schemas.openxmlformats.org/drawingml/2006/main">
            <a:srgbClr val="22A4C5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5CF18-792E-4F08-9FCC-5D53D00E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88" y="1989515"/>
            <a:ext cx="549723" cy="526708"/>
          </a:xfrm>
          <a:custGeom xmlns:a="http://schemas.openxmlformats.org/drawingml/2006/main">
            <a:pathLst>
              <a:path w="549723" h="526708">
                <a:moveTo>
                  <a:pt x="549723" y="0"/>
                </a:moveTo>
                <a:lnTo>
                  <a:pt x="480948" y="526708"/>
                </a:lnTo>
                <a:lnTo>
                  <a:pt x="0" y="301209"/>
                </a:lnTo>
                <a:lnTo>
                  <a:pt x="549723" y="0"/>
                </a:lnTo>
                <a:close/>
                <a:moveTo>
                  <a:pt x="549723" y="0"/>
                </a:moveTo>
              </a:path>
            </a:pathLst>
          </a:custGeom>
          <a:solidFill xmlns:a="http://schemas.openxmlformats.org/drawingml/2006/main">
            <a:srgbClr val="22A4C5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16F17-290E-47CB-95EC-BC6561D4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69" y="1825870"/>
            <a:ext cx="534375" cy="1015057"/>
          </a:xfrm>
          <a:custGeom xmlns:a="http://schemas.openxmlformats.org/drawingml/2006/main">
            <a:pathLst>
              <a:path w="534375" h="1015057">
                <a:moveTo>
                  <a:pt x="129753" y="0"/>
                </a:moveTo>
                <a:lnTo>
                  <a:pt x="534375" y="466319"/>
                </a:lnTo>
                <a:lnTo>
                  <a:pt x="0" y="1015057"/>
                </a:lnTo>
                <a:lnTo>
                  <a:pt x="129753" y="0"/>
                </a:lnTo>
                <a:close/>
                <a:moveTo>
                  <a:pt x="129753" y="0"/>
                </a:moveTo>
              </a:path>
            </a:pathLst>
          </a:custGeom>
          <a:solidFill xmlns:a="http://schemas.openxmlformats.org/drawingml/2006/main">
            <a:srgbClr val="22A4C5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90E5F-C069-4C3D-8CCC-06F0E1AA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47" y="1827151"/>
            <a:ext cx="1081542" cy="1009943"/>
          </a:xfrm>
          <a:custGeom xmlns:a="http://schemas.openxmlformats.org/drawingml/2006/main">
            <a:pathLst>
              <a:path w="1081542" h="1009943" fill="none">
                <a:moveTo>
                  <a:pt x="131498" y="0"/>
                </a:moveTo>
                <a:lnTo>
                  <a:pt x="0" y="1009943"/>
                </a:lnTo>
                <a:lnTo>
                  <a:pt x="1013684" y="689378"/>
                </a:lnTo>
                <a:lnTo>
                  <a:pt x="1081542" y="166530"/>
                </a:lnTo>
                <a:lnTo>
                  <a:pt x="131498" y="0"/>
                </a:lnTo>
                <a:close/>
                <a:moveTo>
                  <a:pt x="13149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00706-2C15-4D36-91C4-507FF48B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94" y="2302718"/>
            <a:ext cx="509312" cy="519109"/>
          </a:xfrm>
          <a:custGeom xmlns:a="http://schemas.openxmlformats.org/drawingml/2006/main">
            <a:pathLst>
              <a:path w="509312" h="519109" fill="none">
                <a:moveTo>
                  <a:pt x="509312" y="0"/>
                </a:moveTo>
                <a:lnTo>
                  <a:pt x="0" y="519109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5B6E7-358E-4D0B-8C59-1904A355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56" y="1998458"/>
            <a:ext cx="521065" cy="280898"/>
          </a:xfrm>
          <a:custGeom xmlns:a="http://schemas.openxmlformats.org/drawingml/2006/main">
            <a:pathLst>
              <a:path w="521065" h="280898" fill="none">
                <a:moveTo>
                  <a:pt x="521065" y="0"/>
                </a:moveTo>
                <a:lnTo>
                  <a:pt x="0" y="280898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1C394-ADDB-470E-82D7-0515FBF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69" y="2302718"/>
            <a:ext cx="457265" cy="205772"/>
          </a:xfrm>
          <a:custGeom xmlns:a="http://schemas.openxmlformats.org/drawingml/2006/main">
            <a:pathLst>
              <a:path w="457265" h="205772" fill="none">
                <a:moveTo>
                  <a:pt x="457265" y="205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8F8CA-0BA6-400F-B3A0-78CD234F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26" y="1822039"/>
            <a:ext cx="398433" cy="457344"/>
          </a:xfrm>
          <a:custGeom xmlns:a="http://schemas.openxmlformats.org/drawingml/2006/main">
            <a:pathLst>
              <a:path w="398433" h="457344" fill="none">
                <a:moveTo>
                  <a:pt x="398433" y="4573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BA5E7-FF78-4A63-A228-A84EA92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89" y="1975444"/>
            <a:ext cx="35803" cy="35807"/>
          </a:xfrm>
          <a:custGeom xmlns:a="http://schemas.openxmlformats.org/drawingml/2006/main">
            <a:pathLst>
              <a:path w="35803" h="35807">
                <a:moveTo>
                  <a:pt x="0" y="17903"/>
                </a:moveTo>
                <a:cubicBezTo>
                  <a:pt x="0" y="8015"/>
                  <a:pt x="8011" y="0"/>
                  <a:pt x="17900" y="0"/>
                </a:cubicBezTo>
                <a:cubicBezTo>
                  <a:pt x="27792" y="0"/>
                  <a:pt x="35803" y="8015"/>
                  <a:pt x="35803" y="17903"/>
                </a:cubicBezTo>
                <a:cubicBezTo>
                  <a:pt x="35803" y="27795"/>
                  <a:pt x="27792" y="35807"/>
                  <a:pt x="17900" y="35807"/>
                </a:cubicBezTo>
                <a:cubicBezTo>
                  <a:pt x="8011" y="35807"/>
                  <a:pt x="0" y="27795"/>
                  <a:pt x="0" y="17903"/>
                </a:cubicBezTo>
                <a:close/>
                <a:moveTo>
                  <a:pt x="0" y="17903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32BDE-AA9D-4690-9977-2DB47BC5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89" y="1975444"/>
            <a:ext cx="35803" cy="35807"/>
          </a:xfrm>
          <a:custGeom xmlns:a="http://schemas.openxmlformats.org/drawingml/2006/main">
            <a:pathLst>
              <a:path w="35803" h="35807" fill="none">
                <a:moveTo>
                  <a:pt x="0" y="17903"/>
                </a:moveTo>
                <a:cubicBezTo>
                  <a:pt x="0" y="8015"/>
                  <a:pt x="8011" y="0"/>
                  <a:pt x="17900" y="0"/>
                </a:cubicBezTo>
                <a:cubicBezTo>
                  <a:pt x="27792" y="0"/>
                  <a:pt x="35803" y="8015"/>
                  <a:pt x="35803" y="17903"/>
                </a:cubicBezTo>
                <a:cubicBezTo>
                  <a:pt x="35803" y="27795"/>
                  <a:pt x="27792" y="35807"/>
                  <a:pt x="17900" y="35807"/>
                </a:cubicBezTo>
                <a:cubicBezTo>
                  <a:pt x="8011" y="35807"/>
                  <a:pt x="0" y="27795"/>
                  <a:pt x="0" y="17903"/>
                </a:cubicBezTo>
                <a:close/>
                <a:moveTo>
                  <a:pt x="0" y="17903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FAF2D-3A28-4D6E-B8C1-778AF1A3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13" y="2816648"/>
            <a:ext cx="35793" cy="35793"/>
          </a:xfrm>
          <a:custGeom xmlns:a="http://schemas.openxmlformats.org/drawingml/2006/main">
            <a:pathLst>
              <a:path w="35793" h="35793">
                <a:moveTo>
                  <a:pt x="0" y="17890"/>
                </a:moveTo>
                <a:cubicBezTo>
                  <a:pt x="0" y="8001"/>
                  <a:pt x="8001" y="0"/>
                  <a:pt x="17890" y="0"/>
                </a:cubicBezTo>
                <a:cubicBezTo>
                  <a:pt x="27792" y="0"/>
                  <a:pt x="35793" y="8001"/>
                  <a:pt x="35793" y="17890"/>
                </a:cubicBezTo>
                <a:cubicBezTo>
                  <a:pt x="35793" y="27795"/>
                  <a:pt x="27792" y="35793"/>
                  <a:pt x="17890" y="35793"/>
                </a:cubicBezTo>
                <a:cubicBezTo>
                  <a:pt x="8001" y="35793"/>
                  <a:pt x="0" y="27795"/>
                  <a:pt x="0" y="17890"/>
                </a:cubicBezTo>
                <a:close/>
                <a:moveTo>
                  <a:pt x="0" y="17890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B64FF-44F6-4B84-B24A-D405AFC7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13" y="2816648"/>
            <a:ext cx="35793" cy="35793"/>
          </a:xfrm>
          <a:custGeom xmlns:a="http://schemas.openxmlformats.org/drawingml/2006/main">
            <a:pathLst>
              <a:path w="35793" h="35793" fill="none">
                <a:moveTo>
                  <a:pt x="0" y="17890"/>
                </a:moveTo>
                <a:cubicBezTo>
                  <a:pt x="0" y="8001"/>
                  <a:pt x="8001" y="0"/>
                  <a:pt x="17890" y="0"/>
                </a:cubicBezTo>
                <a:cubicBezTo>
                  <a:pt x="27792" y="0"/>
                  <a:pt x="35793" y="8001"/>
                  <a:pt x="35793" y="17890"/>
                </a:cubicBezTo>
                <a:cubicBezTo>
                  <a:pt x="35793" y="27795"/>
                  <a:pt x="27792" y="35793"/>
                  <a:pt x="17890" y="35793"/>
                </a:cubicBezTo>
                <a:cubicBezTo>
                  <a:pt x="8001" y="35793"/>
                  <a:pt x="0" y="27795"/>
                  <a:pt x="0" y="17890"/>
                </a:cubicBezTo>
                <a:close/>
                <a:moveTo>
                  <a:pt x="0" y="17890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7DB7F-F92C-4059-8558-BB39D2DD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77" y="2172325"/>
            <a:ext cx="9769" cy="118508"/>
          </a:xfrm>
          <a:custGeom xmlns:a="http://schemas.openxmlformats.org/drawingml/2006/main">
            <a:pathLst>
              <a:path w="9769" h="118508" fill="none">
                <a:moveTo>
                  <a:pt x="9769" y="0"/>
                </a:moveTo>
                <a:lnTo>
                  <a:pt x="0" y="118508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sq">
            <a:solidFill>
              <a:srgbClr val="AD84C6"/>
            </a:solidFill>
            <a:custDash>
              <a:ds d="300000" sp="100000"/>
            </a:custDash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2CA64-170E-449C-8784-80AB2F39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51" y="1829706"/>
            <a:ext cx="892306" cy="691136"/>
          </a:xfrm>
          <a:custGeom xmlns:a="http://schemas.openxmlformats.org/drawingml/2006/main">
            <a:pathLst>
              <a:path w="892306" h="691136" fill="none">
                <a:moveTo>
                  <a:pt x="892306" y="6911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84ACB6"/>
            </a:solidFill>
            <a:custDash>
              <a:ds d="400000" sp="300000"/>
            </a:custDash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D9CAC-1EA8-4963-ACDB-0C783293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214" y="2499600"/>
            <a:ext cx="35793" cy="35793"/>
          </a:xfrm>
          <a:custGeom xmlns:a="http://schemas.openxmlformats.org/drawingml/2006/main">
            <a:pathLst>
              <a:path w="35793" h="35793">
                <a:moveTo>
                  <a:pt x="0" y="17903"/>
                </a:moveTo>
                <a:cubicBezTo>
                  <a:pt x="0" y="7998"/>
                  <a:pt x="7998" y="0"/>
                  <a:pt x="17903" y="0"/>
                </a:cubicBezTo>
                <a:cubicBezTo>
                  <a:pt x="27792" y="0"/>
                  <a:pt x="35793" y="7998"/>
                  <a:pt x="35793" y="17903"/>
                </a:cubicBezTo>
                <a:cubicBezTo>
                  <a:pt x="35793" y="27792"/>
                  <a:pt x="27792" y="35793"/>
                  <a:pt x="17903" y="35793"/>
                </a:cubicBezTo>
                <a:cubicBezTo>
                  <a:pt x="7998" y="35793"/>
                  <a:pt x="0" y="27792"/>
                  <a:pt x="0" y="17903"/>
                </a:cubicBezTo>
                <a:close/>
                <a:moveTo>
                  <a:pt x="0" y="17903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9871D-3EB7-4AAF-A6BD-A3150DAC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214" y="2499600"/>
            <a:ext cx="35793" cy="35793"/>
          </a:xfrm>
          <a:custGeom xmlns:a="http://schemas.openxmlformats.org/drawingml/2006/main">
            <a:pathLst>
              <a:path w="35793" h="35793" fill="none">
                <a:moveTo>
                  <a:pt x="0" y="17903"/>
                </a:moveTo>
                <a:cubicBezTo>
                  <a:pt x="0" y="7998"/>
                  <a:pt x="7998" y="0"/>
                  <a:pt x="17903" y="0"/>
                </a:cubicBezTo>
                <a:cubicBezTo>
                  <a:pt x="27792" y="0"/>
                  <a:pt x="35793" y="7998"/>
                  <a:pt x="35793" y="17903"/>
                </a:cubicBezTo>
                <a:cubicBezTo>
                  <a:pt x="35793" y="27792"/>
                  <a:pt x="27792" y="35793"/>
                  <a:pt x="17903" y="35793"/>
                </a:cubicBezTo>
                <a:cubicBezTo>
                  <a:pt x="7998" y="35793"/>
                  <a:pt x="0" y="27792"/>
                  <a:pt x="0" y="17903"/>
                </a:cubicBezTo>
                <a:close/>
                <a:moveTo>
                  <a:pt x="0" y="17903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5347F-E299-4654-BFE4-40D0AD28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03" y="1811817"/>
            <a:ext cx="35793" cy="33237"/>
          </a:xfrm>
          <a:custGeom xmlns:a="http://schemas.openxmlformats.org/drawingml/2006/main">
            <a:pathLst>
              <a:path w="35793" h="33237">
                <a:moveTo>
                  <a:pt x="0" y="16612"/>
                </a:moveTo>
                <a:cubicBezTo>
                  <a:pt x="0" y="7439"/>
                  <a:pt x="8001" y="0"/>
                  <a:pt x="17903" y="0"/>
                </a:cubicBezTo>
                <a:cubicBezTo>
                  <a:pt x="27796" y="0"/>
                  <a:pt x="35793" y="7439"/>
                  <a:pt x="35793" y="16612"/>
                </a:cubicBezTo>
                <a:cubicBezTo>
                  <a:pt x="35793" y="25795"/>
                  <a:pt x="27796" y="33237"/>
                  <a:pt x="17903" y="33237"/>
                </a:cubicBezTo>
                <a:cubicBezTo>
                  <a:pt x="8001" y="33237"/>
                  <a:pt x="0" y="25795"/>
                  <a:pt x="0" y="16612"/>
                </a:cubicBezTo>
                <a:close/>
                <a:moveTo>
                  <a:pt x="0" y="1661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0C30F-CA5B-4FE4-B426-3F39CC6B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03" y="1811817"/>
            <a:ext cx="35793" cy="33237"/>
          </a:xfrm>
          <a:custGeom xmlns:a="http://schemas.openxmlformats.org/drawingml/2006/main">
            <a:pathLst>
              <a:path w="35793" h="33237" fill="none">
                <a:moveTo>
                  <a:pt x="0" y="16612"/>
                </a:moveTo>
                <a:cubicBezTo>
                  <a:pt x="0" y="7439"/>
                  <a:pt x="8001" y="0"/>
                  <a:pt x="17903" y="0"/>
                </a:cubicBezTo>
                <a:cubicBezTo>
                  <a:pt x="27796" y="0"/>
                  <a:pt x="35793" y="7439"/>
                  <a:pt x="35793" y="16612"/>
                </a:cubicBezTo>
                <a:cubicBezTo>
                  <a:pt x="35793" y="25795"/>
                  <a:pt x="27796" y="33237"/>
                  <a:pt x="17903" y="33237"/>
                </a:cubicBezTo>
                <a:cubicBezTo>
                  <a:pt x="8001" y="33237"/>
                  <a:pt x="0" y="25795"/>
                  <a:pt x="0" y="16612"/>
                </a:cubicBezTo>
                <a:close/>
                <a:moveTo>
                  <a:pt x="0" y="1661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AC108-219B-47CF-88F2-A9E1B78F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6" y="2139088"/>
            <a:ext cx="35793" cy="33237"/>
          </a:xfrm>
          <a:custGeom xmlns:a="http://schemas.openxmlformats.org/drawingml/2006/main">
            <a:pathLst>
              <a:path w="35793" h="33237">
                <a:moveTo>
                  <a:pt x="0" y="16612"/>
                </a:moveTo>
                <a:cubicBezTo>
                  <a:pt x="0" y="7442"/>
                  <a:pt x="8001" y="0"/>
                  <a:pt x="17903" y="0"/>
                </a:cubicBezTo>
                <a:cubicBezTo>
                  <a:pt x="27792" y="0"/>
                  <a:pt x="35793" y="7442"/>
                  <a:pt x="35793" y="16612"/>
                </a:cubicBezTo>
                <a:cubicBezTo>
                  <a:pt x="35793" y="25799"/>
                  <a:pt x="27792" y="33237"/>
                  <a:pt x="17903" y="33237"/>
                </a:cubicBezTo>
                <a:cubicBezTo>
                  <a:pt x="8001" y="33237"/>
                  <a:pt x="0" y="25799"/>
                  <a:pt x="0" y="16612"/>
                </a:cubicBezTo>
                <a:close/>
                <a:moveTo>
                  <a:pt x="0" y="16612"/>
                </a:moveTo>
              </a:path>
            </a:pathLst>
          </a:custGeom>
          <a:solidFill xmlns:a="http://schemas.openxmlformats.org/drawingml/2006/main">
            <a:srgbClr val="84AC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387BF-0995-4363-9AC4-38E75ED0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6" y="2139088"/>
            <a:ext cx="35793" cy="33237"/>
          </a:xfrm>
          <a:custGeom xmlns:a="http://schemas.openxmlformats.org/drawingml/2006/main">
            <a:pathLst>
              <a:path w="35793" h="33237" fill="none">
                <a:moveTo>
                  <a:pt x="0" y="16612"/>
                </a:moveTo>
                <a:cubicBezTo>
                  <a:pt x="0" y="7442"/>
                  <a:pt x="8001" y="0"/>
                  <a:pt x="17903" y="0"/>
                </a:cubicBezTo>
                <a:cubicBezTo>
                  <a:pt x="27792" y="0"/>
                  <a:pt x="35793" y="7442"/>
                  <a:pt x="35793" y="16612"/>
                </a:cubicBezTo>
                <a:cubicBezTo>
                  <a:pt x="35793" y="25799"/>
                  <a:pt x="27792" y="33237"/>
                  <a:pt x="17903" y="33237"/>
                </a:cubicBezTo>
                <a:cubicBezTo>
                  <a:pt x="8001" y="33237"/>
                  <a:pt x="0" y="25799"/>
                  <a:pt x="0" y="16612"/>
                </a:cubicBezTo>
                <a:close/>
                <a:moveTo>
                  <a:pt x="0" y="1661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3A5B63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C6B8B-3F55-4C7A-AF35-FC13AB6C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87" y="2274592"/>
            <a:ext cx="35793" cy="35807"/>
          </a:xfrm>
          <a:custGeom xmlns:a="http://schemas.openxmlformats.org/drawingml/2006/main">
            <a:pathLst>
              <a:path w="35793" h="35807">
                <a:moveTo>
                  <a:pt x="0" y="17903"/>
                </a:moveTo>
                <a:cubicBezTo>
                  <a:pt x="0" y="8015"/>
                  <a:pt x="8001" y="0"/>
                  <a:pt x="17890" y="0"/>
                </a:cubicBezTo>
                <a:cubicBezTo>
                  <a:pt x="27792" y="0"/>
                  <a:pt x="35793" y="8015"/>
                  <a:pt x="35793" y="17903"/>
                </a:cubicBezTo>
                <a:cubicBezTo>
                  <a:pt x="35793" y="27792"/>
                  <a:pt x="27792" y="35807"/>
                  <a:pt x="17890" y="35807"/>
                </a:cubicBezTo>
                <a:cubicBezTo>
                  <a:pt x="8001" y="35807"/>
                  <a:pt x="0" y="27792"/>
                  <a:pt x="0" y="17903"/>
                </a:cubicBezTo>
                <a:close/>
                <a:moveTo>
                  <a:pt x="0" y="17903"/>
                </a:moveTo>
              </a:path>
            </a:pathLst>
          </a:custGeom>
          <a:solidFill xmlns:a="http://schemas.openxmlformats.org/drawingml/2006/main">
            <a:srgbClr val="AD84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16E5F-A5EF-4EF4-BE05-78982D6F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87" y="2274592"/>
            <a:ext cx="35793" cy="35807"/>
          </a:xfrm>
          <a:custGeom xmlns:a="http://schemas.openxmlformats.org/drawingml/2006/main">
            <a:pathLst>
              <a:path w="35793" h="35807" fill="none">
                <a:moveTo>
                  <a:pt x="0" y="17903"/>
                </a:moveTo>
                <a:cubicBezTo>
                  <a:pt x="0" y="8015"/>
                  <a:pt x="8001" y="0"/>
                  <a:pt x="17890" y="0"/>
                </a:cubicBezTo>
                <a:cubicBezTo>
                  <a:pt x="27792" y="0"/>
                  <a:pt x="35793" y="8015"/>
                  <a:pt x="35793" y="17903"/>
                </a:cubicBezTo>
                <a:cubicBezTo>
                  <a:pt x="35793" y="27792"/>
                  <a:pt x="27792" y="35807"/>
                  <a:pt x="17890" y="35807"/>
                </a:cubicBezTo>
                <a:cubicBezTo>
                  <a:pt x="8001" y="35807"/>
                  <a:pt x="0" y="27792"/>
                  <a:pt x="0" y="17903"/>
                </a:cubicBezTo>
                <a:close/>
                <a:moveTo>
                  <a:pt x="0" y="17903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5A3471"/>
            </a:solidFill>
            <a:miter/>
          </a:ln>
        </p:spPr>
      </p:sp>
      <p:sp>
        <p:nvSpPr>
          <p:cNvPr id="181" name="Text 3.Flexiblesplitquads">
            <a:extLst xmlns:a="http://schemas.openxmlformats.org/drawingml/2006/main">
              <a:ext uri="{FF2B5EF4-FFF2-40B4-BE49-F238E27FC236}">
                <a16:creationId xmlns:a16="http://schemas.microsoft.com/office/drawing/2014/main" id="{0FCB3CF4-DDEB-4A3B-8EA5-A17D9498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45" y="2904372"/>
            <a:ext cx="1234622" cy="127716"/>
          </a:xfrm>
          <a:custGeom xmlns:a="http://schemas.openxmlformats.org/drawingml/2006/main">
            <a:pathLst>
              <a:path w="1234622" h="127716">
                <a:moveTo>
                  <a:pt x="1442" y="22179"/>
                </a:moveTo>
                <a:cubicBezTo>
                  <a:pt x="4097" y="15907"/>
                  <a:pt x="7450" y="11078"/>
                  <a:pt x="11501" y="7690"/>
                </a:cubicBezTo>
                <a:cubicBezTo>
                  <a:pt x="15553" y="4303"/>
                  <a:pt x="20600" y="2609"/>
                  <a:pt x="26642" y="2609"/>
                </a:cubicBezTo>
                <a:cubicBezTo>
                  <a:pt x="34104" y="2609"/>
                  <a:pt x="39826" y="5032"/>
                  <a:pt x="43808" y="9877"/>
                </a:cubicBezTo>
                <a:cubicBezTo>
                  <a:pt x="46830" y="13489"/>
                  <a:pt x="48340" y="17352"/>
                  <a:pt x="48340" y="21466"/>
                </a:cubicBezTo>
                <a:cubicBezTo>
                  <a:pt x="48340" y="28231"/>
                  <a:pt x="44083" y="35225"/>
                  <a:pt x="35568" y="42448"/>
                </a:cubicBezTo>
                <a:cubicBezTo>
                  <a:pt x="41291" y="44693"/>
                  <a:pt x="45616" y="47901"/>
                  <a:pt x="48546" y="52071"/>
                </a:cubicBezTo>
                <a:cubicBezTo>
                  <a:pt x="51476" y="56240"/>
                  <a:pt x="52941" y="61142"/>
                  <a:pt x="52941" y="66778"/>
                </a:cubicBezTo>
                <a:cubicBezTo>
                  <a:pt x="52941" y="74844"/>
                  <a:pt x="50377" y="81832"/>
                  <a:pt x="45250" y="87743"/>
                </a:cubicBezTo>
                <a:cubicBezTo>
                  <a:pt x="38567" y="95440"/>
                  <a:pt x="28885" y="99289"/>
                  <a:pt x="16205" y="99289"/>
                </a:cubicBezTo>
                <a:cubicBezTo>
                  <a:pt x="9934" y="99289"/>
                  <a:pt x="5665" y="98511"/>
                  <a:pt x="3399" y="96954"/>
                </a:cubicBezTo>
                <a:cubicBezTo>
                  <a:pt x="1133" y="95398"/>
                  <a:pt x="0" y="93727"/>
                  <a:pt x="0" y="91942"/>
                </a:cubicBezTo>
                <a:cubicBezTo>
                  <a:pt x="0" y="90614"/>
                  <a:pt x="538" y="89447"/>
                  <a:pt x="1614" y="88440"/>
                </a:cubicBezTo>
                <a:cubicBezTo>
                  <a:pt x="2689" y="87433"/>
                  <a:pt x="3983" y="86929"/>
                  <a:pt x="5493" y="86929"/>
                </a:cubicBezTo>
                <a:cubicBezTo>
                  <a:pt x="6638" y="86929"/>
                  <a:pt x="7805" y="87112"/>
                  <a:pt x="8995" y="87479"/>
                </a:cubicBezTo>
                <a:cubicBezTo>
                  <a:pt x="9773" y="87708"/>
                  <a:pt x="11536" y="88543"/>
                  <a:pt x="14282" y="89985"/>
                </a:cubicBezTo>
                <a:cubicBezTo>
                  <a:pt x="17029" y="91427"/>
                  <a:pt x="18929" y="92285"/>
                  <a:pt x="19982" y="92560"/>
                </a:cubicBezTo>
                <a:cubicBezTo>
                  <a:pt x="21675" y="93063"/>
                  <a:pt x="23483" y="93315"/>
                  <a:pt x="25406" y="93315"/>
                </a:cubicBezTo>
                <a:cubicBezTo>
                  <a:pt x="30075" y="93315"/>
                  <a:pt x="34138" y="91504"/>
                  <a:pt x="37594" y="87882"/>
                </a:cubicBezTo>
                <a:cubicBezTo>
                  <a:pt x="41050" y="84260"/>
                  <a:pt x="42778" y="79973"/>
                  <a:pt x="42778" y="75020"/>
                </a:cubicBezTo>
                <a:cubicBezTo>
                  <a:pt x="42778" y="71398"/>
                  <a:pt x="41977" y="67868"/>
                  <a:pt x="40375" y="64429"/>
                </a:cubicBezTo>
                <a:cubicBezTo>
                  <a:pt x="39185" y="61861"/>
                  <a:pt x="37880" y="59913"/>
                  <a:pt x="36461" y="58584"/>
                </a:cubicBezTo>
                <a:cubicBezTo>
                  <a:pt x="34493" y="56748"/>
                  <a:pt x="31792" y="55086"/>
                  <a:pt x="28359" y="53597"/>
                </a:cubicBezTo>
                <a:cubicBezTo>
                  <a:pt x="24925" y="52106"/>
                  <a:pt x="21423" y="51361"/>
                  <a:pt x="17853" y="51361"/>
                </a:cubicBezTo>
                <a:lnTo>
                  <a:pt x="15656" y="51361"/>
                </a:lnTo>
                <a:lnTo>
                  <a:pt x="15656" y="49301"/>
                </a:lnTo>
                <a:cubicBezTo>
                  <a:pt x="19272" y="48843"/>
                  <a:pt x="22900" y="47539"/>
                  <a:pt x="26539" y="45387"/>
                </a:cubicBezTo>
                <a:cubicBezTo>
                  <a:pt x="30178" y="43236"/>
                  <a:pt x="32822" y="40649"/>
                  <a:pt x="34470" y="37628"/>
                </a:cubicBezTo>
                <a:cubicBezTo>
                  <a:pt x="36118" y="34607"/>
                  <a:pt x="36942" y="31288"/>
                  <a:pt x="36942" y="27672"/>
                </a:cubicBezTo>
                <a:cubicBezTo>
                  <a:pt x="36942" y="22957"/>
                  <a:pt x="35465" y="19146"/>
                  <a:pt x="32513" y="16239"/>
                </a:cubicBezTo>
                <a:cubicBezTo>
                  <a:pt x="29560" y="13332"/>
                  <a:pt x="25887" y="11879"/>
                  <a:pt x="21492" y="11879"/>
                </a:cubicBezTo>
                <a:cubicBezTo>
                  <a:pt x="14397" y="11879"/>
                  <a:pt x="8469" y="15678"/>
                  <a:pt x="3708" y="23277"/>
                </a:cubicBezTo>
                <a:lnTo>
                  <a:pt x="1442" y="22179"/>
                </a:lnTo>
                <a:close/>
                <a:moveTo>
                  <a:pt x="82192" y="84320"/>
                </a:moveTo>
                <a:cubicBezTo>
                  <a:pt x="84344" y="84320"/>
                  <a:pt x="86152" y="85064"/>
                  <a:pt x="87617" y="86552"/>
                </a:cubicBezTo>
                <a:cubicBezTo>
                  <a:pt x="89081" y="88039"/>
                  <a:pt x="89814" y="89836"/>
                  <a:pt x="89814" y="91942"/>
                </a:cubicBezTo>
                <a:cubicBezTo>
                  <a:pt x="89814" y="94048"/>
                  <a:pt x="89070" y="95844"/>
                  <a:pt x="87582" y="97332"/>
                </a:cubicBezTo>
                <a:cubicBezTo>
                  <a:pt x="86094" y="98820"/>
                  <a:pt x="84298" y="99564"/>
                  <a:pt x="82192" y="99564"/>
                </a:cubicBezTo>
                <a:cubicBezTo>
                  <a:pt x="80086" y="99564"/>
                  <a:pt x="78290" y="98820"/>
                  <a:pt x="76802" y="97332"/>
                </a:cubicBezTo>
                <a:cubicBezTo>
                  <a:pt x="75314" y="95844"/>
                  <a:pt x="74570" y="94048"/>
                  <a:pt x="74570" y="91942"/>
                </a:cubicBezTo>
                <a:cubicBezTo>
                  <a:pt x="74570" y="89790"/>
                  <a:pt x="75314" y="87982"/>
                  <a:pt x="76802" y="86517"/>
                </a:cubicBezTo>
                <a:cubicBezTo>
                  <a:pt x="78290" y="85053"/>
                  <a:pt x="80086" y="84320"/>
                  <a:pt x="82192" y="84320"/>
                </a:cubicBezTo>
                <a:close/>
                <a:moveTo>
                  <a:pt x="163697" y="9613"/>
                </a:moveTo>
                <a:lnTo>
                  <a:pt x="163697" y="46143"/>
                </a:lnTo>
                <a:lnTo>
                  <a:pt x="180658" y="46143"/>
                </a:lnTo>
                <a:cubicBezTo>
                  <a:pt x="184549" y="46143"/>
                  <a:pt x="187398" y="45284"/>
                  <a:pt x="189206" y="43568"/>
                </a:cubicBezTo>
                <a:cubicBezTo>
                  <a:pt x="191015" y="41851"/>
                  <a:pt x="192216" y="38452"/>
                  <a:pt x="192811" y="33371"/>
                </a:cubicBezTo>
                <a:lnTo>
                  <a:pt x="195352" y="33371"/>
                </a:lnTo>
                <a:lnTo>
                  <a:pt x="195352" y="64957"/>
                </a:lnTo>
                <a:lnTo>
                  <a:pt x="192811" y="64957"/>
                </a:lnTo>
                <a:cubicBezTo>
                  <a:pt x="192766" y="61322"/>
                  <a:pt x="192296" y="58653"/>
                  <a:pt x="191404" y="56951"/>
                </a:cubicBezTo>
                <a:cubicBezTo>
                  <a:pt x="190511" y="55247"/>
                  <a:pt x="189275" y="53970"/>
                  <a:pt x="187696" y="53119"/>
                </a:cubicBezTo>
                <a:cubicBezTo>
                  <a:pt x="186116" y="52267"/>
                  <a:pt x="183770" y="51842"/>
                  <a:pt x="180658" y="51842"/>
                </a:cubicBezTo>
                <a:lnTo>
                  <a:pt x="163697" y="51842"/>
                </a:lnTo>
                <a:lnTo>
                  <a:pt x="163697" y="81140"/>
                </a:lnTo>
                <a:cubicBezTo>
                  <a:pt x="163697" y="85862"/>
                  <a:pt x="163995" y="88980"/>
                  <a:pt x="164590" y="90493"/>
                </a:cubicBezTo>
                <a:cubicBezTo>
                  <a:pt x="165048" y="91639"/>
                  <a:pt x="166009" y="92625"/>
                  <a:pt x="167474" y="93450"/>
                </a:cubicBezTo>
                <a:cubicBezTo>
                  <a:pt x="169488" y="94550"/>
                  <a:pt x="171594" y="95100"/>
                  <a:pt x="173791" y="95100"/>
                </a:cubicBezTo>
                <a:lnTo>
                  <a:pt x="177156" y="95100"/>
                </a:lnTo>
                <a:lnTo>
                  <a:pt x="177156" y="97641"/>
                </a:lnTo>
                <a:lnTo>
                  <a:pt x="137193" y="97641"/>
                </a:lnTo>
                <a:lnTo>
                  <a:pt x="137193" y="95100"/>
                </a:lnTo>
                <a:lnTo>
                  <a:pt x="140489" y="95100"/>
                </a:lnTo>
                <a:cubicBezTo>
                  <a:pt x="144334" y="95100"/>
                  <a:pt x="147126" y="93979"/>
                  <a:pt x="148866" y="91736"/>
                </a:cubicBezTo>
                <a:cubicBezTo>
                  <a:pt x="149964" y="90271"/>
                  <a:pt x="150514" y="86746"/>
                  <a:pt x="150514" y="81162"/>
                </a:cubicBezTo>
                <a:lnTo>
                  <a:pt x="150514" y="21011"/>
                </a:lnTo>
                <a:cubicBezTo>
                  <a:pt x="150514" y="16296"/>
                  <a:pt x="150216" y="13184"/>
                  <a:pt x="149621" y="11673"/>
                </a:cubicBezTo>
                <a:cubicBezTo>
                  <a:pt x="149163" y="10529"/>
                  <a:pt x="148225" y="9544"/>
                  <a:pt x="146806" y="8720"/>
                </a:cubicBezTo>
                <a:cubicBezTo>
                  <a:pt x="144837" y="7622"/>
                  <a:pt x="142732" y="7072"/>
                  <a:pt x="140489" y="7072"/>
                </a:cubicBezTo>
                <a:lnTo>
                  <a:pt x="137193" y="7072"/>
                </a:lnTo>
                <a:lnTo>
                  <a:pt x="137193" y="4532"/>
                </a:lnTo>
                <a:lnTo>
                  <a:pt x="206476" y="4532"/>
                </a:lnTo>
                <a:lnTo>
                  <a:pt x="207368" y="24994"/>
                </a:lnTo>
                <a:lnTo>
                  <a:pt x="204965" y="24994"/>
                </a:lnTo>
                <a:cubicBezTo>
                  <a:pt x="203775" y="20645"/>
                  <a:pt x="202390" y="17452"/>
                  <a:pt x="200811" y="15415"/>
                </a:cubicBezTo>
                <a:cubicBezTo>
                  <a:pt x="199232" y="13378"/>
                  <a:pt x="197286" y="11902"/>
                  <a:pt x="194974" y="10986"/>
                </a:cubicBezTo>
                <a:cubicBezTo>
                  <a:pt x="192663" y="10071"/>
                  <a:pt x="189081" y="9613"/>
                  <a:pt x="184228" y="9613"/>
                </a:cubicBezTo>
                <a:lnTo>
                  <a:pt x="163697" y="9613"/>
                </a:lnTo>
                <a:close/>
                <a:moveTo>
                  <a:pt x="239139" y="0"/>
                </a:moveTo>
                <a:lnTo>
                  <a:pt x="239139" y="83367"/>
                </a:lnTo>
                <a:cubicBezTo>
                  <a:pt x="239139" y="87301"/>
                  <a:pt x="239425" y="89909"/>
                  <a:pt x="239997" y="91191"/>
                </a:cubicBezTo>
                <a:cubicBezTo>
                  <a:pt x="240569" y="92471"/>
                  <a:pt x="241450" y="93443"/>
                  <a:pt x="242641" y="94107"/>
                </a:cubicBezTo>
                <a:cubicBezTo>
                  <a:pt x="243831" y="94769"/>
                  <a:pt x="246051" y="95100"/>
                  <a:pt x="249301" y="95100"/>
                </a:cubicBezTo>
                <a:lnTo>
                  <a:pt x="249301" y="97641"/>
                </a:lnTo>
                <a:lnTo>
                  <a:pt x="218471" y="97641"/>
                </a:lnTo>
                <a:lnTo>
                  <a:pt x="218471" y="95100"/>
                </a:lnTo>
                <a:cubicBezTo>
                  <a:pt x="221355" y="95100"/>
                  <a:pt x="223323" y="94804"/>
                  <a:pt x="224376" y="94210"/>
                </a:cubicBezTo>
                <a:cubicBezTo>
                  <a:pt x="225429" y="93615"/>
                  <a:pt x="226253" y="92631"/>
                  <a:pt x="226848" y="91260"/>
                </a:cubicBezTo>
                <a:cubicBezTo>
                  <a:pt x="227443" y="89886"/>
                  <a:pt x="227740" y="87256"/>
                  <a:pt x="227740" y="83367"/>
                </a:cubicBezTo>
                <a:lnTo>
                  <a:pt x="227740" y="26279"/>
                </a:lnTo>
                <a:cubicBezTo>
                  <a:pt x="227740" y="19190"/>
                  <a:pt x="227580" y="14833"/>
                  <a:pt x="227260" y="13209"/>
                </a:cubicBezTo>
                <a:cubicBezTo>
                  <a:pt x="226939" y="11584"/>
                  <a:pt x="226424" y="10475"/>
                  <a:pt x="225715" y="9881"/>
                </a:cubicBezTo>
                <a:cubicBezTo>
                  <a:pt x="225005" y="9286"/>
                  <a:pt x="224101" y="8989"/>
                  <a:pt x="223002" y="8989"/>
                </a:cubicBezTo>
                <a:cubicBezTo>
                  <a:pt x="221812" y="8989"/>
                  <a:pt x="220302" y="9355"/>
                  <a:pt x="218471" y="10087"/>
                </a:cubicBezTo>
                <a:lnTo>
                  <a:pt x="217303" y="7684"/>
                </a:lnTo>
                <a:lnTo>
                  <a:pt x="236049" y="0"/>
                </a:lnTo>
                <a:lnTo>
                  <a:pt x="239139" y="0"/>
                </a:lnTo>
                <a:close/>
                <a:moveTo>
                  <a:pt x="267178" y="58502"/>
                </a:moveTo>
                <a:cubicBezTo>
                  <a:pt x="267132" y="67819"/>
                  <a:pt x="269398" y="75127"/>
                  <a:pt x="273976" y="80426"/>
                </a:cubicBezTo>
                <a:cubicBezTo>
                  <a:pt x="278553" y="85723"/>
                  <a:pt x="283932" y="88371"/>
                  <a:pt x="290112" y="88371"/>
                </a:cubicBezTo>
                <a:cubicBezTo>
                  <a:pt x="294232" y="88371"/>
                  <a:pt x="297814" y="87238"/>
                  <a:pt x="300858" y="84972"/>
                </a:cubicBezTo>
                <a:cubicBezTo>
                  <a:pt x="303902" y="82706"/>
                  <a:pt x="306454" y="78827"/>
                  <a:pt x="308514" y="73334"/>
                </a:cubicBezTo>
                <a:lnTo>
                  <a:pt x="310643" y="74707"/>
                </a:lnTo>
                <a:cubicBezTo>
                  <a:pt x="309681" y="80978"/>
                  <a:pt x="306889" y="86689"/>
                  <a:pt x="302266" y="91839"/>
                </a:cubicBezTo>
                <a:cubicBezTo>
                  <a:pt x="297642" y="96989"/>
                  <a:pt x="291851" y="99564"/>
                  <a:pt x="284893" y="99564"/>
                </a:cubicBezTo>
                <a:cubicBezTo>
                  <a:pt x="277340" y="99564"/>
                  <a:pt x="270874" y="96629"/>
                  <a:pt x="265495" y="90760"/>
                </a:cubicBezTo>
                <a:cubicBezTo>
                  <a:pt x="260117" y="84889"/>
                  <a:pt x="257427" y="76997"/>
                  <a:pt x="257427" y="67083"/>
                </a:cubicBezTo>
                <a:cubicBezTo>
                  <a:pt x="257427" y="56349"/>
                  <a:pt x="260185" y="47978"/>
                  <a:pt x="265701" y="41971"/>
                </a:cubicBezTo>
                <a:cubicBezTo>
                  <a:pt x="271218" y="35963"/>
                  <a:pt x="278141" y="32959"/>
                  <a:pt x="286473" y="32959"/>
                </a:cubicBezTo>
                <a:cubicBezTo>
                  <a:pt x="293522" y="32959"/>
                  <a:pt x="299313" y="35276"/>
                  <a:pt x="303845" y="39911"/>
                </a:cubicBezTo>
                <a:cubicBezTo>
                  <a:pt x="308377" y="44545"/>
                  <a:pt x="310643" y="50742"/>
                  <a:pt x="310643" y="58502"/>
                </a:cubicBezTo>
                <a:lnTo>
                  <a:pt x="267178" y="58502"/>
                </a:lnTo>
                <a:moveTo>
                  <a:pt x="267178" y="54520"/>
                </a:moveTo>
                <a:lnTo>
                  <a:pt x="296292" y="54520"/>
                </a:lnTo>
                <a:cubicBezTo>
                  <a:pt x="296063" y="50491"/>
                  <a:pt x="295582" y="47653"/>
                  <a:pt x="294850" y="46005"/>
                </a:cubicBezTo>
                <a:cubicBezTo>
                  <a:pt x="293705" y="43442"/>
                  <a:pt x="292000" y="41428"/>
                  <a:pt x="289734" y="39963"/>
                </a:cubicBezTo>
                <a:cubicBezTo>
                  <a:pt x="287468" y="38498"/>
                  <a:pt x="285099" y="37766"/>
                  <a:pt x="282627" y="37766"/>
                </a:cubicBezTo>
                <a:cubicBezTo>
                  <a:pt x="278828" y="37766"/>
                  <a:pt x="275429" y="39242"/>
                  <a:pt x="272431" y="42194"/>
                </a:cubicBezTo>
                <a:cubicBezTo>
                  <a:pt x="269432" y="45147"/>
                  <a:pt x="267681" y="49255"/>
                  <a:pt x="267178" y="54520"/>
                </a:cubicBezTo>
                <a:close/>
                <a:moveTo>
                  <a:pt x="316501" y="34744"/>
                </a:moveTo>
                <a:lnTo>
                  <a:pt x="346095" y="34744"/>
                </a:lnTo>
                <a:lnTo>
                  <a:pt x="346095" y="37285"/>
                </a:lnTo>
                <a:cubicBezTo>
                  <a:pt x="344218" y="37285"/>
                  <a:pt x="342902" y="37605"/>
                  <a:pt x="342147" y="38246"/>
                </a:cubicBezTo>
                <a:cubicBezTo>
                  <a:pt x="341392" y="38887"/>
                  <a:pt x="341014" y="39734"/>
                  <a:pt x="341014" y="40787"/>
                </a:cubicBezTo>
                <a:cubicBezTo>
                  <a:pt x="341014" y="41885"/>
                  <a:pt x="341815" y="43579"/>
                  <a:pt x="343417" y="45868"/>
                </a:cubicBezTo>
                <a:cubicBezTo>
                  <a:pt x="343921" y="46600"/>
                  <a:pt x="344676" y="47745"/>
                  <a:pt x="345683" y="49301"/>
                </a:cubicBezTo>
                <a:lnTo>
                  <a:pt x="350147" y="56442"/>
                </a:lnTo>
                <a:lnTo>
                  <a:pt x="355296" y="49301"/>
                </a:lnTo>
                <a:cubicBezTo>
                  <a:pt x="358592" y="44769"/>
                  <a:pt x="360240" y="41908"/>
                  <a:pt x="360240" y="40718"/>
                </a:cubicBezTo>
                <a:cubicBezTo>
                  <a:pt x="360240" y="39757"/>
                  <a:pt x="359851" y="38944"/>
                  <a:pt x="359073" y="38281"/>
                </a:cubicBezTo>
                <a:cubicBezTo>
                  <a:pt x="358295" y="37617"/>
                  <a:pt x="357036" y="37285"/>
                  <a:pt x="355296" y="37285"/>
                </a:cubicBezTo>
                <a:lnTo>
                  <a:pt x="355296" y="34744"/>
                </a:lnTo>
                <a:lnTo>
                  <a:pt x="376583" y="34744"/>
                </a:lnTo>
                <a:lnTo>
                  <a:pt x="376583" y="37285"/>
                </a:lnTo>
                <a:cubicBezTo>
                  <a:pt x="374339" y="37422"/>
                  <a:pt x="372394" y="38040"/>
                  <a:pt x="370746" y="39139"/>
                </a:cubicBezTo>
                <a:cubicBezTo>
                  <a:pt x="368503" y="40695"/>
                  <a:pt x="365436" y="44083"/>
                  <a:pt x="361545" y="49301"/>
                </a:cubicBezTo>
                <a:lnTo>
                  <a:pt x="352962" y="60768"/>
                </a:lnTo>
                <a:lnTo>
                  <a:pt x="368617" y="83245"/>
                </a:lnTo>
                <a:cubicBezTo>
                  <a:pt x="372463" y="88773"/>
                  <a:pt x="375209" y="92096"/>
                  <a:pt x="376857" y="93216"/>
                </a:cubicBezTo>
                <a:cubicBezTo>
                  <a:pt x="378505" y="94335"/>
                  <a:pt x="380634" y="94963"/>
                  <a:pt x="383243" y="95100"/>
                </a:cubicBezTo>
                <a:lnTo>
                  <a:pt x="383243" y="97641"/>
                </a:lnTo>
                <a:lnTo>
                  <a:pt x="353580" y="97641"/>
                </a:lnTo>
                <a:lnTo>
                  <a:pt x="353580" y="95100"/>
                </a:lnTo>
                <a:cubicBezTo>
                  <a:pt x="355640" y="95100"/>
                  <a:pt x="357242" y="94644"/>
                  <a:pt x="358386" y="93731"/>
                </a:cubicBezTo>
                <a:cubicBezTo>
                  <a:pt x="359256" y="93092"/>
                  <a:pt x="359691" y="92247"/>
                  <a:pt x="359691" y="91197"/>
                </a:cubicBezTo>
                <a:cubicBezTo>
                  <a:pt x="359691" y="90147"/>
                  <a:pt x="358226" y="87499"/>
                  <a:pt x="355296" y="83254"/>
                </a:cubicBezTo>
                <a:lnTo>
                  <a:pt x="346095" y="69832"/>
                </a:lnTo>
                <a:lnTo>
                  <a:pt x="336002" y="83254"/>
                </a:lnTo>
                <a:cubicBezTo>
                  <a:pt x="332889" y="87408"/>
                  <a:pt x="331332" y="89873"/>
                  <a:pt x="331332" y="90650"/>
                </a:cubicBezTo>
                <a:cubicBezTo>
                  <a:pt x="331332" y="91746"/>
                  <a:pt x="331847" y="92739"/>
                  <a:pt x="332877" y="93628"/>
                </a:cubicBezTo>
                <a:cubicBezTo>
                  <a:pt x="333907" y="94518"/>
                  <a:pt x="335452" y="95009"/>
                  <a:pt x="337512" y="95100"/>
                </a:cubicBezTo>
                <a:lnTo>
                  <a:pt x="337512" y="97641"/>
                </a:lnTo>
                <a:lnTo>
                  <a:pt x="316981" y="97641"/>
                </a:lnTo>
                <a:lnTo>
                  <a:pt x="316981" y="95100"/>
                </a:lnTo>
                <a:cubicBezTo>
                  <a:pt x="318629" y="94872"/>
                  <a:pt x="320071" y="94301"/>
                  <a:pt x="321307" y="93388"/>
                </a:cubicBezTo>
                <a:cubicBezTo>
                  <a:pt x="323047" y="92063"/>
                  <a:pt x="325976" y="88684"/>
                  <a:pt x="330096" y="83249"/>
                </a:cubicBezTo>
                <a:lnTo>
                  <a:pt x="343280" y="65781"/>
                </a:lnTo>
                <a:lnTo>
                  <a:pt x="331332" y="48477"/>
                </a:lnTo>
                <a:cubicBezTo>
                  <a:pt x="327945" y="43533"/>
                  <a:pt x="325324" y="40432"/>
                  <a:pt x="323470" y="39173"/>
                </a:cubicBezTo>
                <a:cubicBezTo>
                  <a:pt x="321616" y="37914"/>
                  <a:pt x="319293" y="37285"/>
                  <a:pt x="316501" y="37285"/>
                </a:cubicBezTo>
                <a:lnTo>
                  <a:pt x="316501" y="34744"/>
                </a:lnTo>
                <a:close/>
                <a:moveTo>
                  <a:pt x="405353" y="0"/>
                </a:moveTo>
                <a:cubicBezTo>
                  <a:pt x="407276" y="0"/>
                  <a:pt x="408912" y="679"/>
                  <a:pt x="410263" y="2036"/>
                </a:cubicBezTo>
                <a:cubicBezTo>
                  <a:pt x="411613" y="3392"/>
                  <a:pt x="412288" y="5037"/>
                  <a:pt x="412288" y="6969"/>
                </a:cubicBezTo>
                <a:cubicBezTo>
                  <a:pt x="412288" y="8902"/>
                  <a:pt x="411613" y="10559"/>
                  <a:pt x="410263" y="11939"/>
                </a:cubicBezTo>
                <a:cubicBezTo>
                  <a:pt x="408912" y="13318"/>
                  <a:pt x="407276" y="14008"/>
                  <a:pt x="405353" y="14008"/>
                </a:cubicBezTo>
                <a:cubicBezTo>
                  <a:pt x="403431" y="14008"/>
                  <a:pt x="401783" y="13318"/>
                  <a:pt x="400409" y="11939"/>
                </a:cubicBezTo>
                <a:cubicBezTo>
                  <a:pt x="399036" y="10559"/>
                  <a:pt x="398349" y="8902"/>
                  <a:pt x="398349" y="6969"/>
                </a:cubicBezTo>
                <a:cubicBezTo>
                  <a:pt x="398349" y="5037"/>
                  <a:pt x="399025" y="3392"/>
                  <a:pt x="400375" y="2036"/>
                </a:cubicBezTo>
                <a:cubicBezTo>
                  <a:pt x="401725" y="679"/>
                  <a:pt x="403385" y="0"/>
                  <a:pt x="405353" y="0"/>
                </a:cubicBezTo>
                <a:moveTo>
                  <a:pt x="411052" y="32959"/>
                </a:moveTo>
                <a:lnTo>
                  <a:pt x="411052" y="83385"/>
                </a:lnTo>
                <a:cubicBezTo>
                  <a:pt x="411052" y="87313"/>
                  <a:pt x="411338" y="89928"/>
                  <a:pt x="411911" y="91229"/>
                </a:cubicBezTo>
                <a:cubicBezTo>
                  <a:pt x="412483" y="92531"/>
                  <a:pt x="413330" y="93502"/>
                  <a:pt x="414451" y="94141"/>
                </a:cubicBezTo>
                <a:cubicBezTo>
                  <a:pt x="415573" y="94781"/>
                  <a:pt x="417621" y="95100"/>
                  <a:pt x="420597" y="95100"/>
                </a:cubicBezTo>
                <a:lnTo>
                  <a:pt x="420597" y="97641"/>
                </a:lnTo>
                <a:lnTo>
                  <a:pt x="390041" y="97641"/>
                </a:lnTo>
                <a:lnTo>
                  <a:pt x="390041" y="95100"/>
                </a:lnTo>
                <a:cubicBezTo>
                  <a:pt x="393108" y="95100"/>
                  <a:pt x="395168" y="94804"/>
                  <a:pt x="396221" y="94210"/>
                </a:cubicBezTo>
                <a:cubicBezTo>
                  <a:pt x="397274" y="93616"/>
                  <a:pt x="398109" y="92634"/>
                  <a:pt x="398727" y="91264"/>
                </a:cubicBezTo>
                <a:cubicBezTo>
                  <a:pt x="399345" y="89893"/>
                  <a:pt x="399654" y="87267"/>
                  <a:pt x="399654" y="83385"/>
                </a:cubicBezTo>
                <a:lnTo>
                  <a:pt x="399654" y="59200"/>
                </a:lnTo>
                <a:cubicBezTo>
                  <a:pt x="399654" y="52393"/>
                  <a:pt x="399448" y="47986"/>
                  <a:pt x="399036" y="45977"/>
                </a:cubicBezTo>
                <a:cubicBezTo>
                  <a:pt x="398716" y="44515"/>
                  <a:pt x="398212" y="43499"/>
                  <a:pt x="397525" y="42928"/>
                </a:cubicBezTo>
                <a:cubicBezTo>
                  <a:pt x="396839" y="42357"/>
                  <a:pt x="395900" y="42072"/>
                  <a:pt x="394710" y="42072"/>
                </a:cubicBezTo>
                <a:cubicBezTo>
                  <a:pt x="393428" y="42072"/>
                  <a:pt x="391872" y="42415"/>
                  <a:pt x="390041" y="43100"/>
                </a:cubicBezTo>
                <a:lnTo>
                  <a:pt x="389080" y="40632"/>
                </a:lnTo>
                <a:lnTo>
                  <a:pt x="408031" y="32959"/>
                </a:lnTo>
                <a:lnTo>
                  <a:pt x="411052" y="32959"/>
                </a:lnTo>
                <a:close/>
                <a:moveTo>
                  <a:pt x="445683" y="45662"/>
                </a:moveTo>
                <a:cubicBezTo>
                  <a:pt x="451771" y="37193"/>
                  <a:pt x="458340" y="32959"/>
                  <a:pt x="465390" y="32959"/>
                </a:cubicBezTo>
                <a:cubicBezTo>
                  <a:pt x="471845" y="32959"/>
                  <a:pt x="477475" y="35714"/>
                  <a:pt x="482282" y="41225"/>
                </a:cubicBezTo>
                <a:cubicBezTo>
                  <a:pt x="487088" y="46735"/>
                  <a:pt x="489491" y="54269"/>
                  <a:pt x="489491" y="63826"/>
                </a:cubicBezTo>
                <a:cubicBezTo>
                  <a:pt x="489491" y="74984"/>
                  <a:pt x="485784" y="83970"/>
                  <a:pt x="478368" y="90783"/>
                </a:cubicBezTo>
                <a:cubicBezTo>
                  <a:pt x="472005" y="96637"/>
                  <a:pt x="464909" y="99564"/>
                  <a:pt x="457082" y="99564"/>
                </a:cubicBezTo>
                <a:cubicBezTo>
                  <a:pt x="453419" y="99564"/>
                  <a:pt x="449700" y="98900"/>
                  <a:pt x="445923" y="97572"/>
                </a:cubicBezTo>
                <a:cubicBezTo>
                  <a:pt x="442147" y="96245"/>
                  <a:pt x="438290" y="94254"/>
                  <a:pt x="434353" y="91599"/>
                </a:cubicBezTo>
                <a:lnTo>
                  <a:pt x="434353" y="26436"/>
                </a:lnTo>
                <a:cubicBezTo>
                  <a:pt x="434353" y="19295"/>
                  <a:pt x="434182" y="14900"/>
                  <a:pt x="433838" y="13252"/>
                </a:cubicBezTo>
                <a:cubicBezTo>
                  <a:pt x="433495" y="11604"/>
                  <a:pt x="432957" y="10483"/>
                  <a:pt x="432225" y="9888"/>
                </a:cubicBezTo>
                <a:cubicBezTo>
                  <a:pt x="431492" y="9293"/>
                  <a:pt x="430577" y="8995"/>
                  <a:pt x="429478" y="8995"/>
                </a:cubicBezTo>
                <a:cubicBezTo>
                  <a:pt x="428196" y="8995"/>
                  <a:pt x="426594" y="9361"/>
                  <a:pt x="424672" y="10094"/>
                </a:cubicBezTo>
                <a:lnTo>
                  <a:pt x="423710" y="7690"/>
                </a:lnTo>
                <a:lnTo>
                  <a:pt x="442593" y="0"/>
                </a:lnTo>
                <a:lnTo>
                  <a:pt x="445683" y="0"/>
                </a:lnTo>
                <a:lnTo>
                  <a:pt x="445683" y="45662"/>
                </a:lnTo>
                <a:moveTo>
                  <a:pt x="445683" y="50037"/>
                </a:moveTo>
                <a:lnTo>
                  <a:pt x="445683" y="87567"/>
                </a:lnTo>
                <a:cubicBezTo>
                  <a:pt x="448018" y="89848"/>
                  <a:pt x="450432" y="91571"/>
                  <a:pt x="452927" y="92736"/>
                </a:cubicBezTo>
                <a:cubicBezTo>
                  <a:pt x="455422" y="93900"/>
                  <a:pt x="457974" y="94482"/>
                  <a:pt x="460583" y="94482"/>
                </a:cubicBezTo>
                <a:cubicBezTo>
                  <a:pt x="464749" y="94482"/>
                  <a:pt x="468629" y="92200"/>
                  <a:pt x="472222" y="87635"/>
                </a:cubicBezTo>
                <a:cubicBezTo>
                  <a:pt x="475816" y="83069"/>
                  <a:pt x="477612" y="76426"/>
                  <a:pt x="477612" y="67705"/>
                </a:cubicBezTo>
                <a:cubicBezTo>
                  <a:pt x="477612" y="59670"/>
                  <a:pt x="475816" y="53495"/>
                  <a:pt x="472222" y="49181"/>
                </a:cubicBezTo>
                <a:cubicBezTo>
                  <a:pt x="468629" y="44867"/>
                  <a:pt x="464543" y="42709"/>
                  <a:pt x="459965" y="42709"/>
                </a:cubicBezTo>
                <a:cubicBezTo>
                  <a:pt x="457539" y="42709"/>
                  <a:pt x="455113" y="43326"/>
                  <a:pt x="452687" y="44559"/>
                </a:cubicBezTo>
                <a:cubicBezTo>
                  <a:pt x="450856" y="45472"/>
                  <a:pt x="448521" y="47298"/>
                  <a:pt x="445683" y="50037"/>
                </a:cubicBezTo>
                <a:close/>
                <a:moveTo>
                  <a:pt x="520391" y="0"/>
                </a:moveTo>
                <a:lnTo>
                  <a:pt x="520391" y="83367"/>
                </a:lnTo>
                <a:cubicBezTo>
                  <a:pt x="520391" y="87301"/>
                  <a:pt x="520677" y="89909"/>
                  <a:pt x="521249" y="91191"/>
                </a:cubicBezTo>
                <a:cubicBezTo>
                  <a:pt x="521821" y="92471"/>
                  <a:pt x="522702" y="93443"/>
                  <a:pt x="523893" y="94107"/>
                </a:cubicBezTo>
                <a:cubicBezTo>
                  <a:pt x="525083" y="94769"/>
                  <a:pt x="527303" y="95100"/>
                  <a:pt x="530553" y="95100"/>
                </a:cubicBezTo>
                <a:lnTo>
                  <a:pt x="530553" y="97641"/>
                </a:lnTo>
                <a:lnTo>
                  <a:pt x="499723" y="97641"/>
                </a:lnTo>
                <a:lnTo>
                  <a:pt x="499723" y="95100"/>
                </a:lnTo>
                <a:cubicBezTo>
                  <a:pt x="502607" y="95100"/>
                  <a:pt x="504575" y="94804"/>
                  <a:pt x="505628" y="94210"/>
                </a:cubicBezTo>
                <a:cubicBezTo>
                  <a:pt x="506681" y="93615"/>
                  <a:pt x="507505" y="92631"/>
                  <a:pt x="508100" y="91260"/>
                </a:cubicBezTo>
                <a:cubicBezTo>
                  <a:pt x="508695" y="89886"/>
                  <a:pt x="508992" y="87256"/>
                  <a:pt x="508992" y="83367"/>
                </a:cubicBezTo>
                <a:lnTo>
                  <a:pt x="508992" y="26279"/>
                </a:lnTo>
                <a:cubicBezTo>
                  <a:pt x="508992" y="19190"/>
                  <a:pt x="508832" y="14833"/>
                  <a:pt x="508512" y="13209"/>
                </a:cubicBezTo>
                <a:cubicBezTo>
                  <a:pt x="508191" y="11584"/>
                  <a:pt x="507676" y="10475"/>
                  <a:pt x="506967" y="9881"/>
                </a:cubicBezTo>
                <a:cubicBezTo>
                  <a:pt x="506257" y="9286"/>
                  <a:pt x="505353" y="8989"/>
                  <a:pt x="504254" y="8989"/>
                </a:cubicBezTo>
                <a:cubicBezTo>
                  <a:pt x="503064" y="8989"/>
                  <a:pt x="501554" y="9355"/>
                  <a:pt x="499723" y="10087"/>
                </a:cubicBezTo>
                <a:lnTo>
                  <a:pt x="498555" y="7684"/>
                </a:lnTo>
                <a:lnTo>
                  <a:pt x="517301" y="0"/>
                </a:lnTo>
                <a:lnTo>
                  <a:pt x="520391" y="0"/>
                </a:lnTo>
                <a:close/>
                <a:moveTo>
                  <a:pt x="548430" y="58502"/>
                </a:moveTo>
                <a:cubicBezTo>
                  <a:pt x="548384" y="67819"/>
                  <a:pt x="550650" y="75127"/>
                  <a:pt x="555227" y="80426"/>
                </a:cubicBezTo>
                <a:cubicBezTo>
                  <a:pt x="559805" y="85723"/>
                  <a:pt x="565184" y="88371"/>
                  <a:pt x="571364" y="88371"/>
                </a:cubicBezTo>
                <a:cubicBezTo>
                  <a:pt x="575484" y="88371"/>
                  <a:pt x="579066" y="87238"/>
                  <a:pt x="582110" y="84972"/>
                </a:cubicBezTo>
                <a:cubicBezTo>
                  <a:pt x="585154" y="82706"/>
                  <a:pt x="587706" y="78827"/>
                  <a:pt x="589766" y="73334"/>
                </a:cubicBezTo>
                <a:lnTo>
                  <a:pt x="591895" y="74707"/>
                </a:lnTo>
                <a:cubicBezTo>
                  <a:pt x="590933" y="80978"/>
                  <a:pt x="588141" y="86689"/>
                  <a:pt x="583517" y="91839"/>
                </a:cubicBezTo>
                <a:cubicBezTo>
                  <a:pt x="578894" y="96989"/>
                  <a:pt x="573103" y="99564"/>
                  <a:pt x="566145" y="99564"/>
                </a:cubicBezTo>
                <a:cubicBezTo>
                  <a:pt x="558592" y="99564"/>
                  <a:pt x="552126" y="96629"/>
                  <a:pt x="546747" y="90760"/>
                </a:cubicBezTo>
                <a:cubicBezTo>
                  <a:pt x="541369" y="84889"/>
                  <a:pt x="538679" y="76997"/>
                  <a:pt x="538679" y="67083"/>
                </a:cubicBezTo>
                <a:cubicBezTo>
                  <a:pt x="538679" y="56349"/>
                  <a:pt x="541437" y="47978"/>
                  <a:pt x="546953" y="41971"/>
                </a:cubicBezTo>
                <a:cubicBezTo>
                  <a:pt x="552469" y="35963"/>
                  <a:pt x="559393" y="32959"/>
                  <a:pt x="567725" y="32959"/>
                </a:cubicBezTo>
                <a:cubicBezTo>
                  <a:pt x="574774" y="32959"/>
                  <a:pt x="580565" y="35276"/>
                  <a:pt x="585097" y="39911"/>
                </a:cubicBezTo>
                <a:cubicBezTo>
                  <a:pt x="589629" y="44545"/>
                  <a:pt x="591895" y="50742"/>
                  <a:pt x="591895" y="58502"/>
                </a:cubicBezTo>
                <a:lnTo>
                  <a:pt x="548430" y="58502"/>
                </a:lnTo>
                <a:moveTo>
                  <a:pt x="548430" y="54520"/>
                </a:moveTo>
                <a:lnTo>
                  <a:pt x="577544" y="54520"/>
                </a:lnTo>
                <a:cubicBezTo>
                  <a:pt x="577315" y="50491"/>
                  <a:pt x="576834" y="47653"/>
                  <a:pt x="576102" y="46005"/>
                </a:cubicBezTo>
                <a:cubicBezTo>
                  <a:pt x="574957" y="43442"/>
                  <a:pt x="573252" y="41428"/>
                  <a:pt x="570986" y="39963"/>
                </a:cubicBezTo>
                <a:cubicBezTo>
                  <a:pt x="568720" y="38498"/>
                  <a:pt x="566351" y="37766"/>
                  <a:pt x="563879" y="37766"/>
                </a:cubicBezTo>
                <a:cubicBezTo>
                  <a:pt x="560080" y="37766"/>
                  <a:pt x="556681" y="39242"/>
                  <a:pt x="553683" y="42194"/>
                </a:cubicBezTo>
                <a:cubicBezTo>
                  <a:pt x="550684" y="45147"/>
                  <a:pt x="548933" y="49255"/>
                  <a:pt x="548430" y="54520"/>
                </a:cubicBezTo>
                <a:close/>
                <a:moveTo>
                  <a:pt x="678068" y="32959"/>
                </a:moveTo>
                <a:lnTo>
                  <a:pt x="678068" y="54245"/>
                </a:lnTo>
                <a:lnTo>
                  <a:pt x="675802" y="54245"/>
                </a:lnTo>
                <a:cubicBezTo>
                  <a:pt x="674063" y="47569"/>
                  <a:pt x="671831" y="43028"/>
                  <a:pt x="669107" y="40622"/>
                </a:cubicBezTo>
                <a:cubicBezTo>
                  <a:pt x="666384" y="38214"/>
                  <a:pt x="662916" y="37010"/>
                  <a:pt x="658705" y="37010"/>
                </a:cubicBezTo>
                <a:cubicBezTo>
                  <a:pt x="655500" y="37010"/>
                  <a:pt x="652914" y="37856"/>
                  <a:pt x="650945" y="39549"/>
                </a:cubicBezTo>
                <a:cubicBezTo>
                  <a:pt x="648977" y="41240"/>
                  <a:pt x="647993" y="43114"/>
                  <a:pt x="647993" y="45173"/>
                </a:cubicBezTo>
                <a:cubicBezTo>
                  <a:pt x="647993" y="47733"/>
                  <a:pt x="648725" y="49928"/>
                  <a:pt x="650190" y="51756"/>
                </a:cubicBezTo>
                <a:cubicBezTo>
                  <a:pt x="651609" y="53631"/>
                  <a:pt x="654493" y="55620"/>
                  <a:pt x="658842" y="57723"/>
                </a:cubicBezTo>
                <a:lnTo>
                  <a:pt x="668867" y="62594"/>
                </a:lnTo>
                <a:cubicBezTo>
                  <a:pt x="678160" y="67120"/>
                  <a:pt x="682806" y="73088"/>
                  <a:pt x="682806" y="80496"/>
                </a:cubicBezTo>
                <a:cubicBezTo>
                  <a:pt x="682806" y="86211"/>
                  <a:pt x="680643" y="90818"/>
                  <a:pt x="676317" y="94317"/>
                </a:cubicBezTo>
                <a:cubicBezTo>
                  <a:pt x="671991" y="97815"/>
                  <a:pt x="667150" y="99564"/>
                  <a:pt x="661794" y="99564"/>
                </a:cubicBezTo>
                <a:cubicBezTo>
                  <a:pt x="657949" y="99564"/>
                  <a:pt x="653555" y="98877"/>
                  <a:pt x="648611" y="97504"/>
                </a:cubicBezTo>
                <a:cubicBezTo>
                  <a:pt x="647100" y="97046"/>
                  <a:pt x="645864" y="96817"/>
                  <a:pt x="644903" y="96817"/>
                </a:cubicBezTo>
                <a:cubicBezTo>
                  <a:pt x="643850" y="96817"/>
                  <a:pt x="643026" y="97412"/>
                  <a:pt x="642431" y="98602"/>
                </a:cubicBezTo>
                <a:lnTo>
                  <a:pt x="640165" y="98602"/>
                </a:lnTo>
                <a:lnTo>
                  <a:pt x="640165" y="76080"/>
                </a:lnTo>
                <a:lnTo>
                  <a:pt x="642431" y="76080"/>
                </a:lnTo>
                <a:cubicBezTo>
                  <a:pt x="643713" y="82512"/>
                  <a:pt x="646162" y="87359"/>
                  <a:pt x="649778" y="90620"/>
                </a:cubicBezTo>
                <a:cubicBezTo>
                  <a:pt x="653394" y="93882"/>
                  <a:pt x="657446" y="95512"/>
                  <a:pt x="661932" y="95512"/>
                </a:cubicBezTo>
                <a:cubicBezTo>
                  <a:pt x="665090" y="95512"/>
                  <a:pt x="667665" y="94587"/>
                  <a:pt x="669657" y="92736"/>
                </a:cubicBezTo>
                <a:cubicBezTo>
                  <a:pt x="671648" y="90883"/>
                  <a:pt x="672644" y="88654"/>
                  <a:pt x="672644" y="86047"/>
                </a:cubicBezTo>
                <a:cubicBezTo>
                  <a:pt x="672644" y="82892"/>
                  <a:pt x="671533" y="80240"/>
                  <a:pt x="669313" y="78091"/>
                </a:cubicBezTo>
                <a:cubicBezTo>
                  <a:pt x="667093" y="75942"/>
                  <a:pt x="662664" y="73222"/>
                  <a:pt x="656027" y="69931"/>
                </a:cubicBezTo>
                <a:cubicBezTo>
                  <a:pt x="649389" y="66638"/>
                  <a:pt x="645040" y="63665"/>
                  <a:pt x="642980" y="61013"/>
                </a:cubicBezTo>
                <a:cubicBezTo>
                  <a:pt x="640920" y="58406"/>
                  <a:pt x="639890" y="55114"/>
                  <a:pt x="639890" y="51136"/>
                </a:cubicBezTo>
                <a:cubicBezTo>
                  <a:pt x="639890" y="45969"/>
                  <a:pt x="641664" y="41648"/>
                  <a:pt x="645212" y="38173"/>
                </a:cubicBezTo>
                <a:cubicBezTo>
                  <a:pt x="648760" y="34697"/>
                  <a:pt x="653349" y="32959"/>
                  <a:pt x="658979" y="32959"/>
                </a:cubicBezTo>
                <a:cubicBezTo>
                  <a:pt x="661451" y="32959"/>
                  <a:pt x="664450" y="33485"/>
                  <a:pt x="667974" y="34538"/>
                </a:cubicBezTo>
                <a:cubicBezTo>
                  <a:pt x="670309" y="35225"/>
                  <a:pt x="671865" y="35568"/>
                  <a:pt x="672644" y="35568"/>
                </a:cubicBezTo>
                <a:cubicBezTo>
                  <a:pt x="673376" y="35568"/>
                  <a:pt x="673948" y="35408"/>
                  <a:pt x="674360" y="35088"/>
                </a:cubicBezTo>
                <a:cubicBezTo>
                  <a:pt x="674772" y="34767"/>
                  <a:pt x="675253" y="34058"/>
                  <a:pt x="675802" y="32959"/>
                </a:cubicBezTo>
                <a:lnTo>
                  <a:pt x="678068" y="32959"/>
                </a:lnTo>
                <a:close/>
                <a:moveTo>
                  <a:pt x="687590" y="40931"/>
                </a:moveTo>
                <a:lnTo>
                  <a:pt x="706953" y="33096"/>
                </a:lnTo>
                <a:lnTo>
                  <a:pt x="709563" y="33096"/>
                </a:lnTo>
                <a:lnTo>
                  <a:pt x="709563" y="47791"/>
                </a:lnTo>
                <a:cubicBezTo>
                  <a:pt x="712813" y="42252"/>
                  <a:pt x="716074" y="38395"/>
                  <a:pt x="719347" y="36221"/>
                </a:cubicBezTo>
                <a:cubicBezTo>
                  <a:pt x="722621" y="34046"/>
                  <a:pt x="726065" y="32959"/>
                  <a:pt x="729682" y="32959"/>
                </a:cubicBezTo>
                <a:cubicBezTo>
                  <a:pt x="735999" y="32959"/>
                  <a:pt x="741263" y="35428"/>
                  <a:pt x="745475" y="40366"/>
                </a:cubicBezTo>
                <a:cubicBezTo>
                  <a:pt x="750647" y="46403"/>
                  <a:pt x="753234" y="54269"/>
                  <a:pt x="753234" y="63963"/>
                </a:cubicBezTo>
                <a:cubicBezTo>
                  <a:pt x="753234" y="74801"/>
                  <a:pt x="750121" y="83764"/>
                  <a:pt x="743895" y="90852"/>
                </a:cubicBezTo>
                <a:cubicBezTo>
                  <a:pt x="738768" y="96660"/>
                  <a:pt x="732314" y="99564"/>
                  <a:pt x="724532" y="99564"/>
                </a:cubicBezTo>
                <a:cubicBezTo>
                  <a:pt x="721144" y="99564"/>
                  <a:pt x="718215" y="99083"/>
                  <a:pt x="715743" y="98122"/>
                </a:cubicBezTo>
                <a:cubicBezTo>
                  <a:pt x="713912" y="97435"/>
                  <a:pt x="711852" y="96062"/>
                  <a:pt x="709563" y="94002"/>
                </a:cubicBezTo>
                <a:lnTo>
                  <a:pt x="709563" y="113159"/>
                </a:lnTo>
                <a:cubicBezTo>
                  <a:pt x="709563" y="117462"/>
                  <a:pt x="709826" y="120197"/>
                  <a:pt x="710352" y="121365"/>
                </a:cubicBezTo>
                <a:cubicBezTo>
                  <a:pt x="710879" y="122532"/>
                  <a:pt x="711794" y="123459"/>
                  <a:pt x="713099" y="124146"/>
                </a:cubicBezTo>
                <a:cubicBezTo>
                  <a:pt x="714404" y="124832"/>
                  <a:pt x="716773" y="125176"/>
                  <a:pt x="720206" y="125176"/>
                </a:cubicBezTo>
                <a:lnTo>
                  <a:pt x="720206" y="127716"/>
                </a:lnTo>
                <a:lnTo>
                  <a:pt x="687247" y="127716"/>
                </a:lnTo>
                <a:lnTo>
                  <a:pt x="687247" y="125176"/>
                </a:lnTo>
                <a:lnTo>
                  <a:pt x="688963" y="125176"/>
                </a:lnTo>
                <a:cubicBezTo>
                  <a:pt x="691481" y="125221"/>
                  <a:pt x="693632" y="124740"/>
                  <a:pt x="695418" y="123731"/>
                </a:cubicBezTo>
                <a:cubicBezTo>
                  <a:pt x="696287" y="123228"/>
                  <a:pt x="696963" y="122415"/>
                  <a:pt x="697443" y="121292"/>
                </a:cubicBezTo>
                <a:cubicBezTo>
                  <a:pt x="697924" y="120170"/>
                  <a:pt x="698164" y="117319"/>
                  <a:pt x="698164" y="112739"/>
                </a:cubicBezTo>
                <a:lnTo>
                  <a:pt x="698164" y="53230"/>
                </a:lnTo>
                <a:cubicBezTo>
                  <a:pt x="698164" y="49153"/>
                  <a:pt x="697981" y="46565"/>
                  <a:pt x="697615" y="45467"/>
                </a:cubicBezTo>
                <a:cubicBezTo>
                  <a:pt x="697249" y="44367"/>
                  <a:pt x="696665" y="43542"/>
                  <a:pt x="695864" y="42993"/>
                </a:cubicBezTo>
                <a:cubicBezTo>
                  <a:pt x="695063" y="42442"/>
                  <a:pt x="693976" y="42166"/>
                  <a:pt x="692602" y="42166"/>
                </a:cubicBezTo>
                <a:cubicBezTo>
                  <a:pt x="691504" y="42166"/>
                  <a:pt x="690108" y="42487"/>
                  <a:pt x="688414" y="43128"/>
                </a:cubicBezTo>
                <a:lnTo>
                  <a:pt x="687590" y="40931"/>
                </a:lnTo>
                <a:moveTo>
                  <a:pt x="709563" y="51966"/>
                </a:moveTo>
                <a:lnTo>
                  <a:pt x="709563" y="75419"/>
                </a:lnTo>
                <a:cubicBezTo>
                  <a:pt x="709563" y="80495"/>
                  <a:pt x="709769" y="83832"/>
                  <a:pt x="710181" y="85432"/>
                </a:cubicBezTo>
                <a:cubicBezTo>
                  <a:pt x="710822" y="88084"/>
                  <a:pt x="712389" y="90416"/>
                  <a:pt x="714884" y="92427"/>
                </a:cubicBezTo>
                <a:cubicBezTo>
                  <a:pt x="717379" y="94438"/>
                  <a:pt x="720526" y="95444"/>
                  <a:pt x="724326" y="95444"/>
                </a:cubicBezTo>
                <a:cubicBezTo>
                  <a:pt x="728903" y="95444"/>
                  <a:pt x="732611" y="93661"/>
                  <a:pt x="735449" y="90094"/>
                </a:cubicBezTo>
                <a:cubicBezTo>
                  <a:pt x="739157" y="85432"/>
                  <a:pt x="741011" y="78872"/>
                  <a:pt x="741011" y="70413"/>
                </a:cubicBezTo>
                <a:cubicBezTo>
                  <a:pt x="741011" y="60813"/>
                  <a:pt x="738906" y="53430"/>
                  <a:pt x="734694" y="48265"/>
                </a:cubicBezTo>
                <a:cubicBezTo>
                  <a:pt x="731764" y="44699"/>
                  <a:pt x="728285" y="42915"/>
                  <a:pt x="724257" y="42915"/>
                </a:cubicBezTo>
                <a:cubicBezTo>
                  <a:pt x="722060" y="42915"/>
                  <a:pt x="719885" y="43464"/>
                  <a:pt x="717734" y="44561"/>
                </a:cubicBezTo>
                <a:cubicBezTo>
                  <a:pt x="716086" y="45384"/>
                  <a:pt x="713362" y="47852"/>
                  <a:pt x="709563" y="51966"/>
                </a:cubicBezTo>
                <a:close/>
                <a:moveTo>
                  <a:pt x="784064" y="0"/>
                </a:moveTo>
                <a:lnTo>
                  <a:pt x="784064" y="83367"/>
                </a:lnTo>
                <a:cubicBezTo>
                  <a:pt x="784064" y="87301"/>
                  <a:pt x="784350" y="89909"/>
                  <a:pt x="784923" y="91191"/>
                </a:cubicBezTo>
                <a:cubicBezTo>
                  <a:pt x="785495" y="92471"/>
                  <a:pt x="786376" y="93443"/>
                  <a:pt x="787566" y="94107"/>
                </a:cubicBezTo>
                <a:cubicBezTo>
                  <a:pt x="788756" y="94769"/>
                  <a:pt x="790977" y="95100"/>
                  <a:pt x="794227" y="95100"/>
                </a:cubicBezTo>
                <a:lnTo>
                  <a:pt x="794227" y="97641"/>
                </a:lnTo>
                <a:lnTo>
                  <a:pt x="763396" y="97641"/>
                </a:lnTo>
                <a:lnTo>
                  <a:pt x="763396" y="95100"/>
                </a:lnTo>
                <a:cubicBezTo>
                  <a:pt x="766280" y="95100"/>
                  <a:pt x="768249" y="94804"/>
                  <a:pt x="769301" y="94210"/>
                </a:cubicBezTo>
                <a:cubicBezTo>
                  <a:pt x="770354" y="93615"/>
                  <a:pt x="771178" y="92631"/>
                  <a:pt x="771773" y="91260"/>
                </a:cubicBezTo>
                <a:cubicBezTo>
                  <a:pt x="772368" y="89886"/>
                  <a:pt x="772666" y="87256"/>
                  <a:pt x="772666" y="83367"/>
                </a:cubicBezTo>
                <a:lnTo>
                  <a:pt x="772666" y="26279"/>
                </a:lnTo>
                <a:cubicBezTo>
                  <a:pt x="772666" y="19190"/>
                  <a:pt x="772506" y="14833"/>
                  <a:pt x="772185" y="13209"/>
                </a:cubicBezTo>
                <a:cubicBezTo>
                  <a:pt x="771865" y="11584"/>
                  <a:pt x="771350" y="10475"/>
                  <a:pt x="770640" y="9881"/>
                </a:cubicBezTo>
                <a:cubicBezTo>
                  <a:pt x="769931" y="9286"/>
                  <a:pt x="769027" y="8989"/>
                  <a:pt x="767928" y="8989"/>
                </a:cubicBezTo>
                <a:cubicBezTo>
                  <a:pt x="766738" y="8989"/>
                  <a:pt x="765227" y="9355"/>
                  <a:pt x="763396" y="10087"/>
                </a:cubicBezTo>
                <a:lnTo>
                  <a:pt x="762229" y="7684"/>
                </a:lnTo>
                <a:lnTo>
                  <a:pt x="780974" y="0"/>
                </a:lnTo>
                <a:lnTo>
                  <a:pt x="784064" y="0"/>
                </a:lnTo>
                <a:close/>
                <a:moveTo>
                  <a:pt x="817528" y="0"/>
                </a:moveTo>
                <a:cubicBezTo>
                  <a:pt x="819450" y="0"/>
                  <a:pt x="821087" y="679"/>
                  <a:pt x="822437" y="2036"/>
                </a:cubicBezTo>
                <a:cubicBezTo>
                  <a:pt x="823788" y="3392"/>
                  <a:pt x="824463" y="5037"/>
                  <a:pt x="824463" y="6969"/>
                </a:cubicBezTo>
                <a:cubicBezTo>
                  <a:pt x="824463" y="8902"/>
                  <a:pt x="823788" y="10559"/>
                  <a:pt x="822437" y="11939"/>
                </a:cubicBezTo>
                <a:cubicBezTo>
                  <a:pt x="821087" y="13318"/>
                  <a:pt x="819450" y="14008"/>
                  <a:pt x="817528" y="14008"/>
                </a:cubicBezTo>
                <a:cubicBezTo>
                  <a:pt x="815605" y="14008"/>
                  <a:pt x="813957" y="13318"/>
                  <a:pt x="812584" y="11939"/>
                </a:cubicBezTo>
                <a:cubicBezTo>
                  <a:pt x="811211" y="10559"/>
                  <a:pt x="810524" y="8902"/>
                  <a:pt x="810524" y="6969"/>
                </a:cubicBezTo>
                <a:cubicBezTo>
                  <a:pt x="810524" y="5037"/>
                  <a:pt x="811199" y="3392"/>
                  <a:pt x="812549" y="2036"/>
                </a:cubicBezTo>
                <a:cubicBezTo>
                  <a:pt x="813900" y="679"/>
                  <a:pt x="815559" y="0"/>
                  <a:pt x="817528" y="0"/>
                </a:cubicBezTo>
                <a:moveTo>
                  <a:pt x="823227" y="32959"/>
                </a:moveTo>
                <a:lnTo>
                  <a:pt x="823227" y="83385"/>
                </a:lnTo>
                <a:cubicBezTo>
                  <a:pt x="823227" y="87313"/>
                  <a:pt x="823513" y="89928"/>
                  <a:pt x="824085" y="91229"/>
                </a:cubicBezTo>
                <a:cubicBezTo>
                  <a:pt x="824657" y="92531"/>
                  <a:pt x="825504" y="93502"/>
                  <a:pt x="826626" y="94141"/>
                </a:cubicBezTo>
                <a:cubicBezTo>
                  <a:pt x="827747" y="94781"/>
                  <a:pt x="829796" y="95100"/>
                  <a:pt x="832771" y="95100"/>
                </a:cubicBezTo>
                <a:lnTo>
                  <a:pt x="832771" y="97641"/>
                </a:lnTo>
                <a:lnTo>
                  <a:pt x="802215" y="97641"/>
                </a:lnTo>
                <a:lnTo>
                  <a:pt x="802215" y="95100"/>
                </a:lnTo>
                <a:cubicBezTo>
                  <a:pt x="805282" y="95100"/>
                  <a:pt x="807342" y="94804"/>
                  <a:pt x="808395" y="94210"/>
                </a:cubicBezTo>
                <a:cubicBezTo>
                  <a:pt x="809448" y="93616"/>
                  <a:pt x="810284" y="92634"/>
                  <a:pt x="810902" y="91264"/>
                </a:cubicBezTo>
                <a:cubicBezTo>
                  <a:pt x="811520" y="89893"/>
                  <a:pt x="811829" y="87267"/>
                  <a:pt x="811829" y="83385"/>
                </a:cubicBezTo>
                <a:lnTo>
                  <a:pt x="811829" y="59200"/>
                </a:lnTo>
                <a:cubicBezTo>
                  <a:pt x="811829" y="52393"/>
                  <a:pt x="811623" y="47986"/>
                  <a:pt x="811211" y="45977"/>
                </a:cubicBezTo>
                <a:cubicBezTo>
                  <a:pt x="810890" y="44515"/>
                  <a:pt x="810387" y="43499"/>
                  <a:pt x="809700" y="42928"/>
                </a:cubicBezTo>
                <a:cubicBezTo>
                  <a:pt x="809013" y="42357"/>
                  <a:pt x="808075" y="42072"/>
                  <a:pt x="806885" y="42072"/>
                </a:cubicBezTo>
                <a:cubicBezTo>
                  <a:pt x="805603" y="42072"/>
                  <a:pt x="804046" y="42415"/>
                  <a:pt x="802215" y="43100"/>
                </a:cubicBezTo>
                <a:lnTo>
                  <a:pt x="801254" y="40632"/>
                </a:lnTo>
                <a:lnTo>
                  <a:pt x="820206" y="32959"/>
                </a:lnTo>
                <a:lnTo>
                  <a:pt x="823227" y="32959"/>
                </a:lnTo>
                <a:close/>
                <a:moveTo>
                  <a:pt x="858888" y="14008"/>
                </a:moveTo>
                <a:lnTo>
                  <a:pt x="858888" y="34744"/>
                </a:lnTo>
                <a:lnTo>
                  <a:pt x="873582" y="34744"/>
                </a:lnTo>
                <a:lnTo>
                  <a:pt x="873582" y="39551"/>
                </a:lnTo>
                <a:lnTo>
                  <a:pt x="858888" y="39551"/>
                </a:lnTo>
                <a:lnTo>
                  <a:pt x="858888" y="80282"/>
                </a:lnTo>
                <a:cubicBezTo>
                  <a:pt x="858888" y="84352"/>
                  <a:pt x="859471" y="87095"/>
                  <a:pt x="860639" y="88513"/>
                </a:cubicBezTo>
                <a:cubicBezTo>
                  <a:pt x="861806" y="89929"/>
                  <a:pt x="863305" y="90637"/>
                  <a:pt x="865136" y="90637"/>
                </a:cubicBezTo>
                <a:cubicBezTo>
                  <a:pt x="866647" y="90637"/>
                  <a:pt x="868112" y="90168"/>
                  <a:pt x="869531" y="89230"/>
                </a:cubicBezTo>
                <a:cubicBezTo>
                  <a:pt x="870950" y="88291"/>
                  <a:pt x="872048" y="86906"/>
                  <a:pt x="872827" y="85075"/>
                </a:cubicBezTo>
                <a:lnTo>
                  <a:pt x="875504" y="85075"/>
                </a:lnTo>
                <a:cubicBezTo>
                  <a:pt x="873902" y="89574"/>
                  <a:pt x="871636" y="92977"/>
                  <a:pt x="868707" y="95283"/>
                </a:cubicBezTo>
                <a:cubicBezTo>
                  <a:pt x="865777" y="97587"/>
                  <a:pt x="862756" y="98740"/>
                  <a:pt x="859643" y="98740"/>
                </a:cubicBezTo>
                <a:cubicBezTo>
                  <a:pt x="857537" y="98740"/>
                  <a:pt x="855477" y="98155"/>
                  <a:pt x="853463" y="96987"/>
                </a:cubicBezTo>
                <a:cubicBezTo>
                  <a:pt x="851449" y="95818"/>
                  <a:pt x="849961" y="94146"/>
                  <a:pt x="849000" y="91970"/>
                </a:cubicBezTo>
                <a:cubicBezTo>
                  <a:pt x="848038" y="89793"/>
                  <a:pt x="847558" y="86435"/>
                  <a:pt x="847558" y="81898"/>
                </a:cubicBezTo>
                <a:lnTo>
                  <a:pt x="847558" y="39551"/>
                </a:lnTo>
                <a:lnTo>
                  <a:pt x="837601" y="39551"/>
                </a:lnTo>
                <a:lnTo>
                  <a:pt x="837601" y="37285"/>
                </a:lnTo>
                <a:cubicBezTo>
                  <a:pt x="840119" y="36275"/>
                  <a:pt x="842694" y="34565"/>
                  <a:pt x="845326" y="32154"/>
                </a:cubicBezTo>
                <a:cubicBezTo>
                  <a:pt x="847958" y="29744"/>
                  <a:pt x="850304" y="26886"/>
                  <a:pt x="852364" y="23580"/>
                </a:cubicBezTo>
                <a:cubicBezTo>
                  <a:pt x="853417" y="21836"/>
                  <a:pt x="854882" y="18645"/>
                  <a:pt x="856759" y="14008"/>
                </a:cubicBezTo>
                <a:lnTo>
                  <a:pt x="858888" y="14008"/>
                </a:lnTo>
                <a:close/>
                <a:moveTo>
                  <a:pt x="971545" y="32959"/>
                </a:moveTo>
                <a:lnTo>
                  <a:pt x="971545" y="113786"/>
                </a:lnTo>
                <a:cubicBezTo>
                  <a:pt x="971545" y="117811"/>
                  <a:pt x="971819" y="120395"/>
                  <a:pt x="972369" y="121538"/>
                </a:cubicBezTo>
                <a:cubicBezTo>
                  <a:pt x="972918" y="122683"/>
                  <a:pt x="973776" y="123575"/>
                  <a:pt x="974944" y="124214"/>
                </a:cubicBezTo>
                <a:cubicBezTo>
                  <a:pt x="976111" y="124855"/>
                  <a:pt x="978388" y="125176"/>
                  <a:pt x="981776" y="125176"/>
                </a:cubicBezTo>
                <a:lnTo>
                  <a:pt x="981776" y="127716"/>
                </a:lnTo>
                <a:lnTo>
                  <a:pt x="950053" y="127716"/>
                </a:lnTo>
                <a:lnTo>
                  <a:pt x="950053" y="125176"/>
                </a:lnTo>
                <a:lnTo>
                  <a:pt x="951357" y="125176"/>
                </a:lnTo>
                <a:cubicBezTo>
                  <a:pt x="953921" y="125176"/>
                  <a:pt x="955866" y="124809"/>
                  <a:pt x="957194" y="124077"/>
                </a:cubicBezTo>
                <a:cubicBezTo>
                  <a:pt x="958109" y="123573"/>
                  <a:pt x="958842" y="122669"/>
                  <a:pt x="959391" y="121365"/>
                </a:cubicBezTo>
                <a:cubicBezTo>
                  <a:pt x="959940" y="120060"/>
                  <a:pt x="960215" y="117531"/>
                  <a:pt x="960215" y="113777"/>
                </a:cubicBezTo>
                <a:lnTo>
                  <a:pt x="960215" y="86723"/>
                </a:lnTo>
                <a:cubicBezTo>
                  <a:pt x="956049" y="91667"/>
                  <a:pt x="952410" y="95043"/>
                  <a:pt x="949297" y="96851"/>
                </a:cubicBezTo>
                <a:cubicBezTo>
                  <a:pt x="946185" y="98660"/>
                  <a:pt x="942957" y="99564"/>
                  <a:pt x="939616" y="99564"/>
                </a:cubicBezTo>
                <a:cubicBezTo>
                  <a:pt x="933527" y="99564"/>
                  <a:pt x="928091" y="96797"/>
                  <a:pt x="923308" y="91264"/>
                </a:cubicBezTo>
                <a:cubicBezTo>
                  <a:pt x="918524" y="85731"/>
                  <a:pt x="916132" y="78323"/>
                  <a:pt x="916132" y="69040"/>
                </a:cubicBezTo>
                <a:cubicBezTo>
                  <a:pt x="916132" y="58384"/>
                  <a:pt x="919291" y="49707"/>
                  <a:pt x="925608" y="43008"/>
                </a:cubicBezTo>
                <a:cubicBezTo>
                  <a:pt x="931925" y="36309"/>
                  <a:pt x="939547" y="32959"/>
                  <a:pt x="948473" y="32959"/>
                </a:cubicBezTo>
                <a:cubicBezTo>
                  <a:pt x="951083" y="32959"/>
                  <a:pt x="953486" y="33325"/>
                  <a:pt x="955683" y="34058"/>
                </a:cubicBezTo>
                <a:cubicBezTo>
                  <a:pt x="957880" y="34790"/>
                  <a:pt x="959849" y="35889"/>
                  <a:pt x="961588" y="37354"/>
                </a:cubicBezTo>
                <a:cubicBezTo>
                  <a:pt x="964243" y="36072"/>
                  <a:pt x="966784" y="34607"/>
                  <a:pt x="969210" y="32959"/>
                </a:cubicBezTo>
                <a:lnTo>
                  <a:pt x="971545" y="32959"/>
                </a:lnTo>
                <a:moveTo>
                  <a:pt x="960215" y="82408"/>
                </a:moveTo>
                <a:lnTo>
                  <a:pt x="960215" y="52921"/>
                </a:lnTo>
                <a:cubicBezTo>
                  <a:pt x="960215" y="49492"/>
                  <a:pt x="959769" y="46795"/>
                  <a:pt x="958876" y="44829"/>
                </a:cubicBezTo>
                <a:cubicBezTo>
                  <a:pt x="957983" y="42862"/>
                  <a:pt x="956393" y="41194"/>
                  <a:pt x="954104" y="39823"/>
                </a:cubicBezTo>
                <a:cubicBezTo>
                  <a:pt x="951815" y="38451"/>
                  <a:pt x="949229" y="37766"/>
                  <a:pt x="946345" y="37766"/>
                </a:cubicBezTo>
                <a:cubicBezTo>
                  <a:pt x="941218" y="37766"/>
                  <a:pt x="936823" y="39937"/>
                  <a:pt x="933161" y="44280"/>
                </a:cubicBezTo>
                <a:cubicBezTo>
                  <a:pt x="929499" y="48623"/>
                  <a:pt x="927668" y="55206"/>
                  <a:pt x="927668" y="64030"/>
                </a:cubicBezTo>
                <a:cubicBezTo>
                  <a:pt x="927668" y="72487"/>
                  <a:pt x="929533" y="78910"/>
                  <a:pt x="933264" y="83299"/>
                </a:cubicBezTo>
                <a:cubicBezTo>
                  <a:pt x="936995" y="87688"/>
                  <a:pt x="941492" y="89882"/>
                  <a:pt x="946757" y="89882"/>
                </a:cubicBezTo>
                <a:cubicBezTo>
                  <a:pt x="949458" y="89882"/>
                  <a:pt x="951861" y="89299"/>
                  <a:pt x="953967" y="88133"/>
                </a:cubicBezTo>
                <a:cubicBezTo>
                  <a:pt x="956072" y="86967"/>
                  <a:pt x="958155" y="85059"/>
                  <a:pt x="960215" y="82408"/>
                </a:cubicBezTo>
                <a:close/>
                <a:moveTo>
                  <a:pt x="1041309" y="34744"/>
                </a:moveTo>
                <a:lnTo>
                  <a:pt x="1041309" y="72853"/>
                </a:lnTo>
                <a:cubicBezTo>
                  <a:pt x="1041309" y="80132"/>
                  <a:pt x="1041480" y="84583"/>
                  <a:pt x="1041824" y="86208"/>
                </a:cubicBezTo>
                <a:cubicBezTo>
                  <a:pt x="1042167" y="87833"/>
                  <a:pt x="1042716" y="88966"/>
                  <a:pt x="1043472" y="89607"/>
                </a:cubicBezTo>
                <a:cubicBezTo>
                  <a:pt x="1044227" y="90248"/>
                  <a:pt x="1045108" y="90569"/>
                  <a:pt x="1046115" y="90569"/>
                </a:cubicBezTo>
                <a:cubicBezTo>
                  <a:pt x="1047534" y="90569"/>
                  <a:pt x="1049136" y="90179"/>
                  <a:pt x="1050922" y="89401"/>
                </a:cubicBezTo>
                <a:lnTo>
                  <a:pt x="1051883" y="91805"/>
                </a:lnTo>
                <a:lnTo>
                  <a:pt x="1033069" y="99564"/>
                </a:lnTo>
                <a:lnTo>
                  <a:pt x="1029979" y="99564"/>
                </a:lnTo>
                <a:lnTo>
                  <a:pt x="1029979" y="86243"/>
                </a:lnTo>
                <a:cubicBezTo>
                  <a:pt x="1024577" y="92102"/>
                  <a:pt x="1020457" y="95787"/>
                  <a:pt x="1017619" y="97298"/>
                </a:cubicBezTo>
                <a:cubicBezTo>
                  <a:pt x="1014781" y="98808"/>
                  <a:pt x="1011783" y="99564"/>
                  <a:pt x="1008624" y="99564"/>
                </a:cubicBezTo>
                <a:cubicBezTo>
                  <a:pt x="1005099" y="99564"/>
                  <a:pt x="1002044" y="98545"/>
                  <a:pt x="999457" y="96508"/>
                </a:cubicBezTo>
                <a:cubicBezTo>
                  <a:pt x="996871" y="94471"/>
                  <a:pt x="995074" y="91850"/>
                  <a:pt x="994067" y="88646"/>
                </a:cubicBezTo>
                <a:cubicBezTo>
                  <a:pt x="993060" y="85442"/>
                  <a:pt x="992556" y="80910"/>
                  <a:pt x="992556" y="75050"/>
                </a:cubicBezTo>
                <a:lnTo>
                  <a:pt x="992556" y="46967"/>
                </a:lnTo>
                <a:cubicBezTo>
                  <a:pt x="992556" y="43991"/>
                  <a:pt x="992236" y="41931"/>
                  <a:pt x="991595" y="40787"/>
                </a:cubicBezTo>
                <a:cubicBezTo>
                  <a:pt x="990954" y="39642"/>
                  <a:pt x="990004" y="38761"/>
                  <a:pt x="988745" y="38143"/>
                </a:cubicBezTo>
                <a:cubicBezTo>
                  <a:pt x="987487" y="37525"/>
                  <a:pt x="985209" y="37239"/>
                  <a:pt x="981913" y="37285"/>
                </a:cubicBezTo>
                <a:lnTo>
                  <a:pt x="981913" y="34744"/>
                </a:lnTo>
                <a:lnTo>
                  <a:pt x="1003955" y="34744"/>
                </a:lnTo>
                <a:lnTo>
                  <a:pt x="1003955" y="76733"/>
                </a:lnTo>
                <a:cubicBezTo>
                  <a:pt x="1003955" y="82578"/>
                  <a:pt x="1004973" y="86414"/>
                  <a:pt x="1007010" y="88240"/>
                </a:cubicBezTo>
                <a:cubicBezTo>
                  <a:pt x="1009047" y="90067"/>
                  <a:pt x="1011508" y="90981"/>
                  <a:pt x="1014392" y="90981"/>
                </a:cubicBezTo>
                <a:cubicBezTo>
                  <a:pt x="1016360" y="90981"/>
                  <a:pt x="1018592" y="90364"/>
                  <a:pt x="1021087" y="89131"/>
                </a:cubicBezTo>
                <a:cubicBezTo>
                  <a:pt x="1023582" y="87898"/>
                  <a:pt x="1026546" y="85547"/>
                  <a:pt x="1029979" y="82078"/>
                </a:cubicBezTo>
                <a:lnTo>
                  <a:pt x="1029979" y="46531"/>
                </a:lnTo>
                <a:cubicBezTo>
                  <a:pt x="1029979" y="42969"/>
                  <a:pt x="1029327" y="40561"/>
                  <a:pt x="1028022" y="39306"/>
                </a:cubicBezTo>
                <a:cubicBezTo>
                  <a:pt x="1026717" y="38050"/>
                  <a:pt x="1024005" y="37376"/>
                  <a:pt x="1019885" y="37285"/>
                </a:cubicBezTo>
                <a:lnTo>
                  <a:pt x="1019885" y="34744"/>
                </a:lnTo>
                <a:lnTo>
                  <a:pt x="1041309" y="34744"/>
                </a:lnTo>
                <a:close/>
                <a:moveTo>
                  <a:pt x="1092121" y="88577"/>
                </a:moveTo>
                <a:cubicBezTo>
                  <a:pt x="1085666" y="93567"/>
                  <a:pt x="1081615" y="96451"/>
                  <a:pt x="1079967" y="97229"/>
                </a:cubicBezTo>
                <a:cubicBezTo>
                  <a:pt x="1077495" y="98419"/>
                  <a:pt x="1074863" y="99014"/>
                  <a:pt x="1072070" y="99014"/>
                </a:cubicBezTo>
                <a:cubicBezTo>
                  <a:pt x="1067722" y="99014"/>
                  <a:pt x="1064140" y="97527"/>
                  <a:pt x="1061324" y="94551"/>
                </a:cubicBezTo>
                <a:cubicBezTo>
                  <a:pt x="1058509" y="91576"/>
                  <a:pt x="1057101" y="87662"/>
                  <a:pt x="1057101" y="82809"/>
                </a:cubicBezTo>
                <a:cubicBezTo>
                  <a:pt x="1057101" y="79742"/>
                  <a:pt x="1057788" y="77087"/>
                  <a:pt x="1059161" y="74844"/>
                </a:cubicBezTo>
                <a:cubicBezTo>
                  <a:pt x="1061038" y="71732"/>
                  <a:pt x="1064300" y="68802"/>
                  <a:pt x="1068946" y="66055"/>
                </a:cubicBezTo>
                <a:cubicBezTo>
                  <a:pt x="1073592" y="63309"/>
                  <a:pt x="1081317" y="59967"/>
                  <a:pt x="1092121" y="56030"/>
                </a:cubicBezTo>
                <a:lnTo>
                  <a:pt x="1092121" y="53558"/>
                </a:lnTo>
                <a:cubicBezTo>
                  <a:pt x="1092121" y="47287"/>
                  <a:pt x="1091125" y="42984"/>
                  <a:pt x="1089134" y="40649"/>
                </a:cubicBezTo>
                <a:cubicBezTo>
                  <a:pt x="1087142" y="38315"/>
                  <a:pt x="1084247" y="37148"/>
                  <a:pt x="1080448" y="37148"/>
                </a:cubicBezTo>
                <a:cubicBezTo>
                  <a:pt x="1077564" y="37148"/>
                  <a:pt x="1075275" y="37923"/>
                  <a:pt x="1073581" y="39474"/>
                </a:cubicBezTo>
                <a:cubicBezTo>
                  <a:pt x="1071842" y="41024"/>
                  <a:pt x="1070972" y="42803"/>
                  <a:pt x="1070972" y="44810"/>
                </a:cubicBezTo>
                <a:lnTo>
                  <a:pt x="1071109" y="48778"/>
                </a:lnTo>
                <a:cubicBezTo>
                  <a:pt x="1071109" y="50875"/>
                  <a:pt x="1070571" y="52493"/>
                  <a:pt x="1069495" y="53633"/>
                </a:cubicBezTo>
                <a:cubicBezTo>
                  <a:pt x="1068420" y="54774"/>
                  <a:pt x="1067012" y="55344"/>
                  <a:pt x="1065273" y="55344"/>
                </a:cubicBezTo>
                <a:cubicBezTo>
                  <a:pt x="1063579" y="55344"/>
                  <a:pt x="1062194" y="54751"/>
                  <a:pt x="1061118" y="53565"/>
                </a:cubicBezTo>
                <a:cubicBezTo>
                  <a:pt x="1060043" y="52377"/>
                  <a:pt x="1059505" y="50757"/>
                  <a:pt x="1059505" y="48703"/>
                </a:cubicBezTo>
                <a:cubicBezTo>
                  <a:pt x="1059505" y="44779"/>
                  <a:pt x="1061519" y="41174"/>
                  <a:pt x="1065547" y="37888"/>
                </a:cubicBezTo>
                <a:cubicBezTo>
                  <a:pt x="1069576" y="34602"/>
                  <a:pt x="1075229" y="32959"/>
                  <a:pt x="1082507" y="32959"/>
                </a:cubicBezTo>
                <a:cubicBezTo>
                  <a:pt x="1088092" y="32959"/>
                  <a:pt x="1092670" y="33896"/>
                  <a:pt x="1096240" y="35770"/>
                </a:cubicBezTo>
                <a:cubicBezTo>
                  <a:pt x="1098941" y="37188"/>
                  <a:pt x="1100933" y="39406"/>
                  <a:pt x="1102214" y="42424"/>
                </a:cubicBezTo>
                <a:cubicBezTo>
                  <a:pt x="1103038" y="44390"/>
                  <a:pt x="1103450" y="48413"/>
                  <a:pt x="1103450" y="54494"/>
                </a:cubicBezTo>
                <a:lnTo>
                  <a:pt x="1103450" y="75823"/>
                </a:lnTo>
                <a:cubicBezTo>
                  <a:pt x="1103450" y="81812"/>
                  <a:pt x="1103565" y="85482"/>
                  <a:pt x="1103794" y="86831"/>
                </a:cubicBezTo>
                <a:cubicBezTo>
                  <a:pt x="1104023" y="88180"/>
                  <a:pt x="1104400" y="89083"/>
                  <a:pt x="1104927" y="89541"/>
                </a:cubicBezTo>
                <a:cubicBezTo>
                  <a:pt x="1105453" y="89997"/>
                  <a:pt x="1106060" y="90225"/>
                  <a:pt x="1106746" y="90225"/>
                </a:cubicBezTo>
                <a:cubicBezTo>
                  <a:pt x="1107479" y="90225"/>
                  <a:pt x="1108120" y="90065"/>
                  <a:pt x="1108669" y="89745"/>
                </a:cubicBezTo>
                <a:cubicBezTo>
                  <a:pt x="1109630" y="89150"/>
                  <a:pt x="1111484" y="87479"/>
                  <a:pt x="1114231" y="84732"/>
                </a:cubicBezTo>
                <a:lnTo>
                  <a:pt x="1114231" y="88577"/>
                </a:lnTo>
                <a:cubicBezTo>
                  <a:pt x="1109104" y="95444"/>
                  <a:pt x="1104206" y="98877"/>
                  <a:pt x="1099536" y="98877"/>
                </a:cubicBezTo>
                <a:cubicBezTo>
                  <a:pt x="1097293" y="98877"/>
                  <a:pt x="1095508" y="98099"/>
                  <a:pt x="1094181" y="96542"/>
                </a:cubicBezTo>
                <a:cubicBezTo>
                  <a:pt x="1092853" y="94986"/>
                  <a:pt x="1092166" y="92331"/>
                  <a:pt x="1092121" y="88577"/>
                </a:cubicBezTo>
                <a:moveTo>
                  <a:pt x="1092121" y="84075"/>
                </a:moveTo>
                <a:lnTo>
                  <a:pt x="1092121" y="60219"/>
                </a:lnTo>
                <a:cubicBezTo>
                  <a:pt x="1085208" y="62953"/>
                  <a:pt x="1080745" y="64889"/>
                  <a:pt x="1078731" y="66030"/>
                </a:cubicBezTo>
                <a:cubicBezTo>
                  <a:pt x="1075115" y="68035"/>
                  <a:pt x="1072528" y="70132"/>
                  <a:pt x="1070972" y="72319"/>
                </a:cubicBezTo>
                <a:cubicBezTo>
                  <a:pt x="1069415" y="74506"/>
                  <a:pt x="1068637" y="76899"/>
                  <a:pt x="1068637" y="79496"/>
                </a:cubicBezTo>
                <a:cubicBezTo>
                  <a:pt x="1068637" y="82778"/>
                  <a:pt x="1069621" y="85501"/>
                  <a:pt x="1071590" y="87665"/>
                </a:cubicBezTo>
                <a:cubicBezTo>
                  <a:pt x="1073558" y="89830"/>
                  <a:pt x="1075824" y="90912"/>
                  <a:pt x="1078388" y="90912"/>
                </a:cubicBezTo>
                <a:cubicBezTo>
                  <a:pt x="1081867" y="90912"/>
                  <a:pt x="1086444" y="88633"/>
                  <a:pt x="1092121" y="84075"/>
                </a:cubicBezTo>
                <a:close/>
                <a:moveTo>
                  <a:pt x="1163348" y="90569"/>
                </a:moveTo>
                <a:cubicBezTo>
                  <a:pt x="1160281" y="93773"/>
                  <a:pt x="1157282" y="96073"/>
                  <a:pt x="1154353" y="97469"/>
                </a:cubicBezTo>
                <a:cubicBezTo>
                  <a:pt x="1151423" y="98866"/>
                  <a:pt x="1148264" y="99564"/>
                  <a:pt x="1144877" y="99564"/>
                </a:cubicBezTo>
                <a:cubicBezTo>
                  <a:pt x="1138010" y="99564"/>
                  <a:pt x="1132014" y="96698"/>
                  <a:pt x="1126887" y="90966"/>
                </a:cubicBezTo>
                <a:cubicBezTo>
                  <a:pt x="1121760" y="85232"/>
                  <a:pt x="1119196" y="77865"/>
                  <a:pt x="1119196" y="68864"/>
                </a:cubicBezTo>
                <a:cubicBezTo>
                  <a:pt x="1119196" y="59865"/>
                  <a:pt x="1122034" y="51631"/>
                  <a:pt x="1127710" y="44162"/>
                </a:cubicBezTo>
                <a:cubicBezTo>
                  <a:pt x="1133387" y="36693"/>
                  <a:pt x="1140688" y="32959"/>
                  <a:pt x="1149615" y="32959"/>
                </a:cubicBezTo>
                <a:cubicBezTo>
                  <a:pt x="1155154" y="32959"/>
                  <a:pt x="1159731" y="34721"/>
                  <a:pt x="1163348" y="38246"/>
                </a:cubicBezTo>
                <a:lnTo>
                  <a:pt x="1163348" y="26616"/>
                </a:lnTo>
                <a:cubicBezTo>
                  <a:pt x="1163348" y="19399"/>
                  <a:pt x="1163176" y="14963"/>
                  <a:pt x="1162833" y="13308"/>
                </a:cubicBezTo>
                <a:cubicBezTo>
                  <a:pt x="1162489" y="11653"/>
                  <a:pt x="1161951" y="10527"/>
                  <a:pt x="1161219" y="9931"/>
                </a:cubicBezTo>
                <a:cubicBezTo>
                  <a:pt x="1160487" y="9333"/>
                  <a:pt x="1159571" y="9034"/>
                  <a:pt x="1158472" y="9034"/>
                </a:cubicBezTo>
                <a:cubicBezTo>
                  <a:pt x="1157282" y="9034"/>
                  <a:pt x="1155703" y="9401"/>
                  <a:pt x="1153735" y="10137"/>
                </a:cubicBezTo>
                <a:lnTo>
                  <a:pt x="1152842" y="7723"/>
                </a:lnTo>
                <a:lnTo>
                  <a:pt x="1171587" y="0"/>
                </a:lnTo>
                <a:lnTo>
                  <a:pt x="1174677" y="0"/>
                </a:lnTo>
                <a:lnTo>
                  <a:pt x="1174677" y="72716"/>
                </a:lnTo>
                <a:cubicBezTo>
                  <a:pt x="1174677" y="80086"/>
                  <a:pt x="1174849" y="84583"/>
                  <a:pt x="1175192" y="86208"/>
                </a:cubicBezTo>
                <a:cubicBezTo>
                  <a:pt x="1175536" y="87833"/>
                  <a:pt x="1176085" y="88966"/>
                  <a:pt x="1176840" y="89607"/>
                </a:cubicBezTo>
                <a:cubicBezTo>
                  <a:pt x="1177596" y="90248"/>
                  <a:pt x="1178477" y="90569"/>
                  <a:pt x="1179484" y="90569"/>
                </a:cubicBezTo>
                <a:cubicBezTo>
                  <a:pt x="1180720" y="90569"/>
                  <a:pt x="1182368" y="90179"/>
                  <a:pt x="1184428" y="89401"/>
                </a:cubicBezTo>
                <a:lnTo>
                  <a:pt x="1185183" y="91805"/>
                </a:lnTo>
                <a:lnTo>
                  <a:pt x="1166506" y="99564"/>
                </a:lnTo>
                <a:lnTo>
                  <a:pt x="1163348" y="99564"/>
                </a:lnTo>
                <a:lnTo>
                  <a:pt x="1163348" y="90569"/>
                </a:lnTo>
                <a:moveTo>
                  <a:pt x="1163348" y="85777"/>
                </a:moveTo>
                <a:lnTo>
                  <a:pt x="1163348" y="53449"/>
                </a:lnTo>
                <a:cubicBezTo>
                  <a:pt x="1163073" y="50343"/>
                  <a:pt x="1162249" y="47512"/>
                  <a:pt x="1160876" y="44956"/>
                </a:cubicBezTo>
                <a:cubicBezTo>
                  <a:pt x="1159502" y="42398"/>
                  <a:pt x="1157683" y="40469"/>
                  <a:pt x="1155417" y="39169"/>
                </a:cubicBezTo>
                <a:cubicBezTo>
                  <a:pt x="1153151" y="37867"/>
                  <a:pt x="1150942" y="37216"/>
                  <a:pt x="1148791" y="37216"/>
                </a:cubicBezTo>
                <a:cubicBezTo>
                  <a:pt x="1144762" y="37216"/>
                  <a:pt x="1141169" y="39020"/>
                  <a:pt x="1138010" y="42628"/>
                </a:cubicBezTo>
                <a:cubicBezTo>
                  <a:pt x="1133845" y="47376"/>
                  <a:pt x="1131762" y="54316"/>
                  <a:pt x="1131762" y="63448"/>
                </a:cubicBezTo>
                <a:cubicBezTo>
                  <a:pt x="1131762" y="72672"/>
                  <a:pt x="1133776" y="79739"/>
                  <a:pt x="1137804" y="84648"/>
                </a:cubicBezTo>
                <a:cubicBezTo>
                  <a:pt x="1141833" y="89557"/>
                  <a:pt x="1146319" y="92011"/>
                  <a:pt x="1151263" y="92011"/>
                </a:cubicBezTo>
                <a:cubicBezTo>
                  <a:pt x="1155428" y="92011"/>
                  <a:pt x="1159457" y="89933"/>
                  <a:pt x="1163348" y="85777"/>
                </a:cubicBezTo>
                <a:close/>
                <a:moveTo>
                  <a:pt x="1229884" y="32959"/>
                </a:moveTo>
                <a:lnTo>
                  <a:pt x="1229884" y="54245"/>
                </a:lnTo>
                <a:lnTo>
                  <a:pt x="1227618" y="54245"/>
                </a:lnTo>
                <a:cubicBezTo>
                  <a:pt x="1225878" y="47569"/>
                  <a:pt x="1223647" y="43028"/>
                  <a:pt x="1220923" y="40622"/>
                </a:cubicBezTo>
                <a:cubicBezTo>
                  <a:pt x="1218199" y="38214"/>
                  <a:pt x="1214732" y="37010"/>
                  <a:pt x="1210520" y="37010"/>
                </a:cubicBezTo>
                <a:cubicBezTo>
                  <a:pt x="1207316" y="37010"/>
                  <a:pt x="1204730" y="37856"/>
                  <a:pt x="1202761" y="39549"/>
                </a:cubicBezTo>
                <a:cubicBezTo>
                  <a:pt x="1200793" y="41240"/>
                  <a:pt x="1199809" y="43114"/>
                  <a:pt x="1199809" y="45173"/>
                </a:cubicBezTo>
                <a:cubicBezTo>
                  <a:pt x="1199809" y="47733"/>
                  <a:pt x="1200541" y="49928"/>
                  <a:pt x="1202006" y="51756"/>
                </a:cubicBezTo>
                <a:cubicBezTo>
                  <a:pt x="1203425" y="53631"/>
                  <a:pt x="1206309" y="55620"/>
                  <a:pt x="1210658" y="57723"/>
                </a:cubicBezTo>
                <a:lnTo>
                  <a:pt x="1220683" y="62594"/>
                </a:lnTo>
                <a:cubicBezTo>
                  <a:pt x="1229975" y="67120"/>
                  <a:pt x="1234622" y="73088"/>
                  <a:pt x="1234622" y="80496"/>
                </a:cubicBezTo>
                <a:cubicBezTo>
                  <a:pt x="1234622" y="86211"/>
                  <a:pt x="1232459" y="90818"/>
                  <a:pt x="1228133" y="94317"/>
                </a:cubicBezTo>
                <a:cubicBezTo>
                  <a:pt x="1223807" y="97815"/>
                  <a:pt x="1218966" y="99564"/>
                  <a:pt x="1213610" y="99564"/>
                </a:cubicBezTo>
                <a:cubicBezTo>
                  <a:pt x="1209765" y="99564"/>
                  <a:pt x="1205370" y="98877"/>
                  <a:pt x="1200427" y="97504"/>
                </a:cubicBezTo>
                <a:cubicBezTo>
                  <a:pt x="1198916" y="97046"/>
                  <a:pt x="1197680" y="96817"/>
                  <a:pt x="1196719" y="96817"/>
                </a:cubicBezTo>
                <a:cubicBezTo>
                  <a:pt x="1195666" y="96817"/>
                  <a:pt x="1194842" y="97412"/>
                  <a:pt x="1194247" y="98602"/>
                </a:cubicBezTo>
                <a:lnTo>
                  <a:pt x="1191981" y="98602"/>
                </a:lnTo>
                <a:lnTo>
                  <a:pt x="1191981" y="76080"/>
                </a:lnTo>
                <a:lnTo>
                  <a:pt x="1194247" y="76080"/>
                </a:lnTo>
                <a:cubicBezTo>
                  <a:pt x="1195529" y="82512"/>
                  <a:pt x="1197978" y="87359"/>
                  <a:pt x="1201594" y="90620"/>
                </a:cubicBezTo>
                <a:cubicBezTo>
                  <a:pt x="1205210" y="93882"/>
                  <a:pt x="1209262" y="95512"/>
                  <a:pt x="1213748" y="95512"/>
                </a:cubicBezTo>
                <a:cubicBezTo>
                  <a:pt x="1216906" y="95512"/>
                  <a:pt x="1219481" y="94587"/>
                  <a:pt x="1221472" y="92736"/>
                </a:cubicBezTo>
                <a:cubicBezTo>
                  <a:pt x="1223464" y="90883"/>
                  <a:pt x="1224459" y="88654"/>
                  <a:pt x="1224459" y="86047"/>
                </a:cubicBezTo>
                <a:cubicBezTo>
                  <a:pt x="1224459" y="82892"/>
                  <a:pt x="1223349" y="80240"/>
                  <a:pt x="1221129" y="78091"/>
                </a:cubicBezTo>
                <a:cubicBezTo>
                  <a:pt x="1218909" y="75942"/>
                  <a:pt x="1214480" y="73222"/>
                  <a:pt x="1207842" y="69931"/>
                </a:cubicBezTo>
                <a:cubicBezTo>
                  <a:pt x="1201205" y="66638"/>
                  <a:pt x="1196856" y="63665"/>
                  <a:pt x="1194796" y="61013"/>
                </a:cubicBezTo>
                <a:cubicBezTo>
                  <a:pt x="1192736" y="58406"/>
                  <a:pt x="1191706" y="55114"/>
                  <a:pt x="1191706" y="51136"/>
                </a:cubicBezTo>
                <a:cubicBezTo>
                  <a:pt x="1191706" y="45969"/>
                  <a:pt x="1193480" y="41648"/>
                  <a:pt x="1197028" y="38173"/>
                </a:cubicBezTo>
                <a:cubicBezTo>
                  <a:pt x="1200575" y="34697"/>
                  <a:pt x="1205165" y="32959"/>
                  <a:pt x="1210795" y="32959"/>
                </a:cubicBezTo>
                <a:cubicBezTo>
                  <a:pt x="1213267" y="32959"/>
                  <a:pt x="1216265" y="33485"/>
                  <a:pt x="1219790" y="34538"/>
                </a:cubicBezTo>
                <a:cubicBezTo>
                  <a:pt x="1222125" y="35225"/>
                  <a:pt x="1223681" y="35568"/>
                  <a:pt x="1224459" y="35568"/>
                </a:cubicBezTo>
                <a:cubicBezTo>
                  <a:pt x="1225192" y="35568"/>
                  <a:pt x="1225764" y="35408"/>
                  <a:pt x="1226176" y="35088"/>
                </a:cubicBezTo>
                <a:cubicBezTo>
                  <a:pt x="1226588" y="34767"/>
                  <a:pt x="1227069" y="34058"/>
                  <a:pt x="1227618" y="32959"/>
                </a:cubicBezTo>
                <a:lnTo>
                  <a:pt x="1229884" y="32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intotriangles">
            <a:extLst xmlns:a="http://schemas.openxmlformats.org/drawingml/2006/main">
              <a:ext uri="{FF2B5EF4-FFF2-40B4-BE49-F238E27FC236}">
                <a16:creationId xmlns:a16="http://schemas.microsoft.com/office/drawing/2014/main" id="{B5AB57B2-6210-44DF-A982-282C2570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16" y="3073122"/>
            <a:ext cx="729245" cy="127991"/>
          </a:xfrm>
          <a:custGeom xmlns:a="http://schemas.openxmlformats.org/drawingml/2006/main">
            <a:pathLst>
              <a:path w="729245" h="127991">
                <a:moveTo>
                  <a:pt x="16274" y="0"/>
                </a:moveTo>
                <a:cubicBezTo>
                  <a:pt x="18196" y="0"/>
                  <a:pt x="19833" y="679"/>
                  <a:pt x="21183" y="2036"/>
                </a:cubicBezTo>
                <a:cubicBezTo>
                  <a:pt x="22534" y="3392"/>
                  <a:pt x="23209" y="5037"/>
                  <a:pt x="23209" y="6969"/>
                </a:cubicBezTo>
                <a:cubicBezTo>
                  <a:pt x="23209" y="8902"/>
                  <a:pt x="22534" y="10559"/>
                  <a:pt x="21183" y="11939"/>
                </a:cubicBezTo>
                <a:cubicBezTo>
                  <a:pt x="19833" y="13318"/>
                  <a:pt x="18196" y="14008"/>
                  <a:pt x="16274" y="14008"/>
                </a:cubicBezTo>
                <a:cubicBezTo>
                  <a:pt x="14351" y="14008"/>
                  <a:pt x="12703" y="13318"/>
                  <a:pt x="11330" y="11939"/>
                </a:cubicBezTo>
                <a:cubicBezTo>
                  <a:pt x="9956" y="10559"/>
                  <a:pt x="9270" y="8902"/>
                  <a:pt x="9270" y="6969"/>
                </a:cubicBezTo>
                <a:cubicBezTo>
                  <a:pt x="9270" y="5037"/>
                  <a:pt x="9945" y="3392"/>
                  <a:pt x="11295" y="2036"/>
                </a:cubicBezTo>
                <a:cubicBezTo>
                  <a:pt x="12646" y="679"/>
                  <a:pt x="14305" y="0"/>
                  <a:pt x="16274" y="0"/>
                </a:cubicBezTo>
                <a:moveTo>
                  <a:pt x="21973" y="32959"/>
                </a:moveTo>
                <a:lnTo>
                  <a:pt x="21973" y="83385"/>
                </a:lnTo>
                <a:cubicBezTo>
                  <a:pt x="21973" y="87313"/>
                  <a:pt x="22259" y="89928"/>
                  <a:pt x="22831" y="91229"/>
                </a:cubicBezTo>
                <a:cubicBezTo>
                  <a:pt x="23403" y="92531"/>
                  <a:pt x="24250" y="93502"/>
                  <a:pt x="25372" y="94141"/>
                </a:cubicBezTo>
                <a:cubicBezTo>
                  <a:pt x="26493" y="94781"/>
                  <a:pt x="28542" y="95100"/>
                  <a:pt x="31517" y="95100"/>
                </a:cubicBezTo>
                <a:lnTo>
                  <a:pt x="31517" y="97641"/>
                </a:lnTo>
                <a:lnTo>
                  <a:pt x="961" y="97641"/>
                </a:lnTo>
                <a:lnTo>
                  <a:pt x="961" y="95100"/>
                </a:lnTo>
                <a:cubicBezTo>
                  <a:pt x="4028" y="95100"/>
                  <a:pt x="6088" y="94804"/>
                  <a:pt x="7141" y="94210"/>
                </a:cubicBezTo>
                <a:cubicBezTo>
                  <a:pt x="8194" y="93616"/>
                  <a:pt x="9029" y="92634"/>
                  <a:pt x="9647" y="91264"/>
                </a:cubicBezTo>
                <a:cubicBezTo>
                  <a:pt x="10265" y="89893"/>
                  <a:pt x="10574" y="87267"/>
                  <a:pt x="10574" y="83385"/>
                </a:cubicBezTo>
                <a:lnTo>
                  <a:pt x="10574" y="59200"/>
                </a:lnTo>
                <a:cubicBezTo>
                  <a:pt x="10574" y="52393"/>
                  <a:pt x="10368" y="47986"/>
                  <a:pt x="9956" y="45977"/>
                </a:cubicBezTo>
                <a:cubicBezTo>
                  <a:pt x="9636" y="44515"/>
                  <a:pt x="9132" y="43499"/>
                  <a:pt x="8446" y="42928"/>
                </a:cubicBezTo>
                <a:cubicBezTo>
                  <a:pt x="7759" y="42357"/>
                  <a:pt x="6821" y="42072"/>
                  <a:pt x="5631" y="42072"/>
                </a:cubicBezTo>
                <a:cubicBezTo>
                  <a:pt x="4349" y="42072"/>
                  <a:pt x="2792" y="42415"/>
                  <a:pt x="961" y="43100"/>
                </a:cubicBezTo>
                <a:lnTo>
                  <a:pt x="0" y="40632"/>
                </a:lnTo>
                <a:lnTo>
                  <a:pt x="18952" y="32959"/>
                </a:lnTo>
                <a:lnTo>
                  <a:pt x="21973" y="32959"/>
                </a:lnTo>
                <a:close/>
                <a:moveTo>
                  <a:pt x="57702" y="46280"/>
                </a:moveTo>
                <a:cubicBezTo>
                  <a:pt x="65072" y="37399"/>
                  <a:pt x="72099" y="32959"/>
                  <a:pt x="78782" y="32959"/>
                </a:cubicBezTo>
                <a:cubicBezTo>
                  <a:pt x="82216" y="32959"/>
                  <a:pt x="85168" y="33816"/>
                  <a:pt x="87640" y="35530"/>
                </a:cubicBezTo>
                <a:cubicBezTo>
                  <a:pt x="90112" y="37242"/>
                  <a:pt x="92080" y="40062"/>
                  <a:pt x="93545" y="43990"/>
                </a:cubicBezTo>
                <a:cubicBezTo>
                  <a:pt x="94552" y="46730"/>
                  <a:pt x="95056" y="50932"/>
                  <a:pt x="95056" y="56597"/>
                </a:cubicBezTo>
                <a:lnTo>
                  <a:pt x="95056" y="83385"/>
                </a:lnTo>
                <a:cubicBezTo>
                  <a:pt x="95056" y="87359"/>
                  <a:pt x="95376" y="90054"/>
                  <a:pt x="96017" y="91470"/>
                </a:cubicBezTo>
                <a:cubicBezTo>
                  <a:pt x="96521" y="92611"/>
                  <a:pt x="97333" y="93502"/>
                  <a:pt x="98455" y="94141"/>
                </a:cubicBezTo>
                <a:cubicBezTo>
                  <a:pt x="99576" y="94781"/>
                  <a:pt x="101648" y="95100"/>
                  <a:pt x="104669" y="95100"/>
                </a:cubicBezTo>
                <a:lnTo>
                  <a:pt x="104669" y="97641"/>
                </a:lnTo>
                <a:lnTo>
                  <a:pt x="73564" y="97641"/>
                </a:lnTo>
                <a:lnTo>
                  <a:pt x="73564" y="95100"/>
                </a:lnTo>
                <a:lnTo>
                  <a:pt x="74868" y="95100"/>
                </a:lnTo>
                <a:cubicBezTo>
                  <a:pt x="77798" y="95100"/>
                  <a:pt x="79847" y="94656"/>
                  <a:pt x="81014" y="93768"/>
                </a:cubicBezTo>
                <a:cubicBezTo>
                  <a:pt x="82181" y="92880"/>
                  <a:pt x="82994" y="91571"/>
                  <a:pt x="83452" y="89841"/>
                </a:cubicBezTo>
                <a:cubicBezTo>
                  <a:pt x="83635" y="89157"/>
                  <a:pt x="83726" y="87017"/>
                  <a:pt x="83726" y="83419"/>
                </a:cubicBezTo>
                <a:lnTo>
                  <a:pt x="83726" y="57801"/>
                </a:lnTo>
                <a:cubicBezTo>
                  <a:pt x="83726" y="52109"/>
                  <a:pt x="82982" y="47976"/>
                  <a:pt x="81495" y="45402"/>
                </a:cubicBezTo>
                <a:cubicBezTo>
                  <a:pt x="80007" y="42829"/>
                  <a:pt x="77501" y="41542"/>
                  <a:pt x="73976" y="41542"/>
                </a:cubicBezTo>
                <a:cubicBezTo>
                  <a:pt x="68528" y="41542"/>
                  <a:pt x="63104" y="44503"/>
                  <a:pt x="57702" y="50423"/>
                </a:cubicBezTo>
                <a:lnTo>
                  <a:pt x="57702" y="83419"/>
                </a:lnTo>
                <a:cubicBezTo>
                  <a:pt x="57702" y="87655"/>
                  <a:pt x="57954" y="90273"/>
                  <a:pt x="58458" y="91275"/>
                </a:cubicBezTo>
                <a:cubicBezTo>
                  <a:pt x="59098" y="92595"/>
                  <a:pt x="59980" y="93563"/>
                  <a:pt x="61101" y="94178"/>
                </a:cubicBezTo>
                <a:cubicBezTo>
                  <a:pt x="62223" y="94793"/>
                  <a:pt x="64500" y="95100"/>
                  <a:pt x="67933" y="95100"/>
                </a:cubicBezTo>
                <a:lnTo>
                  <a:pt x="67933" y="97641"/>
                </a:lnTo>
                <a:lnTo>
                  <a:pt x="36828" y="97641"/>
                </a:lnTo>
                <a:lnTo>
                  <a:pt x="36828" y="95100"/>
                </a:lnTo>
                <a:lnTo>
                  <a:pt x="38201" y="95100"/>
                </a:lnTo>
                <a:cubicBezTo>
                  <a:pt x="41406" y="95100"/>
                  <a:pt x="43569" y="94290"/>
                  <a:pt x="44690" y="92669"/>
                </a:cubicBezTo>
                <a:cubicBezTo>
                  <a:pt x="45812" y="91047"/>
                  <a:pt x="46372" y="87952"/>
                  <a:pt x="46372" y="83385"/>
                </a:cubicBezTo>
                <a:lnTo>
                  <a:pt x="46372" y="60090"/>
                </a:lnTo>
                <a:cubicBezTo>
                  <a:pt x="46372" y="52554"/>
                  <a:pt x="46201" y="47964"/>
                  <a:pt x="45857" y="46321"/>
                </a:cubicBezTo>
                <a:cubicBezTo>
                  <a:pt x="45514" y="44676"/>
                  <a:pt x="44988" y="43556"/>
                  <a:pt x="44278" y="42963"/>
                </a:cubicBezTo>
                <a:cubicBezTo>
                  <a:pt x="43569" y="42369"/>
                  <a:pt x="42619" y="42072"/>
                  <a:pt x="41429" y="42072"/>
                </a:cubicBezTo>
                <a:cubicBezTo>
                  <a:pt x="40147" y="42072"/>
                  <a:pt x="38613" y="42415"/>
                  <a:pt x="36828" y="43100"/>
                </a:cubicBezTo>
                <a:lnTo>
                  <a:pt x="35798" y="40632"/>
                </a:lnTo>
                <a:lnTo>
                  <a:pt x="54750" y="32959"/>
                </a:lnTo>
                <a:lnTo>
                  <a:pt x="57702" y="32959"/>
                </a:lnTo>
                <a:lnTo>
                  <a:pt x="57702" y="46280"/>
                </a:lnTo>
                <a:close/>
                <a:moveTo>
                  <a:pt x="127947" y="14008"/>
                </a:moveTo>
                <a:lnTo>
                  <a:pt x="127947" y="34744"/>
                </a:lnTo>
                <a:lnTo>
                  <a:pt x="142641" y="34744"/>
                </a:lnTo>
                <a:lnTo>
                  <a:pt x="142641" y="39551"/>
                </a:lnTo>
                <a:lnTo>
                  <a:pt x="127947" y="39551"/>
                </a:lnTo>
                <a:lnTo>
                  <a:pt x="127947" y="80282"/>
                </a:lnTo>
                <a:cubicBezTo>
                  <a:pt x="127947" y="84352"/>
                  <a:pt x="128530" y="87095"/>
                  <a:pt x="129698" y="88513"/>
                </a:cubicBezTo>
                <a:cubicBezTo>
                  <a:pt x="130865" y="89929"/>
                  <a:pt x="132364" y="90637"/>
                  <a:pt x="134195" y="90637"/>
                </a:cubicBezTo>
                <a:cubicBezTo>
                  <a:pt x="135706" y="90637"/>
                  <a:pt x="137171" y="90168"/>
                  <a:pt x="138590" y="89230"/>
                </a:cubicBezTo>
                <a:cubicBezTo>
                  <a:pt x="140009" y="88291"/>
                  <a:pt x="141107" y="86906"/>
                  <a:pt x="141886" y="85075"/>
                </a:cubicBezTo>
                <a:lnTo>
                  <a:pt x="144563" y="85075"/>
                </a:lnTo>
                <a:cubicBezTo>
                  <a:pt x="142961" y="89574"/>
                  <a:pt x="140695" y="92977"/>
                  <a:pt x="137766" y="95283"/>
                </a:cubicBezTo>
                <a:cubicBezTo>
                  <a:pt x="134836" y="97587"/>
                  <a:pt x="131815" y="98740"/>
                  <a:pt x="128702" y="98740"/>
                </a:cubicBezTo>
                <a:cubicBezTo>
                  <a:pt x="126596" y="98740"/>
                  <a:pt x="124536" y="98155"/>
                  <a:pt x="122522" y="96987"/>
                </a:cubicBezTo>
                <a:cubicBezTo>
                  <a:pt x="120508" y="95818"/>
                  <a:pt x="119020" y="94146"/>
                  <a:pt x="118059" y="91970"/>
                </a:cubicBezTo>
                <a:cubicBezTo>
                  <a:pt x="117097" y="89793"/>
                  <a:pt x="116617" y="86435"/>
                  <a:pt x="116617" y="81898"/>
                </a:cubicBezTo>
                <a:lnTo>
                  <a:pt x="116617" y="39551"/>
                </a:lnTo>
                <a:lnTo>
                  <a:pt x="106660" y="39551"/>
                </a:lnTo>
                <a:lnTo>
                  <a:pt x="106660" y="37285"/>
                </a:lnTo>
                <a:cubicBezTo>
                  <a:pt x="109178" y="36275"/>
                  <a:pt x="111753" y="34565"/>
                  <a:pt x="114385" y="32154"/>
                </a:cubicBezTo>
                <a:cubicBezTo>
                  <a:pt x="117017" y="29744"/>
                  <a:pt x="119363" y="26886"/>
                  <a:pt x="121423" y="23580"/>
                </a:cubicBezTo>
                <a:cubicBezTo>
                  <a:pt x="122476" y="21836"/>
                  <a:pt x="123941" y="18645"/>
                  <a:pt x="125818" y="14008"/>
                </a:cubicBezTo>
                <a:lnTo>
                  <a:pt x="127947" y="14008"/>
                </a:lnTo>
                <a:close/>
                <a:moveTo>
                  <a:pt x="179538" y="32959"/>
                </a:moveTo>
                <a:cubicBezTo>
                  <a:pt x="189059" y="32959"/>
                  <a:pt x="196704" y="36572"/>
                  <a:pt x="202472" y="43797"/>
                </a:cubicBezTo>
                <a:cubicBezTo>
                  <a:pt x="207370" y="49970"/>
                  <a:pt x="209819" y="57058"/>
                  <a:pt x="209819" y="65062"/>
                </a:cubicBezTo>
                <a:cubicBezTo>
                  <a:pt x="209819" y="70687"/>
                  <a:pt x="208468" y="76380"/>
                  <a:pt x="205768" y="82142"/>
                </a:cubicBezTo>
                <a:cubicBezTo>
                  <a:pt x="203067" y="87903"/>
                  <a:pt x="199347" y="92247"/>
                  <a:pt x="194610" y="95173"/>
                </a:cubicBezTo>
                <a:cubicBezTo>
                  <a:pt x="189872" y="98100"/>
                  <a:pt x="184596" y="99564"/>
                  <a:pt x="178782" y="99564"/>
                </a:cubicBezTo>
                <a:cubicBezTo>
                  <a:pt x="169307" y="99564"/>
                  <a:pt x="161776" y="95791"/>
                  <a:pt x="156191" y="88245"/>
                </a:cubicBezTo>
                <a:cubicBezTo>
                  <a:pt x="151477" y="81889"/>
                  <a:pt x="149119" y="74756"/>
                  <a:pt x="149119" y="66845"/>
                </a:cubicBezTo>
                <a:cubicBezTo>
                  <a:pt x="149119" y="61083"/>
                  <a:pt x="150550" y="55355"/>
                  <a:pt x="153411" y="49662"/>
                </a:cubicBezTo>
                <a:cubicBezTo>
                  <a:pt x="156272" y="43968"/>
                  <a:pt x="160037" y="39761"/>
                  <a:pt x="164706" y="37040"/>
                </a:cubicBezTo>
                <a:cubicBezTo>
                  <a:pt x="169375" y="34319"/>
                  <a:pt x="174319" y="32959"/>
                  <a:pt x="179538" y="32959"/>
                </a:cubicBezTo>
                <a:moveTo>
                  <a:pt x="177409" y="37491"/>
                </a:moveTo>
                <a:cubicBezTo>
                  <a:pt x="174983" y="37491"/>
                  <a:pt x="172545" y="38211"/>
                  <a:pt x="170096" y="39652"/>
                </a:cubicBezTo>
                <a:cubicBezTo>
                  <a:pt x="167647" y="41092"/>
                  <a:pt x="165667" y="43618"/>
                  <a:pt x="164157" y="47231"/>
                </a:cubicBezTo>
                <a:cubicBezTo>
                  <a:pt x="162646" y="50843"/>
                  <a:pt x="161891" y="55483"/>
                  <a:pt x="161891" y="61152"/>
                </a:cubicBezTo>
                <a:cubicBezTo>
                  <a:pt x="161891" y="70296"/>
                  <a:pt x="163710" y="78183"/>
                  <a:pt x="167350" y="84814"/>
                </a:cubicBezTo>
                <a:cubicBezTo>
                  <a:pt x="170989" y="91443"/>
                  <a:pt x="175784" y="94757"/>
                  <a:pt x="181735" y="94757"/>
                </a:cubicBezTo>
                <a:cubicBezTo>
                  <a:pt x="186175" y="94757"/>
                  <a:pt x="189837" y="92928"/>
                  <a:pt x="192721" y="89270"/>
                </a:cubicBezTo>
                <a:cubicBezTo>
                  <a:pt x="195605" y="85613"/>
                  <a:pt x="197047" y="79326"/>
                  <a:pt x="197047" y="70411"/>
                </a:cubicBezTo>
                <a:cubicBezTo>
                  <a:pt x="197047" y="59255"/>
                  <a:pt x="194644" y="50476"/>
                  <a:pt x="189837" y="44074"/>
                </a:cubicBezTo>
                <a:cubicBezTo>
                  <a:pt x="186587" y="39685"/>
                  <a:pt x="182444" y="37491"/>
                  <a:pt x="177409" y="37491"/>
                </a:cubicBezTo>
                <a:close/>
                <a:moveTo>
                  <a:pt x="272510" y="14008"/>
                </a:moveTo>
                <a:lnTo>
                  <a:pt x="272510" y="34744"/>
                </a:lnTo>
                <a:lnTo>
                  <a:pt x="287204" y="34744"/>
                </a:lnTo>
                <a:lnTo>
                  <a:pt x="287204" y="39551"/>
                </a:lnTo>
                <a:lnTo>
                  <a:pt x="272510" y="39551"/>
                </a:lnTo>
                <a:lnTo>
                  <a:pt x="272510" y="80282"/>
                </a:lnTo>
                <a:cubicBezTo>
                  <a:pt x="272510" y="84352"/>
                  <a:pt x="273094" y="87095"/>
                  <a:pt x="274261" y="88513"/>
                </a:cubicBezTo>
                <a:cubicBezTo>
                  <a:pt x="275428" y="89929"/>
                  <a:pt x="276927" y="90637"/>
                  <a:pt x="278759" y="90637"/>
                </a:cubicBezTo>
                <a:cubicBezTo>
                  <a:pt x="280269" y="90637"/>
                  <a:pt x="281734" y="90168"/>
                  <a:pt x="283153" y="89230"/>
                </a:cubicBezTo>
                <a:cubicBezTo>
                  <a:pt x="284572" y="88291"/>
                  <a:pt x="285671" y="86906"/>
                  <a:pt x="286449" y="85075"/>
                </a:cubicBezTo>
                <a:lnTo>
                  <a:pt x="289127" y="85075"/>
                </a:lnTo>
                <a:cubicBezTo>
                  <a:pt x="287525" y="89574"/>
                  <a:pt x="285259" y="92977"/>
                  <a:pt x="282329" y="95283"/>
                </a:cubicBezTo>
                <a:cubicBezTo>
                  <a:pt x="279399" y="97587"/>
                  <a:pt x="276378" y="98740"/>
                  <a:pt x="273265" y="98740"/>
                </a:cubicBezTo>
                <a:cubicBezTo>
                  <a:pt x="271160" y="98740"/>
                  <a:pt x="269100" y="98155"/>
                  <a:pt x="267085" y="96987"/>
                </a:cubicBezTo>
                <a:cubicBezTo>
                  <a:pt x="265071" y="95818"/>
                  <a:pt x="263584" y="94146"/>
                  <a:pt x="262622" y="91970"/>
                </a:cubicBezTo>
                <a:cubicBezTo>
                  <a:pt x="261661" y="89793"/>
                  <a:pt x="261180" y="86435"/>
                  <a:pt x="261180" y="81898"/>
                </a:cubicBezTo>
                <a:lnTo>
                  <a:pt x="261180" y="39551"/>
                </a:lnTo>
                <a:lnTo>
                  <a:pt x="251224" y="39551"/>
                </a:lnTo>
                <a:lnTo>
                  <a:pt x="251224" y="37285"/>
                </a:lnTo>
                <a:cubicBezTo>
                  <a:pt x="253742" y="36275"/>
                  <a:pt x="256317" y="34565"/>
                  <a:pt x="258949" y="32154"/>
                </a:cubicBezTo>
                <a:cubicBezTo>
                  <a:pt x="261581" y="29744"/>
                  <a:pt x="263927" y="26886"/>
                  <a:pt x="265987" y="23580"/>
                </a:cubicBezTo>
                <a:cubicBezTo>
                  <a:pt x="267040" y="21836"/>
                  <a:pt x="268505" y="18645"/>
                  <a:pt x="270381" y="14008"/>
                </a:cubicBezTo>
                <a:lnTo>
                  <a:pt x="272510" y="14008"/>
                </a:lnTo>
                <a:close/>
                <a:moveTo>
                  <a:pt x="311741" y="32959"/>
                </a:moveTo>
                <a:lnTo>
                  <a:pt x="311741" y="47104"/>
                </a:lnTo>
                <a:cubicBezTo>
                  <a:pt x="317006" y="37674"/>
                  <a:pt x="322407" y="32959"/>
                  <a:pt x="327946" y="32959"/>
                </a:cubicBezTo>
                <a:cubicBezTo>
                  <a:pt x="330464" y="32959"/>
                  <a:pt x="332547" y="33726"/>
                  <a:pt x="334195" y="35259"/>
                </a:cubicBezTo>
                <a:cubicBezTo>
                  <a:pt x="335843" y="36793"/>
                  <a:pt x="336667" y="38567"/>
                  <a:pt x="336667" y="40581"/>
                </a:cubicBezTo>
                <a:cubicBezTo>
                  <a:pt x="336667" y="42366"/>
                  <a:pt x="336072" y="43877"/>
                  <a:pt x="334882" y="45113"/>
                </a:cubicBezTo>
                <a:cubicBezTo>
                  <a:pt x="333691" y="46349"/>
                  <a:pt x="332272" y="46967"/>
                  <a:pt x="330624" y="46967"/>
                </a:cubicBezTo>
                <a:cubicBezTo>
                  <a:pt x="329022" y="46967"/>
                  <a:pt x="327225" y="46177"/>
                  <a:pt x="325234" y="44598"/>
                </a:cubicBezTo>
                <a:cubicBezTo>
                  <a:pt x="323243" y="43018"/>
                  <a:pt x="321766" y="42229"/>
                  <a:pt x="320805" y="42229"/>
                </a:cubicBezTo>
                <a:cubicBezTo>
                  <a:pt x="319981" y="42229"/>
                  <a:pt x="319089" y="42685"/>
                  <a:pt x="318127" y="43598"/>
                </a:cubicBezTo>
                <a:cubicBezTo>
                  <a:pt x="316067" y="45470"/>
                  <a:pt x="313939" y="48552"/>
                  <a:pt x="311741" y="52844"/>
                </a:cubicBezTo>
                <a:lnTo>
                  <a:pt x="311741" y="82910"/>
                </a:lnTo>
                <a:cubicBezTo>
                  <a:pt x="311741" y="86379"/>
                  <a:pt x="312176" y="89004"/>
                  <a:pt x="313046" y="90785"/>
                </a:cubicBezTo>
                <a:cubicBezTo>
                  <a:pt x="313641" y="92018"/>
                  <a:pt x="314694" y="93046"/>
                  <a:pt x="316205" y="93869"/>
                </a:cubicBezTo>
                <a:cubicBezTo>
                  <a:pt x="317715" y="94690"/>
                  <a:pt x="319890" y="95100"/>
                  <a:pt x="322728" y="95100"/>
                </a:cubicBezTo>
                <a:lnTo>
                  <a:pt x="322728" y="97641"/>
                </a:lnTo>
                <a:lnTo>
                  <a:pt x="290524" y="97641"/>
                </a:lnTo>
                <a:lnTo>
                  <a:pt x="290524" y="95100"/>
                </a:lnTo>
                <a:cubicBezTo>
                  <a:pt x="293728" y="95100"/>
                  <a:pt x="296109" y="94598"/>
                  <a:pt x="297665" y="93594"/>
                </a:cubicBezTo>
                <a:cubicBezTo>
                  <a:pt x="298809" y="92863"/>
                  <a:pt x="299611" y="91698"/>
                  <a:pt x="300068" y="90099"/>
                </a:cubicBezTo>
                <a:cubicBezTo>
                  <a:pt x="300297" y="89322"/>
                  <a:pt x="300412" y="87107"/>
                  <a:pt x="300412" y="83453"/>
                </a:cubicBezTo>
                <a:lnTo>
                  <a:pt x="300412" y="59131"/>
                </a:lnTo>
                <a:cubicBezTo>
                  <a:pt x="300412" y="51822"/>
                  <a:pt x="300263" y="47472"/>
                  <a:pt x="299965" y="46080"/>
                </a:cubicBezTo>
                <a:cubicBezTo>
                  <a:pt x="299668" y="44687"/>
                  <a:pt x="299118" y="43671"/>
                  <a:pt x="298317" y="43031"/>
                </a:cubicBezTo>
                <a:cubicBezTo>
                  <a:pt x="297516" y="42392"/>
                  <a:pt x="296521" y="42072"/>
                  <a:pt x="295330" y="42072"/>
                </a:cubicBezTo>
                <a:cubicBezTo>
                  <a:pt x="293911" y="42072"/>
                  <a:pt x="292309" y="42415"/>
                  <a:pt x="290524" y="43100"/>
                </a:cubicBezTo>
                <a:lnTo>
                  <a:pt x="289837" y="40632"/>
                </a:lnTo>
                <a:lnTo>
                  <a:pt x="308857" y="32959"/>
                </a:lnTo>
                <a:lnTo>
                  <a:pt x="311741" y="32959"/>
                </a:lnTo>
                <a:close/>
                <a:moveTo>
                  <a:pt x="356167" y="0"/>
                </a:moveTo>
                <a:cubicBezTo>
                  <a:pt x="358089" y="0"/>
                  <a:pt x="359726" y="679"/>
                  <a:pt x="361076" y="2036"/>
                </a:cubicBezTo>
                <a:cubicBezTo>
                  <a:pt x="362427" y="3392"/>
                  <a:pt x="363102" y="5037"/>
                  <a:pt x="363102" y="6969"/>
                </a:cubicBezTo>
                <a:cubicBezTo>
                  <a:pt x="363102" y="8902"/>
                  <a:pt x="362427" y="10559"/>
                  <a:pt x="361076" y="11939"/>
                </a:cubicBezTo>
                <a:cubicBezTo>
                  <a:pt x="359726" y="13318"/>
                  <a:pt x="358089" y="14008"/>
                  <a:pt x="356167" y="14008"/>
                </a:cubicBezTo>
                <a:cubicBezTo>
                  <a:pt x="354244" y="14008"/>
                  <a:pt x="352596" y="13318"/>
                  <a:pt x="351223" y="11939"/>
                </a:cubicBezTo>
                <a:cubicBezTo>
                  <a:pt x="349849" y="10559"/>
                  <a:pt x="349163" y="8902"/>
                  <a:pt x="349163" y="6969"/>
                </a:cubicBezTo>
                <a:cubicBezTo>
                  <a:pt x="349163" y="5037"/>
                  <a:pt x="349838" y="3392"/>
                  <a:pt x="351188" y="2036"/>
                </a:cubicBezTo>
                <a:cubicBezTo>
                  <a:pt x="352539" y="679"/>
                  <a:pt x="354198" y="0"/>
                  <a:pt x="356167" y="0"/>
                </a:cubicBezTo>
                <a:moveTo>
                  <a:pt x="361866" y="32959"/>
                </a:moveTo>
                <a:lnTo>
                  <a:pt x="361866" y="83385"/>
                </a:lnTo>
                <a:cubicBezTo>
                  <a:pt x="361866" y="87313"/>
                  <a:pt x="362152" y="89928"/>
                  <a:pt x="362724" y="91229"/>
                </a:cubicBezTo>
                <a:cubicBezTo>
                  <a:pt x="363296" y="92531"/>
                  <a:pt x="364143" y="93502"/>
                  <a:pt x="365265" y="94141"/>
                </a:cubicBezTo>
                <a:cubicBezTo>
                  <a:pt x="366386" y="94781"/>
                  <a:pt x="368435" y="95100"/>
                  <a:pt x="371410" y="95100"/>
                </a:cubicBezTo>
                <a:lnTo>
                  <a:pt x="371410" y="97641"/>
                </a:lnTo>
                <a:lnTo>
                  <a:pt x="340854" y="97641"/>
                </a:lnTo>
                <a:lnTo>
                  <a:pt x="340854" y="95100"/>
                </a:lnTo>
                <a:cubicBezTo>
                  <a:pt x="343921" y="95100"/>
                  <a:pt x="345981" y="94804"/>
                  <a:pt x="347034" y="94210"/>
                </a:cubicBezTo>
                <a:cubicBezTo>
                  <a:pt x="348087" y="93616"/>
                  <a:pt x="348922" y="92634"/>
                  <a:pt x="349540" y="91264"/>
                </a:cubicBezTo>
                <a:cubicBezTo>
                  <a:pt x="350158" y="89893"/>
                  <a:pt x="350467" y="87267"/>
                  <a:pt x="350467" y="83385"/>
                </a:cubicBezTo>
                <a:lnTo>
                  <a:pt x="350467" y="59200"/>
                </a:lnTo>
                <a:cubicBezTo>
                  <a:pt x="350467" y="52393"/>
                  <a:pt x="350261" y="47986"/>
                  <a:pt x="349849" y="45977"/>
                </a:cubicBezTo>
                <a:cubicBezTo>
                  <a:pt x="349529" y="44515"/>
                  <a:pt x="349025" y="43499"/>
                  <a:pt x="348339" y="42928"/>
                </a:cubicBezTo>
                <a:cubicBezTo>
                  <a:pt x="347652" y="42357"/>
                  <a:pt x="346714" y="42072"/>
                  <a:pt x="345523" y="42072"/>
                </a:cubicBezTo>
                <a:cubicBezTo>
                  <a:pt x="344242" y="42072"/>
                  <a:pt x="342685" y="42415"/>
                  <a:pt x="340854" y="43100"/>
                </a:cubicBezTo>
                <a:lnTo>
                  <a:pt x="339893" y="40632"/>
                </a:lnTo>
                <a:lnTo>
                  <a:pt x="358844" y="32959"/>
                </a:lnTo>
                <a:lnTo>
                  <a:pt x="361866" y="32959"/>
                </a:lnTo>
                <a:close/>
                <a:moveTo>
                  <a:pt x="414899" y="88577"/>
                </a:moveTo>
                <a:cubicBezTo>
                  <a:pt x="408444" y="93567"/>
                  <a:pt x="404393" y="96451"/>
                  <a:pt x="402745" y="97229"/>
                </a:cubicBezTo>
                <a:cubicBezTo>
                  <a:pt x="400273" y="98419"/>
                  <a:pt x="397641" y="99014"/>
                  <a:pt x="394849" y="99014"/>
                </a:cubicBezTo>
                <a:cubicBezTo>
                  <a:pt x="390500" y="99014"/>
                  <a:pt x="386918" y="97527"/>
                  <a:pt x="384102" y="94551"/>
                </a:cubicBezTo>
                <a:cubicBezTo>
                  <a:pt x="381287" y="91576"/>
                  <a:pt x="379880" y="87662"/>
                  <a:pt x="379880" y="82809"/>
                </a:cubicBezTo>
                <a:cubicBezTo>
                  <a:pt x="379880" y="79742"/>
                  <a:pt x="380566" y="77087"/>
                  <a:pt x="381940" y="74844"/>
                </a:cubicBezTo>
                <a:cubicBezTo>
                  <a:pt x="383816" y="71732"/>
                  <a:pt x="387078" y="68802"/>
                  <a:pt x="391724" y="66055"/>
                </a:cubicBezTo>
                <a:cubicBezTo>
                  <a:pt x="396371" y="63309"/>
                  <a:pt x="404095" y="59967"/>
                  <a:pt x="414899" y="56030"/>
                </a:cubicBezTo>
                <a:lnTo>
                  <a:pt x="414899" y="53558"/>
                </a:lnTo>
                <a:cubicBezTo>
                  <a:pt x="414899" y="47287"/>
                  <a:pt x="413903" y="42984"/>
                  <a:pt x="411912" y="40649"/>
                </a:cubicBezTo>
                <a:cubicBezTo>
                  <a:pt x="409921" y="38315"/>
                  <a:pt x="407025" y="37148"/>
                  <a:pt x="403226" y="37148"/>
                </a:cubicBezTo>
                <a:cubicBezTo>
                  <a:pt x="400342" y="37148"/>
                  <a:pt x="398053" y="37923"/>
                  <a:pt x="396359" y="39474"/>
                </a:cubicBezTo>
                <a:cubicBezTo>
                  <a:pt x="394620" y="41024"/>
                  <a:pt x="393750" y="42803"/>
                  <a:pt x="393750" y="44810"/>
                </a:cubicBezTo>
                <a:lnTo>
                  <a:pt x="393887" y="48778"/>
                </a:lnTo>
                <a:cubicBezTo>
                  <a:pt x="393887" y="50875"/>
                  <a:pt x="393349" y="52493"/>
                  <a:pt x="392274" y="53633"/>
                </a:cubicBezTo>
                <a:cubicBezTo>
                  <a:pt x="391198" y="54774"/>
                  <a:pt x="389790" y="55344"/>
                  <a:pt x="388051" y="55344"/>
                </a:cubicBezTo>
                <a:cubicBezTo>
                  <a:pt x="386357" y="55344"/>
                  <a:pt x="384972" y="54751"/>
                  <a:pt x="383896" y="53565"/>
                </a:cubicBezTo>
                <a:cubicBezTo>
                  <a:pt x="382821" y="52377"/>
                  <a:pt x="382283" y="50757"/>
                  <a:pt x="382283" y="48703"/>
                </a:cubicBezTo>
                <a:cubicBezTo>
                  <a:pt x="382283" y="44779"/>
                  <a:pt x="384297" y="41174"/>
                  <a:pt x="388325" y="37888"/>
                </a:cubicBezTo>
                <a:cubicBezTo>
                  <a:pt x="392354" y="34602"/>
                  <a:pt x="398007" y="32959"/>
                  <a:pt x="405286" y="32959"/>
                </a:cubicBezTo>
                <a:cubicBezTo>
                  <a:pt x="410870" y="32959"/>
                  <a:pt x="415448" y="33896"/>
                  <a:pt x="419019" y="35770"/>
                </a:cubicBezTo>
                <a:cubicBezTo>
                  <a:pt x="421719" y="37188"/>
                  <a:pt x="423711" y="39406"/>
                  <a:pt x="424992" y="42424"/>
                </a:cubicBezTo>
                <a:cubicBezTo>
                  <a:pt x="425816" y="44390"/>
                  <a:pt x="426228" y="48413"/>
                  <a:pt x="426228" y="54494"/>
                </a:cubicBezTo>
                <a:lnTo>
                  <a:pt x="426228" y="75823"/>
                </a:lnTo>
                <a:cubicBezTo>
                  <a:pt x="426228" y="81812"/>
                  <a:pt x="426343" y="85482"/>
                  <a:pt x="426572" y="86831"/>
                </a:cubicBezTo>
                <a:cubicBezTo>
                  <a:pt x="426801" y="88180"/>
                  <a:pt x="427178" y="89083"/>
                  <a:pt x="427705" y="89541"/>
                </a:cubicBezTo>
                <a:cubicBezTo>
                  <a:pt x="428231" y="89997"/>
                  <a:pt x="428838" y="90225"/>
                  <a:pt x="429524" y="90225"/>
                </a:cubicBezTo>
                <a:cubicBezTo>
                  <a:pt x="430257" y="90225"/>
                  <a:pt x="430898" y="90065"/>
                  <a:pt x="431447" y="89745"/>
                </a:cubicBezTo>
                <a:cubicBezTo>
                  <a:pt x="432408" y="89150"/>
                  <a:pt x="434262" y="87479"/>
                  <a:pt x="437009" y="84732"/>
                </a:cubicBezTo>
                <a:lnTo>
                  <a:pt x="437009" y="88577"/>
                </a:lnTo>
                <a:cubicBezTo>
                  <a:pt x="431882" y="95444"/>
                  <a:pt x="426984" y="98877"/>
                  <a:pt x="422315" y="98877"/>
                </a:cubicBezTo>
                <a:cubicBezTo>
                  <a:pt x="420072" y="98877"/>
                  <a:pt x="418286" y="98099"/>
                  <a:pt x="416959" y="96542"/>
                </a:cubicBezTo>
                <a:cubicBezTo>
                  <a:pt x="415631" y="94986"/>
                  <a:pt x="414945" y="92331"/>
                  <a:pt x="414899" y="88577"/>
                </a:cubicBezTo>
                <a:moveTo>
                  <a:pt x="414899" y="84075"/>
                </a:moveTo>
                <a:lnTo>
                  <a:pt x="414899" y="60219"/>
                </a:lnTo>
                <a:cubicBezTo>
                  <a:pt x="407986" y="62953"/>
                  <a:pt x="403523" y="64889"/>
                  <a:pt x="401509" y="66030"/>
                </a:cubicBezTo>
                <a:cubicBezTo>
                  <a:pt x="397893" y="68035"/>
                  <a:pt x="395306" y="70132"/>
                  <a:pt x="393750" y="72319"/>
                </a:cubicBezTo>
                <a:cubicBezTo>
                  <a:pt x="392194" y="74506"/>
                  <a:pt x="391415" y="76899"/>
                  <a:pt x="391415" y="79496"/>
                </a:cubicBezTo>
                <a:cubicBezTo>
                  <a:pt x="391415" y="82778"/>
                  <a:pt x="392400" y="85501"/>
                  <a:pt x="394368" y="87665"/>
                </a:cubicBezTo>
                <a:cubicBezTo>
                  <a:pt x="396336" y="89830"/>
                  <a:pt x="398602" y="90912"/>
                  <a:pt x="401166" y="90912"/>
                </a:cubicBezTo>
                <a:cubicBezTo>
                  <a:pt x="404645" y="90912"/>
                  <a:pt x="409222" y="88633"/>
                  <a:pt x="414899" y="84075"/>
                </a:cubicBezTo>
                <a:close/>
                <a:moveTo>
                  <a:pt x="460033" y="46280"/>
                </a:moveTo>
                <a:cubicBezTo>
                  <a:pt x="467403" y="37399"/>
                  <a:pt x="474430" y="32959"/>
                  <a:pt x="481113" y="32959"/>
                </a:cubicBezTo>
                <a:cubicBezTo>
                  <a:pt x="484547" y="32959"/>
                  <a:pt x="487499" y="33816"/>
                  <a:pt x="489971" y="35530"/>
                </a:cubicBezTo>
                <a:cubicBezTo>
                  <a:pt x="492443" y="37242"/>
                  <a:pt x="494411" y="40062"/>
                  <a:pt x="495876" y="43990"/>
                </a:cubicBezTo>
                <a:cubicBezTo>
                  <a:pt x="496883" y="46730"/>
                  <a:pt x="497387" y="50932"/>
                  <a:pt x="497387" y="56597"/>
                </a:cubicBezTo>
                <a:lnTo>
                  <a:pt x="497387" y="83385"/>
                </a:lnTo>
                <a:cubicBezTo>
                  <a:pt x="497387" y="87359"/>
                  <a:pt x="497707" y="90054"/>
                  <a:pt x="498348" y="91470"/>
                </a:cubicBezTo>
                <a:cubicBezTo>
                  <a:pt x="498852" y="92611"/>
                  <a:pt x="499664" y="93502"/>
                  <a:pt x="500786" y="94141"/>
                </a:cubicBezTo>
                <a:cubicBezTo>
                  <a:pt x="501907" y="94781"/>
                  <a:pt x="503979" y="95100"/>
                  <a:pt x="507000" y="95100"/>
                </a:cubicBezTo>
                <a:lnTo>
                  <a:pt x="507000" y="97641"/>
                </a:lnTo>
                <a:lnTo>
                  <a:pt x="475895" y="97641"/>
                </a:lnTo>
                <a:lnTo>
                  <a:pt x="475895" y="95100"/>
                </a:lnTo>
                <a:lnTo>
                  <a:pt x="477199" y="95100"/>
                </a:lnTo>
                <a:cubicBezTo>
                  <a:pt x="480129" y="95100"/>
                  <a:pt x="482178" y="94656"/>
                  <a:pt x="483345" y="93768"/>
                </a:cubicBezTo>
                <a:cubicBezTo>
                  <a:pt x="484512" y="92880"/>
                  <a:pt x="485325" y="91571"/>
                  <a:pt x="485782" y="89841"/>
                </a:cubicBezTo>
                <a:cubicBezTo>
                  <a:pt x="485966" y="89157"/>
                  <a:pt x="486057" y="87017"/>
                  <a:pt x="486057" y="83419"/>
                </a:cubicBezTo>
                <a:lnTo>
                  <a:pt x="486057" y="57801"/>
                </a:lnTo>
                <a:cubicBezTo>
                  <a:pt x="486057" y="52109"/>
                  <a:pt x="485313" y="47976"/>
                  <a:pt x="483826" y="45402"/>
                </a:cubicBezTo>
                <a:cubicBezTo>
                  <a:pt x="482338" y="42829"/>
                  <a:pt x="479832" y="41542"/>
                  <a:pt x="476307" y="41542"/>
                </a:cubicBezTo>
                <a:cubicBezTo>
                  <a:pt x="470859" y="41542"/>
                  <a:pt x="465435" y="44503"/>
                  <a:pt x="460033" y="50423"/>
                </a:cubicBezTo>
                <a:lnTo>
                  <a:pt x="460033" y="83419"/>
                </a:lnTo>
                <a:cubicBezTo>
                  <a:pt x="460033" y="87655"/>
                  <a:pt x="460285" y="90273"/>
                  <a:pt x="460788" y="91275"/>
                </a:cubicBezTo>
                <a:cubicBezTo>
                  <a:pt x="461429" y="92595"/>
                  <a:pt x="462310" y="93563"/>
                  <a:pt x="463432" y="94178"/>
                </a:cubicBezTo>
                <a:cubicBezTo>
                  <a:pt x="464554" y="94793"/>
                  <a:pt x="466831" y="95100"/>
                  <a:pt x="470264" y="95100"/>
                </a:cubicBezTo>
                <a:lnTo>
                  <a:pt x="470264" y="97641"/>
                </a:lnTo>
                <a:lnTo>
                  <a:pt x="439159" y="97641"/>
                </a:lnTo>
                <a:lnTo>
                  <a:pt x="439159" y="95100"/>
                </a:lnTo>
                <a:lnTo>
                  <a:pt x="440532" y="95100"/>
                </a:lnTo>
                <a:cubicBezTo>
                  <a:pt x="443737" y="95100"/>
                  <a:pt x="445900" y="94290"/>
                  <a:pt x="447021" y="92669"/>
                </a:cubicBezTo>
                <a:cubicBezTo>
                  <a:pt x="448143" y="91047"/>
                  <a:pt x="448703" y="87952"/>
                  <a:pt x="448703" y="83385"/>
                </a:cubicBezTo>
                <a:lnTo>
                  <a:pt x="448703" y="60090"/>
                </a:lnTo>
                <a:cubicBezTo>
                  <a:pt x="448703" y="52554"/>
                  <a:pt x="448532" y="47964"/>
                  <a:pt x="448188" y="46321"/>
                </a:cubicBezTo>
                <a:cubicBezTo>
                  <a:pt x="447845" y="44676"/>
                  <a:pt x="447319" y="43556"/>
                  <a:pt x="446609" y="42963"/>
                </a:cubicBezTo>
                <a:cubicBezTo>
                  <a:pt x="445900" y="42369"/>
                  <a:pt x="444950" y="42072"/>
                  <a:pt x="443759" y="42072"/>
                </a:cubicBezTo>
                <a:cubicBezTo>
                  <a:pt x="442478" y="42072"/>
                  <a:pt x="440944" y="42415"/>
                  <a:pt x="439159" y="43100"/>
                </a:cubicBezTo>
                <a:lnTo>
                  <a:pt x="438129" y="40632"/>
                </a:lnTo>
                <a:lnTo>
                  <a:pt x="457081" y="32959"/>
                </a:lnTo>
                <a:lnTo>
                  <a:pt x="460033" y="32959"/>
                </a:lnTo>
                <a:lnTo>
                  <a:pt x="460033" y="46280"/>
                </a:lnTo>
                <a:close/>
                <a:moveTo>
                  <a:pt x="528835" y="74722"/>
                </a:moveTo>
                <a:cubicBezTo>
                  <a:pt x="524990" y="72848"/>
                  <a:pt x="522038" y="70231"/>
                  <a:pt x="519978" y="66871"/>
                </a:cubicBezTo>
                <a:cubicBezTo>
                  <a:pt x="517918" y="63510"/>
                  <a:pt x="516888" y="59795"/>
                  <a:pt x="516888" y="55726"/>
                </a:cubicBezTo>
                <a:cubicBezTo>
                  <a:pt x="516888" y="49509"/>
                  <a:pt x="519234" y="44160"/>
                  <a:pt x="523926" y="39680"/>
                </a:cubicBezTo>
                <a:cubicBezTo>
                  <a:pt x="528618" y="35199"/>
                  <a:pt x="534626" y="32959"/>
                  <a:pt x="541950" y="32959"/>
                </a:cubicBezTo>
                <a:cubicBezTo>
                  <a:pt x="547947" y="32959"/>
                  <a:pt x="553143" y="34424"/>
                  <a:pt x="557537" y="37354"/>
                </a:cubicBezTo>
                <a:lnTo>
                  <a:pt x="570858" y="37354"/>
                </a:lnTo>
                <a:cubicBezTo>
                  <a:pt x="572827" y="37354"/>
                  <a:pt x="573971" y="37410"/>
                  <a:pt x="574292" y="37523"/>
                </a:cubicBezTo>
                <a:cubicBezTo>
                  <a:pt x="574612" y="37636"/>
                  <a:pt x="574841" y="37828"/>
                  <a:pt x="574978" y="38100"/>
                </a:cubicBezTo>
                <a:cubicBezTo>
                  <a:pt x="575253" y="38508"/>
                  <a:pt x="575390" y="39233"/>
                  <a:pt x="575390" y="40274"/>
                </a:cubicBezTo>
                <a:cubicBezTo>
                  <a:pt x="575390" y="41450"/>
                  <a:pt x="575276" y="42264"/>
                  <a:pt x="575047" y="42718"/>
                </a:cubicBezTo>
                <a:cubicBezTo>
                  <a:pt x="574910" y="42944"/>
                  <a:pt x="574669" y="43125"/>
                  <a:pt x="574326" y="43261"/>
                </a:cubicBezTo>
                <a:cubicBezTo>
                  <a:pt x="573983" y="43397"/>
                  <a:pt x="572827" y="43465"/>
                  <a:pt x="570858" y="43465"/>
                </a:cubicBezTo>
                <a:lnTo>
                  <a:pt x="562687" y="43465"/>
                </a:lnTo>
                <a:cubicBezTo>
                  <a:pt x="565251" y="46768"/>
                  <a:pt x="566532" y="50988"/>
                  <a:pt x="566532" y="56125"/>
                </a:cubicBezTo>
                <a:cubicBezTo>
                  <a:pt x="566532" y="61996"/>
                  <a:pt x="564289" y="67018"/>
                  <a:pt x="559803" y="71192"/>
                </a:cubicBezTo>
                <a:cubicBezTo>
                  <a:pt x="555317" y="75367"/>
                  <a:pt x="549298" y="77454"/>
                  <a:pt x="541744" y="77454"/>
                </a:cubicBezTo>
                <a:cubicBezTo>
                  <a:pt x="538632" y="77454"/>
                  <a:pt x="535450" y="76987"/>
                  <a:pt x="532200" y="76052"/>
                </a:cubicBezTo>
                <a:cubicBezTo>
                  <a:pt x="530186" y="77791"/>
                  <a:pt x="528824" y="79312"/>
                  <a:pt x="528114" y="80617"/>
                </a:cubicBezTo>
                <a:cubicBezTo>
                  <a:pt x="527405" y="81920"/>
                  <a:pt x="527050" y="83028"/>
                  <a:pt x="527050" y="83942"/>
                </a:cubicBezTo>
                <a:cubicBezTo>
                  <a:pt x="527050" y="84721"/>
                  <a:pt x="527428" y="85476"/>
                  <a:pt x="528183" y="86208"/>
                </a:cubicBezTo>
                <a:cubicBezTo>
                  <a:pt x="528938" y="86939"/>
                  <a:pt x="530415" y="87465"/>
                  <a:pt x="532612" y="87786"/>
                </a:cubicBezTo>
                <a:cubicBezTo>
                  <a:pt x="533894" y="87969"/>
                  <a:pt x="537098" y="88129"/>
                  <a:pt x="542225" y="88266"/>
                </a:cubicBezTo>
                <a:cubicBezTo>
                  <a:pt x="551655" y="88494"/>
                  <a:pt x="557766" y="88813"/>
                  <a:pt x="560559" y="89225"/>
                </a:cubicBezTo>
                <a:cubicBezTo>
                  <a:pt x="564816" y="89820"/>
                  <a:pt x="568215" y="91399"/>
                  <a:pt x="570755" y="93961"/>
                </a:cubicBezTo>
                <a:cubicBezTo>
                  <a:pt x="573296" y="96522"/>
                  <a:pt x="574566" y="99677"/>
                  <a:pt x="574566" y="103428"/>
                </a:cubicBezTo>
                <a:cubicBezTo>
                  <a:pt x="574566" y="108597"/>
                  <a:pt x="572140" y="113445"/>
                  <a:pt x="567288" y="117974"/>
                </a:cubicBezTo>
                <a:cubicBezTo>
                  <a:pt x="560147" y="124652"/>
                  <a:pt x="550831" y="127991"/>
                  <a:pt x="539341" y="127991"/>
                </a:cubicBezTo>
                <a:cubicBezTo>
                  <a:pt x="530506" y="127991"/>
                  <a:pt x="523045" y="126002"/>
                  <a:pt x="516956" y="122026"/>
                </a:cubicBezTo>
                <a:cubicBezTo>
                  <a:pt x="513523" y="119740"/>
                  <a:pt x="511806" y="117362"/>
                  <a:pt x="511806" y="114893"/>
                </a:cubicBezTo>
                <a:cubicBezTo>
                  <a:pt x="511806" y="113797"/>
                  <a:pt x="512058" y="112701"/>
                  <a:pt x="512562" y="111604"/>
                </a:cubicBezTo>
                <a:cubicBezTo>
                  <a:pt x="513340" y="109911"/>
                  <a:pt x="514942" y="107557"/>
                  <a:pt x="517368" y="104540"/>
                </a:cubicBezTo>
                <a:cubicBezTo>
                  <a:pt x="517689" y="104129"/>
                  <a:pt x="520023" y="101661"/>
                  <a:pt x="524372" y="97135"/>
                </a:cubicBezTo>
                <a:cubicBezTo>
                  <a:pt x="521992" y="95714"/>
                  <a:pt x="520309" y="94442"/>
                  <a:pt x="519325" y="93319"/>
                </a:cubicBezTo>
                <a:cubicBezTo>
                  <a:pt x="518341" y="92197"/>
                  <a:pt x="517849" y="90925"/>
                  <a:pt x="517849" y="89504"/>
                </a:cubicBezTo>
                <a:cubicBezTo>
                  <a:pt x="517849" y="87899"/>
                  <a:pt x="518501" y="86020"/>
                  <a:pt x="519806" y="83865"/>
                </a:cubicBezTo>
                <a:cubicBezTo>
                  <a:pt x="521111" y="81711"/>
                  <a:pt x="524120" y="78663"/>
                  <a:pt x="528835" y="74722"/>
                </a:cubicBezTo>
                <a:moveTo>
                  <a:pt x="540783" y="36392"/>
                </a:moveTo>
                <a:cubicBezTo>
                  <a:pt x="537396" y="36392"/>
                  <a:pt x="534557" y="37735"/>
                  <a:pt x="532269" y="40422"/>
                </a:cubicBezTo>
                <a:cubicBezTo>
                  <a:pt x="529980" y="43107"/>
                  <a:pt x="528835" y="47227"/>
                  <a:pt x="528835" y="52782"/>
                </a:cubicBezTo>
                <a:cubicBezTo>
                  <a:pt x="528835" y="59976"/>
                  <a:pt x="530392" y="65553"/>
                  <a:pt x="533505" y="69512"/>
                </a:cubicBezTo>
                <a:cubicBezTo>
                  <a:pt x="535885" y="72518"/>
                  <a:pt x="538906" y="74020"/>
                  <a:pt x="542568" y="74020"/>
                </a:cubicBezTo>
                <a:cubicBezTo>
                  <a:pt x="546047" y="74020"/>
                  <a:pt x="548908" y="72723"/>
                  <a:pt x="551152" y="70128"/>
                </a:cubicBezTo>
                <a:cubicBezTo>
                  <a:pt x="553395" y="67533"/>
                  <a:pt x="554516" y="63458"/>
                  <a:pt x="554516" y="57904"/>
                </a:cubicBezTo>
                <a:cubicBezTo>
                  <a:pt x="554516" y="50665"/>
                  <a:pt x="552937" y="44997"/>
                  <a:pt x="549778" y="40898"/>
                </a:cubicBezTo>
                <a:cubicBezTo>
                  <a:pt x="547444" y="37894"/>
                  <a:pt x="544445" y="36392"/>
                  <a:pt x="540783" y="36392"/>
                </a:cubicBezTo>
                <a:moveTo>
                  <a:pt x="528149" y="97682"/>
                </a:moveTo>
                <a:cubicBezTo>
                  <a:pt x="525997" y="100012"/>
                  <a:pt x="524372" y="102182"/>
                  <a:pt x="523274" y="104192"/>
                </a:cubicBezTo>
                <a:cubicBezTo>
                  <a:pt x="522175" y="106203"/>
                  <a:pt x="521626" y="108054"/>
                  <a:pt x="521626" y="109745"/>
                </a:cubicBezTo>
                <a:cubicBezTo>
                  <a:pt x="521626" y="111938"/>
                  <a:pt x="522953" y="113857"/>
                  <a:pt x="525608" y="115502"/>
                </a:cubicBezTo>
                <a:cubicBezTo>
                  <a:pt x="530186" y="118335"/>
                  <a:pt x="536801" y="119751"/>
                  <a:pt x="545452" y="119751"/>
                </a:cubicBezTo>
                <a:cubicBezTo>
                  <a:pt x="553692" y="119751"/>
                  <a:pt x="559769" y="118300"/>
                  <a:pt x="563683" y="115397"/>
                </a:cubicBezTo>
                <a:cubicBezTo>
                  <a:pt x="567597" y="112496"/>
                  <a:pt x="569554" y="109401"/>
                  <a:pt x="569554" y="106113"/>
                </a:cubicBezTo>
                <a:cubicBezTo>
                  <a:pt x="569554" y="103736"/>
                  <a:pt x="568386" y="102046"/>
                  <a:pt x="566052" y="101040"/>
                </a:cubicBezTo>
                <a:cubicBezTo>
                  <a:pt x="563671" y="100034"/>
                  <a:pt x="558956" y="99441"/>
                  <a:pt x="551907" y="99259"/>
                </a:cubicBezTo>
                <a:cubicBezTo>
                  <a:pt x="541607" y="98984"/>
                  <a:pt x="533688" y="98459"/>
                  <a:pt x="528149" y="97682"/>
                </a:cubicBezTo>
                <a:close/>
                <a:moveTo>
                  <a:pt x="603955" y="0"/>
                </a:moveTo>
                <a:lnTo>
                  <a:pt x="603955" y="83367"/>
                </a:lnTo>
                <a:cubicBezTo>
                  <a:pt x="603955" y="87301"/>
                  <a:pt x="604241" y="89909"/>
                  <a:pt x="604813" y="91191"/>
                </a:cubicBezTo>
                <a:cubicBezTo>
                  <a:pt x="605385" y="92471"/>
                  <a:pt x="606266" y="93443"/>
                  <a:pt x="607457" y="94107"/>
                </a:cubicBezTo>
                <a:cubicBezTo>
                  <a:pt x="608647" y="94769"/>
                  <a:pt x="610867" y="95100"/>
                  <a:pt x="614117" y="95100"/>
                </a:cubicBezTo>
                <a:lnTo>
                  <a:pt x="614117" y="97641"/>
                </a:lnTo>
                <a:lnTo>
                  <a:pt x="583287" y="97641"/>
                </a:lnTo>
                <a:lnTo>
                  <a:pt x="583287" y="95100"/>
                </a:lnTo>
                <a:cubicBezTo>
                  <a:pt x="586171" y="95100"/>
                  <a:pt x="588139" y="94804"/>
                  <a:pt x="589192" y="94210"/>
                </a:cubicBezTo>
                <a:cubicBezTo>
                  <a:pt x="590245" y="93615"/>
                  <a:pt x="591069" y="92631"/>
                  <a:pt x="591664" y="91260"/>
                </a:cubicBezTo>
                <a:cubicBezTo>
                  <a:pt x="592259" y="89886"/>
                  <a:pt x="592556" y="87256"/>
                  <a:pt x="592556" y="83367"/>
                </a:cubicBezTo>
                <a:lnTo>
                  <a:pt x="592556" y="26279"/>
                </a:lnTo>
                <a:cubicBezTo>
                  <a:pt x="592556" y="19190"/>
                  <a:pt x="592396" y="14833"/>
                  <a:pt x="592076" y="13209"/>
                </a:cubicBezTo>
                <a:cubicBezTo>
                  <a:pt x="591755" y="11584"/>
                  <a:pt x="591240" y="10475"/>
                  <a:pt x="590531" y="9881"/>
                </a:cubicBezTo>
                <a:cubicBezTo>
                  <a:pt x="589821" y="9286"/>
                  <a:pt x="588917" y="8989"/>
                  <a:pt x="587818" y="8989"/>
                </a:cubicBezTo>
                <a:cubicBezTo>
                  <a:pt x="586628" y="8989"/>
                  <a:pt x="585118" y="9355"/>
                  <a:pt x="583287" y="10087"/>
                </a:cubicBezTo>
                <a:lnTo>
                  <a:pt x="582119" y="7684"/>
                </a:lnTo>
                <a:lnTo>
                  <a:pt x="600865" y="0"/>
                </a:lnTo>
                <a:lnTo>
                  <a:pt x="603955" y="0"/>
                </a:lnTo>
                <a:close/>
                <a:moveTo>
                  <a:pt x="631994" y="58502"/>
                </a:moveTo>
                <a:cubicBezTo>
                  <a:pt x="631948" y="67819"/>
                  <a:pt x="634214" y="75127"/>
                  <a:pt x="638792" y="80426"/>
                </a:cubicBezTo>
                <a:cubicBezTo>
                  <a:pt x="643369" y="85723"/>
                  <a:pt x="648748" y="88371"/>
                  <a:pt x="654928" y="88371"/>
                </a:cubicBezTo>
                <a:cubicBezTo>
                  <a:pt x="659048" y="88371"/>
                  <a:pt x="662630" y="87238"/>
                  <a:pt x="665674" y="84972"/>
                </a:cubicBezTo>
                <a:cubicBezTo>
                  <a:pt x="668718" y="82706"/>
                  <a:pt x="671270" y="78827"/>
                  <a:pt x="673330" y="73334"/>
                </a:cubicBezTo>
                <a:lnTo>
                  <a:pt x="675459" y="74707"/>
                </a:lnTo>
                <a:cubicBezTo>
                  <a:pt x="674497" y="80978"/>
                  <a:pt x="671705" y="86689"/>
                  <a:pt x="667082" y="91839"/>
                </a:cubicBezTo>
                <a:cubicBezTo>
                  <a:pt x="662458" y="96989"/>
                  <a:pt x="656667" y="99564"/>
                  <a:pt x="649709" y="99564"/>
                </a:cubicBezTo>
                <a:cubicBezTo>
                  <a:pt x="642156" y="99564"/>
                  <a:pt x="635690" y="96629"/>
                  <a:pt x="630311" y="90760"/>
                </a:cubicBezTo>
                <a:cubicBezTo>
                  <a:pt x="624933" y="84889"/>
                  <a:pt x="622243" y="76997"/>
                  <a:pt x="622243" y="67083"/>
                </a:cubicBezTo>
                <a:cubicBezTo>
                  <a:pt x="622243" y="56349"/>
                  <a:pt x="625001" y="47978"/>
                  <a:pt x="630517" y="41971"/>
                </a:cubicBezTo>
                <a:cubicBezTo>
                  <a:pt x="636034" y="35963"/>
                  <a:pt x="642957" y="32959"/>
                  <a:pt x="651289" y="32959"/>
                </a:cubicBezTo>
                <a:cubicBezTo>
                  <a:pt x="658338" y="32959"/>
                  <a:pt x="664129" y="35276"/>
                  <a:pt x="668661" y="39911"/>
                </a:cubicBezTo>
                <a:cubicBezTo>
                  <a:pt x="673193" y="44545"/>
                  <a:pt x="675459" y="50742"/>
                  <a:pt x="675459" y="58502"/>
                </a:cubicBezTo>
                <a:lnTo>
                  <a:pt x="631994" y="58502"/>
                </a:lnTo>
                <a:moveTo>
                  <a:pt x="631994" y="54520"/>
                </a:moveTo>
                <a:lnTo>
                  <a:pt x="661108" y="54520"/>
                </a:lnTo>
                <a:cubicBezTo>
                  <a:pt x="660879" y="50491"/>
                  <a:pt x="660398" y="47653"/>
                  <a:pt x="659666" y="46005"/>
                </a:cubicBezTo>
                <a:cubicBezTo>
                  <a:pt x="658521" y="43442"/>
                  <a:pt x="656816" y="41428"/>
                  <a:pt x="654550" y="39963"/>
                </a:cubicBezTo>
                <a:cubicBezTo>
                  <a:pt x="652284" y="38498"/>
                  <a:pt x="649915" y="37766"/>
                  <a:pt x="647443" y="37766"/>
                </a:cubicBezTo>
                <a:cubicBezTo>
                  <a:pt x="643644" y="37766"/>
                  <a:pt x="640245" y="39242"/>
                  <a:pt x="637247" y="42194"/>
                </a:cubicBezTo>
                <a:cubicBezTo>
                  <a:pt x="634248" y="45147"/>
                  <a:pt x="632497" y="49255"/>
                  <a:pt x="631994" y="54520"/>
                </a:cubicBezTo>
                <a:close/>
                <a:moveTo>
                  <a:pt x="724507" y="32959"/>
                </a:moveTo>
                <a:lnTo>
                  <a:pt x="724507" y="54245"/>
                </a:lnTo>
                <a:lnTo>
                  <a:pt x="722241" y="54245"/>
                </a:lnTo>
                <a:cubicBezTo>
                  <a:pt x="720501" y="47569"/>
                  <a:pt x="718270" y="43028"/>
                  <a:pt x="715546" y="40622"/>
                </a:cubicBezTo>
                <a:cubicBezTo>
                  <a:pt x="712822" y="38214"/>
                  <a:pt x="709355" y="37010"/>
                  <a:pt x="705143" y="37010"/>
                </a:cubicBezTo>
                <a:cubicBezTo>
                  <a:pt x="701939" y="37010"/>
                  <a:pt x="699353" y="37856"/>
                  <a:pt x="697384" y="39549"/>
                </a:cubicBezTo>
                <a:cubicBezTo>
                  <a:pt x="695416" y="41240"/>
                  <a:pt x="694432" y="43114"/>
                  <a:pt x="694432" y="45173"/>
                </a:cubicBezTo>
                <a:cubicBezTo>
                  <a:pt x="694432" y="47733"/>
                  <a:pt x="695164" y="49928"/>
                  <a:pt x="696629" y="51756"/>
                </a:cubicBezTo>
                <a:cubicBezTo>
                  <a:pt x="698048" y="53631"/>
                  <a:pt x="700932" y="55620"/>
                  <a:pt x="705281" y="57723"/>
                </a:cubicBezTo>
                <a:lnTo>
                  <a:pt x="715306" y="62594"/>
                </a:lnTo>
                <a:cubicBezTo>
                  <a:pt x="724598" y="67120"/>
                  <a:pt x="729245" y="73088"/>
                  <a:pt x="729245" y="80496"/>
                </a:cubicBezTo>
                <a:cubicBezTo>
                  <a:pt x="729245" y="86211"/>
                  <a:pt x="727082" y="90818"/>
                  <a:pt x="722756" y="94317"/>
                </a:cubicBezTo>
                <a:cubicBezTo>
                  <a:pt x="718430" y="97815"/>
                  <a:pt x="713589" y="99564"/>
                  <a:pt x="708233" y="99564"/>
                </a:cubicBezTo>
                <a:cubicBezTo>
                  <a:pt x="704388" y="99564"/>
                  <a:pt x="699994" y="98877"/>
                  <a:pt x="695050" y="97504"/>
                </a:cubicBezTo>
                <a:cubicBezTo>
                  <a:pt x="693539" y="97046"/>
                  <a:pt x="692303" y="96817"/>
                  <a:pt x="691342" y="96817"/>
                </a:cubicBezTo>
                <a:cubicBezTo>
                  <a:pt x="690289" y="96817"/>
                  <a:pt x="689465" y="97412"/>
                  <a:pt x="688870" y="98602"/>
                </a:cubicBezTo>
                <a:lnTo>
                  <a:pt x="686604" y="98602"/>
                </a:lnTo>
                <a:lnTo>
                  <a:pt x="686604" y="76080"/>
                </a:lnTo>
                <a:lnTo>
                  <a:pt x="688870" y="76080"/>
                </a:lnTo>
                <a:cubicBezTo>
                  <a:pt x="690152" y="82512"/>
                  <a:pt x="692601" y="87359"/>
                  <a:pt x="696217" y="90620"/>
                </a:cubicBezTo>
                <a:cubicBezTo>
                  <a:pt x="699833" y="93882"/>
                  <a:pt x="703885" y="95512"/>
                  <a:pt x="708371" y="95512"/>
                </a:cubicBezTo>
                <a:cubicBezTo>
                  <a:pt x="711529" y="95512"/>
                  <a:pt x="714104" y="94587"/>
                  <a:pt x="716095" y="92736"/>
                </a:cubicBezTo>
                <a:cubicBezTo>
                  <a:pt x="718087" y="90883"/>
                  <a:pt x="719082" y="88654"/>
                  <a:pt x="719082" y="86047"/>
                </a:cubicBezTo>
                <a:cubicBezTo>
                  <a:pt x="719082" y="82892"/>
                  <a:pt x="717972" y="80240"/>
                  <a:pt x="715752" y="78091"/>
                </a:cubicBezTo>
                <a:cubicBezTo>
                  <a:pt x="713532" y="75942"/>
                  <a:pt x="709103" y="73222"/>
                  <a:pt x="702465" y="69931"/>
                </a:cubicBezTo>
                <a:cubicBezTo>
                  <a:pt x="695828" y="66638"/>
                  <a:pt x="691479" y="63665"/>
                  <a:pt x="689419" y="61013"/>
                </a:cubicBezTo>
                <a:cubicBezTo>
                  <a:pt x="687359" y="58406"/>
                  <a:pt x="686329" y="55114"/>
                  <a:pt x="686329" y="51136"/>
                </a:cubicBezTo>
                <a:cubicBezTo>
                  <a:pt x="686329" y="45969"/>
                  <a:pt x="688103" y="41648"/>
                  <a:pt x="691651" y="38173"/>
                </a:cubicBezTo>
                <a:cubicBezTo>
                  <a:pt x="695198" y="34697"/>
                  <a:pt x="699788" y="32959"/>
                  <a:pt x="705418" y="32959"/>
                </a:cubicBezTo>
                <a:cubicBezTo>
                  <a:pt x="707890" y="32959"/>
                  <a:pt x="710888" y="33485"/>
                  <a:pt x="714413" y="34538"/>
                </a:cubicBezTo>
                <a:cubicBezTo>
                  <a:pt x="716748" y="35225"/>
                  <a:pt x="718304" y="35568"/>
                  <a:pt x="719082" y="35568"/>
                </a:cubicBezTo>
                <a:cubicBezTo>
                  <a:pt x="719815" y="35568"/>
                  <a:pt x="720387" y="35408"/>
                  <a:pt x="720799" y="35088"/>
                </a:cubicBezTo>
                <a:cubicBezTo>
                  <a:pt x="721211" y="34767"/>
                  <a:pt x="721692" y="34058"/>
                  <a:pt x="722241" y="32959"/>
                </a:cubicBezTo>
                <a:lnTo>
                  <a:pt x="724507" y="32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4D7EF-FB35-46C0-A4F2-513910C0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6" y="1880847"/>
            <a:ext cx="1127561" cy="866758"/>
          </a:xfrm>
          <a:custGeom xmlns:a="http://schemas.openxmlformats.org/drawingml/2006/main">
            <a:pathLst>
              <a:path w="1127561" h="866758">
                <a:moveTo>
                  <a:pt x="374781" y="0"/>
                </a:moveTo>
                <a:lnTo>
                  <a:pt x="1124365" y="1581"/>
                </a:lnTo>
                <a:lnTo>
                  <a:pt x="1127561" y="376030"/>
                </a:lnTo>
                <a:lnTo>
                  <a:pt x="749587" y="865177"/>
                </a:lnTo>
                <a:lnTo>
                  <a:pt x="0" y="866758"/>
                </a:lnTo>
                <a:lnTo>
                  <a:pt x="0" y="489143"/>
                </a:lnTo>
                <a:lnTo>
                  <a:pt x="374781" y="0"/>
                </a:lnTo>
                <a:close/>
                <a:moveTo>
                  <a:pt x="374781" y="0"/>
                </a:moveTo>
              </a:path>
            </a:pathLst>
          </a:custGeom>
          <a:solidFill xmlns:a="http://schemas.openxmlformats.org/drawingml/2006/main">
            <a:srgbClr val="F2FA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A63D1-6012-4E60-B138-4EC73201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6" y="1880847"/>
            <a:ext cx="1127561" cy="866758"/>
          </a:xfrm>
          <a:custGeom xmlns:a="http://schemas.openxmlformats.org/drawingml/2006/main">
            <a:pathLst>
              <a:path w="1127561" h="866758" fill="none">
                <a:moveTo>
                  <a:pt x="374781" y="0"/>
                </a:moveTo>
                <a:lnTo>
                  <a:pt x="0" y="489143"/>
                </a:lnTo>
                <a:lnTo>
                  <a:pt x="0" y="866758"/>
                </a:lnTo>
                <a:lnTo>
                  <a:pt x="749587" y="865177"/>
                </a:lnTo>
                <a:lnTo>
                  <a:pt x="1127561" y="376030"/>
                </a:lnTo>
                <a:lnTo>
                  <a:pt x="1124365" y="1581"/>
                </a:lnTo>
                <a:lnTo>
                  <a:pt x="374781" y="0"/>
                </a:lnTo>
                <a:close/>
                <a:moveTo>
                  <a:pt x="37478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EB6629-CD00-43F0-9C2A-DB87E58F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6" y="2745049"/>
            <a:ext cx="376257" cy="10"/>
          </a:xfrm>
          <a:custGeom xmlns:a="http://schemas.openxmlformats.org/drawingml/2006/main">
            <a:pathLst>
              <a:path w="376257" h="1" fill="none">
                <a:moveTo>
                  <a:pt x="0" y="0"/>
                </a:moveTo>
                <a:lnTo>
                  <a:pt x="3762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F27FE-4CC8-4E40-A928-E00AC784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6" y="2369206"/>
            <a:ext cx="10" cy="376255"/>
          </a:xfrm>
          <a:custGeom xmlns:a="http://schemas.openxmlformats.org/drawingml/2006/main">
            <a:pathLst>
              <a:path w="1" h="376255" fill="none">
                <a:moveTo>
                  <a:pt x="0" y="3762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0C1F6-F2AB-42BE-BCA9-8D081328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64" y="2369206"/>
            <a:ext cx="10" cy="376255"/>
          </a:xfrm>
          <a:custGeom xmlns:a="http://schemas.openxmlformats.org/drawingml/2006/main">
            <a:pathLst>
              <a:path w="1" h="376255" fill="none">
                <a:moveTo>
                  <a:pt x="0" y="3762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DAB98-DEF4-4865-8B42-7911DB42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6" y="2123740"/>
            <a:ext cx="188122" cy="244560"/>
          </a:xfrm>
          <a:custGeom xmlns:a="http://schemas.openxmlformats.org/drawingml/2006/main">
            <a:pathLst>
              <a:path w="188122" h="244560" fill="none">
                <a:moveTo>
                  <a:pt x="0" y="244560"/>
                </a:moveTo>
                <a:lnTo>
                  <a:pt x="188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536E8-D475-4D31-9A40-5AB233CC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64" y="2502155"/>
            <a:ext cx="188122" cy="244560"/>
          </a:xfrm>
          <a:custGeom xmlns:a="http://schemas.openxmlformats.org/drawingml/2006/main">
            <a:pathLst>
              <a:path w="188122" h="244560" fill="none">
                <a:moveTo>
                  <a:pt x="0" y="244560"/>
                </a:moveTo>
                <a:lnTo>
                  <a:pt x="188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20237-BA86-4AAB-9327-5B2C6398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952" y="2123754"/>
            <a:ext cx="10" cy="376258"/>
          </a:xfrm>
          <a:custGeom xmlns:a="http://schemas.openxmlformats.org/drawingml/2006/main">
            <a:pathLst>
              <a:path w="1" h="376258" fill="none">
                <a:moveTo>
                  <a:pt x="0" y="3762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A861B-1DB1-4341-9250-D03EC0B4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6" y="2502155"/>
            <a:ext cx="188122" cy="244560"/>
          </a:xfrm>
          <a:custGeom xmlns:a="http://schemas.openxmlformats.org/drawingml/2006/main">
            <a:pathLst>
              <a:path w="188122" h="244560" fill="none">
                <a:moveTo>
                  <a:pt x="0" y="244560"/>
                </a:moveTo>
                <a:lnTo>
                  <a:pt x="188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C04A9-71C4-4EAA-BC3D-488B2C0D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952" y="2502155"/>
            <a:ext cx="376271" cy="10"/>
          </a:xfrm>
          <a:custGeom xmlns:a="http://schemas.openxmlformats.org/drawingml/2006/main">
            <a:pathLst>
              <a:path w="376271" h="1" fill="none">
                <a:moveTo>
                  <a:pt x="0" y="0"/>
                </a:moveTo>
                <a:lnTo>
                  <a:pt x="37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8E4B9-C5EC-415F-8A84-4892AE6E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64" y="2745049"/>
            <a:ext cx="376257" cy="10"/>
          </a:xfrm>
          <a:custGeom xmlns:a="http://schemas.openxmlformats.org/drawingml/2006/main">
            <a:pathLst>
              <a:path w="376257" h="1" fill="none">
                <a:moveTo>
                  <a:pt x="0" y="0"/>
                </a:moveTo>
                <a:lnTo>
                  <a:pt x="3762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787D0-891C-4CE3-9DE7-3705329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21" y="2123754"/>
            <a:ext cx="10" cy="376258"/>
          </a:xfrm>
          <a:custGeom xmlns:a="http://schemas.openxmlformats.org/drawingml/2006/main">
            <a:pathLst>
              <a:path w="1" h="376258" fill="none">
                <a:moveTo>
                  <a:pt x="0" y="3762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9BF69-A884-405D-98D8-859BDCC2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022" y="2502155"/>
            <a:ext cx="188122" cy="244560"/>
          </a:xfrm>
          <a:custGeom xmlns:a="http://schemas.openxmlformats.org/drawingml/2006/main">
            <a:pathLst>
              <a:path w="188122" h="244560" fill="none">
                <a:moveTo>
                  <a:pt x="0" y="244560"/>
                </a:moveTo>
                <a:lnTo>
                  <a:pt x="188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D0494-44E0-4348-A919-3C5D2880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810" y="2502155"/>
            <a:ext cx="376267" cy="10"/>
          </a:xfrm>
          <a:custGeom xmlns:a="http://schemas.openxmlformats.org/drawingml/2006/main">
            <a:pathLst>
              <a:path w="376267" h="1" fill="none">
                <a:moveTo>
                  <a:pt x="0" y="0"/>
                </a:moveTo>
                <a:lnTo>
                  <a:pt x="376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DF030-60F5-435E-A09C-61F69571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952" y="1880847"/>
            <a:ext cx="188135" cy="244560"/>
          </a:xfrm>
          <a:custGeom xmlns:a="http://schemas.openxmlformats.org/drawingml/2006/main">
            <a:pathLst>
              <a:path w="188135" h="244560" fill="none">
                <a:moveTo>
                  <a:pt x="0" y="244560"/>
                </a:moveTo>
                <a:lnTo>
                  <a:pt x="1881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4D0D6-14D7-4985-8A8E-0746CF0B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64" y="1880847"/>
            <a:ext cx="376257" cy="10"/>
          </a:xfrm>
          <a:custGeom xmlns:a="http://schemas.openxmlformats.org/drawingml/2006/main">
            <a:pathLst>
              <a:path w="376257" h="1" fill="none">
                <a:moveTo>
                  <a:pt x="0" y="0"/>
                </a:moveTo>
                <a:lnTo>
                  <a:pt x="3762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5CDFE-499E-4AC2-8208-D4E3491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022" y="1880857"/>
            <a:ext cx="10" cy="376258"/>
          </a:xfrm>
          <a:custGeom xmlns:a="http://schemas.openxmlformats.org/drawingml/2006/main">
            <a:pathLst>
              <a:path w="1" h="376258" fill="none">
                <a:moveTo>
                  <a:pt x="0" y="3762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7DA29-13F1-4E29-A975-F40B58BF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810" y="2256703"/>
            <a:ext cx="188122" cy="244560"/>
          </a:xfrm>
          <a:custGeom xmlns:a="http://schemas.openxmlformats.org/drawingml/2006/main">
            <a:pathLst>
              <a:path w="188122" h="244560" fill="none">
                <a:moveTo>
                  <a:pt x="0" y="244560"/>
                </a:moveTo>
                <a:lnTo>
                  <a:pt x="188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3470A-A6B4-4F20-96BF-3D80C8C1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64" y="1880857"/>
            <a:ext cx="10" cy="376258"/>
          </a:xfrm>
          <a:custGeom xmlns:a="http://schemas.openxmlformats.org/drawingml/2006/main">
            <a:pathLst>
              <a:path w="1" h="376258" fill="none">
                <a:moveTo>
                  <a:pt x="0" y="3762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CA726-42B9-4D3B-A279-4A8671DE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952" y="2256703"/>
            <a:ext cx="188135" cy="244560"/>
          </a:xfrm>
          <a:custGeom xmlns:a="http://schemas.openxmlformats.org/drawingml/2006/main">
            <a:pathLst>
              <a:path w="188135" h="244560" fill="none">
                <a:moveTo>
                  <a:pt x="0" y="244560"/>
                </a:moveTo>
                <a:lnTo>
                  <a:pt x="1881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D31A5-9DCF-463E-9502-B7197374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64" y="2256703"/>
            <a:ext cx="376257" cy="10"/>
          </a:xfrm>
          <a:custGeom xmlns:a="http://schemas.openxmlformats.org/drawingml/2006/main">
            <a:pathLst>
              <a:path w="376257" h="1" fill="none">
                <a:moveTo>
                  <a:pt x="0" y="0"/>
                </a:moveTo>
                <a:lnTo>
                  <a:pt x="3762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6B9D1-F6FD-4E77-B0BD-365AED01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21" y="1880847"/>
            <a:ext cx="188122" cy="244560"/>
          </a:xfrm>
          <a:custGeom xmlns:a="http://schemas.openxmlformats.org/drawingml/2006/main">
            <a:pathLst>
              <a:path w="188122" h="244560" fill="none">
                <a:moveTo>
                  <a:pt x="0" y="244560"/>
                </a:moveTo>
                <a:lnTo>
                  <a:pt x="188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8D6D8-3FF3-489B-A83B-06FC2CD9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022" y="1880847"/>
            <a:ext cx="376257" cy="10"/>
          </a:xfrm>
          <a:custGeom xmlns:a="http://schemas.openxmlformats.org/drawingml/2006/main">
            <a:pathLst>
              <a:path w="376257" h="1" fill="none">
                <a:moveTo>
                  <a:pt x="0" y="0"/>
                </a:moveTo>
                <a:lnTo>
                  <a:pt x="3762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CF568-F223-4C28-85DC-96A2A707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867" y="1880857"/>
            <a:ext cx="10" cy="376258"/>
          </a:xfrm>
          <a:custGeom xmlns:a="http://schemas.openxmlformats.org/drawingml/2006/main">
            <a:pathLst>
              <a:path w="1" h="376258" fill="none">
                <a:moveTo>
                  <a:pt x="0" y="3762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1D74D-0A98-437D-B817-C3DDBC8A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21" y="2256703"/>
            <a:ext cx="188122" cy="244560"/>
          </a:xfrm>
          <a:custGeom xmlns:a="http://schemas.openxmlformats.org/drawingml/2006/main">
            <a:pathLst>
              <a:path w="188122" h="244560" fill="none">
                <a:moveTo>
                  <a:pt x="0" y="244560"/>
                </a:moveTo>
                <a:lnTo>
                  <a:pt x="188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AE6F3-A29A-4352-8216-CFE1B6D3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022" y="2256703"/>
            <a:ext cx="376257" cy="10"/>
          </a:xfrm>
          <a:custGeom xmlns:a="http://schemas.openxmlformats.org/drawingml/2006/main">
            <a:pathLst>
              <a:path w="376257" h="1" fill="none">
                <a:moveTo>
                  <a:pt x="0" y="0"/>
                </a:moveTo>
                <a:lnTo>
                  <a:pt x="3762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FCECF-4FBF-4563-85AA-67214A48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810" y="2407569"/>
            <a:ext cx="10" cy="93479"/>
          </a:xfrm>
          <a:custGeom xmlns:a="http://schemas.openxmlformats.org/drawingml/2006/main">
            <a:pathLst>
              <a:path w="1" h="93479" fill="none">
                <a:moveTo>
                  <a:pt x="0" y="934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92D050"/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ABF78B-295C-4F42-B7F2-06458BC3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108" y="2310399"/>
            <a:ext cx="588071" cy="260785"/>
          </a:xfrm>
          <a:custGeom xmlns:a="http://schemas.openxmlformats.org/drawingml/2006/main">
            <a:pathLst>
              <a:path w="588071" h="260785">
                <a:moveTo>
                  <a:pt x="237225" y="0"/>
                </a:moveTo>
                <a:lnTo>
                  <a:pt x="588071" y="29857"/>
                </a:lnTo>
                <a:lnTo>
                  <a:pt x="370784" y="260785"/>
                </a:lnTo>
                <a:lnTo>
                  <a:pt x="0" y="246861"/>
                </a:lnTo>
                <a:lnTo>
                  <a:pt x="237225" y="0"/>
                </a:lnTo>
                <a:close/>
                <a:moveTo>
                  <a:pt x="237225" y="0"/>
                </a:moveTo>
              </a:path>
            </a:pathLst>
          </a:custGeom>
          <a:solidFill xmlns:a="http://schemas.openxmlformats.org/drawingml/2006/main">
            <a:srgbClr val="22A4C5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60C32E-16DD-4579-87C7-08B216AF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108" y="2310399"/>
            <a:ext cx="588071" cy="260786"/>
          </a:xfrm>
          <a:custGeom xmlns:a="http://schemas.openxmlformats.org/drawingml/2006/main">
            <a:pathLst>
              <a:path w="588071" h="260786" fill="none">
                <a:moveTo>
                  <a:pt x="237225" y="0"/>
                </a:moveTo>
                <a:lnTo>
                  <a:pt x="0" y="246863"/>
                </a:lnTo>
                <a:lnTo>
                  <a:pt x="370784" y="260786"/>
                </a:lnTo>
                <a:lnTo>
                  <a:pt x="588071" y="29857"/>
                </a:lnTo>
                <a:lnTo>
                  <a:pt x="237225" y="0"/>
                </a:lnTo>
                <a:close/>
                <a:moveTo>
                  <a:pt x="23722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E88AB-8700-4AE0-AAAC-E5718C5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831" y="2328289"/>
            <a:ext cx="25570" cy="25570"/>
          </a:xfrm>
          <a:custGeom xmlns:a="http://schemas.openxmlformats.org/drawingml/2006/main">
            <a:pathLst>
              <a:path w="25570" h="25570">
                <a:moveTo>
                  <a:pt x="0" y="12792"/>
                </a:moveTo>
                <a:cubicBezTo>
                  <a:pt x="0" y="5725"/>
                  <a:pt x="5735" y="0"/>
                  <a:pt x="12792" y="0"/>
                </a:cubicBezTo>
                <a:cubicBezTo>
                  <a:pt x="19846" y="0"/>
                  <a:pt x="25570" y="5725"/>
                  <a:pt x="25570" y="12792"/>
                </a:cubicBezTo>
                <a:cubicBezTo>
                  <a:pt x="25570" y="19846"/>
                  <a:pt x="19846" y="25570"/>
                  <a:pt x="12792" y="25570"/>
                </a:cubicBezTo>
                <a:cubicBezTo>
                  <a:pt x="5735" y="25570"/>
                  <a:pt x="0" y="19846"/>
                  <a:pt x="0" y="12792"/>
                </a:cubicBezTo>
                <a:close/>
                <a:moveTo>
                  <a:pt x="0" y="127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BB04E-B646-4B66-A793-0638AE6A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831" y="2328289"/>
            <a:ext cx="25570" cy="25570"/>
          </a:xfrm>
          <a:custGeom xmlns:a="http://schemas.openxmlformats.org/drawingml/2006/main">
            <a:pathLst>
              <a:path w="25570" h="25570" fill="none">
                <a:moveTo>
                  <a:pt x="0" y="12792"/>
                </a:moveTo>
                <a:cubicBezTo>
                  <a:pt x="0" y="5725"/>
                  <a:pt x="5735" y="0"/>
                  <a:pt x="12792" y="0"/>
                </a:cubicBezTo>
                <a:cubicBezTo>
                  <a:pt x="19846" y="0"/>
                  <a:pt x="25570" y="5725"/>
                  <a:pt x="25570" y="12792"/>
                </a:cubicBezTo>
                <a:cubicBezTo>
                  <a:pt x="25570" y="19846"/>
                  <a:pt x="19846" y="25570"/>
                  <a:pt x="12792" y="25570"/>
                </a:cubicBezTo>
                <a:cubicBezTo>
                  <a:pt x="5735" y="25570"/>
                  <a:pt x="0" y="19846"/>
                  <a:pt x="0" y="12792"/>
                </a:cubicBezTo>
                <a:close/>
                <a:moveTo>
                  <a:pt x="0" y="127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38CCD-A489-420C-B07E-66F65505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503" y="2558407"/>
            <a:ext cx="28126" cy="25570"/>
          </a:xfrm>
          <a:custGeom xmlns:a="http://schemas.openxmlformats.org/drawingml/2006/main">
            <a:pathLst>
              <a:path w="28126" h="25570">
                <a:moveTo>
                  <a:pt x="0" y="12778"/>
                </a:moveTo>
                <a:cubicBezTo>
                  <a:pt x="0" y="5721"/>
                  <a:pt x="6284" y="0"/>
                  <a:pt x="14056" y="0"/>
                </a:cubicBezTo>
                <a:cubicBezTo>
                  <a:pt x="21832" y="0"/>
                  <a:pt x="28126" y="5721"/>
                  <a:pt x="28126" y="12778"/>
                </a:cubicBezTo>
                <a:cubicBezTo>
                  <a:pt x="28126" y="19846"/>
                  <a:pt x="21832" y="25570"/>
                  <a:pt x="14056" y="25570"/>
                </a:cubicBezTo>
                <a:cubicBezTo>
                  <a:pt x="6284" y="25570"/>
                  <a:pt x="0" y="19846"/>
                  <a:pt x="0" y="12778"/>
                </a:cubicBezTo>
                <a:close/>
                <a:moveTo>
                  <a:pt x="0" y="12778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D5AA0-6CF3-4095-8C91-806FBCE6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503" y="2558407"/>
            <a:ext cx="28126" cy="25570"/>
          </a:xfrm>
          <a:custGeom xmlns:a="http://schemas.openxmlformats.org/drawingml/2006/main">
            <a:pathLst>
              <a:path w="28126" h="25570" fill="none">
                <a:moveTo>
                  <a:pt x="0" y="12778"/>
                </a:moveTo>
                <a:cubicBezTo>
                  <a:pt x="0" y="5721"/>
                  <a:pt x="6284" y="0"/>
                  <a:pt x="14056" y="0"/>
                </a:cubicBezTo>
                <a:cubicBezTo>
                  <a:pt x="21832" y="0"/>
                  <a:pt x="28126" y="5721"/>
                  <a:pt x="28126" y="12778"/>
                </a:cubicBezTo>
                <a:cubicBezTo>
                  <a:pt x="28126" y="19846"/>
                  <a:pt x="21832" y="25570"/>
                  <a:pt x="14056" y="25570"/>
                </a:cubicBezTo>
                <a:cubicBezTo>
                  <a:pt x="6284" y="25570"/>
                  <a:pt x="0" y="19846"/>
                  <a:pt x="0" y="12778"/>
                </a:cubicBezTo>
                <a:close/>
                <a:moveTo>
                  <a:pt x="0" y="12778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8B2C5-89B3-4672-A4DB-F601B487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316" y="2543060"/>
            <a:ext cx="25570" cy="28126"/>
          </a:xfrm>
          <a:custGeom xmlns:a="http://schemas.openxmlformats.org/drawingml/2006/main">
            <a:pathLst>
              <a:path w="25570" h="28126">
                <a:moveTo>
                  <a:pt x="0" y="14070"/>
                </a:moveTo>
                <a:cubicBezTo>
                  <a:pt x="0" y="6294"/>
                  <a:pt x="5735" y="0"/>
                  <a:pt x="12792" y="0"/>
                </a:cubicBezTo>
                <a:cubicBezTo>
                  <a:pt x="19846" y="0"/>
                  <a:pt x="25570" y="6294"/>
                  <a:pt x="25570" y="14070"/>
                </a:cubicBezTo>
                <a:cubicBezTo>
                  <a:pt x="25570" y="21842"/>
                  <a:pt x="19846" y="28126"/>
                  <a:pt x="12792" y="28126"/>
                </a:cubicBezTo>
                <a:cubicBezTo>
                  <a:pt x="5735" y="28126"/>
                  <a:pt x="0" y="21842"/>
                  <a:pt x="0" y="14070"/>
                </a:cubicBezTo>
                <a:close/>
                <a:moveTo>
                  <a:pt x="0" y="14070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DAFFF-F332-4808-B817-3BB25114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316" y="2543060"/>
            <a:ext cx="25570" cy="28126"/>
          </a:xfrm>
          <a:custGeom xmlns:a="http://schemas.openxmlformats.org/drawingml/2006/main">
            <a:pathLst>
              <a:path w="25570" h="28126" fill="none">
                <a:moveTo>
                  <a:pt x="0" y="14070"/>
                </a:moveTo>
                <a:cubicBezTo>
                  <a:pt x="0" y="6294"/>
                  <a:pt x="5735" y="0"/>
                  <a:pt x="12792" y="0"/>
                </a:cubicBezTo>
                <a:cubicBezTo>
                  <a:pt x="19846" y="0"/>
                  <a:pt x="25570" y="6294"/>
                  <a:pt x="25570" y="14070"/>
                </a:cubicBezTo>
                <a:cubicBezTo>
                  <a:pt x="25570" y="21842"/>
                  <a:pt x="19846" y="28126"/>
                  <a:pt x="12792" y="28126"/>
                </a:cubicBezTo>
                <a:cubicBezTo>
                  <a:pt x="5735" y="28126"/>
                  <a:pt x="0" y="21842"/>
                  <a:pt x="0" y="14070"/>
                </a:cubicBezTo>
                <a:close/>
                <a:moveTo>
                  <a:pt x="0" y="14070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1A777-E4C9-477F-BAFB-68A81DBC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099" y="2300163"/>
            <a:ext cx="25570" cy="25570"/>
          </a:xfrm>
          <a:custGeom xmlns:a="http://schemas.openxmlformats.org/drawingml/2006/main">
            <a:pathLst>
              <a:path w="25570" h="25570">
                <a:moveTo>
                  <a:pt x="0" y="12792"/>
                </a:moveTo>
                <a:cubicBezTo>
                  <a:pt x="0" y="5738"/>
                  <a:pt x="5735" y="0"/>
                  <a:pt x="12792" y="0"/>
                </a:cubicBezTo>
                <a:cubicBezTo>
                  <a:pt x="19846" y="0"/>
                  <a:pt x="25570" y="5738"/>
                  <a:pt x="25570" y="12792"/>
                </a:cubicBezTo>
                <a:cubicBezTo>
                  <a:pt x="25570" y="19846"/>
                  <a:pt x="19846" y="25570"/>
                  <a:pt x="12792" y="25570"/>
                </a:cubicBezTo>
                <a:cubicBezTo>
                  <a:pt x="5735" y="25570"/>
                  <a:pt x="0" y="19846"/>
                  <a:pt x="0" y="12792"/>
                </a:cubicBezTo>
                <a:close/>
                <a:moveTo>
                  <a:pt x="0" y="127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2D226-7A1E-47A0-AB2B-128E8276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099" y="2300163"/>
            <a:ext cx="25570" cy="25570"/>
          </a:xfrm>
          <a:custGeom xmlns:a="http://schemas.openxmlformats.org/drawingml/2006/main">
            <a:pathLst>
              <a:path w="25570" h="25570" fill="none">
                <a:moveTo>
                  <a:pt x="0" y="12792"/>
                </a:moveTo>
                <a:cubicBezTo>
                  <a:pt x="0" y="5738"/>
                  <a:pt x="5735" y="0"/>
                  <a:pt x="12792" y="0"/>
                </a:cubicBezTo>
                <a:cubicBezTo>
                  <a:pt x="19846" y="0"/>
                  <a:pt x="25570" y="5738"/>
                  <a:pt x="25570" y="12792"/>
                </a:cubicBezTo>
                <a:cubicBezTo>
                  <a:pt x="25570" y="19846"/>
                  <a:pt x="19846" y="25570"/>
                  <a:pt x="12792" y="25570"/>
                </a:cubicBezTo>
                <a:cubicBezTo>
                  <a:pt x="5735" y="25570"/>
                  <a:pt x="0" y="19846"/>
                  <a:pt x="0" y="12792"/>
                </a:cubicBezTo>
                <a:close/>
                <a:moveTo>
                  <a:pt x="0" y="127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EA4D0-7F2C-40F9-A982-C105D43E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810" y="2123740"/>
            <a:ext cx="371" cy="282762"/>
          </a:xfrm>
          <a:custGeom xmlns:a="http://schemas.openxmlformats.org/drawingml/2006/main">
            <a:pathLst>
              <a:path w="371" h="282762" fill="none">
                <a:moveTo>
                  <a:pt x="0" y="282762"/>
                </a:moveTo>
                <a:lnTo>
                  <a:pt x="3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92D050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62D7F-5B3E-4F74-AEBF-0F53DFF5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64" y="2123740"/>
            <a:ext cx="188122" cy="244560"/>
          </a:xfrm>
          <a:custGeom xmlns:a="http://schemas.openxmlformats.org/drawingml/2006/main">
            <a:pathLst>
              <a:path w="188122" h="244560" fill="none">
                <a:moveTo>
                  <a:pt x="0" y="244560"/>
                </a:moveTo>
                <a:lnTo>
                  <a:pt x="188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ADB5A-CD5F-4482-BC96-8E0408A0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952" y="2123740"/>
            <a:ext cx="376271" cy="10"/>
          </a:xfrm>
          <a:custGeom xmlns:a="http://schemas.openxmlformats.org/drawingml/2006/main">
            <a:pathLst>
              <a:path w="376271" h="1" fill="none">
                <a:moveTo>
                  <a:pt x="0" y="0"/>
                </a:moveTo>
                <a:lnTo>
                  <a:pt x="37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24538-6852-4101-8999-8FFB26FF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810" y="2123740"/>
            <a:ext cx="376267" cy="10"/>
          </a:xfrm>
          <a:custGeom xmlns:a="http://schemas.openxmlformats.org/drawingml/2006/main">
            <a:pathLst>
              <a:path w="376267" h="1" fill="none">
                <a:moveTo>
                  <a:pt x="0" y="0"/>
                </a:moveTo>
                <a:lnTo>
                  <a:pt x="376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BE995-4528-4E34-9AEC-5A6E4233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810" y="1880847"/>
            <a:ext cx="188122" cy="244560"/>
          </a:xfrm>
          <a:custGeom xmlns:a="http://schemas.openxmlformats.org/drawingml/2006/main">
            <a:pathLst>
              <a:path w="188122" h="244560" fill="none">
                <a:moveTo>
                  <a:pt x="0" y="244560"/>
                </a:moveTo>
                <a:lnTo>
                  <a:pt x="188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E383A-D60E-4CD3-B0DC-6608E10D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6" y="2369206"/>
            <a:ext cx="376257" cy="10"/>
          </a:xfrm>
          <a:custGeom xmlns:a="http://schemas.openxmlformats.org/drawingml/2006/main">
            <a:pathLst>
              <a:path w="376257" h="1" fill="none">
                <a:moveTo>
                  <a:pt x="0" y="0"/>
                </a:moveTo>
                <a:lnTo>
                  <a:pt x="3762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6F2C2-BA5A-4AF1-973F-60D76332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64" y="2369206"/>
            <a:ext cx="10" cy="376255"/>
          </a:xfrm>
          <a:custGeom xmlns:a="http://schemas.openxmlformats.org/drawingml/2006/main">
            <a:pathLst>
              <a:path w="1" h="376255" fill="none">
                <a:moveTo>
                  <a:pt x="0" y="3762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0FB81-594F-4119-B7EC-A6CEDA08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022" y="2123740"/>
            <a:ext cx="188122" cy="244560"/>
          </a:xfrm>
          <a:custGeom xmlns:a="http://schemas.openxmlformats.org/drawingml/2006/main">
            <a:pathLst>
              <a:path w="188122" h="244560" fill="none">
                <a:moveTo>
                  <a:pt x="0" y="244560"/>
                </a:moveTo>
                <a:lnTo>
                  <a:pt x="188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CEF50-A0F1-48A7-8043-BB902A06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64" y="2369206"/>
            <a:ext cx="376257" cy="10"/>
          </a:xfrm>
          <a:custGeom xmlns:a="http://schemas.openxmlformats.org/drawingml/2006/main">
            <a:pathLst>
              <a:path w="376257" h="1" fill="none">
                <a:moveTo>
                  <a:pt x="0" y="0"/>
                </a:moveTo>
                <a:lnTo>
                  <a:pt x="3762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0BC7E-0851-40FC-A702-A7A56C7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022" y="2369206"/>
            <a:ext cx="10" cy="376255"/>
          </a:xfrm>
          <a:custGeom xmlns:a="http://schemas.openxmlformats.org/drawingml/2006/main">
            <a:pathLst>
              <a:path w="1" h="376255" fill="none">
                <a:moveTo>
                  <a:pt x="0" y="3762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000000"/>
            </a:solidFill>
            <a:miter/>
          </a:ln>
        </p:spPr>
      </p:sp>
      <p:sp>
        <p:nvSpPr>
          <p:cNvPr id="230" name="Text 2.Connectquadsf">
            <a:extLst xmlns:a="http://schemas.openxmlformats.org/drawingml/2006/main">
              <a:ext uri="{FF2B5EF4-FFF2-40B4-BE49-F238E27FC236}">
                <a16:creationId xmlns:a16="http://schemas.microsoft.com/office/drawing/2014/main" id="{D87394C7-B9BD-4843-AEE3-E6B2DDD0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11" y="2904372"/>
            <a:ext cx="1065816" cy="127716"/>
          </a:xfrm>
          <a:custGeom xmlns:a="http://schemas.openxmlformats.org/drawingml/2006/main">
            <a:pathLst>
              <a:path w="1065816" h="127716">
                <a:moveTo>
                  <a:pt x="61455" y="79651"/>
                </a:moveTo>
                <a:lnTo>
                  <a:pt x="54932" y="97641"/>
                </a:lnTo>
                <a:lnTo>
                  <a:pt x="0" y="97641"/>
                </a:lnTo>
                <a:lnTo>
                  <a:pt x="0" y="95096"/>
                </a:lnTo>
                <a:cubicBezTo>
                  <a:pt x="16159" y="80332"/>
                  <a:pt x="27535" y="68273"/>
                  <a:pt x="34127" y="58921"/>
                </a:cubicBezTo>
                <a:cubicBezTo>
                  <a:pt x="40718" y="49567"/>
                  <a:pt x="44014" y="41015"/>
                  <a:pt x="44014" y="33266"/>
                </a:cubicBezTo>
                <a:cubicBezTo>
                  <a:pt x="44014" y="27352"/>
                  <a:pt x="42206" y="22493"/>
                  <a:pt x="38590" y="18687"/>
                </a:cubicBezTo>
                <a:cubicBezTo>
                  <a:pt x="34973" y="14881"/>
                  <a:pt x="30647" y="12978"/>
                  <a:pt x="25612" y="12978"/>
                </a:cubicBezTo>
                <a:cubicBezTo>
                  <a:pt x="21034" y="12978"/>
                  <a:pt x="16926" y="14322"/>
                  <a:pt x="13287" y="17012"/>
                </a:cubicBezTo>
                <a:cubicBezTo>
                  <a:pt x="9647" y="19701"/>
                  <a:pt x="6958" y="23644"/>
                  <a:pt x="5219" y="28839"/>
                </a:cubicBezTo>
                <a:lnTo>
                  <a:pt x="2678" y="28839"/>
                </a:lnTo>
                <a:cubicBezTo>
                  <a:pt x="3822" y="20392"/>
                  <a:pt x="6764" y="13909"/>
                  <a:pt x="11501" y="9390"/>
                </a:cubicBezTo>
                <a:cubicBezTo>
                  <a:pt x="16239" y="4869"/>
                  <a:pt x="22156" y="2609"/>
                  <a:pt x="29251" y="2609"/>
                </a:cubicBezTo>
                <a:cubicBezTo>
                  <a:pt x="36804" y="2609"/>
                  <a:pt x="43110" y="5035"/>
                  <a:pt x="48169" y="9888"/>
                </a:cubicBezTo>
                <a:cubicBezTo>
                  <a:pt x="53227" y="14740"/>
                  <a:pt x="55756" y="20462"/>
                  <a:pt x="55756" y="27054"/>
                </a:cubicBezTo>
                <a:cubicBezTo>
                  <a:pt x="55756" y="31769"/>
                  <a:pt x="54657" y="36484"/>
                  <a:pt x="52460" y="41199"/>
                </a:cubicBezTo>
                <a:cubicBezTo>
                  <a:pt x="49073" y="48615"/>
                  <a:pt x="43579" y="56465"/>
                  <a:pt x="35980" y="64751"/>
                </a:cubicBezTo>
                <a:cubicBezTo>
                  <a:pt x="24582" y="77202"/>
                  <a:pt x="17464" y="84709"/>
                  <a:pt x="14626" y="87273"/>
                </a:cubicBezTo>
                <a:lnTo>
                  <a:pt x="38933" y="87273"/>
                </a:lnTo>
                <a:cubicBezTo>
                  <a:pt x="43877" y="87273"/>
                  <a:pt x="47345" y="87088"/>
                  <a:pt x="49336" y="86719"/>
                </a:cubicBezTo>
                <a:cubicBezTo>
                  <a:pt x="51327" y="86349"/>
                  <a:pt x="53124" y="85598"/>
                  <a:pt x="54726" y="84466"/>
                </a:cubicBezTo>
                <a:cubicBezTo>
                  <a:pt x="56328" y="83334"/>
                  <a:pt x="57724" y="81729"/>
                  <a:pt x="58915" y="79651"/>
                </a:cubicBezTo>
                <a:lnTo>
                  <a:pt x="61455" y="79651"/>
                </a:lnTo>
                <a:close/>
                <a:moveTo>
                  <a:pt x="84870" y="84320"/>
                </a:moveTo>
                <a:cubicBezTo>
                  <a:pt x="87021" y="84320"/>
                  <a:pt x="88830" y="85064"/>
                  <a:pt x="90294" y="86552"/>
                </a:cubicBezTo>
                <a:cubicBezTo>
                  <a:pt x="91759" y="88039"/>
                  <a:pt x="92492" y="89836"/>
                  <a:pt x="92492" y="91942"/>
                </a:cubicBezTo>
                <a:cubicBezTo>
                  <a:pt x="92492" y="94048"/>
                  <a:pt x="91748" y="95844"/>
                  <a:pt x="90260" y="97332"/>
                </a:cubicBezTo>
                <a:cubicBezTo>
                  <a:pt x="88772" y="98820"/>
                  <a:pt x="86976" y="99564"/>
                  <a:pt x="84870" y="99564"/>
                </a:cubicBezTo>
                <a:cubicBezTo>
                  <a:pt x="82764" y="99564"/>
                  <a:pt x="80967" y="98820"/>
                  <a:pt x="79480" y="97332"/>
                </a:cubicBezTo>
                <a:cubicBezTo>
                  <a:pt x="77992" y="95844"/>
                  <a:pt x="77248" y="94048"/>
                  <a:pt x="77248" y="91942"/>
                </a:cubicBezTo>
                <a:cubicBezTo>
                  <a:pt x="77248" y="89790"/>
                  <a:pt x="77992" y="87982"/>
                  <a:pt x="79480" y="86517"/>
                </a:cubicBezTo>
                <a:cubicBezTo>
                  <a:pt x="80967" y="85053"/>
                  <a:pt x="82764" y="84320"/>
                  <a:pt x="84870" y="84320"/>
                </a:cubicBezTo>
                <a:close/>
                <a:moveTo>
                  <a:pt x="222269" y="2472"/>
                </a:moveTo>
                <a:lnTo>
                  <a:pt x="224397" y="34058"/>
                </a:lnTo>
                <a:lnTo>
                  <a:pt x="222269" y="34058"/>
                </a:lnTo>
                <a:cubicBezTo>
                  <a:pt x="219430" y="24558"/>
                  <a:pt x="215379" y="17720"/>
                  <a:pt x="210115" y="13544"/>
                </a:cubicBezTo>
                <a:cubicBezTo>
                  <a:pt x="204851" y="9367"/>
                  <a:pt x="198533" y="7278"/>
                  <a:pt x="191163" y="7278"/>
                </a:cubicBezTo>
                <a:cubicBezTo>
                  <a:pt x="184984" y="7278"/>
                  <a:pt x="179399" y="8848"/>
                  <a:pt x="174409" y="11986"/>
                </a:cubicBezTo>
                <a:cubicBezTo>
                  <a:pt x="169419" y="15123"/>
                  <a:pt x="165494" y="20128"/>
                  <a:pt x="162633" y="27000"/>
                </a:cubicBezTo>
                <a:cubicBezTo>
                  <a:pt x="159772" y="33872"/>
                  <a:pt x="158342" y="42417"/>
                  <a:pt x="158342" y="52634"/>
                </a:cubicBezTo>
                <a:cubicBezTo>
                  <a:pt x="158342" y="61062"/>
                  <a:pt x="159692" y="68369"/>
                  <a:pt x="162393" y="74555"/>
                </a:cubicBezTo>
                <a:cubicBezTo>
                  <a:pt x="165094" y="80739"/>
                  <a:pt x="169156" y="85480"/>
                  <a:pt x="174581" y="88779"/>
                </a:cubicBezTo>
                <a:cubicBezTo>
                  <a:pt x="180005" y="92078"/>
                  <a:pt x="186197" y="93727"/>
                  <a:pt x="193155" y="93727"/>
                </a:cubicBezTo>
                <a:cubicBezTo>
                  <a:pt x="199197" y="93727"/>
                  <a:pt x="204530" y="92434"/>
                  <a:pt x="209154" y="89848"/>
                </a:cubicBezTo>
                <a:cubicBezTo>
                  <a:pt x="213777" y="87261"/>
                  <a:pt x="218858" y="82123"/>
                  <a:pt x="224397" y="74432"/>
                </a:cubicBezTo>
                <a:lnTo>
                  <a:pt x="226526" y="75801"/>
                </a:lnTo>
                <a:cubicBezTo>
                  <a:pt x="221857" y="84065"/>
                  <a:pt x="216409" y="90115"/>
                  <a:pt x="210184" y="93950"/>
                </a:cubicBezTo>
                <a:cubicBezTo>
                  <a:pt x="203958" y="97784"/>
                  <a:pt x="196565" y="99701"/>
                  <a:pt x="188005" y="99701"/>
                </a:cubicBezTo>
                <a:cubicBezTo>
                  <a:pt x="172578" y="99701"/>
                  <a:pt x="160630" y="93987"/>
                  <a:pt x="152162" y="82558"/>
                </a:cubicBezTo>
                <a:cubicBezTo>
                  <a:pt x="145844" y="74057"/>
                  <a:pt x="142686" y="64046"/>
                  <a:pt x="142686" y="52526"/>
                </a:cubicBezTo>
                <a:cubicBezTo>
                  <a:pt x="142686" y="43247"/>
                  <a:pt x="144769" y="34721"/>
                  <a:pt x="148934" y="26951"/>
                </a:cubicBezTo>
                <a:cubicBezTo>
                  <a:pt x="153100" y="19180"/>
                  <a:pt x="158834" y="13158"/>
                  <a:pt x="166135" y="8883"/>
                </a:cubicBezTo>
                <a:cubicBezTo>
                  <a:pt x="173436" y="4609"/>
                  <a:pt x="181413" y="2472"/>
                  <a:pt x="190065" y="2472"/>
                </a:cubicBezTo>
                <a:cubicBezTo>
                  <a:pt x="196794" y="2472"/>
                  <a:pt x="203432" y="4120"/>
                  <a:pt x="209978" y="7416"/>
                </a:cubicBezTo>
                <a:cubicBezTo>
                  <a:pt x="211900" y="8423"/>
                  <a:pt x="213274" y="8926"/>
                  <a:pt x="214098" y="8926"/>
                </a:cubicBezTo>
                <a:cubicBezTo>
                  <a:pt x="215333" y="8926"/>
                  <a:pt x="216409" y="8492"/>
                  <a:pt x="217325" y="7622"/>
                </a:cubicBezTo>
                <a:cubicBezTo>
                  <a:pt x="218515" y="6386"/>
                  <a:pt x="219362" y="4669"/>
                  <a:pt x="219865" y="2472"/>
                </a:cubicBezTo>
                <a:lnTo>
                  <a:pt x="222269" y="2472"/>
                </a:lnTo>
                <a:close/>
                <a:moveTo>
                  <a:pt x="266559" y="32959"/>
                </a:moveTo>
                <a:cubicBezTo>
                  <a:pt x="276080" y="32959"/>
                  <a:pt x="283725" y="36572"/>
                  <a:pt x="289493" y="43797"/>
                </a:cubicBezTo>
                <a:cubicBezTo>
                  <a:pt x="294391" y="49970"/>
                  <a:pt x="296840" y="57058"/>
                  <a:pt x="296840" y="65062"/>
                </a:cubicBezTo>
                <a:cubicBezTo>
                  <a:pt x="296840" y="70687"/>
                  <a:pt x="295490" y="76380"/>
                  <a:pt x="292789" y="82142"/>
                </a:cubicBezTo>
                <a:cubicBezTo>
                  <a:pt x="290088" y="87903"/>
                  <a:pt x="286369" y="92247"/>
                  <a:pt x="281631" y="95173"/>
                </a:cubicBezTo>
                <a:cubicBezTo>
                  <a:pt x="276893" y="98100"/>
                  <a:pt x="271617" y="99564"/>
                  <a:pt x="265804" y="99564"/>
                </a:cubicBezTo>
                <a:cubicBezTo>
                  <a:pt x="256328" y="99564"/>
                  <a:pt x="248798" y="95791"/>
                  <a:pt x="243213" y="88245"/>
                </a:cubicBezTo>
                <a:cubicBezTo>
                  <a:pt x="238498" y="81889"/>
                  <a:pt x="236140" y="74756"/>
                  <a:pt x="236140" y="66845"/>
                </a:cubicBezTo>
                <a:cubicBezTo>
                  <a:pt x="236140" y="61083"/>
                  <a:pt x="237571" y="55355"/>
                  <a:pt x="240432" y="49662"/>
                </a:cubicBezTo>
                <a:cubicBezTo>
                  <a:pt x="243293" y="43968"/>
                  <a:pt x="247058" y="39761"/>
                  <a:pt x="251727" y="37040"/>
                </a:cubicBezTo>
                <a:cubicBezTo>
                  <a:pt x="256396" y="34319"/>
                  <a:pt x="261340" y="32959"/>
                  <a:pt x="266559" y="32959"/>
                </a:cubicBezTo>
                <a:moveTo>
                  <a:pt x="264430" y="37491"/>
                </a:moveTo>
                <a:cubicBezTo>
                  <a:pt x="262004" y="37491"/>
                  <a:pt x="259567" y="38211"/>
                  <a:pt x="257117" y="39652"/>
                </a:cubicBezTo>
                <a:cubicBezTo>
                  <a:pt x="254668" y="41092"/>
                  <a:pt x="252689" y="43618"/>
                  <a:pt x="251178" y="47231"/>
                </a:cubicBezTo>
                <a:cubicBezTo>
                  <a:pt x="249667" y="50843"/>
                  <a:pt x="248912" y="55483"/>
                  <a:pt x="248912" y="61152"/>
                </a:cubicBezTo>
                <a:cubicBezTo>
                  <a:pt x="248912" y="70296"/>
                  <a:pt x="250732" y="78183"/>
                  <a:pt x="254371" y="84814"/>
                </a:cubicBezTo>
                <a:cubicBezTo>
                  <a:pt x="258010" y="91443"/>
                  <a:pt x="262805" y="94757"/>
                  <a:pt x="268756" y="94757"/>
                </a:cubicBezTo>
                <a:cubicBezTo>
                  <a:pt x="273197" y="94757"/>
                  <a:pt x="276859" y="92928"/>
                  <a:pt x="279743" y="89270"/>
                </a:cubicBezTo>
                <a:cubicBezTo>
                  <a:pt x="282627" y="85613"/>
                  <a:pt x="284068" y="79326"/>
                  <a:pt x="284068" y="70411"/>
                </a:cubicBezTo>
                <a:cubicBezTo>
                  <a:pt x="284068" y="59255"/>
                  <a:pt x="281665" y="50476"/>
                  <a:pt x="276859" y="44074"/>
                </a:cubicBezTo>
                <a:cubicBezTo>
                  <a:pt x="273609" y="39685"/>
                  <a:pt x="269466" y="37491"/>
                  <a:pt x="264430" y="37491"/>
                </a:cubicBezTo>
                <a:close/>
                <a:moveTo>
                  <a:pt x="324444" y="46280"/>
                </a:moveTo>
                <a:cubicBezTo>
                  <a:pt x="331814" y="37399"/>
                  <a:pt x="338840" y="32959"/>
                  <a:pt x="345524" y="32959"/>
                </a:cubicBezTo>
                <a:cubicBezTo>
                  <a:pt x="348957" y="32959"/>
                  <a:pt x="351910" y="33816"/>
                  <a:pt x="354382" y="35530"/>
                </a:cubicBezTo>
                <a:cubicBezTo>
                  <a:pt x="356853" y="37242"/>
                  <a:pt x="358822" y="40062"/>
                  <a:pt x="360287" y="43990"/>
                </a:cubicBezTo>
                <a:cubicBezTo>
                  <a:pt x="361294" y="46730"/>
                  <a:pt x="361797" y="50932"/>
                  <a:pt x="361797" y="56597"/>
                </a:cubicBezTo>
                <a:lnTo>
                  <a:pt x="361797" y="83385"/>
                </a:lnTo>
                <a:cubicBezTo>
                  <a:pt x="361797" y="87359"/>
                  <a:pt x="362118" y="90054"/>
                  <a:pt x="362759" y="91470"/>
                </a:cubicBezTo>
                <a:cubicBezTo>
                  <a:pt x="363262" y="92611"/>
                  <a:pt x="364075" y="93502"/>
                  <a:pt x="365196" y="94141"/>
                </a:cubicBezTo>
                <a:cubicBezTo>
                  <a:pt x="366318" y="94781"/>
                  <a:pt x="368389" y="95100"/>
                  <a:pt x="371410" y="95100"/>
                </a:cubicBezTo>
                <a:lnTo>
                  <a:pt x="371410" y="97641"/>
                </a:lnTo>
                <a:lnTo>
                  <a:pt x="340305" y="97641"/>
                </a:lnTo>
                <a:lnTo>
                  <a:pt x="340305" y="95100"/>
                </a:lnTo>
                <a:lnTo>
                  <a:pt x="341610" y="95100"/>
                </a:lnTo>
                <a:cubicBezTo>
                  <a:pt x="344540" y="95100"/>
                  <a:pt x="346588" y="94656"/>
                  <a:pt x="347755" y="93768"/>
                </a:cubicBezTo>
                <a:cubicBezTo>
                  <a:pt x="348923" y="92880"/>
                  <a:pt x="349735" y="91571"/>
                  <a:pt x="350193" y="89841"/>
                </a:cubicBezTo>
                <a:cubicBezTo>
                  <a:pt x="350376" y="89157"/>
                  <a:pt x="350468" y="87017"/>
                  <a:pt x="350468" y="83419"/>
                </a:cubicBezTo>
                <a:lnTo>
                  <a:pt x="350468" y="57801"/>
                </a:lnTo>
                <a:cubicBezTo>
                  <a:pt x="350468" y="52109"/>
                  <a:pt x="349724" y="47976"/>
                  <a:pt x="348236" y="45402"/>
                </a:cubicBezTo>
                <a:cubicBezTo>
                  <a:pt x="346748" y="42829"/>
                  <a:pt x="344242" y="41542"/>
                  <a:pt x="340717" y="41542"/>
                </a:cubicBezTo>
                <a:cubicBezTo>
                  <a:pt x="335270" y="41542"/>
                  <a:pt x="329845" y="44503"/>
                  <a:pt x="324444" y="50423"/>
                </a:cubicBezTo>
                <a:lnTo>
                  <a:pt x="324444" y="83419"/>
                </a:lnTo>
                <a:cubicBezTo>
                  <a:pt x="324444" y="87655"/>
                  <a:pt x="324695" y="90273"/>
                  <a:pt x="325199" y="91275"/>
                </a:cubicBezTo>
                <a:cubicBezTo>
                  <a:pt x="325840" y="92595"/>
                  <a:pt x="326721" y="93563"/>
                  <a:pt x="327843" y="94178"/>
                </a:cubicBezTo>
                <a:cubicBezTo>
                  <a:pt x="328964" y="94793"/>
                  <a:pt x="331241" y="95100"/>
                  <a:pt x="334675" y="95100"/>
                </a:cubicBezTo>
                <a:lnTo>
                  <a:pt x="334675" y="97641"/>
                </a:lnTo>
                <a:lnTo>
                  <a:pt x="303569" y="97641"/>
                </a:lnTo>
                <a:lnTo>
                  <a:pt x="303569" y="95100"/>
                </a:lnTo>
                <a:lnTo>
                  <a:pt x="304943" y="95100"/>
                </a:lnTo>
                <a:cubicBezTo>
                  <a:pt x="308147" y="95100"/>
                  <a:pt x="310310" y="94290"/>
                  <a:pt x="311432" y="92669"/>
                </a:cubicBezTo>
                <a:cubicBezTo>
                  <a:pt x="312553" y="91047"/>
                  <a:pt x="313114" y="87952"/>
                  <a:pt x="313114" y="83385"/>
                </a:cubicBezTo>
                <a:lnTo>
                  <a:pt x="313114" y="60090"/>
                </a:lnTo>
                <a:cubicBezTo>
                  <a:pt x="313114" y="52554"/>
                  <a:pt x="312942" y="47964"/>
                  <a:pt x="312599" y="46321"/>
                </a:cubicBezTo>
                <a:cubicBezTo>
                  <a:pt x="312256" y="44676"/>
                  <a:pt x="311729" y="43556"/>
                  <a:pt x="311020" y="42963"/>
                </a:cubicBezTo>
                <a:cubicBezTo>
                  <a:pt x="310310" y="42369"/>
                  <a:pt x="309360" y="42072"/>
                  <a:pt x="308170" y="42072"/>
                </a:cubicBezTo>
                <a:cubicBezTo>
                  <a:pt x="306888" y="42072"/>
                  <a:pt x="305355" y="42415"/>
                  <a:pt x="303569" y="43100"/>
                </a:cubicBezTo>
                <a:lnTo>
                  <a:pt x="302539" y="40632"/>
                </a:lnTo>
                <a:lnTo>
                  <a:pt x="321491" y="32959"/>
                </a:lnTo>
                <a:lnTo>
                  <a:pt x="324444" y="32959"/>
                </a:lnTo>
                <a:lnTo>
                  <a:pt x="324444" y="46280"/>
                </a:lnTo>
                <a:close/>
                <a:moveTo>
                  <a:pt x="394756" y="46280"/>
                </a:moveTo>
                <a:cubicBezTo>
                  <a:pt x="402126" y="37399"/>
                  <a:pt x="409153" y="32959"/>
                  <a:pt x="415837" y="32959"/>
                </a:cubicBezTo>
                <a:cubicBezTo>
                  <a:pt x="419270" y="32959"/>
                  <a:pt x="422222" y="33816"/>
                  <a:pt x="424694" y="35530"/>
                </a:cubicBezTo>
                <a:cubicBezTo>
                  <a:pt x="427166" y="37242"/>
                  <a:pt x="429135" y="40062"/>
                  <a:pt x="430600" y="43990"/>
                </a:cubicBezTo>
                <a:cubicBezTo>
                  <a:pt x="431607" y="46730"/>
                  <a:pt x="432110" y="50932"/>
                  <a:pt x="432110" y="56597"/>
                </a:cubicBezTo>
                <a:lnTo>
                  <a:pt x="432110" y="83385"/>
                </a:lnTo>
                <a:cubicBezTo>
                  <a:pt x="432110" y="87359"/>
                  <a:pt x="432431" y="90054"/>
                  <a:pt x="433071" y="91470"/>
                </a:cubicBezTo>
                <a:cubicBezTo>
                  <a:pt x="433575" y="92611"/>
                  <a:pt x="434388" y="93502"/>
                  <a:pt x="435509" y="94141"/>
                </a:cubicBezTo>
                <a:cubicBezTo>
                  <a:pt x="436631" y="94781"/>
                  <a:pt x="438702" y="95100"/>
                  <a:pt x="441723" y="95100"/>
                </a:cubicBezTo>
                <a:lnTo>
                  <a:pt x="441723" y="97641"/>
                </a:lnTo>
                <a:lnTo>
                  <a:pt x="410618" y="97641"/>
                </a:lnTo>
                <a:lnTo>
                  <a:pt x="410618" y="95100"/>
                </a:lnTo>
                <a:lnTo>
                  <a:pt x="411923" y="95100"/>
                </a:lnTo>
                <a:cubicBezTo>
                  <a:pt x="414852" y="95100"/>
                  <a:pt x="416901" y="94656"/>
                  <a:pt x="418068" y="93768"/>
                </a:cubicBezTo>
                <a:cubicBezTo>
                  <a:pt x="419235" y="92880"/>
                  <a:pt x="420048" y="91571"/>
                  <a:pt x="420506" y="89841"/>
                </a:cubicBezTo>
                <a:cubicBezTo>
                  <a:pt x="420689" y="89157"/>
                  <a:pt x="420780" y="87017"/>
                  <a:pt x="420780" y="83419"/>
                </a:cubicBezTo>
                <a:lnTo>
                  <a:pt x="420780" y="57801"/>
                </a:lnTo>
                <a:cubicBezTo>
                  <a:pt x="420780" y="52109"/>
                  <a:pt x="420037" y="47976"/>
                  <a:pt x="418549" y="45402"/>
                </a:cubicBezTo>
                <a:cubicBezTo>
                  <a:pt x="417061" y="42829"/>
                  <a:pt x="414555" y="41542"/>
                  <a:pt x="411030" y="41542"/>
                </a:cubicBezTo>
                <a:cubicBezTo>
                  <a:pt x="405583" y="41542"/>
                  <a:pt x="400158" y="44503"/>
                  <a:pt x="394756" y="50423"/>
                </a:cubicBezTo>
                <a:lnTo>
                  <a:pt x="394756" y="83419"/>
                </a:lnTo>
                <a:cubicBezTo>
                  <a:pt x="394756" y="87655"/>
                  <a:pt x="395008" y="90273"/>
                  <a:pt x="395512" y="91275"/>
                </a:cubicBezTo>
                <a:cubicBezTo>
                  <a:pt x="396153" y="92595"/>
                  <a:pt x="397034" y="93563"/>
                  <a:pt x="398155" y="94178"/>
                </a:cubicBezTo>
                <a:cubicBezTo>
                  <a:pt x="399277" y="94793"/>
                  <a:pt x="401554" y="95100"/>
                  <a:pt x="404987" y="95100"/>
                </a:cubicBezTo>
                <a:lnTo>
                  <a:pt x="404987" y="97641"/>
                </a:lnTo>
                <a:lnTo>
                  <a:pt x="373882" y="97641"/>
                </a:lnTo>
                <a:lnTo>
                  <a:pt x="373882" y="95100"/>
                </a:lnTo>
                <a:lnTo>
                  <a:pt x="375256" y="95100"/>
                </a:lnTo>
                <a:cubicBezTo>
                  <a:pt x="378460" y="95100"/>
                  <a:pt x="380623" y="94290"/>
                  <a:pt x="381744" y="92669"/>
                </a:cubicBezTo>
                <a:cubicBezTo>
                  <a:pt x="382866" y="91047"/>
                  <a:pt x="383427" y="87952"/>
                  <a:pt x="383427" y="83385"/>
                </a:cubicBezTo>
                <a:lnTo>
                  <a:pt x="383427" y="60090"/>
                </a:lnTo>
                <a:cubicBezTo>
                  <a:pt x="383427" y="52554"/>
                  <a:pt x="383255" y="47964"/>
                  <a:pt x="382912" y="46321"/>
                </a:cubicBezTo>
                <a:cubicBezTo>
                  <a:pt x="382568" y="44676"/>
                  <a:pt x="382042" y="43556"/>
                  <a:pt x="381332" y="42963"/>
                </a:cubicBezTo>
                <a:cubicBezTo>
                  <a:pt x="380623" y="42369"/>
                  <a:pt x="379673" y="42072"/>
                  <a:pt x="378483" y="42072"/>
                </a:cubicBezTo>
                <a:cubicBezTo>
                  <a:pt x="377201" y="42072"/>
                  <a:pt x="375668" y="42415"/>
                  <a:pt x="373882" y="43100"/>
                </a:cubicBezTo>
                <a:lnTo>
                  <a:pt x="372852" y="40632"/>
                </a:lnTo>
                <a:lnTo>
                  <a:pt x="391804" y="32959"/>
                </a:lnTo>
                <a:lnTo>
                  <a:pt x="394756" y="32959"/>
                </a:lnTo>
                <a:lnTo>
                  <a:pt x="394756" y="46280"/>
                </a:lnTo>
                <a:close/>
                <a:moveTo>
                  <a:pt x="457310" y="58502"/>
                </a:moveTo>
                <a:cubicBezTo>
                  <a:pt x="457264" y="67819"/>
                  <a:pt x="459530" y="75127"/>
                  <a:pt x="464108" y="80426"/>
                </a:cubicBezTo>
                <a:cubicBezTo>
                  <a:pt x="468686" y="85723"/>
                  <a:pt x="474065" y="88371"/>
                  <a:pt x="480244" y="88371"/>
                </a:cubicBezTo>
                <a:cubicBezTo>
                  <a:pt x="484364" y="88371"/>
                  <a:pt x="487946" y="87238"/>
                  <a:pt x="490990" y="84972"/>
                </a:cubicBezTo>
                <a:cubicBezTo>
                  <a:pt x="494035" y="82706"/>
                  <a:pt x="496587" y="78827"/>
                  <a:pt x="498647" y="73334"/>
                </a:cubicBezTo>
                <a:lnTo>
                  <a:pt x="500775" y="74707"/>
                </a:lnTo>
                <a:cubicBezTo>
                  <a:pt x="499814" y="80978"/>
                  <a:pt x="497022" y="86689"/>
                  <a:pt x="492398" y="91839"/>
                </a:cubicBezTo>
                <a:cubicBezTo>
                  <a:pt x="487775" y="96989"/>
                  <a:pt x="481984" y="99564"/>
                  <a:pt x="475026" y="99564"/>
                </a:cubicBezTo>
                <a:cubicBezTo>
                  <a:pt x="467473" y="99564"/>
                  <a:pt x="461007" y="96629"/>
                  <a:pt x="455628" y="90760"/>
                </a:cubicBezTo>
                <a:cubicBezTo>
                  <a:pt x="450249" y="84889"/>
                  <a:pt x="447560" y="76997"/>
                  <a:pt x="447560" y="67083"/>
                </a:cubicBezTo>
                <a:cubicBezTo>
                  <a:pt x="447560" y="56349"/>
                  <a:pt x="450318" y="47978"/>
                  <a:pt x="455834" y="41971"/>
                </a:cubicBezTo>
                <a:cubicBezTo>
                  <a:pt x="461350" y="35963"/>
                  <a:pt x="468274" y="32959"/>
                  <a:pt x="476605" y="32959"/>
                </a:cubicBezTo>
                <a:cubicBezTo>
                  <a:pt x="483655" y="32959"/>
                  <a:pt x="489445" y="35276"/>
                  <a:pt x="493977" y="39911"/>
                </a:cubicBezTo>
                <a:cubicBezTo>
                  <a:pt x="498509" y="44545"/>
                  <a:pt x="500775" y="50742"/>
                  <a:pt x="500775" y="58502"/>
                </a:cubicBezTo>
                <a:lnTo>
                  <a:pt x="457310" y="58502"/>
                </a:lnTo>
                <a:moveTo>
                  <a:pt x="457310" y="54520"/>
                </a:moveTo>
                <a:lnTo>
                  <a:pt x="486424" y="54520"/>
                </a:lnTo>
                <a:cubicBezTo>
                  <a:pt x="486195" y="50491"/>
                  <a:pt x="485715" y="47653"/>
                  <a:pt x="484982" y="46005"/>
                </a:cubicBezTo>
                <a:cubicBezTo>
                  <a:pt x="483838" y="43442"/>
                  <a:pt x="482133" y="41428"/>
                  <a:pt x="479867" y="39963"/>
                </a:cubicBezTo>
                <a:cubicBezTo>
                  <a:pt x="477601" y="38498"/>
                  <a:pt x="475232" y="37766"/>
                  <a:pt x="472760" y="37766"/>
                </a:cubicBezTo>
                <a:cubicBezTo>
                  <a:pt x="468960" y="37766"/>
                  <a:pt x="465562" y="39242"/>
                  <a:pt x="462563" y="42194"/>
                </a:cubicBezTo>
                <a:cubicBezTo>
                  <a:pt x="459565" y="45147"/>
                  <a:pt x="457814" y="49255"/>
                  <a:pt x="457310" y="54520"/>
                </a:cubicBezTo>
                <a:close/>
                <a:moveTo>
                  <a:pt x="562595" y="73746"/>
                </a:moveTo>
                <a:cubicBezTo>
                  <a:pt x="560901" y="82031"/>
                  <a:pt x="557583" y="88406"/>
                  <a:pt x="552639" y="92869"/>
                </a:cubicBezTo>
                <a:cubicBezTo>
                  <a:pt x="547695" y="97332"/>
                  <a:pt x="542224" y="99564"/>
                  <a:pt x="536228" y="99564"/>
                </a:cubicBezTo>
                <a:cubicBezTo>
                  <a:pt x="529087" y="99564"/>
                  <a:pt x="522861" y="96569"/>
                  <a:pt x="517551" y="90579"/>
                </a:cubicBezTo>
                <a:cubicBezTo>
                  <a:pt x="512241" y="84588"/>
                  <a:pt x="509586" y="76494"/>
                  <a:pt x="509586" y="66296"/>
                </a:cubicBezTo>
                <a:cubicBezTo>
                  <a:pt x="509586" y="56418"/>
                  <a:pt x="512527" y="48393"/>
                  <a:pt x="518409" y="42220"/>
                </a:cubicBezTo>
                <a:cubicBezTo>
                  <a:pt x="524291" y="36046"/>
                  <a:pt x="531352" y="32959"/>
                  <a:pt x="539592" y="32959"/>
                </a:cubicBezTo>
                <a:cubicBezTo>
                  <a:pt x="545772" y="32959"/>
                  <a:pt x="550853" y="34591"/>
                  <a:pt x="554836" y="37854"/>
                </a:cubicBezTo>
                <a:cubicBezTo>
                  <a:pt x="558818" y="41115"/>
                  <a:pt x="560810" y="44503"/>
                  <a:pt x="560810" y="48016"/>
                </a:cubicBezTo>
                <a:cubicBezTo>
                  <a:pt x="560810" y="49750"/>
                  <a:pt x="560249" y="51153"/>
                  <a:pt x="559127" y="52226"/>
                </a:cubicBezTo>
                <a:cubicBezTo>
                  <a:pt x="558006" y="53297"/>
                  <a:pt x="556438" y="53833"/>
                  <a:pt x="554424" y="53833"/>
                </a:cubicBezTo>
                <a:cubicBezTo>
                  <a:pt x="551723" y="53833"/>
                  <a:pt x="549686" y="52963"/>
                  <a:pt x="548313" y="51224"/>
                </a:cubicBezTo>
                <a:cubicBezTo>
                  <a:pt x="547535" y="50262"/>
                  <a:pt x="547020" y="48431"/>
                  <a:pt x="546768" y="45731"/>
                </a:cubicBezTo>
                <a:cubicBezTo>
                  <a:pt x="546516" y="43030"/>
                  <a:pt x="545589" y="40970"/>
                  <a:pt x="543987" y="39551"/>
                </a:cubicBezTo>
                <a:cubicBezTo>
                  <a:pt x="542385" y="38178"/>
                  <a:pt x="540164" y="37491"/>
                  <a:pt x="537326" y="37491"/>
                </a:cubicBezTo>
                <a:cubicBezTo>
                  <a:pt x="532749" y="37491"/>
                  <a:pt x="529064" y="39185"/>
                  <a:pt x="526271" y="42572"/>
                </a:cubicBezTo>
                <a:cubicBezTo>
                  <a:pt x="522563" y="47058"/>
                  <a:pt x="520709" y="52986"/>
                  <a:pt x="520709" y="60356"/>
                </a:cubicBezTo>
                <a:cubicBezTo>
                  <a:pt x="520709" y="67864"/>
                  <a:pt x="522552" y="74490"/>
                  <a:pt x="526237" y="80235"/>
                </a:cubicBezTo>
                <a:cubicBezTo>
                  <a:pt x="529922" y="85980"/>
                  <a:pt x="534900" y="88852"/>
                  <a:pt x="541172" y="88852"/>
                </a:cubicBezTo>
                <a:cubicBezTo>
                  <a:pt x="545658" y="88852"/>
                  <a:pt x="549686" y="87318"/>
                  <a:pt x="553257" y="84251"/>
                </a:cubicBezTo>
                <a:cubicBezTo>
                  <a:pt x="555774" y="82146"/>
                  <a:pt x="558223" y="78323"/>
                  <a:pt x="560604" y="72784"/>
                </a:cubicBezTo>
                <a:lnTo>
                  <a:pt x="562595" y="73746"/>
                </a:lnTo>
                <a:close/>
                <a:moveTo>
                  <a:pt x="589877" y="14008"/>
                </a:moveTo>
                <a:lnTo>
                  <a:pt x="589877" y="34744"/>
                </a:lnTo>
                <a:lnTo>
                  <a:pt x="604571" y="34744"/>
                </a:lnTo>
                <a:lnTo>
                  <a:pt x="604571" y="39551"/>
                </a:lnTo>
                <a:lnTo>
                  <a:pt x="589877" y="39551"/>
                </a:lnTo>
                <a:lnTo>
                  <a:pt x="589877" y="80282"/>
                </a:lnTo>
                <a:cubicBezTo>
                  <a:pt x="589877" y="84352"/>
                  <a:pt x="590460" y="87095"/>
                  <a:pt x="591628" y="88513"/>
                </a:cubicBezTo>
                <a:cubicBezTo>
                  <a:pt x="592795" y="89929"/>
                  <a:pt x="594294" y="90637"/>
                  <a:pt x="596125" y="90637"/>
                </a:cubicBezTo>
                <a:cubicBezTo>
                  <a:pt x="597636" y="90637"/>
                  <a:pt x="599101" y="90168"/>
                  <a:pt x="600520" y="89230"/>
                </a:cubicBezTo>
                <a:cubicBezTo>
                  <a:pt x="601939" y="88291"/>
                  <a:pt x="603037" y="86906"/>
                  <a:pt x="603816" y="85075"/>
                </a:cubicBezTo>
                <a:lnTo>
                  <a:pt x="606494" y="85075"/>
                </a:lnTo>
                <a:cubicBezTo>
                  <a:pt x="604891" y="89574"/>
                  <a:pt x="602625" y="92977"/>
                  <a:pt x="599696" y="95283"/>
                </a:cubicBezTo>
                <a:cubicBezTo>
                  <a:pt x="596766" y="97587"/>
                  <a:pt x="593745" y="98740"/>
                  <a:pt x="590632" y="98740"/>
                </a:cubicBezTo>
                <a:cubicBezTo>
                  <a:pt x="588526" y="98740"/>
                  <a:pt x="586466" y="98155"/>
                  <a:pt x="584452" y="96987"/>
                </a:cubicBezTo>
                <a:cubicBezTo>
                  <a:pt x="582438" y="95818"/>
                  <a:pt x="580950" y="94146"/>
                  <a:pt x="579989" y="91970"/>
                </a:cubicBezTo>
                <a:cubicBezTo>
                  <a:pt x="579028" y="89793"/>
                  <a:pt x="578547" y="86435"/>
                  <a:pt x="578547" y="81898"/>
                </a:cubicBezTo>
                <a:lnTo>
                  <a:pt x="578547" y="39551"/>
                </a:lnTo>
                <a:lnTo>
                  <a:pt x="568590" y="39551"/>
                </a:lnTo>
                <a:lnTo>
                  <a:pt x="568590" y="37285"/>
                </a:lnTo>
                <a:cubicBezTo>
                  <a:pt x="571108" y="36275"/>
                  <a:pt x="573683" y="34565"/>
                  <a:pt x="576315" y="32154"/>
                </a:cubicBezTo>
                <a:cubicBezTo>
                  <a:pt x="578947" y="29744"/>
                  <a:pt x="581294" y="26886"/>
                  <a:pt x="583353" y="23580"/>
                </a:cubicBezTo>
                <a:cubicBezTo>
                  <a:pt x="584406" y="21836"/>
                  <a:pt x="585871" y="18645"/>
                  <a:pt x="587748" y="14008"/>
                </a:cubicBezTo>
                <a:lnTo>
                  <a:pt x="589877" y="14008"/>
                </a:lnTo>
                <a:close/>
                <a:moveTo>
                  <a:pt x="701550" y="32959"/>
                </a:moveTo>
                <a:lnTo>
                  <a:pt x="701550" y="113786"/>
                </a:lnTo>
                <a:cubicBezTo>
                  <a:pt x="701550" y="117811"/>
                  <a:pt x="701824" y="120395"/>
                  <a:pt x="702374" y="121538"/>
                </a:cubicBezTo>
                <a:cubicBezTo>
                  <a:pt x="702923" y="122683"/>
                  <a:pt x="703781" y="123575"/>
                  <a:pt x="704948" y="124214"/>
                </a:cubicBezTo>
                <a:cubicBezTo>
                  <a:pt x="706116" y="124855"/>
                  <a:pt x="708393" y="125176"/>
                  <a:pt x="711781" y="125176"/>
                </a:cubicBezTo>
                <a:lnTo>
                  <a:pt x="711781" y="127716"/>
                </a:lnTo>
                <a:lnTo>
                  <a:pt x="680057" y="127716"/>
                </a:lnTo>
                <a:lnTo>
                  <a:pt x="680057" y="125176"/>
                </a:lnTo>
                <a:lnTo>
                  <a:pt x="681362" y="125176"/>
                </a:lnTo>
                <a:cubicBezTo>
                  <a:pt x="683926" y="125176"/>
                  <a:pt x="685871" y="124809"/>
                  <a:pt x="687199" y="124077"/>
                </a:cubicBezTo>
                <a:cubicBezTo>
                  <a:pt x="688114" y="123573"/>
                  <a:pt x="688847" y="122669"/>
                  <a:pt x="689396" y="121365"/>
                </a:cubicBezTo>
                <a:cubicBezTo>
                  <a:pt x="689945" y="120060"/>
                  <a:pt x="690220" y="117531"/>
                  <a:pt x="690220" y="113777"/>
                </a:cubicBezTo>
                <a:lnTo>
                  <a:pt x="690220" y="86723"/>
                </a:lnTo>
                <a:cubicBezTo>
                  <a:pt x="686054" y="91667"/>
                  <a:pt x="682415" y="95043"/>
                  <a:pt x="679302" y="96851"/>
                </a:cubicBezTo>
                <a:cubicBezTo>
                  <a:pt x="676189" y="98660"/>
                  <a:pt x="672962" y="99564"/>
                  <a:pt x="669620" y="99564"/>
                </a:cubicBezTo>
                <a:cubicBezTo>
                  <a:pt x="663532" y="99564"/>
                  <a:pt x="658096" y="96797"/>
                  <a:pt x="653312" y="91264"/>
                </a:cubicBezTo>
                <a:cubicBezTo>
                  <a:pt x="648529" y="85731"/>
                  <a:pt x="646137" y="78323"/>
                  <a:pt x="646137" y="69040"/>
                </a:cubicBezTo>
                <a:cubicBezTo>
                  <a:pt x="646137" y="58384"/>
                  <a:pt x="649295" y="49707"/>
                  <a:pt x="655613" y="43008"/>
                </a:cubicBezTo>
                <a:cubicBezTo>
                  <a:pt x="661930" y="36309"/>
                  <a:pt x="669552" y="32959"/>
                  <a:pt x="678478" y="32959"/>
                </a:cubicBezTo>
                <a:cubicBezTo>
                  <a:pt x="681087" y="32959"/>
                  <a:pt x="683491" y="33325"/>
                  <a:pt x="685688" y="34058"/>
                </a:cubicBezTo>
                <a:cubicBezTo>
                  <a:pt x="687885" y="34790"/>
                  <a:pt x="689854" y="35889"/>
                  <a:pt x="691593" y="37354"/>
                </a:cubicBezTo>
                <a:cubicBezTo>
                  <a:pt x="694248" y="36072"/>
                  <a:pt x="696789" y="34607"/>
                  <a:pt x="699215" y="32959"/>
                </a:cubicBezTo>
                <a:lnTo>
                  <a:pt x="701550" y="32959"/>
                </a:lnTo>
                <a:moveTo>
                  <a:pt x="690220" y="82408"/>
                </a:moveTo>
                <a:lnTo>
                  <a:pt x="690220" y="52921"/>
                </a:lnTo>
                <a:cubicBezTo>
                  <a:pt x="690220" y="49492"/>
                  <a:pt x="689774" y="46795"/>
                  <a:pt x="688881" y="44829"/>
                </a:cubicBezTo>
                <a:cubicBezTo>
                  <a:pt x="687988" y="42862"/>
                  <a:pt x="686397" y="41194"/>
                  <a:pt x="684109" y="39823"/>
                </a:cubicBezTo>
                <a:cubicBezTo>
                  <a:pt x="681820" y="38451"/>
                  <a:pt x="679233" y="37766"/>
                  <a:pt x="676349" y="37766"/>
                </a:cubicBezTo>
                <a:cubicBezTo>
                  <a:pt x="671223" y="37766"/>
                  <a:pt x="666828" y="39937"/>
                  <a:pt x="663166" y="44280"/>
                </a:cubicBezTo>
                <a:cubicBezTo>
                  <a:pt x="659504" y="48623"/>
                  <a:pt x="657673" y="55206"/>
                  <a:pt x="657673" y="64030"/>
                </a:cubicBezTo>
                <a:cubicBezTo>
                  <a:pt x="657673" y="72487"/>
                  <a:pt x="659538" y="78910"/>
                  <a:pt x="663269" y="83299"/>
                </a:cubicBezTo>
                <a:cubicBezTo>
                  <a:pt x="667000" y="87688"/>
                  <a:pt x="671497" y="89882"/>
                  <a:pt x="676761" y="89882"/>
                </a:cubicBezTo>
                <a:cubicBezTo>
                  <a:pt x="679462" y="89882"/>
                  <a:pt x="681866" y="89299"/>
                  <a:pt x="683971" y="88133"/>
                </a:cubicBezTo>
                <a:cubicBezTo>
                  <a:pt x="686077" y="86967"/>
                  <a:pt x="688160" y="85059"/>
                  <a:pt x="690220" y="82408"/>
                </a:cubicBezTo>
                <a:close/>
                <a:moveTo>
                  <a:pt x="771313" y="34744"/>
                </a:moveTo>
                <a:lnTo>
                  <a:pt x="771313" y="72853"/>
                </a:lnTo>
                <a:cubicBezTo>
                  <a:pt x="771313" y="80132"/>
                  <a:pt x="771485" y="84583"/>
                  <a:pt x="771828" y="86208"/>
                </a:cubicBezTo>
                <a:cubicBezTo>
                  <a:pt x="772172" y="87833"/>
                  <a:pt x="772721" y="88966"/>
                  <a:pt x="773476" y="89607"/>
                </a:cubicBezTo>
                <a:cubicBezTo>
                  <a:pt x="774232" y="90248"/>
                  <a:pt x="775113" y="90569"/>
                  <a:pt x="776120" y="90569"/>
                </a:cubicBezTo>
                <a:cubicBezTo>
                  <a:pt x="777539" y="90569"/>
                  <a:pt x="779141" y="90179"/>
                  <a:pt x="780926" y="89401"/>
                </a:cubicBezTo>
                <a:lnTo>
                  <a:pt x="781888" y="91805"/>
                </a:lnTo>
                <a:lnTo>
                  <a:pt x="763073" y="99564"/>
                </a:lnTo>
                <a:lnTo>
                  <a:pt x="759984" y="99564"/>
                </a:lnTo>
                <a:lnTo>
                  <a:pt x="759984" y="86243"/>
                </a:lnTo>
                <a:cubicBezTo>
                  <a:pt x="754582" y="92102"/>
                  <a:pt x="750462" y="95787"/>
                  <a:pt x="747624" y="97298"/>
                </a:cubicBezTo>
                <a:cubicBezTo>
                  <a:pt x="744786" y="98808"/>
                  <a:pt x="741787" y="99564"/>
                  <a:pt x="738629" y="99564"/>
                </a:cubicBezTo>
                <a:cubicBezTo>
                  <a:pt x="735104" y="99564"/>
                  <a:pt x="732048" y="98545"/>
                  <a:pt x="729462" y="96508"/>
                </a:cubicBezTo>
                <a:cubicBezTo>
                  <a:pt x="726876" y="94471"/>
                  <a:pt x="725079" y="91850"/>
                  <a:pt x="724072" y="88646"/>
                </a:cubicBezTo>
                <a:cubicBezTo>
                  <a:pt x="723065" y="85442"/>
                  <a:pt x="722561" y="80910"/>
                  <a:pt x="722561" y="75050"/>
                </a:cubicBezTo>
                <a:lnTo>
                  <a:pt x="722561" y="46967"/>
                </a:lnTo>
                <a:cubicBezTo>
                  <a:pt x="722561" y="43991"/>
                  <a:pt x="722241" y="41931"/>
                  <a:pt x="721600" y="40787"/>
                </a:cubicBezTo>
                <a:cubicBezTo>
                  <a:pt x="720959" y="39642"/>
                  <a:pt x="720009" y="38761"/>
                  <a:pt x="718750" y="38143"/>
                </a:cubicBezTo>
                <a:cubicBezTo>
                  <a:pt x="717491" y="37525"/>
                  <a:pt x="715214" y="37239"/>
                  <a:pt x="711918" y="37285"/>
                </a:cubicBezTo>
                <a:lnTo>
                  <a:pt x="711918" y="34744"/>
                </a:lnTo>
                <a:lnTo>
                  <a:pt x="733959" y="34744"/>
                </a:lnTo>
                <a:lnTo>
                  <a:pt x="733959" y="76733"/>
                </a:lnTo>
                <a:cubicBezTo>
                  <a:pt x="733959" y="82578"/>
                  <a:pt x="734978" y="86414"/>
                  <a:pt x="737015" y="88240"/>
                </a:cubicBezTo>
                <a:cubicBezTo>
                  <a:pt x="739052" y="90067"/>
                  <a:pt x="741513" y="90981"/>
                  <a:pt x="744397" y="90981"/>
                </a:cubicBezTo>
                <a:cubicBezTo>
                  <a:pt x="746365" y="90981"/>
                  <a:pt x="748597" y="90364"/>
                  <a:pt x="751091" y="89131"/>
                </a:cubicBezTo>
                <a:cubicBezTo>
                  <a:pt x="753586" y="87898"/>
                  <a:pt x="756550" y="85547"/>
                  <a:pt x="759984" y="82078"/>
                </a:cubicBezTo>
                <a:lnTo>
                  <a:pt x="759984" y="46531"/>
                </a:lnTo>
                <a:cubicBezTo>
                  <a:pt x="759984" y="42969"/>
                  <a:pt x="759331" y="40561"/>
                  <a:pt x="758027" y="39306"/>
                </a:cubicBezTo>
                <a:cubicBezTo>
                  <a:pt x="756722" y="38050"/>
                  <a:pt x="754010" y="37376"/>
                  <a:pt x="749890" y="37285"/>
                </a:cubicBezTo>
                <a:lnTo>
                  <a:pt x="749890" y="34744"/>
                </a:lnTo>
                <a:lnTo>
                  <a:pt x="771313" y="34744"/>
                </a:lnTo>
                <a:close/>
                <a:moveTo>
                  <a:pt x="822125" y="88577"/>
                </a:moveTo>
                <a:cubicBezTo>
                  <a:pt x="815671" y="93567"/>
                  <a:pt x="811619" y="96451"/>
                  <a:pt x="809972" y="97229"/>
                </a:cubicBezTo>
                <a:cubicBezTo>
                  <a:pt x="807500" y="98419"/>
                  <a:pt x="804867" y="99014"/>
                  <a:pt x="802075" y="99014"/>
                </a:cubicBezTo>
                <a:cubicBezTo>
                  <a:pt x="797726" y="99014"/>
                  <a:pt x="794144" y="97527"/>
                  <a:pt x="791329" y="94551"/>
                </a:cubicBezTo>
                <a:cubicBezTo>
                  <a:pt x="788514" y="91576"/>
                  <a:pt x="787106" y="87662"/>
                  <a:pt x="787106" y="82809"/>
                </a:cubicBezTo>
                <a:cubicBezTo>
                  <a:pt x="787106" y="79742"/>
                  <a:pt x="787793" y="77087"/>
                  <a:pt x="789166" y="74844"/>
                </a:cubicBezTo>
                <a:cubicBezTo>
                  <a:pt x="791043" y="71732"/>
                  <a:pt x="794304" y="68802"/>
                  <a:pt x="798951" y="66055"/>
                </a:cubicBezTo>
                <a:cubicBezTo>
                  <a:pt x="803597" y="63309"/>
                  <a:pt x="811322" y="59967"/>
                  <a:pt x="822125" y="56030"/>
                </a:cubicBezTo>
                <a:lnTo>
                  <a:pt x="822125" y="53558"/>
                </a:lnTo>
                <a:cubicBezTo>
                  <a:pt x="822125" y="47287"/>
                  <a:pt x="821130" y="42984"/>
                  <a:pt x="819138" y="40649"/>
                </a:cubicBezTo>
                <a:cubicBezTo>
                  <a:pt x="817147" y="38315"/>
                  <a:pt x="814252" y="37148"/>
                  <a:pt x="810452" y="37148"/>
                </a:cubicBezTo>
                <a:cubicBezTo>
                  <a:pt x="807568" y="37148"/>
                  <a:pt x="805279" y="37923"/>
                  <a:pt x="803586" y="39474"/>
                </a:cubicBezTo>
                <a:cubicBezTo>
                  <a:pt x="801846" y="41024"/>
                  <a:pt x="800976" y="42803"/>
                  <a:pt x="800976" y="44810"/>
                </a:cubicBezTo>
                <a:lnTo>
                  <a:pt x="801114" y="48778"/>
                </a:lnTo>
                <a:cubicBezTo>
                  <a:pt x="801114" y="50875"/>
                  <a:pt x="800576" y="52493"/>
                  <a:pt x="799500" y="53633"/>
                </a:cubicBezTo>
                <a:cubicBezTo>
                  <a:pt x="798424" y="54774"/>
                  <a:pt x="797017" y="55344"/>
                  <a:pt x="795277" y="55344"/>
                </a:cubicBezTo>
                <a:cubicBezTo>
                  <a:pt x="793583" y="55344"/>
                  <a:pt x="792199" y="54751"/>
                  <a:pt x="791123" y="53565"/>
                </a:cubicBezTo>
                <a:cubicBezTo>
                  <a:pt x="790047" y="52377"/>
                  <a:pt x="789509" y="50757"/>
                  <a:pt x="789509" y="48703"/>
                </a:cubicBezTo>
                <a:cubicBezTo>
                  <a:pt x="789509" y="44779"/>
                  <a:pt x="791524" y="41174"/>
                  <a:pt x="795552" y="37888"/>
                </a:cubicBezTo>
                <a:cubicBezTo>
                  <a:pt x="799580" y="34602"/>
                  <a:pt x="805234" y="32959"/>
                  <a:pt x="812512" y="32959"/>
                </a:cubicBezTo>
                <a:cubicBezTo>
                  <a:pt x="818097" y="32959"/>
                  <a:pt x="822675" y="33896"/>
                  <a:pt x="826245" y="35770"/>
                </a:cubicBezTo>
                <a:cubicBezTo>
                  <a:pt x="828946" y="37188"/>
                  <a:pt x="830937" y="39406"/>
                  <a:pt x="832219" y="42424"/>
                </a:cubicBezTo>
                <a:cubicBezTo>
                  <a:pt x="833043" y="44390"/>
                  <a:pt x="833455" y="48413"/>
                  <a:pt x="833455" y="54494"/>
                </a:cubicBezTo>
                <a:lnTo>
                  <a:pt x="833455" y="75823"/>
                </a:lnTo>
                <a:cubicBezTo>
                  <a:pt x="833455" y="81812"/>
                  <a:pt x="833569" y="85482"/>
                  <a:pt x="833798" y="86831"/>
                </a:cubicBezTo>
                <a:cubicBezTo>
                  <a:pt x="834027" y="88180"/>
                  <a:pt x="834405" y="89083"/>
                  <a:pt x="834931" y="89541"/>
                </a:cubicBezTo>
                <a:cubicBezTo>
                  <a:pt x="835458" y="89997"/>
                  <a:pt x="836064" y="90225"/>
                  <a:pt x="836751" y="90225"/>
                </a:cubicBezTo>
                <a:cubicBezTo>
                  <a:pt x="837483" y="90225"/>
                  <a:pt x="838124" y="90065"/>
                  <a:pt x="838673" y="89745"/>
                </a:cubicBezTo>
                <a:cubicBezTo>
                  <a:pt x="839635" y="89150"/>
                  <a:pt x="841489" y="87479"/>
                  <a:pt x="844235" y="84732"/>
                </a:cubicBezTo>
                <a:lnTo>
                  <a:pt x="844235" y="88577"/>
                </a:lnTo>
                <a:cubicBezTo>
                  <a:pt x="839108" y="95444"/>
                  <a:pt x="834210" y="98877"/>
                  <a:pt x="829541" y="98877"/>
                </a:cubicBezTo>
                <a:cubicBezTo>
                  <a:pt x="827298" y="98877"/>
                  <a:pt x="825513" y="98099"/>
                  <a:pt x="824185" y="96542"/>
                </a:cubicBezTo>
                <a:cubicBezTo>
                  <a:pt x="822858" y="94986"/>
                  <a:pt x="822171" y="92331"/>
                  <a:pt x="822125" y="88577"/>
                </a:cubicBezTo>
                <a:moveTo>
                  <a:pt x="822125" y="84075"/>
                </a:moveTo>
                <a:lnTo>
                  <a:pt x="822125" y="60219"/>
                </a:lnTo>
                <a:cubicBezTo>
                  <a:pt x="815213" y="62953"/>
                  <a:pt x="810750" y="64889"/>
                  <a:pt x="808736" y="66030"/>
                </a:cubicBezTo>
                <a:cubicBezTo>
                  <a:pt x="805119" y="68035"/>
                  <a:pt x="802533" y="70132"/>
                  <a:pt x="800976" y="72319"/>
                </a:cubicBezTo>
                <a:cubicBezTo>
                  <a:pt x="799420" y="74506"/>
                  <a:pt x="798642" y="76899"/>
                  <a:pt x="798642" y="79496"/>
                </a:cubicBezTo>
                <a:cubicBezTo>
                  <a:pt x="798642" y="82778"/>
                  <a:pt x="799626" y="85501"/>
                  <a:pt x="801594" y="87665"/>
                </a:cubicBezTo>
                <a:cubicBezTo>
                  <a:pt x="803563" y="89830"/>
                  <a:pt x="805829" y="90912"/>
                  <a:pt x="808392" y="90912"/>
                </a:cubicBezTo>
                <a:cubicBezTo>
                  <a:pt x="811871" y="90912"/>
                  <a:pt x="816449" y="88633"/>
                  <a:pt x="822125" y="84075"/>
                </a:cubicBezTo>
                <a:close/>
                <a:moveTo>
                  <a:pt x="893352" y="90569"/>
                </a:moveTo>
                <a:cubicBezTo>
                  <a:pt x="890285" y="93773"/>
                  <a:pt x="887287" y="96073"/>
                  <a:pt x="884357" y="97469"/>
                </a:cubicBezTo>
                <a:cubicBezTo>
                  <a:pt x="881427" y="98866"/>
                  <a:pt x="878269" y="99564"/>
                  <a:pt x="874881" y="99564"/>
                </a:cubicBezTo>
                <a:cubicBezTo>
                  <a:pt x="868015" y="99564"/>
                  <a:pt x="862018" y="96698"/>
                  <a:pt x="856891" y="90966"/>
                </a:cubicBezTo>
                <a:cubicBezTo>
                  <a:pt x="851764" y="85232"/>
                  <a:pt x="849201" y="77865"/>
                  <a:pt x="849201" y="68864"/>
                </a:cubicBezTo>
                <a:cubicBezTo>
                  <a:pt x="849201" y="59865"/>
                  <a:pt x="852039" y="51631"/>
                  <a:pt x="857715" y="44162"/>
                </a:cubicBezTo>
                <a:cubicBezTo>
                  <a:pt x="863391" y="36693"/>
                  <a:pt x="870693" y="32959"/>
                  <a:pt x="879619" y="32959"/>
                </a:cubicBezTo>
                <a:cubicBezTo>
                  <a:pt x="885158" y="32959"/>
                  <a:pt x="889736" y="34721"/>
                  <a:pt x="893352" y="38246"/>
                </a:cubicBezTo>
                <a:lnTo>
                  <a:pt x="893352" y="26616"/>
                </a:lnTo>
                <a:cubicBezTo>
                  <a:pt x="893352" y="19399"/>
                  <a:pt x="893180" y="14963"/>
                  <a:pt x="892837" y="13308"/>
                </a:cubicBezTo>
                <a:cubicBezTo>
                  <a:pt x="892494" y="11653"/>
                  <a:pt x="891956" y="10527"/>
                  <a:pt x="891224" y="9931"/>
                </a:cubicBezTo>
                <a:cubicBezTo>
                  <a:pt x="890491" y="9333"/>
                  <a:pt x="889576" y="9034"/>
                  <a:pt x="888477" y="9034"/>
                </a:cubicBezTo>
                <a:cubicBezTo>
                  <a:pt x="887287" y="9034"/>
                  <a:pt x="885707" y="9401"/>
                  <a:pt x="883739" y="10137"/>
                </a:cubicBezTo>
                <a:lnTo>
                  <a:pt x="882846" y="7723"/>
                </a:lnTo>
                <a:lnTo>
                  <a:pt x="901592" y="0"/>
                </a:lnTo>
                <a:lnTo>
                  <a:pt x="904682" y="0"/>
                </a:lnTo>
                <a:lnTo>
                  <a:pt x="904682" y="72716"/>
                </a:lnTo>
                <a:cubicBezTo>
                  <a:pt x="904682" y="80086"/>
                  <a:pt x="904854" y="84583"/>
                  <a:pt x="905197" y="86208"/>
                </a:cubicBezTo>
                <a:cubicBezTo>
                  <a:pt x="905540" y="87833"/>
                  <a:pt x="906090" y="88966"/>
                  <a:pt x="906845" y="89607"/>
                </a:cubicBezTo>
                <a:cubicBezTo>
                  <a:pt x="907600" y="90248"/>
                  <a:pt x="908481" y="90569"/>
                  <a:pt x="909488" y="90569"/>
                </a:cubicBezTo>
                <a:cubicBezTo>
                  <a:pt x="910724" y="90569"/>
                  <a:pt x="912372" y="90179"/>
                  <a:pt x="914432" y="89401"/>
                </a:cubicBezTo>
                <a:lnTo>
                  <a:pt x="915188" y="91805"/>
                </a:lnTo>
                <a:lnTo>
                  <a:pt x="896511" y="99564"/>
                </a:lnTo>
                <a:lnTo>
                  <a:pt x="893352" y="99564"/>
                </a:lnTo>
                <a:lnTo>
                  <a:pt x="893352" y="90569"/>
                </a:lnTo>
                <a:moveTo>
                  <a:pt x="893352" y="85777"/>
                </a:moveTo>
                <a:lnTo>
                  <a:pt x="893352" y="53449"/>
                </a:lnTo>
                <a:cubicBezTo>
                  <a:pt x="893077" y="50343"/>
                  <a:pt x="892254" y="47512"/>
                  <a:pt x="890880" y="44956"/>
                </a:cubicBezTo>
                <a:cubicBezTo>
                  <a:pt x="889507" y="42398"/>
                  <a:pt x="887687" y="40469"/>
                  <a:pt x="885421" y="39169"/>
                </a:cubicBezTo>
                <a:cubicBezTo>
                  <a:pt x="883155" y="37867"/>
                  <a:pt x="880947" y="37216"/>
                  <a:pt x="878795" y="37216"/>
                </a:cubicBezTo>
                <a:cubicBezTo>
                  <a:pt x="874767" y="37216"/>
                  <a:pt x="871173" y="39020"/>
                  <a:pt x="868015" y="42628"/>
                </a:cubicBezTo>
                <a:cubicBezTo>
                  <a:pt x="863849" y="47376"/>
                  <a:pt x="861766" y="54316"/>
                  <a:pt x="861766" y="63448"/>
                </a:cubicBezTo>
                <a:cubicBezTo>
                  <a:pt x="861766" y="72672"/>
                  <a:pt x="863780" y="79739"/>
                  <a:pt x="867809" y="84648"/>
                </a:cubicBezTo>
                <a:cubicBezTo>
                  <a:pt x="871837" y="89557"/>
                  <a:pt x="876323" y="92011"/>
                  <a:pt x="881267" y="92011"/>
                </a:cubicBezTo>
                <a:cubicBezTo>
                  <a:pt x="885433" y="92011"/>
                  <a:pt x="889461" y="89933"/>
                  <a:pt x="893352" y="85777"/>
                </a:cubicBezTo>
                <a:close/>
                <a:moveTo>
                  <a:pt x="959889" y="32959"/>
                </a:moveTo>
                <a:lnTo>
                  <a:pt x="959889" y="54245"/>
                </a:lnTo>
                <a:lnTo>
                  <a:pt x="957623" y="54245"/>
                </a:lnTo>
                <a:cubicBezTo>
                  <a:pt x="955883" y="47569"/>
                  <a:pt x="953652" y="43028"/>
                  <a:pt x="950928" y="40622"/>
                </a:cubicBezTo>
                <a:cubicBezTo>
                  <a:pt x="948204" y="38214"/>
                  <a:pt x="944737" y="37010"/>
                  <a:pt x="940525" y="37010"/>
                </a:cubicBezTo>
                <a:cubicBezTo>
                  <a:pt x="937321" y="37010"/>
                  <a:pt x="934734" y="37856"/>
                  <a:pt x="932766" y="39549"/>
                </a:cubicBezTo>
                <a:cubicBezTo>
                  <a:pt x="930798" y="41240"/>
                  <a:pt x="929813" y="43114"/>
                  <a:pt x="929813" y="45173"/>
                </a:cubicBezTo>
                <a:cubicBezTo>
                  <a:pt x="929813" y="47733"/>
                  <a:pt x="930546" y="49928"/>
                  <a:pt x="932011" y="51756"/>
                </a:cubicBezTo>
                <a:cubicBezTo>
                  <a:pt x="933430" y="53631"/>
                  <a:pt x="936314" y="55620"/>
                  <a:pt x="940662" y="57723"/>
                </a:cubicBezTo>
                <a:lnTo>
                  <a:pt x="950688" y="62594"/>
                </a:lnTo>
                <a:cubicBezTo>
                  <a:pt x="959980" y="67120"/>
                  <a:pt x="964627" y="73088"/>
                  <a:pt x="964627" y="80496"/>
                </a:cubicBezTo>
                <a:cubicBezTo>
                  <a:pt x="964627" y="86211"/>
                  <a:pt x="962464" y="90818"/>
                  <a:pt x="958138" y="94317"/>
                </a:cubicBezTo>
                <a:cubicBezTo>
                  <a:pt x="953812" y="97815"/>
                  <a:pt x="948971" y="99564"/>
                  <a:pt x="943615" y="99564"/>
                </a:cubicBezTo>
                <a:cubicBezTo>
                  <a:pt x="939770" y="99564"/>
                  <a:pt x="935375" y="98877"/>
                  <a:pt x="930431" y="97504"/>
                </a:cubicBezTo>
                <a:cubicBezTo>
                  <a:pt x="928921" y="97046"/>
                  <a:pt x="927685" y="96817"/>
                  <a:pt x="926723" y="96817"/>
                </a:cubicBezTo>
                <a:cubicBezTo>
                  <a:pt x="925671" y="96817"/>
                  <a:pt x="924847" y="97412"/>
                  <a:pt x="924252" y="98602"/>
                </a:cubicBezTo>
                <a:lnTo>
                  <a:pt x="921986" y="98602"/>
                </a:lnTo>
                <a:lnTo>
                  <a:pt x="921986" y="76080"/>
                </a:lnTo>
                <a:lnTo>
                  <a:pt x="924252" y="76080"/>
                </a:lnTo>
                <a:cubicBezTo>
                  <a:pt x="925533" y="82512"/>
                  <a:pt x="927982" y="87359"/>
                  <a:pt x="931599" y="90620"/>
                </a:cubicBezTo>
                <a:cubicBezTo>
                  <a:pt x="935215" y="93882"/>
                  <a:pt x="939266" y="95512"/>
                  <a:pt x="943752" y="95512"/>
                </a:cubicBezTo>
                <a:cubicBezTo>
                  <a:pt x="946911" y="95512"/>
                  <a:pt x="949486" y="94587"/>
                  <a:pt x="951477" y="92736"/>
                </a:cubicBezTo>
                <a:cubicBezTo>
                  <a:pt x="953468" y="90883"/>
                  <a:pt x="954464" y="88654"/>
                  <a:pt x="954464" y="86047"/>
                </a:cubicBezTo>
                <a:cubicBezTo>
                  <a:pt x="954464" y="82892"/>
                  <a:pt x="953354" y="80240"/>
                  <a:pt x="951134" y="78091"/>
                </a:cubicBezTo>
                <a:cubicBezTo>
                  <a:pt x="948914" y="75942"/>
                  <a:pt x="944485" y="73222"/>
                  <a:pt x="937847" y="69931"/>
                </a:cubicBezTo>
                <a:cubicBezTo>
                  <a:pt x="931210" y="66638"/>
                  <a:pt x="926861" y="63665"/>
                  <a:pt x="924801" y="61013"/>
                </a:cubicBezTo>
                <a:cubicBezTo>
                  <a:pt x="922741" y="58406"/>
                  <a:pt x="921711" y="55114"/>
                  <a:pt x="921711" y="51136"/>
                </a:cubicBezTo>
                <a:cubicBezTo>
                  <a:pt x="921711" y="45969"/>
                  <a:pt x="923485" y="41648"/>
                  <a:pt x="927032" y="38173"/>
                </a:cubicBezTo>
                <a:cubicBezTo>
                  <a:pt x="930580" y="34697"/>
                  <a:pt x="935169" y="32959"/>
                  <a:pt x="940800" y="32959"/>
                </a:cubicBezTo>
                <a:cubicBezTo>
                  <a:pt x="943272" y="32959"/>
                  <a:pt x="946270" y="33485"/>
                  <a:pt x="949795" y="34538"/>
                </a:cubicBezTo>
                <a:cubicBezTo>
                  <a:pt x="952130" y="35225"/>
                  <a:pt x="953686" y="35568"/>
                  <a:pt x="954464" y="35568"/>
                </a:cubicBezTo>
                <a:cubicBezTo>
                  <a:pt x="955197" y="35568"/>
                  <a:pt x="955769" y="35408"/>
                  <a:pt x="956181" y="35088"/>
                </a:cubicBezTo>
                <a:cubicBezTo>
                  <a:pt x="956593" y="34767"/>
                  <a:pt x="957073" y="34058"/>
                  <a:pt x="957623" y="32959"/>
                </a:cubicBezTo>
                <a:lnTo>
                  <a:pt x="959889" y="32959"/>
                </a:lnTo>
                <a:close/>
                <a:moveTo>
                  <a:pt x="1033681" y="39551"/>
                </a:moveTo>
                <a:lnTo>
                  <a:pt x="1033681" y="80938"/>
                </a:lnTo>
                <a:cubicBezTo>
                  <a:pt x="1033681" y="86805"/>
                  <a:pt x="1034322" y="90517"/>
                  <a:pt x="1035604" y="92075"/>
                </a:cubicBezTo>
                <a:cubicBezTo>
                  <a:pt x="1037297" y="94092"/>
                  <a:pt x="1039563" y="95100"/>
                  <a:pt x="1042402" y="95100"/>
                </a:cubicBezTo>
                <a:lnTo>
                  <a:pt x="1048101" y="95100"/>
                </a:lnTo>
                <a:lnTo>
                  <a:pt x="1048101" y="97641"/>
                </a:lnTo>
                <a:lnTo>
                  <a:pt x="1010541" y="97641"/>
                </a:lnTo>
                <a:lnTo>
                  <a:pt x="1010541" y="95100"/>
                </a:lnTo>
                <a:lnTo>
                  <a:pt x="1013356" y="95100"/>
                </a:lnTo>
                <a:cubicBezTo>
                  <a:pt x="1015187" y="95100"/>
                  <a:pt x="1016858" y="94642"/>
                  <a:pt x="1018369" y="93725"/>
                </a:cubicBezTo>
                <a:cubicBezTo>
                  <a:pt x="1019879" y="92808"/>
                  <a:pt x="1020921" y="91571"/>
                  <a:pt x="1021493" y="90013"/>
                </a:cubicBezTo>
                <a:cubicBezTo>
                  <a:pt x="1022065" y="88455"/>
                  <a:pt x="1022351" y="85430"/>
                  <a:pt x="1022351" y="80938"/>
                </a:cubicBezTo>
                <a:lnTo>
                  <a:pt x="1022351" y="39551"/>
                </a:lnTo>
                <a:lnTo>
                  <a:pt x="1010129" y="39551"/>
                </a:lnTo>
                <a:lnTo>
                  <a:pt x="1010129" y="34744"/>
                </a:lnTo>
                <a:lnTo>
                  <a:pt x="1022351" y="34744"/>
                </a:lnTo>
                <a:lnTo>
                  <a:pt x="1022351" y="30607"/>
                </a:lnTo>
                <a:cubicBezTo>
                  <a:pt x="1022351" y="24312"/>
                  <a:pt x="1023358" y="18981"/>
                  <a:pt x="1025373" y="14615"/>
                </a:cubicBezTo>
                <a:cubicBezTo>
                  <a:pt x="1027387" y="10249"/>
                  <a:pt x="1030465" y="6722"/>
                  <a:pt x="1034608" y="4034"/>
                </a:cubicBezTo>
                <a:cubicBezTo>
                  <a:pt x="1038751" y="1345"/>
                  <a:pt x="1043409" y="0"/>
                  <a:pt x="1048581" y="0"/>
                </a:cubicBezTo>
                <a:cubicBezTo>
                  <a:pt x="1053388" y="0"/>
                  <a:pt x="1057805" y="1556"/>
                  <a:pt x="1061834" y="4669"/>
                </a:cubicBezTo>
                <a:cubicBezTo>
                  <a:pt x="1064489" y="6729"/>
                  <a:pt x="1065816" y="9041"/>
                  <a:pt x="1065816" y="11604"/>
                </a:cubicBezTo>
                <a:cubicBezTo>
                  <a:pt x="1065816" y="12978"/>
                  <a:pt x="1065221" y="14271"/>
                  <a:pt x="1064031" y="15484"/>
                </a:cubicBezTo>
                <a:cubicBezTo>
                  <a:pt x="1062841" y="16697"/>
                  <a:pt x="1061559" y="17303"/>
                  <a:pt x="1060186" y="17303"/>
                </a:cubicBezTo>
                <a:cubicBezTo>
                  <a:pt x="1059133" y="17303"/>
                  <a:pt x="1058023" y="16922"/>
                  <a:pt x="1056856" y="16158"/>
                </a:cubicBezTo>
                <a:cubicBezTo>
                  <a:pt x="1055688" y="15394"/>
                  <a:pt x="1054258" y="13751"/>
                  <a:pt x="1052564" y="11229"/>
                </a:cubicBezTo>
                <a:cubicBezTo>
                  <a:pt x="1050870" y="8707"/>
                  <a:pt x="1049314" y="7006"/>
                  <a:pt x="1047895" y="6126"/>
                </a:cubicBezTo>
                <a:cubicBezTo>
                  <a:pt x="1046476" y="5246"/>
                  <a:pt x="1044896" y="4807"/>
                  <a:pt x="1043157" y="4807"/>
                </a:cubicBezTo>
                <a:cubicBezTo>
                  <a:pt x="1041051" y="4807"/>
                  <a:pt x="1039266" y="5373"/>
                  <a:pt x="1037801" y="6506"/>
                </a:cubicBezTo>
                <a:cubicBezTo>
                  <a:pt x="1036336" y="7638"/>
                  <a:pt x="1035283" y="9393"/>
                  <a:pt x="1034642" y="11772"/>
                </a:cubicBezTo>
                <a:cubicBezTo>
                  <a:pt x="1034002" y="14151"/>
                  <a:pt x="1033681" y="20283"/>
                  <a:pt x="1033681" y="30170"/>
                </a:cubicBezTo>
                <a:lnTo>
                  <a:pt x="1033681" y="34744"/>
                </a:lnTo>
                <a:lnTo>
                  <a:pt x="1049886" y="34744"/>
                </a:lnTo>
                <a:lnTo>
                  <a:pt x="1049886" y="39551"/>
                </a:lnTo>
                <a:lnTo>
                  <a:pt x="1033681" y="39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rom">
            <a:extLst xmlns:a="http://schemas.openxmlformats.org/drawingml/2006/main">
              <a:ext uri="{FF2B5EF4-FFF2-40B4-BE49-F238E27FC236}">
                <a16:creationId xmlns:a16="http://schemas.microsoft.com/office/drawing/2014/main" id="{9178AF79-5FE7-43B3-95C9-D69E43B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636" y="2937331"/>
            <a:ext cx="225014" cy="66605"/>
          </a:xfrm>
          <a:custGeom xmlns:a="http://schemas.openxmlformats.org/drawingml/2006/main">
            <a:pathLst>
              <a:path w="225014" h="66605">
                <a:moveTo>
                  <a:pt x="21904" y="0"/>
                </a:moveTo>
                <a:lnTo>
                  <a:pt x="21904" y="14145"/>
                </a:lnTo>
                <a:cubicBezTo>
                  <a:pt x="27168" y="4715"/>
                  <a:pt x="32570" y="0"/>
                  <a:pt x="38109" y="0"/>
                </a:cubicBezTo>
                <a:cubicBezTo>
                  <a:pt x="40627" y="0"/>
                  <a:pt x="42710" y="767"/>
                  <a:pt x="44358" y="2300"/>
                </a:cubicBezTo>
                <a:cubicBezTo>
                  <a:pt x="46006" y="3834"/>
                  <a:pt x="46830" y="5608"/>
                  <a:pt x="46830" y="7622"/>
                </a:cubicBezTo>
                <a:cubicBezTo>
                  <a:pt x="46830" y="9407"/>
                  <a:pt x="46234" y="10918"/>
                  <a:pt x="45044" y="12154"/>
                </a:cubicBezTo>
                <a:cubicBezTo>
                  <a:pt x="43854" y="13390"/>
                  <a:pt x="42435" y="14008"/>
                  <a:pt x="40787" y="14008"/>
                </a:cubicBezTo>
                <a:cubicBezTo>
                  <a:pt x="39185" y="14008"/>
                  <a:pt x="37388" y="13218"/>
                  <a:pt x="35397" y="11639"/>
                </a:cubicBezTo>
                <a:cubicBezTo>
                  <a:pt x="33406" y="10059"/>
                  <a:pt x="31929" y="9270"/>
                  <a:pt x="30968" y="9270"/>
                </a:cubicBezTo>
                <a:cubicBezTo>
                  <a:pt x="30144" y="9270"/>
                  <a:pt x="29251" y="9726"/>
                  <a:pt x="28290" y="10639"/>
                </a:cubicBezTo>
                <a:cubicBezTo>
                  <a:pt x="26230" y="12511"/>
                  <a:pt x="24101" y="15593"/>
                  <a:pt x="21904" y="19885"/>
                </a:cubicBezTo>
                <a:lnTo>
                  <a:pt x="21904" y="49951"/>
                </a:lnTo>
                <a:cubicBezTo>
                  <a:pt x="21904" y="53420"/>
                  <a:pt x="22339" y="56045"/>
                  <a:pt x="23209" y="57826"/>
                </a:cubicBezTo>
                <a:cubicBezTo>
                  <a:pt x="23804" y="59059"/>
                  <a:pt x="24857" y="60087"/>
                  <a:pt x="26367" y="60910"/>
                </a:cubicBezTo>
                <a:cubicBezTo>
                  <a:pt x="27878" y="61731"/>
                  <a:pt x="30052" y="62141"/>
                  <a:pt x="32891" y="62141"/>
                </a:cubicBezTo>
                <a:lnTo>
                  <a:pt x="32891" y="64682"/>
                </a:lnTo>
                <a:lnTo>
                  <a:pt x="687" y="64682"/>
                </a:lnTo>
                <a:lnTo>
                  <a:pt x="687" y="62141"/>
                </a:lnTo>
                <a:cubicBezTo>
                  <a:pt x="3891" y="62141"/>
                  <a:pt x="6271" y="61639"/>
                  <a:pt x="7828" y="60635"/>
                </a:cubicBezTo>
                <a:cubicBezTo>
                  <a:pt x="8972" y="59904"/>
                  <a:pt x="9773" y="58739"/>
                  <a:pt x="10231" y="57140"/>
                </a:cubicBezTo>
                <a:cubicBezTo>
                  <a:pt x="10460" y="56363"/>
                  <a:pt x="10574" y="54148"/>
                  <a:pt x="10574" y="50494"/>
                </a:cubicBezTo>
                <a:lnTo>
                  <a:pt x="10574" y="26172"/>
                </a:lnTo>
                <a:cubicBezTo>
                  <a:pt x="10574" y="18863"/>
                  <a:pt x="10426" y="14513"/>
                  <a:pt x="10128" y="13121"/>
                </a:cubicBezTo>
                <a:cubicBezTo>
                  <a:pt x="9831" y="11728"/>
                  <a:pt x="9281" y="10712"/>
                  <a:pt x="8480" y="10072"/>
                </a:cubicBezTo>
                <a:cubicBezTo>
                  <a:pt x="7679" y="9433"/>
                  <a:pt x="6683" y="9113"/>
                  <a:pt x="5493" y="9113"/>
                </a:cubicBezTo>
                <a:cubicBezTo>
                  <a:pt x="4074" y="9113"/>
                  <a:pt x="2472" y="9456"/>
                  <a:pt x="687" y="10141"/>
                </a:cubicBezTo>
                <a:lnTo>
                  <a:pt x="0" y="7673"/>
                </a:lnTo>
                <a:lnTo>
                  <a:pt x="19020" y="0"/>
                </a:lnTo>
                <a:lnTo>
                  <a:pt x="21904" y="0"/>
                </a:lnTo>
                <a:close/>
                <a:moveTo>
                  <a:pt x="81092" y="0"/>
                </a:moveTo>
                <a:cubicBezTo>
                  <a:pt x="90614" y="0"/>
                  <a:pt x="98259" y="3613"/>
                  <a:pt x="104027" y="10838"/>
                </a:cubicBezTo>
                <a:cubicBezTo>
                  <a:pt x="108925" y="17011"/>
                  <a:pt x="111374" y="24099"/>
                  <a:pt x="111374" y="32103"/>
                </a:cubicBezTo>
                <a:cubicBezTo>
                  <a:pt x="111374" y="37728"/>
                  <a:pt x="110023" y="43421"/>
                  <a:pt x="107323" y="49183"/>
                </a:cubicBezTo>
                <a:cubicBezTo>
                  <a:pt x="104622" y="54944"/>
                  <a:pt x="100902" y="59288"/>
                  <a:pt x="96164" y="62214"/>
                </a:cubicBezTo>
                <a:cubicBezTo>
                  <a:pt x="91427" y="65141"/>
                  <a:pt x="86151" y="66605"/>
                  <a:pt x="80337" y="66605"/>
                </a:cubicBezTo>
                <a:cubicBezTo>
                  <a:pt x="70861" y="66605"/>
                  <a:pt x="63331" y="62832"/>
                  <a:pt x="57746" y="55286"/>
                </a:cubicBezTo>
                <a:cubicBezTo>
                  <a:pt x="53031" y="48930"/>
                  <a:pt x="50674" y="41797"/>
                  <a:pt x="50674" y="33886"/>
                </a:cubicBezTo>
                <a:cubicBezTo>
                  <a:pt x="50674" y="28124"/>
                  <a:pt x="52104" y="22396"/>
                  <a:pt x="54965" y="16703"/>
                </a:cubicBezTo>
                <a:cubicBezTo>
                  <a:pt x="57826" y="11009"/>
                  <a:pt x="61592" y="6802"/>
                  <a:pt x="66261" y="4081"/>
                </a:cubicBezTo>
                <a:cubicBezTo>
                  <a:pt x="70930" y="1360"/>
                  <a:pt x="75874" y="0"/>
                  <a:pt x="81092" y="0"/>
                </a:cubicBezTo>
                <a:moveTo>
                  <a:pt x="78964" y="4532"/>
                </a:moveTo>
                <a:cubicBezTo>
                  <a:pt x="76538" y="4532"/>
                  <a:pt x="74100" y="5252"/>
                  <a:pt x="71651" y="6693"/>
                </a:cubicBezTo>
                <a:cubicBezTo>
                  <a:pt x="69202" y="8133"/>
                  <a:pt x="67222" y="10659"/>
                  <a:pt x="65712" y="14272"/>
                </a:cubicBezTo>
                <a:cubicBezTo>
                  <a:pt x="64201" y="17884"/>
                  <a:pt x="63446" y="22524"/>
                  <a:pt x="63446" y="28193"/>
                </a:cubicBezTo>
                <a:cubicBezTo>
                  <a:pt x="63446" y="37337"/>
                  <a:pt x="65265" y="45224"/>
                  <a:pt x="68904" y="51855"/>
                </a:cubicBezTo>
                <a:cubicBezTo>
                  <a:pt x="72544" y="58484"/>
                  <a:pt x="77339" y="61798"/>
                  <a:pt x="83290" y="61798"/>
                </a:cubicBezTo>
                <a:cubicBezTo>
                  <a:pt x="87730" y="61798"/>
                  <a:pt x="91392" y="59969"/>
                  <a:pt x="94276" y="56311"/>
                </a:cubicBezTo>
                <a:cubicBezTo>
                  <a:pt x="97160" y="52654"/>
                  <a:pt x="98602" y="46367"/>
                  <a:pt x="98602" y="37452"/>
                </a:cubicBezTo>
                <a:cubicBezTo>
                  <a:pt x="98602" y="26296"/>
                  <a:pt x="96199" y="17517"/>
                  <a:pt x="91392" y="11115"/>
                </a:cubicBezTo>
                <a:cubicBezTo>
                  <a:pt x="88142" y="6726"/>
                  <a:pt x="83999" y="4532"/>
                  <a:pt x="78964" y="4532"/>
                </a:cubicBezTo>
                <a:close/>
                <a:moveTo>
                  <a:pt x="139320" y="13390"/>
                </a:moveTo>
                <a:cubicBezTo>
                  <a:pt x="143898" y="8812"/>
                  <a:pt x="146599" y="6180"/>
                  <a:pt x="147423" y="5493"/>
                </a:cubicBezTo>
                <a:cubicBezTo>
                  <a:pt x="149483" y="3754"/>
                  <a:pt x="151703" y="2403"/>
                  <a:pt x="154083" y="1442"/>
                </a:cubicBezTo>
                <a:cubicBezTo>
                  <a:pt x="156464" y="481"/>
                  <a:pt x="158821" y="0"/>
                  <a:pt x="161156" y="0"/>
                </a:cubicBezTo>
                <a:cubicBezTo>
                  <a:pt x="165093" y="0"/>
                  <a:pt x="168480" y="1144"/>
                  <a:pt x="171318" y="3433"/>
                </a:cubicBezTo>
                <a:cubicBezTo>
                  <a:pt x="174156" y="5722"/>
                  <a:pt x="176056" y="9041"/>
                  <a:pt x="177017" y="13390"/>
                </a:cubicBezTo>
                <a:cubicBezTo>
                  <a:pt x="181732" y="7896"/>
                  <a:pt x="185715" y="4292"/>
                  <a:pt x="188965" y="2575"/>
                </a:cubicBezTo>
                <a:cubicBezTo>
                  <a:pt x="192215" y="858"/>
                  <a:pt x="195557" y="0"/>
                  <a:pt x="198990" y="0"/>
                </a:cubicBezTo>
                <a:cubicBezTo>
                  <a:pt x="202332" y="0"/>
                  <a:pt x="205296" y="857"/>
                  <a:pt x="207882" y="2571"/>
                </a:cubicBezTo>
                <a:cubicBezTo>
                  <a:pt x="210469" y="4283"/>
                  <a:pt x="212517" y="7080"/>
                  <a:pt x="214028" y="10963"/>
                </a:cubicBezTo>
                <a:cubicBezTo>
                  <a:pt x="215035" y="13612"/>
                  <a:pt x="215538" y="17768"/>
                  <a:pt x="215538" y="23432"/>
                </a:cubicBezTo>
                <a:lnTo>
                  <a:pt x="215538" y="50426"/>
                </a:lnTo>
                <a:cubicBezTo>
                  <a:pt x="215538" y="54354"/>
                  <a:pt x="215836" y="57049"/>
                  <a:pt x="216431" y="58511"/>
                </a:cubicBezTo>
                <a:cubicBezTo>
                  <a:pt x="216889" y="59515"/>
                  <a:pt x="217736" y="60371"/>
                  <a:pt x="218972" y="61079"/>
                </a:cubicBezTo>
                <a:cubicBezTo>
                  <a:pt x="220208" y="61787"/>
                  <a:pt x="222222" y="62141"/>
                  <a:pt x="225014" y="62141"/>
                </a:cubicBezTo>
                <a:lnTo>
                  <a:pt x="225014" y="64682"/>
                </a:lnTo>
                <a:lnTo>
                  <a:pt x="193978" y="64682"/>
                </a:lnTo>
                <a:lnTo>
                  <a:pt x="193978" y="62141"/>
                </a:lnTo>
                <a:lnTo>
                  <a:pt x="195282" y="62141"/>
                </a:lnTo>
                <a:cubicBezTo>
                  <a:pt x="197983" y="62141"/>
                  <a:pt x="200089" y="61618"/>
                  <a:pt x="201599" y="60571"/>
                </a:cubicBezTo>
                <a:cubicBezTo>
                  <a:pt x="202652" y="59841"/>
                  <a:pt x="203408" y="58680"/>
                  <a:pt x="203865" y="57086"/>
                </a:cubicBezTo>
                <a:cubicBezTo>
                  <a:pt x="204048" y="56312"/>
                  <a:pt x="204140" y="54103"/>
                  <a:pt x="204140" y="50460"/>
                </a:cubicBezTo>
                <a:lnTo>
                  <a:pt x="204140" y="23543"/>
                </a:lnTo>
                <a:cubicBezTo>
                  <a:pt x="204140" y="18442"/>
                  <a:pt x="203522" y="14844"/>
                  <a:pt x="202286" y="12750"/>
                </a:cubicBezTo>
                <a:cubicBezTo>
                  <a:pt x="200501" y="9835"/>
                  <a:pt x="197640" y="8377"/>
                  <a:pt x="193703" y="8377"/>
                </a:cubicBezTo>
                <a:cubicBezTo>
                  <a:pt x="191277" y="8377"/>
                  <a:pt x="188839" y="8981"/>
                  <a:pt x="186390" y="10188"/>
                </a:cubicBezTo>
                <a:cubicBezTo>
                  <a:pt x="183941" y="11394"/>
                  <a:pt x="180977" y="13637"/>
                  <a:pt x="177498" y="16917"/>
                </a:cubicBezTo>
                <a:lnTo>
                  <a:pt x="177361" y="17668"/>
                </a:lnTo>
                <a:lnTo>
                  <a:pt x="177498" y="20606"/>
                </a:lnTo>
                <a:lnTo>
                  <a:pt x="177498" y="50460"/>
                </a:lnTo>
                <a:cubicBezTo>
                  <a:pt x="177498" y="54741"/>
                  <a:pt x="177738" y="57406"/>
                  <a:pt x="178219" y="58453"/>
                </a:cubicBezTo>
                <a:cubicBezTo>
                  <a:pt x="178700" y="59500"/>
                  <a:pt x="179604" y="60377"/>
                  <a:pt x="180931" y="61084"/>
                </a:cubicBezTo>
                <a:cubicBezTo>
                  <a:pt x="182259" y="61789"/>
                  <a:pt x="184525" y="62141"/>
                  <a:pt x="187729" y="62141"/>
                </a:cubicBezTo>
                <a:lnTo>
                  <a:pt x="187729" y="64682"/>
                </a:lnTo>
                <a:lnTo>
                  <a:pt x="155937" y="64682"/>
                </a:lnTo>
                <a:lnTo>
                  <a:pt x="155937" y="62141"/>
                </a:lnTo>
                <a:cubicBezTo>
                  <a:pt x="159416" y="62141"/>
                  <a:pt x="161808" y="61732"/>
                  <a:pt x="163113" y="60912"/>
                </a:cubicBezTo>
                <a:cubicBezTo>
                  <a:pt x="164417" y="60092"/>
                  <a:pt x="165321" y="58863"/>
                  <a:pt x="165825" y="57223"/>
                </a:cubicBezTo>
                <a:cubicBezTo>
                  <a:pt x="166054" y="56448"/>
                  <a:pt x="166168" y="54194"/>
                  <a:pt x="166168" y="50460"/>
                </a:cubicBezTo>
                <a:lnTo>
                  <a:pt x="166168" y="23543"/>
                </a:lnTo>
                <a:cubicBezTo>
                  <a:pt x="166168" y="18442"/>
                  <a:pt x="165413" y="14776"/>
                  <a:pt x="163902" y="12544"/>
                </a:cubicBezTo>
                <a:cubicBezTo>
                  <a:pt x="161888" y="9629"/>
                  <a:pt x="159073" y="8171"/>
                  <a:pt x="155457" y="8171"/>
                </a:cubicBezTo>
                <a:cubicBezTo>
                  <a:pt x="152985" y="8171"/>
                  <a:pt x="150536" y="8831"/>
                  <a:pt x="148109" y="10152"/>
                </a:cubicBezTo>
                <a:cubicBezTo>
                  <a:pt x="144310" y="12156"/>
                  <a:pt x="141380" y="14410"/>
                  <a:pt x="139320" y="16915"/>
                </a:cubicBezTo>
                <a:lnTo>
                  <a:pt x="139320" y="50460"/>
                </a:lnTo>
                <a:cubicBezTo>
                  <a:pt x="139320" y="54558"/>
                  <a:pt x="139606" y="57223"/>
                  <a:pt x="140179" y="58453"/>
                </a:cubicBezTo>
                <a:cubicBezTo>
                  <a:pt x="140751" y="59682"/>
                  <a:pt x="141598" y="60604"/>
                  <a:pt x="142719" y="61219"/>
                </a:cubicBezTo>
                <a:cubicBezTo>
                  <a:pt x="143841" y="61834"/>
                  <a:pt x="146118" y="62141"/>
                  <a:pt x="149551" y="62141"/>
                </a:cubicBezTo>
                <a:lnTo>
                  <a:pt x="149551" y="64682"/>
                </a:lnTo>
                <a:lnTo>
                  <a:pt x="118446" y="64682"/>
                </a:lnTo>
                <a:lnTo>
                  <a:pt x="118446" y="62141"/>
                </a:lnTo>
                <a:cubicBezTo>
                  <a:pt x="121330" y="62141"/>
                  <a:pt x="123344" y="61833"/>
                  <a:pt x="124489" y="61217"/>
                </a:cubicBezTo>
                <a:cubicBezTo>
                  <a:pt x="125633" y="60600"/>
                  <a:pt x="126503" y="59618"/>
                  <a:pt x="127098" y="58270"/>
                </a:cubicBezTo>
                <a:cubicBezTo>
                  <a:pt x="127693" y="56923"/>
                  <a:pt x="127991" y="54308"/>
                  <a:pt x="127991" y="50426"/>
                </a:cubicBezTo>
                <a:lnTo>
                  <a:pt x="127991" y="26447"/>
                </a:lnTo>
                <a:cubicBezTo>
                  <a:pt x="127991" y="19549"/>
                  <a:pt x="127785" y="15095"/>
                  <a:pt x="127373" y="13087"/>
                </a:cubicBezTo>
                <a:cubicBezTo>
                  <a:pt x="127052" y="11579"/>
                  <a:pt x="126549" y="10540"/>
                  <a:pt x="125862" y="9969"/>
                </a:cubicBezTo>
                <a:cubicBezTo>
                  <a:pt x="125175" y="9398"/>
                  <a:pt x="124237" y="9113"/>
                  <a:pt x="123047" y="9113"/>
                </a:cubicBezTo>
                <a:cubicBezTo>
                  <a:pt x="121765" y="9113"/>
                  <a:pt x="120231" y="9456"/>
                  <a:pt x="118446" y="10141"/>
                </a:cubicBezTo>
                <a:lnTo>
                  <a:pt x="117416" y="7673"/>
                </a:lnTo>
                <a:lnTo>
                  <a:pt x="136368" y="0"/>
                </a:lnTo>
                <a:lnTo>
                  <a:pt x="139320" y="0"/>
                </a:lnTo>
                <a:lnTo>
                  <a:pt x="139320" y="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ad">
            <a:extLst xmlns:a="http://schemas.openxmlformats.org/drawingml/2006/main">
              <a:ext uri="{FF2B5EF4-FFF2-40B4-BE49-F238E27FC236}">
                <a16:creationId xmlns:a16="http://schemas.microsoft.com/office/drawing/2014/main" id="{DA96B4AC-F800-4BFB-9DB4-2504D8C9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504" y="3073122"/>
            <a:ext cx="128082" cy="99564"/>
          </a:xfrm>
          <a:custGeom xmlns:a="http://schemas.openxmlformats.org/drawingml/2006/main">
            <a:pathLst>
              <a:path w="128082" h="99564">
                <a:moveTo>
                  <a:pt x="35019" y="88577"/>
                </a:moveTo>
                <a:cubicBezTo>
                  <a:pt x="28565" y="93567"/>
                  <a:pt x="24513" y="96451"/>
                  <a:pt x="22865" y="97229"/>
                </a:cubicBezTo>
                <a:cubicBezTo>
                  <a:pt x="20394" y="98419"/>
                  <a:pt x="17761" y="99014"/>
                  <a:pt x="14969" y="99014"/>
                </a:cubicBezTo>
                <a:cubicBezTo>
                  <a:pt x="10620" y="99014"/>
                  <a:pt x="7038" y="97527"/>
                  <a:pt x="4223" y="94551"/>
                </a:cubicBezTo>
                <a:cubicBezTo>
                  <a:pt x="1408" y="91576"/>
                  <a:pt x="0" y="87662"/>
                  <a:pt x="0" y="82809"/>
                </a:cubicBezTo>
                <a:cubicBezTo>
                  <a:pt x="0" y="79742"/>
                  <a:pt x="687" y="77087"/>
                  <a:pt x="2060" y="74844"/>
                </a:cubicBezTo>
                <a:cubicBezTo>
                  <a:pt x="3937" y="71732"/>
                  <a:pt x="7198" y="68802"/>
                  <a:pt x="11845" y="66055"/>
                </a:cubicBezTo>
                <a:cubicBezTo>
                  <a:pt x="16491" y="63309"/>
                  <a:pt x="24216" y="59967"/>
                  <a:pt x="35019" y="56030"/>
                </a:cubicBezTo>
                <a:lnTo>
                  <a:pt x="35019" y="53558"/>
                </a:lnTo>
                <a:cubicBezTo>
                  <a:pt x="35019" y="47287"/>
                  <a:pt x="34024" y="42984"/>
                  <a:pt x="32032" y="40649"/>
                </a:cubicBezTo>
                <a:cubicBezTo>
                  <a:pt x="30041" y="38315"/>
                  <a:pt x="27146" y="37148"/>
                  <a:pt x="23346" y="37148"/>
                </a:cubicBezTo>
                <a:cubicBezTo>
                  <a:pt x="20462" y="37148"/>
                  <a:pt x="18173" y="37923"/>
                  <a:pt x="16480" y="39474"/>
                </a:cubicBezTo>
                <a:cubicBezTo>
                  <a:pt x="14740" y="41024"/>
                  <a:pt x="13870" y="42803"/>
                  <a:pt x="13870" y="44810"/>
                </a:cubicBezTo>
                <a:lnTo>
                  <a:pt x="14008" y="48778"/>
                </a:lnTo>
                <a:cubicBezTo>
                  <a:pt x="14008" y="50875"/>
                  <a:pt x="13470" y="52493"/>
                  <a:pt x="12394" y="53633"/>
                </a:cubicBezTo>
                <a:cubicBezTo>
                  <a:pt x="11318" y="54774"/>
                  <a:pt x="9911" y="55344"/>
                  <a:pt x="8171" y="55344"/>
                </a:cubicBezTo>
                <a:cubicBezTo>
                  <a:pt x="6477" y="55344"/>
                  <a:pt x="5093" y="54751"/>
                  <a:pt x="4017" y="53565"/>
                </a:cubicBezTo>
                <a:cubicBezTo>
                  <a:pt x="2941" y="52377"/>
                  <a:pt x="2403" y="50757"/>
                  <a:pt x="2403" y="48703"/>
                </a:cubicBezTo>
                <a:cubicBezTo>
                  <a:pt x="2403" y="44779"/>
                  <a:pt x="4417" y="41174"/>
                  <a:pt x="8446" y="37888"/>
                </a:cubicBezTo>
                <a:cubicBezTo>
                  <a:pt x="12474" y="34602"/>
                  <a:pt x="18128" y="32959"/>
                  <a:pt x="25406" y="32959"/>
                </a:cubicBezTo>
                <a:cubicBezTo>
                  <a:pt x="30991" y="32959"/>
                  <a:pt x="35568" y="33896"/>
                  <a:pt x="39139" y="35770"/>
                </a:cubicBezTo>
                <a:cubicBezTo>
                  <a:pt x="41840" y="37188"/>
                  <a:pt x="43831" y="39406"/>
                  <a:pt x="45113" y="42424"/>
                </a:cubicBezTo>
                <a:cubicBezTo>
                  <a:pt x="45937" y="44390"/>
                  <a:pt x="46349" y="48413"/>
                  <a:pt x="46349" y="54494"/>
                </a:cubicBezTo>
                <a:lnTo>
                  <a:pt x="46349" y="75823"/>
                </a:lnTo>
                <a:cubicBezTo>
                  <a:pt x="46349" y="81812"/>
                  <a:pt x="46463" y="85482"/>
                  <a:pt x="46692" y="86831"/>
                </a:cubicBezTo>
                <a:cubicBezTo>
                  <a:pt x="46921" y="88180"/>
                  <a:pt x="47299" y="89083"/>
                  <a:pt x="47825" y="89541"/>
                </a:cubicBezTo>
                <a:cubicBezTo>
                  <a:pt x="48352" y="89997"/>
                  <a:pt x="48958" y="90225"/>
                  <a:pt x="49645" y="90225"/>
                </a:cubicBezTo>
                <a:cubicBezTo>
                  <a:pt x="50377" y="90225"/>
                  <a:pt x="51018" y="90065"/>
                  <a:pt x="51567" y="89745"/>
                </a:cubicBezTo>
                <a:cubicBezTo>
                  <a:pt x="52529" y="89150"/>
                  <a:pt x="54383" y="87479"/>
                  <a:pt x="57129" y="84732"/>
                </a:cubicBezTo>
                <a:lnTo>
                  <a:pt x="57129" y="88577"/>
                </a:lnTo>
                <a:cubicBezTo>
                  <a:pt x="52002" y="95444"/>
                  <a:pt x="47104" y="98877"/>
                  <a:pt x="42435" y="98877"/>
                </a:cubicBezTo>
                <a:cubicBezTo>
                  <a:pt x="40192" y="98877"/>
                  <a:pt x="38407" y="98099"/>
                  <a:pt x="37079" y="96542"/>
                </a:cubicBezTo>
                <a:cubicBezTo>
                  <a:pt x="35752" y="94986"/>
                  <a:pt x="35065" y="92331"/>
                  <a:pt x="35019" y="88577"/>
                </a:cubicBezTo>
                <a:moveTo>
                  <a:pt x="35019" y="84075"/>
                </a:moveTo>
                <a:lnTo>
                  <a:pt x="35019" y="60219"/>
                </a:lnTo>
                <a:cubicBezTo>
                  <a:pt x="28107" y="62953"/>
                  <a:pt x="23644" y="64889"/>
                  <a:pt x="21629" y="66030"/>
                </a:cubicBezTo>
                <a:cubicBezTo>
                  <a:pt x="18013" y="68035"/>
                  <a:pt x="15427" y="70132"/>
                  <a:pt x="13870" y="72319"/>
                </a:cubicBezTo>
                <a:cubicBezTo>
                  <a:pt x="12314" y="74506"/>
                  <a:pt x="11536" y="76899"/>
                  <a:pt x="11536" y="79496"/>
                </a:cubicBezTo>
                <a:cubicBezTo>
                  <a:pt x="11536" y="82778"/>
                  <a:pt x="12520" y="85501"/>
                  <a:pt x="14488" y="87665"/>
                </a:cubicBezTo>
                <a:cubicBezTo>
                  <a:pt x="16457" y="89830"/>
                  <a:pt x="18723" y="90912"/>
                  <a:pt x="21286" y="90912"/>
                </a:cubicBezTo>
                <a:cubicBezTo>
                  <a:pt x="24765" y="90912"/>
                  <a:pt x="29343" y="88633"/>
                  <a:pt x="35019" y="84075"/>
                </a:cubicBezTo>
                <a:close/>
                <a:moveTo>
                  <a:pt x="106246" y="90569"/>
                </a:moveTo>
                <a:cubicBezTo>
                  <a:pt x="103179" y="93773"/>
                  <a:pt x="100181" y="96073"/>
                  <a:pt x="97251" y="97469"/>
                </a:cubicBezTo>
                <a:cubicBezTo>
                  <a:pt x="94322" y="98866"/>
                  <a:pt x="91163" y="99564"/>
                  <a:pt x="87775" y="99564"/>
                </a:cubicBezTo>
                <a:cubicBezTo>
                  <a:pt x="80909" y="99564"/>
                  <a:pt x="74912" y="96698"/>
                  <a:pt x="69785" y="90966"/>
                </a:cubicBezTo>
                <a:cubicBezTo>
                  <a:pt x="64658" y="85232"/>
                  <a:pt x="62095" y="77865"/>
                  <a:pt x="62095" y="68864"/>
                </a:cubicBezTo>
                <a:cubicBezTo>
                  <a:pt x="62095" y="59865"/>
                  <a:pt x="64933" y="51631"/>
                  <a:pt x="70609" y="44162"/>
                </a:cubicBezTo>
                <a:cubicBezTo>
                  <a:pt x="76286" y="36693"/>
                  <a:pt x="83587" y="32959"/>
                  <a:pt x="92513" y="32959"/>
                </a:cubicBezTo>
                <a:cubicBezTo>
                  <a:pt x="98052" y="32959"/>
                  <a:pt x="102630" y="34721"/>
                  <a:pt x="106246" y="38246"/>
                </a:cubicBezTo>
                <a:lnTo>
                  <a:pt x="106246" y="26616"/>
                </a:lnTo>
                <a:cubicBezTo>
                  <a:pt x="106246" y="19399"/>
                  <a:pt x="106075" y="14963"/>
                  <a:pt x="105731" y="13308"/>
                </a:cubicBezTo>
                <a:cubicBezTo>
                  <a:pt x="105388" y="11653"/>
                  <a:pt x="104850" y="10527"/>
                  <a:pt x="104118" y="9931"/>
                </a:cubicBezTo>
                <a:cubicBezTo>
                  <a:pt x="103385" y="9333"/>
                  <a:pt x="102470" y="9034"/>
                  <a:pt x="101371" y="9034"/>
                </a:cubicBezTo>
                <a:cubicBezTo>
                  <a:pt x="100181" y="9034"/>
                  <a:pt x="98602" y="9401"/>
                  <a:pt x="96633" y="10137"/>
                </a:cubicBezTo>
                <a:lnTo>
                  <a:pt x="95741" y="7723"/>
                </a:lnTo>
                <a:lnTo>
                  <a:pt x="114486" y="0"/>
                </a:lnTo>
                <a:lnTo>
                  <a:pt x="117576" y="0"/>
                </a:lnTo>
                <a:lnTo>
                  <a:pt x="117576" y="72716"/>
                </a:lnTo>
                <a:cubicBezTo>
                  <a:pt x="117576" y="80086"/>
                  <a:pt x="117748" y="84583"/>
                  <a:pt x="118091" y="86208"/>
                </a:cubicBezTo>
                <a:cubicBezTo>
                  <a:pt x="118434" y="87833"/>
                  <a:pt x="118984" y="88966"/>
                  <a:pt x="119739" y="89607"/>
                </a:cubicBezTo>
                <a:cubicBezTo>
                  <a:pt x="120494" y="90248"/>
                  <a:pt x="121376" y="90569"/>
                  <a:pt x="122383" y="90569"/>
                </a:cubicBezTo>
                <a:cubicBezTo>
                  <a:pt x="123619" y="90569"/>
                  <a:pt x="125267" y="90179"/>
                  <a:pt x="127326" y="89401"/>
                </a:cubicBezTo>
                <a:lnTo>
                  <a:pt x="128082" y="91805"/>
                </a:lnTo>
                <a:lnTo>
                  <a:pt x="109405" y="99564"/>
                </a:lnTo>
                <a:lnTo>
                  <a:pt x="106246" y="99564"/>
                </a:lnTo>
                <a:lnTo>
                  <a:pt x="106246" y="90569"/>
                </a:lnTo>
                <a:moveTo>
                  <a:pt x="106246" y="85777"/>
                </a:moveTo>
                <a:lnTo>
                  <a:pt x="106246" y="53449"/>
                </a:lnTo>
                <a:cubicBezTo>
                  <a:pt x="105972" y="50343"/>
                  <a:pt x="105148" y="47512"/>
                  <a:pt x="103774" y="44956"/>
                </a:cubicBezTo>
                <a:cubicBezTo>
                  <a:pt x="102401" y="42398"/>
                  <a:pt x="100581" y="40469"/>
                  <a:pt x="98316" y="39169"/>
                </a:cubicBezTo>
                <a:cubicBezTo>
                  <a:pt x="96050" y="37867"/>
                  <a:pt x="93841" y="37216"/>
                  <a:pt x="91689" y="37216"/>
                </a:cubicBezTo>
                <a:cubicBezTo>
                  <a:pt x="87661" y="37216"/>
                  <a:pt x="84068" y="39020"/>
                  <a:pt x="80909" y="42628"/>
                </a:cubicBezTo>
                <a:cubicBezTo>
                  <a:pt x="76743" y="47376"/>
                  <a:pt x="74660" y="54316"/>
                  <a:pt x="74660" y="63448"/>
                </a:cubicBezTo>
                <a:cubicBezTo>
                  <a:pt x="74660" y="72672"/>
                  <a:pt x="76675" y="79739"/>
                  <a:pt x="80703" y="84648"/>
                </a:cubicBezTo>
                <a:cubicBezTo>
                  <a:pt x="84731" y="89557"/>
                  <a:pt x="89217" y="92011"/>
                  <a:pt x="94161" y="92011"/>
                </a:cubicBezTo>
                <a:cubicBezTo>
                  <a:pt x="98327" y="92011"/>
                  <a:pt x="102355" y="89933"/>
                  <a:pt x="106246" y="857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jacentdualvertices">
            <a:extLst xmlns:a="http://schemas.openxmlformats.org/drawingml/2006/main">
              <a:ext uri="{FF2B5EF4-FFF2-40B4-BE49-F238E27FC236}">
                <a16:creationId xmlns:a16="http://schemas.microsoft.com/office/drawing/2014/main" id="{7A2F2D21-68B5-4AEC-A364-F933C82B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462" y="3073122"/>
            <a:ext cx="1098523" cy="127991"/>
          </a:xfrm>
          <a:custGeom xmlns:a="http://schemas.openxmlformats.org/drawingml/2006/main">
            <a:pathLst>
              <a:path w="1098523" h="127991">
                <a:moveTo>
                  <a:pt x="31105" y="0"/>
                </a:moveTo>
                <a:cubicBezTo>
                  <a:pt x="33074" y="0"/>
                  <a:pt x="34744" y="684"/>
                  <a:pt x="36118" y="2051"/>
                </a:cubicBezTo>
                <a:cubicBezTo>
                  <a:pt x="37491" y="3417"/>
                  <a:pt x="38178" y="5080"/>
                  <a:pt x="38178" y="7038"/>
                </a:cubicBezTo>
                <a:cubicBezTo>
                  <a:pt x="38178" y="8951"/>
                  <a:pt x="37491" y="10591"/>
                  <a:pt x="36118" y="11958"/>
                </a:cubicBezTo>
                <a:cubicBezTo>
                  <a:pt x="34744" y="13325"/>
                  <a:pt x="33074" y="14008"/>
                  <a:pt x="31105" y="14008"/>
                </a:cubicBezTo>
                <a:cubicBezTo>
                  <a:pt x="29183" y="14008"/>
                  <a:pt x="27535" y="13325"/>
                  <a:pt x="26161" y="11958"/>
                </a:cubicBezTo>
                <a:cubicBezTo>
                  <a:pt x="24788" y="10591"/>
                  <a:pt x="24101" y="8951"/>
                  <a:pt x="24101" y="7038"/>
                </a:cubicBezTo>
                <a:cubicBezTo>
                  <a:pt x="24101" y="5080"/>
                  <a:pt x="24788" y="3417"/>
                  <a:pt x="26161" y="2051"/>
                </a:cubicBezTo>
                <a:cubicBezTo>
                  <a:pt x="27535" y="684"/>
                  <a:pt x="29183" y="0"/>
                  <a:pt x="31105" y="0"/>
                </a:cubicBezTo>
                <a:moveTo>
                  <a:pt x="37010" y="32959"/>
                </a:moveTo>
                <a:lnTo>
                  <a:pt x="37010" y="96223"/>
                </a:lnTo>
                <a:cubicBezTo>
                  <a:pt x="37010" y="106972"/>
                  <a:pt x="34722" y="114953"/>
                  <a:pt x="30144" y="120167"/>
                </a:cubicBezTo>
                <a:cubicBezTo>
                  <a:pt x="25566" y="125383"/>
                  <a:pt x="19615" y="127991"/>
                  <a:pt x="12291" y="127991"/>
                </a:cubicBezTo>
                <a:cubicBezTo>
                  <a:pt x="8125" y="127991"/>
                  <a:pt x="5035" y="127235"/>
                  <a:pt x="3021" y="125725"/>
                </a:cubicBezTo>
                <a:cubicBezTo>
                  <a:pt x="1007" y="124214"/>
                  <a:pt x="0" y="122658"/>
                  <a:pt x="0" y="121056"/>
                </a:cubicBezTo>
                <a:cubicBezTo>
                  <a:pt x="0" y="119453"/>
                  <a:pt x="561" y="118080"/>
                  <a:pt x="1682" y="116936"/>
                </a:cubicBezTo>
                <a:cubicBezTo>
                  <a:pt x="2804" y="115791"/>
                  <a:pt x="4120" y="115219"/>
                  <a:pt x="5631" y="115219"/>
                </a:cubicBezTo>
                <a:cubicBezTo>
                  <a:pt x="6821" y="115219"/>
                  <a:pt x="8034" y="115517"/>
                  <a:pt x="9270" y="116112"/>
                </a:cubicBezTo>
                <a:cubicBezTo>
                  <a:pt x="10048" y="116432"/>
                  <a:pt x="11547" y="117588"/>
                  <a:pt x="13767" y="119579"/>
                </a:cubicBezTo>
                <a:cubicBezTo>
                  <a:pt x="15988" y="121571"/>
                  <a:pt x="17853" y="122566"/>
                  <a:pt x="19364" y="122566"/>
                </a:cubicBezTo>
                <a:cubicBezTo>
                  <a:pt x="20462" y="122566"/>
                  <a:pt x="21538" y="122143"/>
                  <a:pt x="22591" y="121296"/>
                </a:cubicBezTo>
                <a:cubicBezTo>
                  <a:pt x="23644" y="120451"/>
                  <a:pt x="24422" y="119033"/>
                  <a:pt x="24925" y="117043"/>
                </a:cubicBezTo>
                <a:cubicBezTo>
                  <a:pt x="25429" y="115053"/>
                  <a:pt x="25681" y="110742"/>
                  <a:pt x="25681" y="104111"/>
                </a:cubicBezTo>
                <a:lnTo>
                  <a:pt x="25681" y="59376"/>
                </a:lnTo>
                <a:cubicBezTo>
                  <a:pt x="25681" y="52468"/>
                  <a:pt x="25475" y="48030"/>
                  <a:pt x="25063" y="46063"/>
                </a:cubicBezTo>
                <a:cubicBezTo>
                  <a:pt x="24742" y="44554"/>
                  <a:pt x="24239" y="43514"/>
                  <a:pt x="23552" y="42943"/>
                </a:cubicBezTo>
                <a:cubicBezTo>
                  <a:pt x="22865" y="42371"/>
                  <a:pt x="21927" y="42085"/>
                  <a:pt x="20737" y="42085"/>
                </a:cubicBezTo>
                <a:cubicBezTo>
                  <a:pt x="19455" y="42085"/>
                  <a:pt x="17899" y="42428"/>
                  <a:pt x="16068" y="43113"/>
                </a:cubicBezTo>
                <a:lnTo>
                  <a:pt x="15106" y="40643"/>
                </a:lnTo>
                <a:lnTo>
                  <a:pt x="34058" y="32959"/>
                </a:lnTo>
                <a:lnTo>
                  <a:pt x="37010" y="32959"/>
                </a:lnTo>
                <a:close/>
                <a:moveTo>
                  <a:pt x="89906" y="88577"/>
                </a:moveTo>
                <a:cubicBezTo>
                  <a:pt x="83452" y="93567"/>
                  <a:pt x="79400" y="96451"/>
                  <a:pt x="77752" y="97229"/>
                </a:cubicBezTo>
                <a:cubicBezTo>
                  <a:pt x="75280" y="98419"/>
                  <a:pt x="72648" y="99014"/>
                  <a:pt x="69856" y="99014"/>
                </a:cubicBezTo>
                <a:cubicBezTo>
                  <a:pt x="65507" y="99014"/>
                  <a:pt x="61925" y="97527"/>
                  <a:pt x="59110" y="94551"/>
                </a:cubicBezTo>
                <a:cubicBezTo>
                  <a:pt x="56295" y="91576"/>
                  <a:pt x="54887" y="87662"/>
                  <a:pt x="54887" y="82809"/>
                </a:cubicBezTo>
                <a:cubicBezTo>
                  <a:pt x="54887" y="79742"/>
                  <a:pt x="55574" y="77087"/>
                  <a:pt x="56947" y="74844"/>
                </a:cubicBezTo>
                <a:cubicBezTo>
                  <a:pt x="58824" y="71732"/>
                  <a:pt x="62085" y="68802"/>
                  <a:pt x="66732" y="66055"/>
                </a:cubicBezTo>
                <a:cubicBezTo>
                  <a:pt x="71378" y="63309"/>
                  <a:pt x="79103" y="59967"/>
                  <a:pt x="89906" y="56030"/>
                </a:cubicBezTo>
                <a:lnTo>
                  <a:pt x="89906" y="53558"/>
                </a:lnTo>
                <a:cubicBezTo>
                  <a:pt x="89906" y="47287"/>
                  <a:pt x="88910" y="42984"/>
                  <a:pt x="86919" y="40649"/>
                </a:cubicBezTo>
                <a:cubicBezTo>
                  <a:pt x="84928" y="38315"/>
                  <a:pt x="82033" y="37148"/>
                  <a:pt x="78233" y="37148"/>
                </a:cubicBezTo>
                <a:cubicBezTo>
                  <a:pt x="75349" y="37148"/>
                  <a:pt x="73060" y="37923"/>
                  <a:pt x="71367" y="39474"/>
                </a:cubicBezTo>
                <a:cubicBezTo>
                  <a:pt x="69627" y="41024"/>
                  <a:pt x="68757" y="42803"/>
                  <a:pt x="68757" y="44810"/>
                </a:cubicBezTo>
                <a:lnTo>
                  <a:pt x="68895" y="48778"/>
                </a:lnTo>
                <a:cubicBezTo>
                  <a:pt x="68895" y="50875"/>
                  <a:pt x="68357" y="52493"/>
                  <a:pt x="67281" y="53633"/>
                </a:cubicBezTo>
                <a:cubicBezTo>
                  <a:pt x="66205" y="54774"/>
                  <a:pt x="64798" y="55344"/>
                  <a:pt x="63058" y="55344"/>
                </a:cubicBezTo>
                <a:cubicBezTo>
                  <a:pt x="61364" y="55344"/>
                  <a:pt x="59980" y="54751"/>
                  <a:pt x="58904" y="53565"/>
                </a:cubicBezTo>
                <a:cubicBezTo>
                  <a:pt x="57828" y="52377"/>
                  <a:pt x="57290" y="50757"/>
                  <a:pt x="57290" y="48703"/>
                </a:cubicBezTo>
                <a:cubicBezTo>
                  <a:pt x="57290" y="44779"/>
                  <a:pt x="59304" y="41174"/>
                  <a:pt x="63333" y="37888"/>
                </a:cubicBezTo>
                <a:cubicBezTo>
                  <a:pt x="67361" y="34602"/>
                  <a:pt x="73015" y="32959"/>
                  <a:pt x="80293" y="32959"/>
                </a:cubicBezTo>
                <a:cubicBezTo>
                  <a:pt x="85878" y="32959"/>
                  <a:pt x="90455" y="33896"/>
                  <a:pt x="94026" y="35770"/>
                </a:cubicBezTo>
                <a:cubicBezTo>
                  <a:pt x="96727" y="37188"/>
                  <a:pt x="98718" y="39406"/>
                  <a:pt x="100000" y="42424"/>
                </a:cubicBezTo>
                <a:cubicBezTo>
                  <a:pt x="100824" y="44390"/>
                  <a:pt x="101236" y="48413"/>
                  <a:pt x="101236" y="54494"/>
                </a:cubicBezTo>
                <a:lnTo>
                  <a:pt x="101236" y="75823"/>
                </a:lnTo>
                <a:cubicBezTo>
                  <a:pt x="101236" y="81812"/>
                  <a:pt x="101350" y="85482"/>
                  <a:pt x="101579" y="86831"/>
                </a:cubicBezTo>
                <a:cubicBezTo>
                  <a:pt x="101808" y="88180"/>
                  <a:pt x="102186" y="89083"/>
                  <a:pt x="102712" y="89541"/>
                </a:cubicBezTo>
                <a:cubicBezTo>
                  <a:pt x="103239" y="89997"/>
                  <a:pt x="103845" y="90225"/>
                  <a:pt x="104532" y="90225"/>
                </a:cubicBezTo>
                <a:cubicBezTo>
                  <a:pt x="105264" y="90225"/>
                  <a:pt x="105905" y="90065"/>
                  <a:pt x="106454" y="89745"/>
                </a:cubicBezTo>
                <a:cubicBezTo>
                  <a:pt x="107416" y="89150"/>
                  <a:pt x="109270" y="87479"/>
                  <a:pt x="112016" y="84732"/>
                </a:cubicBezTo>
                <a:lnTo>
                  <a:pt x="112016" y="88577"/>
                </a:lnTo>
                <a:cubicBezTo>
                  <a:pt x="106889" y="95444"/>
                  <a:pt x="101991" y="98877"/>
                  <a:pt x="97322" y="98877"/>
                </a:cubicBezTo>
                <a:cubicBezTo>
                  <a:pt x="95079" y="98877"/>
                  <a:pt x="93294" y="98099"/>
                  <a:pt x="91966" y="96542"/>
                </a:cubicBezTo>
                <a:cubicBezTo>
                  <a:pt x="90639" y="94986"/>
                  <a:pt x="89952" y="92331"/>
                  <a:pt x="89906" y="88577"/>
                </a:cubicBezTo>
                <a:moveTo>
                  <a:pt x="89906" y="84075"/>
                </a:moveTo>
                <a:lnTo>
                  <a:pt x="89906" y="60219"/>
                </a:lnTo>
                <a:cubicBezTo>
                  <a:pt x="82994" y="62953"/>
                  <a:pt x="78531" y="64889"/>
                  <a:pt x="76516" y="66030"/>
                </a:cubicBezTo>
                <a:cubicBezTo>
                  <a:pt x="72900" y="68035"/>
                  <a:pt x="70314" y="70132"/>
                  <a:pt x="68757" y="72319"/>
                </a:cubicBezTo>
                <a:cubicBezTo>
                  <a:pt x="67201" y="74506"/>
                  <a:pt x="66423" y="76899"/>
                  <a:pt x="66423" y="79496"/>
                </a:cubicBezTo>
                <a:cubicBezTo>
                  <a:pt x="66423" y="82778"/>
                  <a:pt x="67407" y="85501"/>
                  <a:pt x="69375" y="87665"/>
                </a:cubicBezTo>
                <a:cubicBezTo>
                  <a:pt x="71344" y="89830"/>
                  <a:pt x="73610" y="90912"/>
                  <a:pt x="76173" y="90912"/>
                </a:cubicBezTo>
                <a:cubicBezTo>
                  <a:pt x="79652" y="90912"/>
                  <a:pt x="84230" y="88633"/>
                  <a:pt x="89906" y="84075"/>
                </a:cubicBezTo>
                <a:close/>
                <a:moveTo>
                  <a:pt x="170128" y="73746"/>
                </a:moveTo>
                <a:cubicBezTo>
                  <a:pt x="168434" y="82031"/>
                  <a:pt x="165116" y="88406"/>
                  <a:pt x="160172" y="92869"/>
                </a:cubicBezTo>
                <a:cubicBezTo>
                  <a:pt x="155228" y="97332"/>
                  <a:pt x="149758" y="99564"/>
                  <a:pt x="143761" y="99564"/>
                </a:cubicBezTo>
                <a:cubicBezTo>
                  <a:pt x="136620" y="99564"/>
                  <a:pt x="130394" y="96569"/>
                  <a:pt x="125084" y="90579"/>
                </a:cubicBezTo>
                <a:cubicBezTo>
                  <a:pt x="119774" y="84588"/>
                  <a:pt x="117119" y="76494"/>
                  <a:pt x="117119" y="66296"/>
                </a:cubicBezTo>
                <a:cubicBezTo>
                  <a:pt x="117119" y="56418"/>
                  <a:pt x="120060" y="48393"/>
                  <a:pt x="125942" y="42220"/>
                </a:cubicBezTo>
                <a:cubicBezTo>
                  <a:pt x="131825" y="36046"/>
                  <a:pt x="138886" y="32959"/>
                  <a:pt x="147125" y="32959"/>
                </a:cubicBezTo>
                <a:cubicBezTo>
                  <a:pt x="153305" y="32959"/>
                  <a:pt x="158386" y="34591"/>
                  <a:pt x="162369" y="37854"/>
                </a:cubicBezTo>
                <a:cubicBezTo>
                  <a:pt x="166352" y="41115"/>
                  <a:pt x="168343" y="44503"/>
                  <a:pt x="168343" y="48016"/>
                </a:cubicBezTo>
                <a:cubicBezTo>
                  <a:pt x="168343" y="49750"/>
                  <a:pt x="167782" y="51153"/>
                  <a:pt x="166661" y="52226"/>
                </a:cubicBezTo>
                <a:cubicBezTo>
                  <a:pt x="165539" y="53297"/>
                  <a:pt x="163971" y="53833"/>
                  <a:pt x="161957" y="53833"/>
                </a:cubicBezTo>
                <a:cubicBezTo>
                  <a:pt x="159256" y="53833"/>
                  <a:pt x="157219" y="52963"/>
                  <a:pt x="155846" y="51224"/>
                </a:cubicBezTo>
                <a:cubicBezTo>
                  <a:pt x="155068" y="50262"/>
                  <a:pt x="154553" y="48431"/>
                  <a:pt x="154301" y="45731"/>
                </a:cubicBezTo>
                <a:cubicBezTo>
                  <a:pt x="154049" y="43030"/>
                  <a:pt x="153122" y="40970"/>
                  <a:pt x="151520" y="39551"/>
                </a:cubicBezTo>
                <a:cubicBezTo>
                  <a:pt x="149918" y="38178"/>
                  <a:pt x="147698" y="37491"/>
                  <a:pt x="144859" y="37491"/>
                </a:cubicBezTo>
                <a:cubicBezTo>
                  <a:pt x="140282" y="37491"/>
                  <a:pt x="136597" y="39185"/>
                  <a:pt x="133804" y="42572"/>
                </a:cubicBezTo>
                <a:cubicBezTo>
                  <a:pt x="130096" y="47058"/>
                  <a:pt x="128243" y="52986"/>
                  <a:pt x="128243" y="60356"/>
                </a:cubicBezTo>
                <a:cubicBezTo>
                  <a:pt x="128243" y="67864"/>
                  <a:pt x="130085" y="74490"/>
                  <a:pt x="133770" y="80235"/>
                </a:cubicBezTo>
                <a:cubicBezTo>
                  <a:pt x="137455" y="85980"/>
                  <a:pt x="142433" y="88852"/>
                  <a:pt x="148705" y="88852"/>
                </a:cubicBezTo>
                <a:cubicBezTo>
                  <a:pt x="153191" y="88852"/>
                  <a:pt x="157219" y="87318"/>
                  <a:pt x="160790" y="84251"/>
                </a:cubicBezTo>
                <a:cubicBezTo>
                  <a:pt x="163307" y="82146"/>
                  <a:pt x="165757" y="78323"/>
                  <a:pt x="168137" y="72784"/>
                </a:cubicBezTo>
                <a:lnTo>
                  <a:pt x="170128" y="73746"/>
                </a:lnTo>
                <a:close/>
                <a:moveTo>
                  <a:pt x="189719" y="58502"/>
                </a:moveTo>
                <a:cubicBezTo>
                  <a:pt x="189674" y="67819"/>
                  <a:pt x="191939" y="75127"/>
                  <a:pt x="196517" y="80426"/>
                </a:cubicBezTo>
                <a:cubicBezTo>
                  <a:pt x="201095" y="85723"/>
                  <a:pt x="206474" y="88371"/>
                  <a:pt x="212653" y="88371"/>
                </a:cubicBezTo>
                <a:cubicBezTo>
                  <a:pt x="216773" y="88371"/>
                  <a:pt x="220355" y="87238"/>
                  <a:pt x="223399" y="84972"/>
                </a:cubicBezTo>
                <a:cubicBezTo>
                  <a:pt x="226444" y="82706"/>
                  <a:pt x="228996" y="78827"/>
                  <a:pt x="231056" y="73334"/>
                </a:cubicBezTo>
                <a:lnTo>
                  <a:pt x="233184" y="74707"/>
                </a:lnTo>
                <a:cubicBezTo>
                  <a:pt x="232223" y="80978"/>
                  <a:pt x="229431" y="86689"/>
                  <a:pt x="224807" y="91839"/>
                </a:cubicBezTo>
                <a:cubicBezTo>
                  <a:pt x="220184" y="96989"/>
                  <a:pt x="214393" y="99564"/>
                  <a:pt x="207435" y="99564"/>
                </a:cubicBezTo>
                <a:cubicBezTo>
                  <a:pt x="199882" y="99564"/>
                  <a:pt x="193416" y="96629"/>
                  <a:pt x="188037" y="90760"/>
                </a:cubicBezTo>
                <a:cubicBezTo>
                  <a:pt x="182658" y="84889"/>
                  <a:pt x="179969" y="76997"/>
                  <a:pt x="179969" y="67083"/>
                </a:cubicBezTo>
                <a:cubicBezTo>
                  <a:pt x="179969" y="56349"/>
                  <a:pt x="182727" y="47978"/>
                  <a:pt x="188243" y="41971"/>
                </a:cubicBezTo>
                <a:cubicBezTo>
                  <a:pt x="193759" y="35963"/>
                  <a:pt x="200683" y="32959"/>
                  <a:pt x="209014" y="32959"/>
                </a:cubicBezTo>
                <a:cubicBezTo>
                  <a:pt x="216064" y="32959"/>
                  <a:pt x="221855" y="35276"/>
                  <a:pt x="226386" y="39911"/>
                </a:cubicBezTo>
                <a:cubicBezTo>
                  <a:pt x="230918" y="44545"/>
                  <a:pt x="233184" y="50742"/>
                  <a:pt x="233184" y="58502"/>
                </a:cubicBezTo>
                <a:lnTo>
                  <a:pt x="189719" y="58502"/>
                </a:lnTo>
                <a:moveTo>
                  <a:pt x="189719" y="54520"/>
                </a:moveTo>
                <a:lnTo>
                  <a:pt x="218833" y="54520"/>
                </a:lnTo>
                <a:cubicBezTo>
                  <a:pt x="218604" y="50491"/>
                  <a:pt x="218124" y="47653"/>
                  <a:pt x="217391" y="46005"/>
                </a:cubicBezTo>
                <a:cubicBezTo>
                  <a:pt x="216247" y="43442"/>
                  <a:pt x="214542" y="41428"/>
                  <a:pt x="212276" y="39963"/>
                </a:cubicBezTo>
                <a:cubicBezTo>
                  <a:pt x="210010" y="38498"/>
                  <a:pt x="207641" y="37766"/>
                  <a:pt x="205169" y="37766"/>
                </a:cubicBezTo>
                <a:cubicBezTo>
                  <a:pt x="201369" y="37766"/>
                  <a:pt x="197971" y="39242"/>
                  <a:pt x="194972" y="42194"/>
                </a:cubicBezTo>
                <a:cubicBezTo>
                  <a:pt x="191974" y="45147"/>
                  <a:pt x="190223" y="49255"/>
                  <a:pt x="189719" y="54520"/>
                </a:cubicBezTo>
                <a:close/>
                <a:moveTo>
                  <a:pt x="259916" y="46280"/>
                </a:moveTo>
                <a:cubicBezTo>
                  <a:pt x="267286" y="37399"/>
                  <a:pt x="274313" y="32959"/>
                  <a:pt x="280996" y="32959"/>
                </a:cubicBezTo>
                <a:cubicBezTo>
                  <a:pt x="284430" y="32959"/>
                  <a:pt x="287382" y="33816"/>
                  <a:pt x="289854" y="35530"/>
                </a:cubicBezTo>
                <a:cubicBezTo>
                  <a:pt x="292326" y="37242"/>
                  <a:pt x="294295" y="40062"/>
                  <a:pt x="295759" y="43990"/>
                </a:cubicBezTo>
                <a:cubicBezTo>
                  <a:pt x="296766" y="46730"/>
                  <a:pt x="297270" y="50932"/>
                  <a:pt x="297270" y="56597"/>
                </a:cubicBezTo>
                <a:lnTo>
                  <a:pt x="297270" y="83385"/>
                </a:lnTo>
                <a:cubicBezTo>
                  <a:pt x="297270" y="87359"/>
                  <a:pt x="297590" y="90054"/>
                  <a:pt x="298231" y="91470"/>
                </a:cubicBezTo>
                <a:cubicBezTo>
                  <a:pt x="298735" y="92611"/>
                  <a:pt x="299547" y="93502"/>
                  <a:pt x="300669" y="94141"/>
                </a:cubicBezTo>
                <a:cubicBezTo>
                  <a:pt x="301790" y="94781"/>
                  <a:pt x="303862" y="95100"/>
                  <a:pt x="306883" y="95100"/>
                </a:cubicBezTo>
                <a:lnTo>
                  <a:pt x="306883" y="97641"/>
                </a:lnTo>
                <a:lnTo>
                  <a:pt x="275778" y="97641"/>
                </a:lnTo>
                <a:lnTo>
                  <a:pt x="275778" y="95100"/>
                </a:lnTo>
                <a:lnTo>
                  <a:pt x="277083" y="95100"/>
                </a:lnTo>
                <a:cubicBezTo>
                  <a:pt x="280012" y="95100"/>
                  <a:pt x="282061" y="94656"/>
                  <a:pt x="283228" y="93768"/>
                </a:cubicBezTo>
                <a:cubicBezTo>
                  <a:pt x="284395" y="92880"/>
                  <a:pt x="285208" y="91571"/>
                  <a:pt x="285666" y="89841"/>
                </a:cubicBezTo>
                <a:cubicBezTo>
                  <a:pt x="285849" y="89157"/>
                  <a:pt x="285940" y="87017"/>
                  <a:pt x="285940" y="83419"/>
                </a:cubicBezTo>
                <a:lnTo>
                  <a:pt x="285940" y="57801"/>
                </a:lnTo>
                <a:cubicBezTo>
                  <a:pt x="285940" y="52109"/>
                  <a:pt x="285196" y="47976"/>
                  <a:pt x="283709" y="45402"/>
                </a:cubicBezTo>
                <a:cubicBezTo>
                  <a:pt x="282221" y="42829"/>
                  <a:pt x="279715" y="41542"/>
                  <a:pt x="276190" y="41542"/>
                </a:cubicBezTo>
                <a:cubicBezTo>
                  <a:pt x="270742" y="41542"/>
                  <a:pt x="265318" y="44503"/>
                  <a:pt x="259916" y="50423"/>
                </a:cubicBezTo>
                <a:lnTo>
                  <a:pt x="259916" y="83419"/>
                </a:lnTo>
                <a:cubicBezTo>
                  <a:pt x="259916" y="87655"/>
                  <a:pt x="260168" y="90273"/>
                  <a:pt x="260672" y="91275"/>
                </a:cubicBezTo>
                <a:cubicBezTo>
                  <a:pt x="261312" y="92595"/>
                  <a:pt x="262194" y="93563"/>
                  <a:pt x="263315" y="94178"/>
                </a:cubicBezTo>
                <a:cubicBezTo>
                  <a:pt x="264437" y="94793"/>
                  <a:pt x="266714" y="95100"/>
                  <a:pt x="270147" y="95100"/>
                </a:cubicBezTo>
                <a:lnTo>
                  <a:pt x="270147" y="97641"/>
                </a:lnTo>
                <a:lnTo>
                  <a:pt x="239042" y="97641"/>
                </a:lnTo>
                <a:lnTo>
                  <a:pt x="239042" y="95100"/>
                </a:lnTo>
                <a:lnTo>
                  <a:pt x="240415" y="95100"/>
                </a:lnTo>
                <a:cubicBezTo>
                  <a:pt x="243620" y="95100"/>
                  <a:pt x="245783" y="94290"/>
                  <a:pt x="246904" y="92669"/>
                </a:cubicBezTo>
                <a:cubicBezTo>
                  <a:pt x="248026" y="91047"/>
                  <a:pt x="248587" y="87952"/>
                  <a:pt x="248587" y="83385"/>
                </a:cubicBezTo>
                <a:lnTo>
                  <a:pt x="248587" y="60090"/>
                </a:lnTo>
                <a:cubicBezTo>
                  <a:pt x="248587" y="52554"/>
                  <a:pt x="248415" y="47964"/>
                  <a:pt x="248072" y="46321"/>
                </a:cubicBezTo>
                <a:cubicBezTo>
                  <a:pt x="247728" y="44676"/>
                  <a:pt x="247202" y="43556"/>
                  <a:pt x="246492" y="42963"/>
                </a:cubicBezTo>
                <a:cubicBezTo>
                  <a:pt x="245783" y="42369"/>
                  <a:pt x="244833" y="42072"/>
                  <a:pt x="243643" y="42072"/>
                </a:cubicBezTo>
                <a:cubicBezTo>
                  <a:pt x="242361" y="42072"/>
                  <a:pt x="240827" y="42415"/>
                  <a:pt x="239042" y="43100"/>
                </a:cubicBezTo>
                <a:lnTo>
                  <a:pt x="238012" y="40632"/>
                </a:lnTo>
                <a:lnTo>
                  <a:pt x="256964" y="32959"/>
                </a:lnTo>
                <a:lnTo>
                  <a:pt x="259916" y="32959"/>
                </a:lnTo>
                <a:lnTo>
                  <a:pt x="259916" y="46280"/>
                </a:lnTo>
                <a:close/>
                <a:moveTo>
                  <a:pt x="330161" y="14008"/>
                </a:moveTo>
                <a:lnTo>
                  <a:pt x="330161" y="34744"/>
                </a:lnTo>
                <a:lnTo>
                  <a:pt x="344855" y="34744"/>
                </a:lnTo>
                <a:lnTo>
                  <a:pt x="344855" y="39551"/>
                </a:lnTo>
                <a:lnTo>
                  <a:pt x="330161" y="39551"/>
                </a:lnTo>
                <a:lnTo>
                  <a:pt x="330161" y="80282"/>
                </a:lnTo>
                <a:cubicBezTo>
                  <a:pt x="330161" y="84352"/>
                  <a:pt x="330744" y="87095"/>
                  <a:pt x="331912" y="88513"/>
                </a:cubicBezTo>
                <a:cubicBezTo>
                  <a:pt x="333079" y="89929"/>
                  <a:pt x="334578" y="90637"/>
                  <a:pt x="336409" y="90637"/>
                </a:cubicBezTo>
                <a:cubicBezTo>
                  <a:pt x="337920" y="90637"/>
                  <a:pt x="339385" y="90168"/>
                  <a:pt x="340804" y="89230"/>
                </a:cubicBezTo>
                <a:cubicBezTo>
                  <a:pt x="342223" y="88291"/>
                  <a:pt x="343321" y="86906"/>
                  <a:pt x="344100" y="85075"/>
                </a:cubicBezTo>
                <a:lnTo>
                  <a:pt x="346778" y="85075"/>
                </a:lnTo>
                <a:cubicBezTo>
                  <a:pt x="345175" y="89574"/>
                  <a:pt x="342909" y="92977"/>
                  <a:pt x="339980" y="95283"/>
                </a:cubicBezTo>
                <a:cubicBezTo>
                  <a:pt x="337050" y="97587"/>
                  <a:pt x="334029" y="98740"/>
                  <a:pt x="330916" y="98740"/>
                </a:cubicBezTo>
                <a:cubicBezTo>
                  <a:pt x="328810" y="98740"/>
                  <a:pt x="326750" y="98155"/>
                  <a:pt x="324736" y="96987"/>
                </a:cubicBezTo>
                <a:cubicBezTo>
                  <a:pt x="322722" y="95818"/>
                  <a:pt x="321234" y="94146"/>
                  <a:pt x="320273" y="91970"/>
                </a:cubicBezTo>
                <a:cubicBezTo>
                  <a:pt x="319312" y="89793"/>
                  <a:pt x="318831" y="86435"/>
                  <a:pt x="318831" y="81898"/>
                </a:cubicBezTo>
                <a:lnTo>
                  <a:pt x="318831" y="39551"/>
                </a:lnTo>
                <a:lnTo>
                  <a:pt x="308875" y="39551"/>
                </a:lnTo>
                <a:lnTo>
                  <a:pt x="308875" y="37285"/>
                </a:lnTo>
                <a:cubicBezTo>
                  <a:pt x="311392" y="36275"/>
                  <a:pt x="313967" y="34565"/>
                  <a:pt x="316599" y="32154"/>
                </a:cubicBezTo>
                <a:cubicBezTo>
                  <a:pt x="319231" y="29744"/>
                  <a:pt x="321578" y="26886"/>
                  <a:pt x="323637" y="23580"/>
                </a:cubicBezTo>
                <a:cubicBezTo>
                  <a:pt x="324690" y="21836"/>
                  <a:pt x="326155" y="18645"/>
                  <a:pt x="328032" y="14008"/>
                </a:cubicBezTo>
                <a:lnTo>
                  <a:pt x="330161" y="14008"/>
                </a:lnTo>
                <a:close/>
                <a:moveTo>
                  <a:pt x="433807" y="90569"/>
                </a:moveTo>
                <a:cubicBezTo>
                  <a:pt x="430740" y="93773"/>
                  <a:pt x="427741" y="96073"/>
                  <a:pt x="424812" y="97469"/>
                </a:cubicBezTo>
                <a:cubicBezTo>
                  <a:pt x="421882" y="98866"/>
                  <a:pt x="418723" y="99564"/>
                  <a:pt x="415336" y="99564"/>
                </a:cubicBezTo>
                <a:cubicBezTo>
                  <a:pt x="408469" y="99564"/>
                  <a:pt x="402473" y="96698"/>
                  <a:pt x="397346" y="90966"/>
                </a:cubicBezTo>
                <a:cubicBezTo>
                  <a:pt x="392219" y="85232"/>
                  <a:pt x="389655" y="77865"/>
                  <a:pt x="389655" y="68864"/>
                </a:cubicBezTo>
                <a:cubicBezTo>
                  <a:pt x="389655" y="59865"/>
                  <a:pt x="392493" y="51631"/>
                  <a:pt x="398170" y="44162"/>
                </a:cubicBezTo>
                <a:cubicBezTo>
                  <a:pt x="403846" y="36693"/>
                  <a:pt x="411147" y="32959"/>
                  <a:pt x="420074" y="32959"/>
                </a:cubicBezTo>
                <a:cubicBezTo>
                  <a:pt x="425613" y="32959"/>
                  <a:pt x="430190" y="34721"/>
                  <a:pt x="433807" y="38246"/>
                </a:cubicBezTo>
                <a:lnTo>
                  <a:pt x="433807" y="26616"/>
                </a:lnTo>
                <a:cubicBezTo>
                  <a:pt x="433807" y="19399"/>
                  <a:pt x="433635" y="14963"/>
                  <a:pt x="433292" y="13308"/>
                </a:cubicBezTo>
                <a:cubicBezTo>
                  <a:pt x="432949" y="11653"/>
                  <a:pt x="432411" y="10527"/>
                  <a:pt x="431678" y="9931"/>
                </a:cubicBezTo>
                <a:cubicBezTo>
                  <a:pt x="430946" y="9333"/>
                  <a:pt x="430030" y="9034"/>
                  <a:pt x="428932" y="9034"/>
                </a:cubicBezTo>
                <a:cubicBezTo>
                  <a:pt x="427741" y="9034"/>
                  <a:pt x="426162" y="9401"/>
                  <a:pt x="424194" y="10137"/>
                </a:cubicBezTo>
                <a:lnTo>
                  <a:pt x="423301" y="7723"/>
                </a:lnTo>
                <a:lnTo>
                  <a:pt x="442047" y="0"/>
                </a:lnTo>
                <a:lnTo>
                  <a:pt x="445137" y="0"/>
                </a:lnTo>
                <a:lnTo>
                  <a:pt x="445137" y="72716"/>
                </a:lnTo>
                <a:cubicBezTo>
                  <a:pt x="445137" y="80086"/>
                  <a:pt x="445308" y="84583"/>
                  <a:pt x="445652" y="86208"/>
                </a:cubicBezTo>
                <a:cubicBezTo>
                  <a:pt x="445995" y="87833"/>
                  <a:pt x="446544" y="88966"/>
                  <a:pt x="447300" y="89607"/>
                </a:cubicBezTo>
                <a:cubicBezTo>
                  <a:pt x="448055" y="90248"/>
                  <a:pt x="448936" y="90569"/>
                  <a:pt x="449943" y="90569"/>
                </a:cubicBezTo>
                <a:cubicBezTo>
                  <a:pt x="451179" y="90569"/>
                  <a:pt x="452827" y="90179"/>
                  <a:pt x="454887" y="89401"/>
                </a:cubicBezTo>
                <a:lnTo>
                  <a:pt x="455642" y="91805"/>
                </a:lnTo>
                <a:lnTo>
                  <a:pt x="436965" y="99564"/>
                </a:lnTo>
                <a:lnTo>
                  <a:pt x="433807" y="99564"/>
                </a:lnTo>
                <a:lnTo>
                  <a:pt x="433807" y="90569"/>
                </a:lnTo>
                <a:moveTo>
                  <a:pt x="433807" y="85777"/>
                </a:moveTo>
                <a:lnTo>
                  <a:pt x="433807" y="53449"/>
                </a:lnTo>
                <a:cubicBezTo>
                  <a:pt x="433532" y="50343"/>
                  <a:pt x="432708" y="47512"/>
                  <a:pt x="431335" y="44956"/>
                </a:cubicBezTo>
                <a:cubicBezTo>
                  <a:pt x="429962" y="42398"/>
                  <a:pt x="428142" y="40469"/>
                  <a:pt x="425876" y="39169"/>
                </a:cubicBezTo>
                <a:cubicBezTo>
                  <a:pt x="423610" y="37867"/>
                  <a:pt x="421401" y="37216"/>
                  <a:pt x="419250" y="37216"/>
                </a:cubicBezTo>
                <a:cubicBezTo>
                  <a:pt x="415222" y="37216"/>
                  <a:pt x="411628" y="39020"/>
                  <a:pt x="408469" y="42628"/>
                </a:cubicBezTo>
                <a:cubicBezTo>
                  <a:pt x="404304" y="47376"/>
                  <a:pt x="402221" y="54316"/>
                  <a:pt x="402221" y="63448"/>
                </a:cubicBezTo>
                <a:cubicBezTo>
                  <a:pt x="402221" y="72672"/>
                  <a:pt x="404235" y="79739"/>
                  <a:pt x="408263" y="84648"/>
                </a:cubicBezTo>
                <a:cubicBezTo>
                  <a:pt x="412292" y="89557"/>
                  <a:pt x="416778" y="92011"/>
                  <a:pt x="421722" y="92011"/>
                </a:cubicBezTo>
                <a:cubicBezTo>
                  <a:pt x="425887" y="92011"/>
                  <a:pt x="429916" y="89933"/>
                  <a:pt x="433807" y="85777"/>
                </a:cubicBezTo>
                <a:close/>
                <a:moveTo>
                  <a:pt x="514832" y="34744"/>
                </a:moveTo>
                <a:lnTo>
                  <a:pt x="514832" y="72853"/>
                </a:lnTo>
                <a:cubicBezTo>
                  <a:pt x="514832" y="80132"/>
                  <a:pt x="515003" y="84583"/>
                  <a:pt x="515347" y="86208"/>
                </a:cubicBezTo>
                <a:cubicBezTo>
                  <a:pt x="515690" y="87833"/>
                  <a:pt x="516239" y="88966"/>
                  <a:pt x="516995" y="89607"/>
                </a:cubicBezTo>
                <a:cubicBezTo>
                  <a:pt x="517750" y="90248"/>
                  <a:pt x="518631" y="90569"/>
                  <a:pt x="519638" y="90569"/>
                </a:cubicBezTo>
                <a:cubicBezTo>
                  <a:pt x="521057" y="90569"/>
                  <a:pt x="522659" y="90179"/>
                  <a:pt x="524445" y="89401"/>
                </a:cubicBezTo>
                <a:lnTo>
                  <a:pt x="525406" y="91805"/>
                </a:lnTo>
                <a:lnTo>
                  <a:pt x="506592" y="99564"/>
                </a:lnTo>
                <a:lnTo>
                  <a:pt x="503502" y="99564"/>
                </a:lnTo>
                <a:lnTo>
                  <a:pt x="503502" y="86243"/>
                </a:lnTo>
                <a:cubicBezTo>
                  <a:pt x="498100" y="92102"/>
                  <a:pt x="493980" y="95787"/>
                  <a:pt x="491142" y="97298"/>
                </a:cubicBezTo>
                <a:cubicBezTo>
                  <a:pt x="488304" y="98808"/>
                  <a:pt x="485306" y="99564"/>
                  <a:pt x="482147" y="99564"/>
                </a:cubicBezTo>
                <a:cubicBezTo>
                  <a:pt x="478622" y="99564"/>
                  <a:pt x="475567" y="98545"/>
                  <a:pt x="472980" y="96508"/>
                </a:cubicBezTo>
                <a:cubicBezTo>
                  <a:pt x="470394" y="94471"/>
                  <a:pt x="468597" y="91850"/>
                  <a:pt x="467590" y="88646"/>
                </a:cubicBezTo>
                <a:cubicBezTo>
                  <a:pt x="466583" y="85442"/>
                  <a:pt x="466080" y="80910"/>
                  <a:pt x="466080" y="75050"/>
                </a:cubicBezTo>
                <a:lnTo>
                  <a:pt x="466080" y="46967"/>
                </a:lnTo>
                <a:cubicBezTo>
                  <a:pt x="466080" y="43991"/>
                  <a:pt x="465759" y="41931"/>
                  <a:pt x="465118" y="40787"/>
                </a:cubicBezTo>
                <a:cubicBezTo>
                  <a:pt x="464477" y="39642"/>
                  <a:pt x="463527" y="38761"/>
                  <a:pt x="462269" y="38143"/>
                </a:cubicBezTo>
                <a:cubicBezTo>
                  <a:pt x="461010" y="37525"/>
                  <a:pt x="458732" y="37239"/>
                  <a:pt x="455436" y="37285"/>
                </a:cubicBezTo>
                <a:lnTo>
                  <a:pt x="455436" y="34744"/>
                </a:lnTo>
                <a:lnTo>
                  <a:pt x="477478" y="34744"/>
                </a:lnTo>
                <a:lnTo>
                  <a:pt x="477478" y="76733"/>
                </a:lnTo>
                <a:cubicBezTo>
                  <a:pt x="477478" y="82578"/>
                  <a:pt x="478496" y="86414"/>
                  <a:pt x="480534" y="88240"/>
                </a:cubicBezTo>
                <a:cubicBezTo>
                  <a:pt x="482571" y="90067"/>
                  <a:pt x="485031" y="90981"/>
                  <a:pt x="487915" y="90981"/>
                </a:cubicBezTo>
                <a:cubicBezTo>
                  <a:pt x="489883" y="90981"/>
                  <a:pt x="492115" y="90364"/>
                  <a:pt x="494610" y="89131"/>
                </a:cubicBezTo>
                <a:cubicBezTo>
                  <a:pt x="497105" y="87898"/>
                  <a:pt x="500069" y="85547"/>
                  <a:pt x="503502" y="82078"/>
                </a:cubicBezTo>
                <a:lnTo>
                  <a:pt x="503502" y="46531"/>
                </a:lnTo>
                <a:cubicBezTo>
                  <a:pt x="503502" y="42969"/>
                  <a:pt x="502850" y="40561"/>
                  <a:pt x="501545" y="39306"/>
                </a:cubicBezTo>
                <a:cubicBezTo>
                  <a:pt x="500240" y="38050"/>
                  <a:pt x="497528" y="37376"/>
                  <a:pt x="493408" y="37285"/>
                </a:cubicBezTo>
                <a:lnTo>
                  <a:pt x="493408" y="34744"/>
                </a:lnTo>
                <a:lnTo>
                  <a:pt x="514832" y="34744"/>
                </a:lnTo>
                <a:close/>
                <a:moveTo>
                  <a:pt x="565644" y="88577"/>
                </a:moveTo>
                <a:cubicBezTo>
                  <a:pt x="559189" y="93567"/>
                  <a:pt x="555138" y="96451"/>
                  <a:pt x="553490" y="97229"/>
                </a:cubicBezTo>
                <a:cubicBezTo>
                  <a:pt x="551018" y="98419"/>
                  <a:pt x="548386" y="99014"/>
                  <a:pt x="545593" y="99014"/>
                </a:cubicBezTo>
                <a:cubicBezTo>
                  <a:pt x="541245" y="99014"/>
                  <a:pt x="537663" y="97527"/>
                  <a:pt x="534847" y="94551"/>
                </a:cubicBezTo>
                <a:cubicBezTo>
                  <a:pt x="532032" y="91576"/>
                  <a:pt x="530624" y="87662"/>
                  <a:pt x="530624" y="82809"/>
                </a:cubicBezTo>
                <a:cubicBezTo>
                  <a:pt x="530624" y="79742"/>
                  <a:pt x="531311" y="77087"/>
                  <a:pt x="532684" y="74844"/>
                </a:cubicBezTo>
                <a:cubicBezTo>
                  <a:pt x="534561" y="71732"/>
                  <a:pt x="537823" y="68802"/>
                  <a:pt x="542469" y="66055"/>
                </a:cubicBezTo>
                <a:cubicBezTo>
                  <a:pt x="547115" y="63309"/>
                  <a:pt x="554840" y="59967"/>
                  <a:pt x="565644" y="56030"/>
                </a:cubicBezTo>
                <a:lnTo>
                  <a:pt x="565644" y="53558"/>
                </a:lnTo>
                <a:cubicBezTo>
                  <a:pt x="565644" y="47287"/>
                  <a:pt x="564648" y="42984"/>
                  <a:pt x="562657" y="40649"/>
                </a:cubicBezTo>
                <a:cubicBezTo>
                  <a:pt x="560665" y="38315"/>
                  <a:pt x="557770" y="37148"/>
                  <a:pt x="553971" y="37148"/>
                </a:cubicBezTo>
                <a:cubicBezTo>
                  <a:pt x="551087" y="37148"/>
                  <a:pt x="548798" y="37923"/>
                  <a:pt x="547104" y="39474"/>
                </a:cubicBezTo>
                <a:cubicBezTo>
                  <a:pt x="545365" y="41024"/>
                  <a:pt x="544495" y="42803"/>
                  <a:pt x="544495" y="44810"/>
                </a:cubicBezTo>
                <a:lnTo>
                  <a:pt x="544632" y="48778"/>
                </a:lnTo>
                <a:cubicBezTo>
                  <a:pt x="544632" y="50875"/>
                  <a:pt x="544094" y="52493"/>
                  <a:pt x="543018" y="53633"/>
                </a:cubicBezTo>
                <a:cubicBezTo>
                  <a:pt x="541943" y="54774"/>
                  <a:pt x="540535" y="55344"/>
                  <a:pt x="538796" y="55344"/>
                </a:cubicBezTo>
                <a:cubicBezTo>
                  <a:pt x="537102" y="55344"/>
                  <a:pt x="535717" y="54751"/>
                  <a:pt x="534641" y="53565"/>
                </a:cubicBezTo>
                <a:cubicBezTo>
                  <a:pt x="533566" y="52377"/>
                  <a:pt x="533028" y="50757"/>
                  <a:pt x="533028" y="48703"/>
                </a:cubicBezTo>
                <a:cubicBezTo>
                  <a:pt x="533028" y="44779"/>
                  <a:pt x="535042" y="41174"/>
                  <a:pt x="539070" y="37888"/>
                </a:cubicBezTo>
                <a:cubicBezTo>
                  <a:pt x="543099" y="34602"/>
                  <a:pt x="548752" y="32959"/>
                  <a:pt x="556030" y="32959"/>
                </a:cubicBezTo>
                <a:cubicBezTo>
                  <a:pt x="561615" y="32959"/>
                  <a:pt x="566193" y="33896"/>
                  <a:pt x="569764" y="35770"/>
                </a:cubicBezTo>
                <a:cubicBezTo>
                  <a:pt x="572464" y="37188"/>
                  <a:pt x="574456" y="39406"/>
                  <a:pt x="575737" y="42424"/>
                </a:cubicBezTo>
                <a:cubicBezTo>
                  <a:pt x="576561" y="44390"/>
                  <a:pt x="576973" y="48413"/>
                  <a:pt x="576973" y="54494"/>
                </a:cubicBezTo>
                <a:lnTo>
                  <a:pt x="576973" y="75823"/>
                </a:lnTo>
                <a:cubicBezTo>
                  <a:pt x="576973" y="81812"/>
                  <a:pt x="577088" y="85482"/>
                  <a:pt x="577317" y="86831"/>
                </a:cubicBezTo>
                <a:cubicBezTo>
                  <a:pt x="577546" y="88180"/>
                  <a:pt x="577923" y="89083"/>
                  <a:pt x="578450" y="89541"/>
                </a:cubicBezTo>
                <a:cubicBezTo>
                  <a:pt x="578976" y="89997"/>
                  <a:pt x="579583" y="90225"/>
                  <a:pt x="580269" y="90225"/>
                </a:cubicBezTo>
                <a:cubicBezTo>
                  <a:pt x="581002" y="90225"/>
                  <a:pt x="581643" y="90065"/>
                  <a:pt x="582192" y="89745"/>
                </a:cubicBezTo>
                <a:cubicBezTo>
                  <a:pt x="583153" y="89150"/>
                  <a:pt x="585007" y="87479"/>
                  <a:pt x="587754" y="84732"/>
                </a:cubicBezTo>
                <a:lnTo>
                  <a:pt x="587754" y="88577"/>
                </a:lnTo>
                <a:cubicBezTo>
                  <a:pt x="582627" y="95444"/>
                  <a:pt x="577729" y="98877"/>
                  <a:pt x="573059" y="98877"/>
                </a:cubicBezTo>
                <a:cubicBezTo>
                  <a:pt x="570816" y="98877"/>
                  <a:pt x="569031" y="98099"/>
                  <a:pt x="567704" y="96542"/>
                </a:cubicBezTo>
                <a:cubicBezTo>
                  <a:pt x="566376" y="94986"/>
                  <a:pt x="565689" y="92331"/>
                  <a:pt x="565644" y="88577"/>
                </a:cubicBezTo>
                <a:moveTo>
                  <a:pt x="565644" y="84075"/>
                </a:moveTo>
                <a:lnTo>
                  <a:pt x="565644" y="60219"/>
                </a:lnTo>
                <a:cubicBezTo>
                  <a:pt x="558731" y="62953"/>
                  <a:pt x="554268" y="64889"/>
                  <a:pt x="552254" y="66030"/>
                </a:cubicBezTo>
                <a:cubicBezTo>
                  <a:pt x="548638" y="68035"/>
                  <a:pt x="546051" y="70132"/>
                  <a:pt x="544495" y="72319"/>
                </a:cubicBezTo>
                <a:cubicBezTo>
                  <a:pt x="542938" y="74506"/>
                  <a:pt x="542160" y="76899"/>
                  <a:pt x="542160" y="79496"/>
                </a:cubicBezTo>
                <a:cubicBezTo>
                  <a:pt x="542160" y="82778"/>
                  <a:pt x="543144" y="85501"/>
                  <a:pt x="545113" y="87665"/>
                </a:cubicBezTo>
                <a:cubicBezTo>
                  <a:pt x="547081" y="89830"/>
                  <a:pt x="549347" y="90912"/>
                  <a:pt x="551911" y="90912"/>
                </a:cubicBezTo>
                <a:cubicBezTo>
                  <a:pt x="555390" y="90912"/>
                  <a:pt x="559967" y="88633"/>
                  <a:pt x="565644" y="84075"/>
                </a:cubicBezTo>
                <a:close/>
                <a:moveTo>
                  <a:pt x="614074" y="0"/>
                </a:moveTo>
                <a:lnTo>
                  <a:pt x="614074" y="83367"/>
                </a:lnTo>
                <a:cubicBezTo>
                  <a:pt x="614074" y="87301"/>
                  <a:pt x="614360" y="89909"/>
                  <a:pt x="614932" y="91191"/>
                </a:cubicBezTo>
                <a:cubicBezTo>
                  <a:pt x="615505" y="92471"/>
                  <a:pt x="616386" y="93443"/>
                  <a:pt x="617576" y="94107"/>
                </a:cubicBezTo>
                <a:cubicBezTo>
                  <a:pt x="618766" y="94769"/>
                  <a:pt x="620986" y="95100"/>
                  <a:pt x="624236" y="95100"/>
                </a:cubicBezTo>
                <a:lnTo>
                  <a:pt x="624236" y="97641"/>
                </a:lnTo>
                <a:lnTo>
                  <a:pt x="593406" y="97641"/>
                </a:lnTo>
                <a:lnTo>
                  <a:pt x="593406" y="95100"/>
                </a:lnTo>
                <a:cubicBezTo>
                  <a:pt x="596290" y="95100"/>
                  <a:pt x="598258" y="94804"/>
                  <a:pt x="599311" y="94210"/>
                </a:cubicBezTo>
                <a:cubicBezTo>
                  <a:pt x="600364" y="93615"/>
                  <a:pt x="601188" y="92631"/>
                  <a:pt x="601783" y="91260"/>
                </a:cubicBezTo>
                <a:cubicBezTo>
                  <a:pt x="602378" y="89886"/>
                  <a:pt x="602676" y="87256"/>
                  <a:pt x="602676" y="83367"/>
                </a:cubicBezTo>
                <a:lnTo>
                  <a:pt x="602676" y="26279"/>
                </a:lnTo>
                <a:cubicBezTo>
                  <a:pt x="602676" y="19190"/>
                  <a:pt x="602515" y="14833"/>
                  <a:pt x="602195" y="13209"/>
                </a:cubicBezTo>
                <a:cubicBezTo>
                  <a:pt x="601875" y="11584"/>
                  <a:pt x="601360" y="10475"/>
                  <a:pt x="600650" y="9881"/>
                </a:cubicBezTo>
                <a:cubicBezTo>
                  <a:pt x="599940" y="9286"/>
                  <a:pt x="599036" y="8989"/>
                  <a:pt x="597938" y="8989"/>
                </a:cubicBezTo>
                <a:cubicBezTo>
                  <a:pt x="596748" y="8989"/>
                  <a:pt x="595237" y="9355"/>
                  <a:pt x="593406" y="10087"/>
                </a:cubicBezTo>
                <a:lnTo>
                  <a:pt x="592239" y="7684"/>
                </a:lnTo>
                <a:lnTo>
                  <a:pt x="610984" y="0"/>
                </a:lnTo>
                <a:lnTo>
                  <a:pt x="614074" y="0"/>
                </a:lnTo>
                <a:close/>
                <a:moveTo>
                  <a:pt x="663468" y="34744"/>
                </a:moveTo>
                <a:lnTo>
                  <a:pt x="693063" y="34744"/>
                </a:lnTo>
                <a:lnTo>
                  <a:pt x="693063" y="37285"/>
                </a:lnTo>
                <a:lnTo>
                  <a:pt x="691140" y="37285"/>
                </a:lnTo>
                <a:cubicBezTo>
                  <a:pt x="689355" y="37285"/>
                  <a:pt x="687993" y="37720"/>
                  <a:pt x="687054" y="38590"/>
                </a:cubicBezTo>
                <a:cubicBezTo>
                  <a:pt x="686116" y="39459"/>
                  <a:pt x="685647" y="40627"/>
                  <a:pt x="685647" y="42091"/>
                </a:cubicBezTo>
                <a:cubicBezTo>
                  <a:pt x="685647" y="43694"/>
                  <a:pt x="686127" y="45593"/>
                  <a:pt x="687089" y="47791"/>
                </a:cubicBezTo>
                <a:lnTo>
                  <a:pt x="701714" y="82535"/>
                </a:lnTo>
                <a:lnTo>
                  <a:pt x="716409" y="46486"/>
                </a:lnTo>
                <a:cubicBezTo>
                  <a:pt x="717462" y="43922"/>
                  <a:pt x="717988" y="41977"/>
                  <a:pt x="717988" y="40649"/>
                </a:cubicBezTo>
                <a:cubicBezTo>
                  <a:pt x="717988" y="40009"/>
                  <a:pt x="717805" y="39482"/>
                  <a:pt x="717439" y="39070"/>
                </a:cubicBezTo>
                <a:cubicBezTo>
                  <a:pt x="716935" y="38384"/>
                  <a:pt x="716294" y="37914"/>
                  <a:pt x="715516" y="37663"/>
                </a:cubicBezTo>
                <a:cubicBezTo>
                  <a:pt x="714738" y="37411"/>
                  <a:pt x="713159" y="37285"/>
                  <a:pt x="710778" y="37285"/>
                </a:cubicBezTo>
                <a:lnTo>
                  <a:pt x="710778" y="34744"/>
                </a:lnTo>
                <a:lnTo>
                  <a:pt x="731309" y="34744"/>
                </a:lnTo>
                <a:lnTo>
                  <a:pt x="731309" y="37285"/>
                </a:lnTo>
                <a:cubicBezTo>
                  <a:pt x="728929" y="37468"/>
                  <a:pt x="727281" y="37949"/>
                  <a:pt x="726365" y="38727"/>
                </a:cubicBezTo>
                <a:cubicBezTo>
                  <a:pt x="724763" y="40100"/>
                  <a:pt x="723321" y="42389"/>
                  <a:pt x="722039" y="45593"/>
                </a:cubicBezTo>
                <a:lnTo>
                  <a:pt x="699723" y="99564"/>
                </a:lnTo>
                <a:lnTo>
                  <a:pt x="696908" y="99564"/>
                </a:lnTo>
                <a:lnTo>
                  <a:pt x="674454" y="46486"/>
                </a:lnTo>
                <a:cubicBezTo>
                  <a:pt x="673447" y="44014"/>
                  <a:pt x="672486" y="42240"/>
                  <a:pt x="671570" y="41164"/>
                </a:cubicBezTo>
                <a:cubicBezTo>
                  <a:pt x="670655" y="40089"/>
                  <a:pt x="669488" y="39185"/>
                  <a:pt x="668069" y="38452"/>
                </a:cubicBezTo>
                <a:cubicBezTo>
                  <a:pt x="667290" y="38040"/>
                  <a:pt x="665757" y="37651"/>
                  <a:pt x="663468" y="37285"/>
                </a:cubicBezTo>
                <a:lnTo>
                  <a:pt x="663468" y="34744"/>
                </a:lnTo>
                <a:close/>
                <a:moveTo>
                  <a:pt x="747582" y="58502"/>
                </a:moveTo>
                <a:cubicBezTo>
                  <a:pt x="747537" y="67819"/>
                  <a:pt x="749803" y="75127"/>
                  <a:pt x="754380" y="80426"/>
                </a:cubicBezTo>
                <a:cubicBezTo>
                  <a:pt x="758958" y="85723"/>
                  <a:pt x="764337" y="88371"/>
                  <a:pt x="770517" y="88371"/>
                </a:cubicBezTo>
                <a:cubicBezTo>
                  <a:pt x="774636" y="88371"/>
                  <a:pt x="778218" y="87238"/>
                  <a:pt x="781263" y="84972"/>
                </a:cubicBezTo>
                <a:cubicBezTo>
                  <a:pt x="784307" y="82706"/>
                  <a:pt x="786859" y="78827"/>
                  <a:pt x="788919" y="73334"/>
                </a:cubicBezTo>
                <a:lnTo>
                  <a:pt x="791047" y="74707"/>
                </a:lnTo>
                <a:cubicBezTo>
                  <a:pt x="790086" y="80978"/>
                  <a:pt x="787294" y="86689"/>
                  <a:pt x="782670" y="91839"/>
                </a:cubicBezTo>
                <a:cubicBezTo>
                  <a:pt x="778047" y="96989"/>
                  <a:pt x="772256" y="99564"/>
                  <a:pt x="765298" y="99564"/>
                </a:cubicBezTo>
                <a:cubicBezTo>
                  <a:pt x="757745" y="99564"/>
                  <a:pt x="751279" y="96629"/>
                  <a:pt x="745900" y="90760"/>
                </a:cubicBezTo>
                <a:cubicBezTo>
                  <a:pt x="740521" y="84889"/>
                  <a:pt x="737832" y="76997"/>
                  <a:pt x="737832" y="67083"/>
                </a:cubicBezTo>
                <a:cubicBezTo>
                  <a:pt x="737832" y="56349"/>
                  <a:pt x="740590" y="47978"/>
                  <a:pt x="746106" y="41971"/>
                </a:cubicBezTo>
                <a:cubicBezTo>
                  <a:pt x="751622" y="35963"/>
                  <a:pt x="758546" y="32959"/>
                  <a:pt x="766877" y="32959"/>
                </a:cubicBezTo>
                <a:cubicBezTo>
                  <a:pt x="773927" y="32959"/>
                  <a:pt x="779718" y="35276"/>
                  <a:pt x="784250" y="39911"/>
                </a:cubicBezTo>
                <a:cubicBezTo>
                  <a:pt x="788781" y="44545"/>
                  <a:pt x="791047" y="50742"/>
                  <a:pt x="791047" y="58502"/>
                </a:cubicBezTo>
                <a:lnTo>
                  <a:pt x="747582" y="58502"/>
                </a:lnTo>
                <a:moveTo>
                  <a:pt x="747582" y="54520"/>
                </a:moveTo>
                <a:lnTo>
                  <a:pt x="776696" y="54520"/>
                </a:lnTo>
                <a:cubicBezTo>
                  <a:pt x="776468" y="50491"/>
                  <a:pt x="775987" y="47653"/>
                  <a:pt x="775254" y="46005"/>
                </a:cubicBezTo>
                <a:cubicBezTo>
                  <a:pt x="774110" y="43442"/>
                  <a:pt x="772405" y="41428"/>
                  <a:pt x="770139" y="39963"/>
                </a:cubicBezTo>
                <a:cubicBezTo>
                  <a:pt x="767873" y="38498"/>
                  <a:pt x="765504" y="37766"/>
                  <a:pt x="763032" y="37766"/>
                </a:cubicBezTo>
                <a:cubicBezTo>
                  <a:pt x="759233" y="37766"/>
                  <a:pt x="755834" y="39242"/>
                  <a:pt x="752835" y="42194"/>
                </a:cubicBezTo>
                <a:cubicBezTo>
                  <a:pt x="749837" y="45147"/>
                  <a:pt x="748086" y="49255"/>
                  <a:pt x="747582" y="54520"/>
                </a:cubicBezTo>
                <a:close/>
                <a:moveTo>
                  <a:pt x="817848" y="32959"/>
                </a:moveTo>
                <a:lnTo>
                  <a:pt x="817848" y="47104"/>
                </a:lnTo>
                <a:cubicBezTo>
                  <a:pt x="823113" y="37674"/>
                  <a:pt x="828514" y="32959"/>
                  <a:pt x="834053" y="32959"/>
                </a:cubicBezTo>
                <a:cubicBezTo>
                  <a:pt x="836571" y="32959"/>
                  <a:pt x="838654" y="33726"/>
                  <a:pt x="840302" y="35259"/>
                </a:cubicBezTo>
                <a:cubicBezTo>
                  <a:pt x="841950" y="36793"/>
                  <a:pt x="842774" y="38567"/>
                  <a:pt x="842774" y="40581"/>
                </a:cubicBezTo>
                <a:cubicBezTo>
                  <a:pt x="842774" y="42366"/>
                  <a:pt x="842179" y="43877"/>
                  <a:pt x="840988" y="45113"/>
                </a:cubicBezTo>
                <a:cubicBezTo>
                  <a:pt x="839798" y="46349"/>
                  <a:pt x="838379" y="46967"/>
                  <a:pt x="836731" y="46967"/>
                </a:cubicBezTo>
                <a:cubicBezTo>
                  <a:pt x="835129" y="46967"/>
                  <a:pt x="833332" y="46177"/>
                  <a:pt x="831341" y="44598"/>
                </a:cubicBezTo>
                <a:cubicBezTo>
                  <a:pt x="829350" y="43018"/>
                  <a:pt x="827873" y="42229"/>
                  <a:pt x="826912" y="42229"/>
                </a:cubicBezTo>
                <a:cubicBezTo>
                  <a:pt x="826088" y="42229"/>
                  <a:pt x="825195" y="42685"/>
                  <a:pt x="824234" y="43598"/>
                </a:cubicBezTo>
                <a:cubicBezTo>
                  <a:pt x="822174" y="45470"/>
                  <a:pt x="820046" y="48552"/>
                  <a:pt x="817848" y="52844"/>
                </a:cubicBezTo>
                <a:lnTo>
                  <a:pt x="817848" y="82910"/>
                </a:lnTo>
                <a:cubicBezTo>
                  <a:pt x="817848" y="86379"/>
                  <a:pt x="818283" y="89004"/>
                  <a:pt x="819153" y="90785"/>
                </a:cubicBezTo>
                <a:cubicBezTo>
                  <a:pt x="819748" y="92018"/>
                  <a:pt x="820801" y="93046"/>
                  <a:pt x="822312" y="93869"/>
                </a:cubicBezTo>
                <a:cubicBezTo>
                  <a:pt x="823822" y="94690"/>
                  <a:pt x="825997" y="95100"/>
                  <a:pt x="828835" y="95100"/>
                </a:cubicBezTo>
                <a:lnTo>
                  <a:pt x="828835" y="97641"/>
                </a:lnTo>
                <a:lnTo>
                  <a:pt x="796631" y="97641"/>
                </a:lnTo>
                <a:lnTo>
                  <a:pt x="796631" y="95100"/>
                </a:lnTo>
                <a:cubicBezTo>
                  <a:pt x="799835" y="95100"/>
                  <a:pt x="802216" y="94598"/>
                  <a:pt x="803772" y="93594"/>
                </a:cubicBezTo>
                <a:cubicBezTo>
                  <a:pt x="804916" y="92863"/>
                  <a:pt x="805718" y="91698"/>
                  <a:pt x="806175" y="90099"/>
                </a:cubicBezTo>
                <a:cubicBezTo>
                  <a:pt x="806404" y="89322"/>
                  <a:pt x="806519" y="87107"/>
                  <a:pt x="806519" y="83453"/>
                </a:cubicBezTo>
                <a:lnTo>
                  <a:pt x="806519" y="59131"/>
                </a:lnTo>
                <a:cubicBezTo>
                  <a:pt x="806519" y="51822"/>
                  <a:pt x="806370" y="47472"/>
                  <a:pt x="806072" y="46080"/>
                </a:cubicBezTo>
                <a:cubicBezTo>
                  <a:pt x="805775" y="44687"/>
                  <a:pt x="805225" y="43671"/>
                  <a:pt x="804424" y="43031"/>
                </a:cubicBezTo>
                <a:cubicBezTo>
                  <a:pt x="803623" y="42392"/>
                  <a:pt x="802628" y="42072"/>
                  <a:pt x="801437" y="42072"/>
                </a:cubicBezTo>
                <a:cubicBezTo>
                  <a:pt x="800018" y="42072"/>
                  <a:pt x="798416" y="42415"/>
                  <a:pt x="796631" y="43100"/>
                </a:cubicBezTo>
                <a:lnTo>
                  <a:pt x="795944" y="40632"/>
                </a:lnTo>
                <a:lnTo>
                  <a:pt x="814964" y="32959"/>
                </a:lnTo>
                <a:lnTo>
                  <a:pt x="817848" y="32959"/>
                </a:lnTo>
                <a:close/>
                <a:moveTo>
                  <a:pt x="864539" y="14008"/>
                </a:moveTo>
                <a:lnTo>
                  <a:pt x="864539" y="34744"/>
                </a:lnTo>
                <a:lnTo>
                  <a:pt x="879233" y="34744"/>
                </a:lnTo>
                <a:lnTo>
                  <a:pt x="879233" y="39551"/>
                </a:lnTo>
                <a:lnTo>
                  <a:pt x="864539" y="39551"/>
                </a:lnTo>
                <a:lnTo>
                  <a:pt x="864539" y="80282"/>
                </a:lnTo>
                <a:cubicBezTo>
                  <a:pt x="864539" y="84352"/>
                  <a:pt x="865123" y="87095"/>
                  <a:pt x="866290" y="88513"/>
                </a:cubicBezTo>
                <a:cubicBezTo>
                  <a:pt x="867457" y="89929"/>
                  <a:pt x="868957" y="90637"/>
                  <a:pt x="870788" y="90637"/>
                </a:cubicBezTo>
                <a:cubicBezTo>
                  <a:pt x="872298" y="90637"/>
                  <a:pt x="873763" y="90168"/>
                  <a:pt x="875182" y="89230"/>
                </a:cubicBezTo>
                <a:cubicBezTo>
                  <a:pt x="876601" y="88291"/>
                  <a:pt x="877700" y="86906"/>
                  <a:pt x="878478" y="85075"/>
                </a:cubicBezTo>
                <a:lnTo>
                  <a:pt x="881156" y="85075"/>
                </a:lnTo>
                <a:cubicBezTo>
                  <a:pt x="879554" y="89574"/>
                  <a:pt x="877288" y="92977"/>
                  <a:pt x="874358" y="95283"/>
                </a:cubicBezTo>
                <a:cubicBezTo>
                  <a:pt x="871429" y="97587"/>
                  <a:pt x="868407" y="98740"/>
                  <a:pt x="865294" y="98740"/>
                </a:cubicBezTo>
                <a:cubicBezTo>
                  <a:pt x="863189" y="98740"/>
                  <a:pt x="861129" y="98155"/>
                  <a:pt x="859115" y="96987"/>
                </a:cubicBezTo>
                <a:cubicBezTo>
                  <a:pt x="857100" y="95818"/>
                  <a:pt x="855613" y="94146"/>
                  <a:pt x="854651" y="91970"/>
                </a:cubicBezTo>
                <a:cubicBezTo>
                  <a:pt x="853690" y="89793"/>
                  <a:pt x="853209" y="86435"/>
                  <a:pt x="853209" y="81898"/>
                </a:cubicBezTo>
                <a:lnTo>
                  <a:pt x="853209" y="39551"/>
                </a:lnTo>
                <a:lnTo>
                  <a:pt x="843253" y="39551"/>
                </a:lnTo>
                <a:lnTo>
                  <a:pt x="843253" y="37285"/>
                </a:lnTo>
                <a:cubicBezTo>
                  <a:pt x="845771" y="36275"/>
                  <a:pt x="848346" y="34565"/>
                  <a:pt x="850978" y="32154"/>
                </a:cubicBezTo>
                <a:cubicBezTo>
                  <a:pt x="853610" y="29744"/>
                  <a:pt x="855956" y="26886"/>
                  <a:pt x="858016" y="23580"/>
                </a:cubicBezTo>
                <a:cubicBezTo>
                  <a:pt x="859069" y="21836"/>
                  <a:pt x="860534" y="18645"/>
                  <a:pt x="862411" y="14008"/>
                </a:cubicBezTo>
                <a:lnTo>
                  <a:pt x="864539" y="14008"/>
                </a:lnTo>
                <a:close/>
                <a:moveTo>
                  <a:pt x="901368" y="0"/>
                </a:moveTo>
                <a:cubicBezTo>
                  <a:pt x="903290" y="0"/>
                  <a:pt x="904927" y="679"/>
                  <a:pt x="906277" y="2036"/>
                </a:cubicBezTo>
                <a:cubicBezTo>
                  <a:pt x="907627" y="3392"/>
                  <a:pt x="908303" y="5037"/>
                  <a:pt x="908303" y="6969"/>
                </a:cubicBezTo>
                <a:cubicBezTo>
                  <a:pt x="908303" y="8902"/>
                  <a:pt x="907627" y="10559"/>
                  <a:pt x="906277" y="11939"/>
                </a:cubicBezTo>
                <a:cubicBezTo>
                  <a:pt x="904927" y="13318"/>
                  <a:pt x="903290" y="14008"/>
                  <a:pt x="901368" y="14008"/>
                </a:cubicBezTo>
                <a:cubicBezTo>
                  <a:pt x="899445" y="14008"/>
                  <a:pt x="897797" y="13318"/>
                  <a:pt x="896424" y="11939"/>
                </a:cubicBezTo>
                <a:cubicBezTo>
                  <a:pt x="895050" y="10559"/>
                  <a:pt x="894364" y="8902"/>
                  <a:pt x="894364" y="6969"/>
                </a:cubicBezTo>
                <a:cubicBezTo>
                  <a:pt x="894364" y="5037"/>
                  <a:pt x="895039" y="3392"/>
                  <a:pt x="896389" y="2036"/>
                </a:cubicBezTo>
                <a:cubicBezTo>
                  <a:pt x="897740" y="679"/>
                  <a:pt x="899399" y="0"/>
                  <a:pt x="901368" y="0"/>
                </a:cubicBezTo>
                <a:moveTo>
                  <a:pt x="907067" y="32959"/>
                </a:moveTo>
                <a:lnTo>
                  <a:pt x="907067" y="83385"/>
                </a:lnTo>
                <a:cubicBezTo>
                  <a:pt x="907067" y="87313"/>
                  <a:pt x="907353" y="89928"/>
                  <a:pt x="907925" y="91229"/>
                </a:cubicBezTo>
                <a:cubicBezTo>
                  <a:pt x="908497" y="92531"/>
                  <a:pt x="909344" y="93502"/>
                  <a:pt x="910466" y="94141"/>
                </a:cubicBezTo>
                <a:cubicBezTo>
                  <a:pt x="911587" y="94781"/>
                  <a:pt x="913636" y="95100"/>
                  <a:pt x="916611" y="95100"/>
                </a:cubicBezTo>
                <a:lnTo>
                  <a:pt x="916611" y="97641"/>
                </a:lnTo>
                <a:lnTo>
                  <a:pt x="886055" y="97641"/>
                </a:lnTo>
                <a:lnTo>
                  <a:pt x="886055" y="95100"/>
                </a:lnTo>
                <a:cubicBezTo>
                  <a:pt x="889122" y="95100"/>
                  <a:pt x="891182" y="94804"/>
                  <a:pt x="892235" y="94210"/>
                </a:cubicBezTo>
                <a:cubicBezTo>
                  <a:pt x="893288" y="93616"/>
                  <a:pt x="894123" y="92634"/>
                  <a:pt x="894741" y="91264"/>
                </a:cubicBezTo>
                <a:cubicBezTo>
                  <a:pt x="895359" y="89893"/>
                  <a:pt x="895668" y="87267"/>
                  <a:pt x="895668" y="83385"/>
                </a:cubicBezTo>
                <a:lnTo>
                  <a:pt x="895668" y="59200"/>
                </a:lnTo>
                <a:cubicBezTo>
                  <a:pt x="895668" y="52393"/>
                  <a:pt x="895462" y="47986"/>
                  <a:pt x="895050" y="45977"/>
                </a:cubicBezTo>
                <a:cubicBezTo>
                  <a:pt x="894730" y="44515"/>
                  <a:pt x="894226" y="43499"/>
                  <a:pt x="893540" y="42928"/>
                </a:cubicBezTo>
                <a:cubicBezTo>
                  <a:pt x="892853" y="42357"/>
                  <a:pt x="891915" y="42072"/>
                  <a:pt x="890724" y="42072"/>
                </a:cubicBezTo>
                <a:cubicBezTo>
                  <a:pt x="889443" y="42072"/>
                  <a:pt x="887886" y="42415"/>
                  <a:pt x="886055" y="43100"/>
                </a:cubicBezTo>
                <a:lnTo>
                  <a:pt x="885094" y="40632"/>
                </a:lnTo>
                <a:lnTo>
                  <a:pt x="904045" y="32959"/>
                </a:lnTo>
                <a:lnTo>
                  <a:pt x="907067" y="32959"/>
                </a:lnTo>
                <a:close/>
                <a:moveTo>
                  <a:pt x="977884" y="73746"/>
                </a:moveTo>
                <a:cubicBezTo>
                  <a:pt x="976190" y="82031"/>
                  <a:pt x="972871" y="88406"/>
                  <a:pt x="967928" y="92869"/>
                </a:cubicBezTo>
                <a:cubicBezTo>
                  <a:pt x="962984" y="97332"/>
                  <a:pt x="957513" y="99564"/>
                  <a:pt x="951517" y="99564"/>
                </a:cubicBezTo>
                <a:cubicBezTo>
                  <a:pt x="944375" y="99564"/>
                  <a:pt x="938150" y="96569"/>
                  <a:pt x="932840" y="90579"/>
                </a:cubicBezTo>
                <a:cubicBezTo>
                  <a:pt x="927530" y="84588"/>
                  <a:pt x="924875" y="76494"/>
                  <a:pt x="924875" y="66296"/>
                </a:cubicBezTo>
                <a:cubicBezTo>
                  <a:pt x="924875" y="56418"/>
                  <a:pt x="927816" y="48393"/>
                  <a:pt x="933698" y="42220"/>
                </a:cubicBezTo>
                <a:cubicBezTo>
                  <a:pt x="939580" y="36046"/>
                  <a:pt x="946641" y="32959"/>
                  <a:pt x="954881" y="32959"/>
                </a:cubicBezTo>
                <a:cubicBezTo>
                  <a:pt x="961061" y="32959"/>
                  <a:pt x="966142" y="34591"/>
                  <a:pt x="970125" y="37854"/>
                </a:cubicBezTo>
                <a:cubicBezTo>
                  <a:pt x="974107" y="41115"/>
                  <a:pt x="976099" y="44503"/>
                  <a:pt x="976099" y="48016"/>
                </a:cubicBezTo>
                <a:cubicBezTo>
                  <a:pt x="976099" y="49750"/>
                  <a:pt x="975538" y="51153"/>
                  <a:pt x="974416" y="52226"/>
                </a:cubicBezTo>
                <a:cubicBezTo>
                  <a:pt x="973295" y="53297"/>
                  <a:pt x="971727" y="53833"/>
                  <a:pt x="969713" y="53833"/>
                </a:cubicBezTo>
                <a:cubicBezTo>
                  <a:pt x="967012" y="53833"/>
                  <a:pt x="964975" y="52963"/>
                  <a:pt x="963602" y="51224"/>
                </a:cubicBezTo>
                <a:cubicBezTo>
                  <a:pt x="962823" y="50262"/>
                  <a:pt x="962308" y="48431"/>
                  <a:pt x="962057" y="45731"/>
                </a:cubicBezTo>
                <a:cubicBezTo>
                  <a:pt x="961805" y="43030"/>
                  <a:pt x="960878" y="40970"/>
                  <a:pt x="959276" y="39551"/>
                </a:cubicBezTo>
                <a:cubicBezTo>
                  <a:pt x="957674" y="38178"/>
                  <a:pt x="955453" y="37491"/>
                  <a:pt x="952615" y="37491"/>
                </a:cubicBezTo>
                <a:cubicBezTo>
                  <a:pt x="948038" y="37491"/>
                  <a:pt x="944353" y="39185"/>
                  <a:pt x="941560" y="42572"/>
                </a:cubicBezTo>
                <a:cubicBezTo>
                  <a:pt x="937852" y="47058"/>
                  <a:pt x="935998" y="52986"/>
                  <a:pt x="935998" y="60356"/>
                </a:cubicBezTo>
                <a:cubicBezTo>
                  <a:pt x="935998" y="67864"/>
                  <a:pt x="937841" y="74490"/>
                  <a:pt x="941526" y="80235"/>
                </a:cubicBezTo>
                <a:cubicBezTo>
                  <a:pt x="945211" y="85980"/>
                  <a:pt x="950189" y="88852"/>
                  <a:pt x="956461" y="88852"/>
                </a:cubicBezTo>
                <a:cubicBezTo>
                  <a:pt x="960947" y="88852"/>
                  <a:pt x="964975" y="87318"/>
                  <a:pt x="968546" y="84251"/>
                </a:cubicBezTo>
                <a:cubicBezTo>
                  <a:pt x="971063" y="82146"/>
                  <a:pt x="973512" y="78323"/>
                  <a:pt x="975893" y="72784"/>
                </a:cubicBezTo>
                <a:lnTo>
                  <a:pt x="977884" y="73746"/>
                </a:lnTo>
                <a:close/>
                <a:moveTo>
                  <a:pt x="997475" y="58502"/>
                </a:moveTo>
                <a:cubicBezTo>
                  <a:pt x="997429" y="67819"/>
                  <a:pt x="999695" y="75127"/>
                  <a:pt x="1004273" y="80426"/>
                </a:cubicBezTo>
                <a:cubicBezTo>
                  <a:pt x="1008851" y="85723"/>
                  <a:pt x="1014229" y="88371"/>
                  <a:pt x="1020409" y="88371"/>
                </a:cubicBezTo>
                <a:cubicBezTo>
                  <a:pt x="1024529" y="88371"/>
                  <a:pt x="1028111" y="87238"/>
                  <a:pt x="1031155" y="84972"/>
                </a:cubicBezTo>
                <a:cubicBezTo>
                  <a:pt x="1034199" y="82706"/>
                  <a:pt x="1036751" y="78827"/>
                  <a:pt x="1038811" y="73334"/>
                </a:cubicBezTo>
                <a:lnTo>
                  <a:pt x="1040940" y="74707"/>
                </a:lnTo>
                <a:cubicBezTo>
                  <a:pt x="1039979" y="80978"/>
                  <a:pt x="1037186" y="86689"/>
                  <a:pt x="1032563" y="91839"/>
                </a:cubicBezTo>
                <a:cubicBezTo>
                  <a:pt x="1027939" y="96989"/>
                  <a:pt x="1022149" y="99564"/>
                  <a:pt x="1015191" y="99564"/>
                </a:cubicBezTo>
                <a:cubicBezTo>
                  <a:pt x="1007637" y="99564"/>
                  <a:pt x="1001172" y="96629"/>
                  <a:pt x="995793" y="90760"/>
                </a:cubicBezTo>
                <a:cubicBezTo>
                  <a:pt x="990414" y="84889"/>
                  <a:pt x="987725" y="76997"/>
                  <a:pt x="987725" y="67083"/>
                </a:cubicBezTo>
                <a:cubicBezTo>
                  <a:pt x="987725" y="56349"/>
                  <a:pt x="990483" y="47978"/>
                  <a:pt x="995999" y="41971"/>
                </a:cubicBezTo>
                <a:cubicBezTo>
                  <a:pt x="1001515" y="35963"/>
                  <a:pt x="1008439" y="32959"/>
                  <a:pt x="1016770" y="32959"/>
                </a:cubicBezTo>
                <a:cubicBezTo>
                  <a:pt x="1023820" y="32959"/>
                  <a:pt x="1029610" y="35276"/>
                  <a:pt x="1034142" y="39911"/>
                </a:cubicBezTo>
                <a:cubicBezTo>
                  <a:pt x="1038674" y="44545"/>
                  <a:pt x="1040940" y="50742"/>
                  <a:pt x="1040940" y="58502"/>
                </a:cubicBezTo>
                <a:lnTo>
                  <a:pt x="997475" y="58502"/>
                </a:lnTo>
                <a:moveTo>
                  <a:pt x="997475" y="54520"/>
                </a:moveTo>
                <a:lnTo>
                  <a:pt x="1026589" y="54520"/>
                </a:lnTo>
                <a:cubicBezTo>
                  <a:pt x="1026360" y="50491"/>
                  <a:pt x="1025879" y="47653"/>
                  <a:pt x="1025147" y="46005"/>
                </a:cubicBezTo>
                <a:cubicBezTo>
                  <a:pt x="1024003" y="43442"/>
                  <a:pt x="1022297" y="41428"/>
                  <a:pt x="1020032" y="39963"/>
                </a:cubicBezTo>
                <a:cubicBezTo>
                  <a:pt x="1017766" y="38498"/>
                  <a:pt x="1015397" y="37766"/>
                  <a:pt x="1012925" y="37766"/>
                </a:cubicBezTo>
                <a:cubicBezTo>
                  <a:pt x="1009125" y="37766"/>
                  <a:pt x="1005726" y="39242"/>
                  <a:pt x="1002728" y="42194"/>
                </a:cubicBezTo>
                <a:cubicBezTo>
                  <a:pt x="999730" y="45147"/>
                  <a:pt x="997979" y="49255"/>
                  <a:pt x="997475" y="54520"/>
                </a:cubicBezTo>
                <a:close/>
                <a:moveTo>
                  <a:pt x="1093785" y="32959"/>
                </a:moveTo>
                <a:lnTo>
                  <a:pt x="1093785" y="54245"/>
                </a:lnTo>
                <a:lnTo>
                  <a:pt x="1091519" y="54245"/>
                </a:lnTo>
                <a:cubicBezTo>
                  <a:pt x="1089780" y="47569"/>
                  <a:pt x="1087548" y="43028"/>
                  <a:pt x="1084824" y="40622"/>
                </a:cubicBezTo>
                <a:cubicBezTo>
                  <a:pt x="1082100" y="38214"/>
                  <a:pt x="1078633" y="37010"/>
                  <a:pt x="1074421" y="37010"/>
                </a:cubicBezTo>
                <a:cubicBezTo>
                  <a:pt x="1071217" y="37010"/>
                  <a:pt x="1068631" y="37856"/>
                  <a:pt x="1066662" y="39549"/>
                </a:cubicBezTo>
                <a:cubicBezTo>
                  <a:pt x="1064694" y="41240"/>
                  <a:pt x="1063710" y="43114"/>
                  <a:pt x="1063710" y="45173"/>
                </a:cubicBezTo>
                <a:cubicBezTo>
                  <a:pt x="1063710" y="47733"/>
                  <a:pt x="1064442" y="49928"/>
                  <a:pt x="1065907" y="51756"/>
                </a:cubicBezTo>
                <a:cubicBezTo>
                  <a:pt x="1067326" y="53631"/>
                  <a:pt x="1070210" y="55620"/>
                  <a:pt x="1074559" y="57723"/>
                </a:cubicBezTo>
                <a:lnTo>
                  <a:pt x="1084584" y="62594"/>
                </a:lnTo>
                <a:cubicBezTo>
                  <a:pt x="1093877" y="67120"/>
                  <a:pt x="1098523" y="73088"/>
                  <a:pt x="1098523" y="80496"/>
                </a:cubicBezTo>
                <a:cubicBezTo>
                  <a:pt x="1098523" y="86211"/>
                  <a:pt x="1096360" y="90818"/>
                  <a:pt x="1092034" y="94317"/>
                </a:cubicBezTo>
                <a:cubicBezTo>
                  <a:pt x="1087708" y="97815"/>
                  <a:pt x="1082867" y="99564"/>
                  <a:pt x="1077511" y="99564"/>
                </a:cubicBezTo>
                <a:cubicBezTo>
                  <a:pt x="1073666" y="99564"/>
                  <a:pt x="1069272" y="98877"/>
                  <a:pt x="1064328" y="97504"/>
                </a:cubicBezTo>
                <a:cubicBezTo>
                  <a:pt x="1062817" y="97046"/>
                  <a:pt x="1061581" y="96817"/>
                  <a:pt x="1060620" y="96817"/>
                </a:cubicBezTo>
                <a:cubicBezTo>
                  <a:pt x="1059567" y="96817"/>
                  <a:pt x="1058743" y="97412"/>
                  <a:pt x="1058148" y="98602"/>
                </a:cubicBezTo>
                <a:lnTo>
                  <a:pt x="1055882" y="98602"/>
                </a:lnTo>
                <a:lnTo>
                  <a:pt x="1055882" y="76080"/>
                </a:lnTo>
                <a:lnTo>
                  <a:pt x="1058148" y="76080"/>
                </a:lnTo>
                <a:cubicBezTo>
                  <a:pt x="1059430" y="82512"/>
                  <a:pt x="1061879" y="87359"/>
                  <a:pt x="1065495" y="90620"/>
                </a:cubicBezTo>
                <a:cubicBezTo>
                  <a:pt x="1069111" y="93882"/>
                  <a:pt x="1073163" y="95512"/>
                  <a:pt x="1077649" y="95512"/>
                </a:cubicBezTo>
                <a:cubicBezTo>
                  <a:pt x="1080807" y="95512"/>
                  <a:pt x="1083382" y="94587"/>
                  <a:pt x="1085373" y="92736"/>
                </a:cubicBezTo>
                <a:cubicBezTo>
                  <a:pt x="1087365" y="90883"/>
                  <a:pt x="1088360" y="88654"/>
                  <a:pt x="1088360" y="86047"/>
                </a:cubicBezTo>
                <a:cubicBezTo>
                  <a:pt x="1088360" y="82892"/>
                  <a:pt x="1087250" y="80240"/>
                  <a:pt x="1085030" y="78091"/>
                </a:cubicBezTo>
                <a:cubicBezTo>
                  <a:pt x="1082810" y="75942"/>
                  <a:pt x="1078381" y="73222"/>
                  <a:pt x="1071743" y="69931"/>
                </a:cubicBezTo>
                <a:cubicBezTo>
                  <a:pt x="1065106" y="66638"/>
                  <a:pt x="1060757" y="63665"/>
                  <a:pt x="1058697" y="61013"/>
                </a:cubicBezTo>
                <a:cubicBezTo>
                  <a:pt x="1056637" y="58406"/>
                  <a:pt x="1055607" y="55114"/>
                  <a:pt x="1055607" y="51136"/>
                </a:cubicBezTo>
                <a:cubicBezTo>
                  <a:pt x="1055607" y="45969"/>
                  <a:pt x="1057381" y="41648"/>
                  <a:pt x="1060929" y="38173"/>
                </a:cubicBezTo>
                <a:cubicBezTo>
                  <a:pt x="1064476" y="34697"/>
                  <a:pt x="1069066" y="32959"/>
                  <a:pt x="1074696" y="32959"/>
                </a:cubicBezTo>
                <a:cubicBezTo>
                  <a:pt x="1077168" y="32959"/>
                  <a:pt x="1080166" y="33485"/>
                  <a:pt x="1083691" y="34538"/>
                </a:cubicBezTo>
                <a:cubicBezTo>
                  <a:pt x="1086026" y="35225"/>
                  <a:pt x="1087582" y="35568"/>
                  <a:pt x="1088360" y="35568"/>
                </a:cubicBezTo>
                <a:cubicBezTo>
                  <a:pt x="1089093" y="35568"/>
                  <a:pt x="1089665" y="35408"/>
                  <a:pt x="1090077" y="35088"/>
                </a:cubicBezTo>
                <a:cubicBezTo>
                  <a:pt x="1090489" y="34767"/>
                  <a:pt x="1090970" y="34058"/>
                  <a:pt x="1091519" y="32959"/>
                </a:cubicBezTo>
                <a:lnTo>
                  <a:pt x="1093785" y="32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E6114-37CD-4AA8-BD2A-BCB9DCA2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357" y="2476585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21AD2-1E19-4B53-827B-1CA17407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357" y="2476585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DA01C-5953-427A-8ADE-136B3E55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742" y="2476585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E77F7-E56F-4277-84B7-252021EB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742" y="2476585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75454-09AE-41A4-BF83-32076F94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742" y="2144199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9B0F5-12B2-4CE8-B0DA-2F380C96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742" y="2144199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57555-AD17-4E46-A599-02032E4A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63" y="1811817"/>
            <a:ext cx="332398" cy="329830"/>
          </a:xfrm>
          <a:custGeom xmlns:a="http://schemas.openxmlformats.org/drawingml/2006/main">
            <a:pathLst>
              <a:path w="332398" h="329830">
                <a:moveTo>
                  <a:pt x="0" y="0"/>
                </a:moveTo>
                <a:lnTo>
                  <a:pt x="332398" y="0"/>
                </a:lnTo>
                <a:lnTo>
                  <a:pt x="332398" y="329830"/>
                </a:lnTo>
                <a:lnTo>
                  <a:pt x="0" y="329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A88A9-FC9C-4224-916B-19FBBD7E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63" y="1811817"/>
            <a:ext cx="332398" cy="329830"/>
          </a:xfrm>
          <a:custGeom xmlns:a="http://schemas.openxmlformats.org/drawingml/2006/main">
            <a:pathLst>
              <a:path w="332398" h="329830" fill="none">
                <a:moveTo>
                  <a:pt x="0" y="0"/>
                </a:moveTo>
                <a:lnTo>
                  <a:pt x="332398" y="0"/>
                </a:lnTo>
                <a:lnTo>
                  <a:pt x="332398" y="329830"/>
                </a:lnTo>
                <a:lnTo>
                  <a:pt x="0" y="3298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B6A8A-ACEF-4A4E-8689-8050FDCB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63" y="2476585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A6D64-4FCE-403A-BB9D-A23E2DC1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63" y="2476585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9CA24-6AB4-4442-8792-ED18D93B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63" y="2144199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39DD6-847C-40DB-99C6-744F4619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63" y="2144199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034A0-50DF-430B-A4D6-B54261AE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357" y="2144199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BEEEF-CE25-4D5F-9D67-DFD5C806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357" y="2144199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1DE3E-D09B-4CE8-8FE5-5C0CADC8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357" y="1811817"/>
            <a:ext cx="332384" cy="329830"/>
          </a:xfrm>
          <a:custGeom xmlns:a="http://schemas.openxmlformats.org/drawingml/2006/main">
            <a:pathLst>
              <a:path w="332384" h="329830">
                <a:moveTo>
                  <a:pt x="0" y="0"/>
                </a:moveTo>
                <a:lnTo>
                  <a:pt x="332384" y="0"/>
                </a:lnTo>
                <a:lnTo>
                  <a:pt x="332384" y="329830"/>
                </a:lnTo>
                <a:lnTo>
                  <a:pt x="0" y="329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AA2C2-E6B4-4696-8448-266AFFAD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357" y="1811817"/>
            <a:ext cx="332384" cy="329830"/>
          </a:xfrm>
          <a:custGeom xmlns:a="http://schemas.openxmlformats.org/drawingml/2006/main">
            <a:pathLst>
              <a:path w="332384" h="329830" fill="none">
                <a:moveTo>
                  <a:pt x="0" y="0"/>
                </a:moveTo>
                <a:lnTo>
                  <a:pt x="332384" y="0"/>
                </a:lnTo>
                <a:lnTo>
                  <a:pt x="332384" y="329830"/>
                </a:lnTo>
                <a:lnTo>
                  <a:pt x="0" y="3298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3DEF0-3CA8-4FBD-B1C9-1FB12D6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742" y="1811817"/>
            <a:ext cx="332384" cy="329830"/>
          </a:xfrm>
          <a:custGeom xmlns:a="http://schemas.openxmlformats.org/drawingml/2006/main">
            <a:pathLst>
              <a:path w="332384" h="329830">
                <a:moveTo>
                  <a:pt x="0" y="0"/>
                </a:moveTo>
                <a:lnTo>
                  <a:pt x="332384" y="0"/>
                </a:lnTo>
                <a:lnTo>
                  <a:pt x="332384" y="329830"/>
                </a:lnTo>
                <a:lnTo>
                  <a:pt x="0" y="329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934D9-E37E-4E04-B5E1-CD082E40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742" y="1811817"/>
            <a:ext cx="332384" cy="329830"/>
          </a:xfrm>
          <a:custGeom xmlns:a="http://schemas.openxmlformats.org/drawingml/2006/main">
            <a:pathLst>
              <a:path w="332384" h="329830" fill="none">
                <a:moveTo>
                  <a:pt x="0" y="0"/>
                </a:moveTo>
                <a:lnTo>
                  <a:pt x="332384" y="0"/>
                </a:lnTo>
                <a:lnTo>
                  <a:pt x="332384" y="329830"/>
                </a:lnTo>
                <a:lnTo>
                  <a:pt x="0" y="3298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7E7E4-7FD9-4C9B-B261-BC9FF7CF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908" y="181053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19E57-52A8-47E0-9579-B6FEFAC1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9" y="181053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FE081-3E1A-46FD-BD9D-A09A2435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080" y="2142921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30FB76-BA24-4252-BB34-BA1D75DB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080" y="2145477"/>
            <a:ext cx="333103" cy="10"/>
          </a:xfrm>
          <a:custGeom xmlns:a="http://schemas.openxmlformats.org/drawingml/2006/main">
            <a:pathLst>
              <a:path w="333103" h="1" fill="none">
                <a:moveTo>
                  <a:pt x="33310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D6CD6-7334-4B2C-953C-99CBC5E1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695" y="2477863"/>
            <a:ext cx="333090" cy="10"/>
          </a:xfrm>
          <a:custGeom xmlns:a="http://schemas.openxmlformats.org/drawingml/2006/main">
            <a:pathLst>
              <a:path w="333090" h="1" fill="none">
                <a:moveTo>
                  <a:pt x="3330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23B5C-A532-485C-808B-B44E050B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695" y="2807690"/>
            <a:ext cx="333090" cy="10"/>
          </a:xfrm>
          <a:custGeom xmlns:a="http://schemas.openxmlformats.org/drawingml/2006/main">
            <a:pathLst>
              <a:path w="333090" h="1" fill="none">
                <a:moveTo>
                  <a:pt x="3330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A53AD-3A66-4E32-B8BF-AC9FD262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928" y="1896191"/>
            <a:ext cx="46016" cy="48571"/>
          </a:xfrm>
          <a:custGeom xmlns:a="http://schemas.openxmlformats.org/drawingml/2006/main">
            <a:pathLst>
              <a:path w="46016" h="48571">
                <a:moveTo>
                  <a:pt x="0" y="24292"/>
                </a:moveTo>
                <a:cubicBezTo>
                  <a:pt x="0" y="10863"/>
                  <a:pt x="10301" y="0"/>
                  <a:pt x="23015" y="0"/>
                </a:cubicBezTo>
                <a:cubicBezTo>
                  <a:pt x="35711" y="0"/>
                  <a:pt x="46016" y="10863"/>
                  <a:pt x="46016" y="24292"/>
                </a:cubicBezTo>
                <a:cubicBezTo>
                  <a:pt x="46016" y="37711"/>
                  <a:pt x="35711" y="48571"/>
                  <a:pt x="23015" y="48571"/>
                </a:cubicBezTo>
                <a:cubicBezTo>
                  <a:pt x="10301" y="48571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B7A0D-97D0-407D-93ED-BC42AE55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928" y="1896191"/>
            <a:ext cx="46016" cy="48571"/>
          </a:xfrm>
          <a:custGeom xmlns:a="http://schemas.openxmlformats.org/drawingml/2006/main">
            <a:pathLst>
              <a:path w="46016" h="48571" fill="none">
                <a:moveTo>
                  <a:pt x="0" y="24292"/>
                </a:moveTo>
                <a:cubicBezTo>
                  <a:pt x="0" y="10863"/>
                  <a:pt x="10301" y="0"/>
                  <a:pt x="23015" y="0"/>
                </a:cubicBezTo>
                <a:cubicBezTo>
                  <a:pt x="35711" y="0"/>
                  <a:pt x="46016" y="10863"/>
                  <a:pt x="46016" y="24292"/>
                </a:cubicBezTo>
                <a:cubicBezTo>
                  <a:pt x="46016" y="37711"/>
                  <a:pt x="35711" y="48571"/>
                  <a:pt x="23015" y="48571"/>
                </a:cubicBezTo>
                <a:cubicBezTo>
                  <a:pt x="10301" y="48571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36354-4BA1-4249-AACD-A073CA33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358" y="2167214"/>
            <a:ext cx="48585" cy="48571"/>
          </a:xfrm>
          <a:custGeom xmlns:a="http://schemas.openxmlformats.org/drawingml/2006/main">
            <a:pathLst>
              <a:path w="48585" h="48571">
                <a:moveTo>
                  <a:pt x="0" y="24292"/>
                </a:moveTo>
                <a:cubicBezTo>
                  <a:pt x="0" y="10863"/>
                  <a:pt x="10877" y="0"/>
                  <a:pt x="24293" y="0"/>
                </a:cubicBezTo>
                <a:cubicBezTo>
                  <a:pt x="37725" y="0"/>
                  <a:pt x="48585" y="10863"/>
                  <a:pt x="48585" y="24292"/>
                </a:cubicBezTo>
                <a:cubicBezTo>
                  <a:pt x="48585" y="37711"/>
                  <a:pt x="37725" y="48571"/>
                  <a:pt x="24293" y="48571"/>
                </a:cubicBezTo>
                <a:cubicBezTo>
                  <a:pt x="10877" y="48571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214FC-1ADD-471F-A8C2-53DC2254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358" y="2167214"/>
            <a:ext cx="48585" cy="48571"/>
          </a:xfrm>
          <a:custGeom xmlns:a="http://schemas.openxmlformats.org/drawingml/2006/main">
            <a:pathLst>
              <a:path w="48585" h="48571" fill="none">
                <a:moveTo>
                  <a:pt x="0" y="24292"/>
                </a:moveTo>
                <a:cubicBezTo>
                  <a:pt x="0" y="10863"/>
                  <a:pt x="10877" y="0"/>
                  <a:pt x="24293" y="0"/>
                </a:cubicBezTo>
                <a:cubicBezTo>
                  <a:pt x="37725" y="0"/>
                  <a:pt x="48585" y="10863"/>
                  <a:pt x="48585" y="24292"/>
                </a:cubicBezTo>
                <a:cubicBezTo>
                  <a:pt x="48585" y="37711"/>
                  <a:pt x="37725" y="48571"/>
                  <a:pt x="24293" y="48571"/>
                </a:cubicBezTo>
                <a:cubicBezTo>
                  <a:pt x="10877" y="48571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FD17C-7CA6-4EEC-9AA9-83E886CA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620" y="2333400"/>
            <a:ext cx="46029" cy="48585"/>
          </a:xfrm>
          <a:custGeom xmlns:a="http://schemas.openxmlformats.org/drawingml/2006/main">
            <a:pathLst>
              <a:path w="46029" h="48585">
                <a:moveTo>
                  <a:pt x="0" y="24292"/>
                </a:moveTo>
                <a:cubicBezTo>
                  <a:pt x="0" y="10873"/>
                  <a:pt x="10315" y="0"/>
                  <a:pt x="23015" y="0"/>
                </a:cubicBezTo>
                <a:cubicBezTo>
                  <a:pt x="35725" y="0"/>
                  <a:pt x="46029" y="10873"/>
                  <a:pt x="46029" y="24292"/>
                </a:cubicBezTo>
                <a:cubicBezTo>
                  <a:pt x="46029" y="37722"/>
                  <a:pt x="35725" y="48585"/>
                  <a:pt x="23015" y="48585"/>
                </a:cubicBezTo>
                <a:cubicBezTo>
                  <a:pt x="10315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148A6-15DF-492B-B41E-B0B632A1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620" y="2333400"/>
            <a:ext cx="46029" cy="48585"/>
          </a:xfrm>
          <a:custGeom xmlns:a="http://schemas.openxmlformats.org/drawingml/2006/main">
            <a:pathLst>
              <a:path w="46029" h="48585" fill="none">
                <a:moveTo>
                  <a:pt x="0" y="24292"/>
                </a:moveTo>
                <a:cubicBezTo>
                  <a:pt x="0" y="10873"/>
                  <a:pt x="10315" y="0"/>
                  <a:pt x="23015" y="0"/>
                </a:cubicBezTo>
                <a:cubicBezTo>
                  <a:pt x="35725" y="0"/>
                  <a:pt x="46029" y="10873"/>
                  <a:pt x="46029" y="24292"/>
                </a:cubicBezTo>
                <a:cubicBezTo>
                  <a:pt x="46029" y="37722"/>
                  <a:pt x="35725" y="48585"/>
                  <a:pt x="23015" y="48585"/>
                </a:cubicBezTo>
                <a:cubicBezTo>
                  <a:pt x="10315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1F8AE-0589-4278-BCBB-4B0B4054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559" y="2606992"/>
            <a:ext cx="46016" cy="48571"/>
          </a:xfrm>
          <a:custGeom xmlns:a="http://schemas.openxmlformats.org/drawingml/2006/main">
            <a:pathLst>
              <a:path w="46016" h="48571">
                <a:moveTo>
                  <a:pt x="0" y="24279"/>
                </a:moveTo>
                <a:cubicBezTo>
                  <a:pt x="0" y="10860"/>
                  <a:pt x="10304" y="0"/>
                  <a:pt x="23001" y="0"/>
                </a:cubicBezTo>
                <a:cubicBezTo>
                  <a:pt x="35715" y="0"/>
                  <a:pt x="46016" y="10860"/>
                  <a:pt x="46016" y="24279"/>
                </a:cubicBezTo>
                <a:cubicBezTo>
                  <a:pt x="46016" y="37708"/>
                  <a:pt x="35715" y="48571"/>
                  <a:pt x="23001" y="48571"/>
                </a:cubicBezTo>
                <a:cubicBezTo>
                  <a:pt x="10304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3E44D-CF7A-4561-A85D-EA38D3E1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559" y="2606992"/>
            <a:ext cx="46016" cy="48571"/>
          </a:xfrm>
          <a:custGeom xmlns:a="http://schemas.openxmlformats.org/drawingml/2006/main">
            <a:pathLst>
              <a:path w="46016" h="48571" fill="none">
                <a:moveTo>
                  <a:pt x="0" y="24279"/>
                </a:moveTo>
                <a:cubicBezTo>
                  <a:pt x="0" y="10860"/>
                  <a:pt x="10304" y="0"/>
                  <a:pt x="23001" y="0"/>
                </a:cubicBezTo>
                <a:cubicBezTo>
                  <a:pt x="35715" y="0"/>
                  <a:pt x="46016" y="10860"/>
                  <a:pt x="46016" y="24279"/>
                </a:cubicBezTo>
                <a:cubicBezTo>
                  <a:pt x="46016" y="37708"/>
                  <a:pt x="35715" y="48571"/>
                  <a:pt x="23001" y="48571"/>
                </a:cubicBezTo>
                <a:cubicBezTo>
                  <a:pt x="10304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266" name="Text 1.Findactiveedge&amp;">
            <a:extLst xmlns:a="http://schemas.openxmlformats.org/drawingml/2006/main">
              <a:ext uri="{FF2B5EF4-FFF2-40B4-BE49-F238E27FC236}">
                <a16:creationId xmlns:a16="http://schemas.microsoft.com/office/drawing/2014/main" id="{B23EE399-769C-4B02-ABBE-C74A0D65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290" y="2899258"/>
            <a:ext cx="1197765" cy="127991"/>
          </a:xfrm>
          <a:custGeom xmlns:a="http://schemas.openxmlformats.org/drawingml/2006/main">
            <a:pathLst>
              <a:path w="1197765" h="127991">
                <a:moveTo>
                  <a:pt x="0" y="13664"/>
                </a:moveTo>
                <a:lnTo>
                  <a:pt x="22659" y="2609"/>
                </a:lnTo>
                <a:lnTo>
                  <a:pt x="24925" y="2609"/>
                </a:lnTo>
                <a:lnTo>
                  <a:pt x="24925" y="81230"/>
                </a:lnTo>
                <a:cubicBezTo>
                  <a:pt x="24925" y="86449"/>
                  <a:pt x="25143" y="89699"/>
                  <a:pt x="25578" y="90981"/>
                </a:cubicBezTo>
                <a:cubicBezTo>
                  <a:pt x="26013" y="92262"/>
                  <a:pt x="26917" y="93247"/>
                  <a:pt x="28290" y="93933"/>
                </a:cubicBezTo>
                <a:cubicBezTo>
                  <a:pt x="29663" y="94620"/>
                  <a:pt x="32456" y="95009"/>
                  <a:pt x="36667" y="95100"/>
                </a:cubicBezTo>
                <a:lnTo>
                  <a:pt x="36667" y="97641"/>
                </a:lnTo>
                <a:lnTo>
                  <a:pt x="1648" y="97641"/>
                </a:lnTo>
                <a:lnTo>
                  <a:pt x="1648" y="95100"/>
                </a:lnTo>
                <a:cubicBezTo>
                  <a:pt x="6043" y="95009"/>
                  <a:pt x="8881" y="94631"/>
                  <a:pt x="10162" y="93967"/>
                </a:cubicBezTo>
                <a:cubicBezTo>
                  <a:pt x="11444" y="93304"/>
                  <a:pt x="12337" y="92411"/>
                  <a:pt x="12840" y="91290"/>
                </a:cubicBezTo>
                <a:cubicBezTo>
                  <a:pt x="13344" y="90168"/>
                  <a:pt x="13596" y="86815"/>
                  <a:pt x="13596" y="81230"/>
                </a:cubicBezTo>
                <a:lnTo>
                  <a:pt x="13596" y="30968"/>
                </a:lnTo>
                <a:cubicBezTo>
                  <a:pt x="13596" y="24193"/>
                  <a:pt x="13367" y="19844"/>
                  <a:pt x="12909" y="17921"/>
                </a:cubicBezTo>
                <a:cubicBezTo>
                  <a:pt x="12589" y="16457"/>
                  <a:pt x="12005" y="15381"/>
                  <a:pt x="11158" y="14694"/>
                </a:cubicBezTo>
                <a:cubicBezTo>
                  <a:pt x="10311" y="14008"/>
                  <a:pt x="9293" y="13664"/>
                  <a:pt x="8102" y="13664"/>
                </a:cubicBezTo>
                <a:cubicBezTo>
                  <a:pt x="6409" y="13664"/>
                  <a:pt x="4051" y="14374"/>
                  <a:pt x="1030" y="15793"/>
                </a:cubicBezTo>
                <a:lnTo>
                  <a:pt x="0" y="13664"/>
                </a:lnTo>
                <a:close/>
                <a:moveTo>
                  <a:pt x="71412" y="84320"/>
                </a:moveTo>
                <a:cubicBezTo>
                  <a:pt x="73563" y="84320"/>
                  <a:pt x="75371" y="85064"/>
                  <a:pt x="76836" y="86552"/>
                </a:cubicBezTo>
                <a:cubicBezTo>
                  <a:pt x="78301" y="88039"/>
                  <a:pt x="79034" y="89836"/>
                  <a:pt x="79034" y="91942"/>
                </a:cubicBezTo>
                <a:cubicBezTo>
                  <a:pt x="79034" y="94048"/>
                  <a:pt x="78290" y="95844"/>
                  <a:pt x="76802" y="97332"/>
                </a:cubicBezTo>
                <a:cubicBezTo>
                  <a:pt x="75314" y="98820"/>
                  <a:pt x="73517" y="99564"/>
                  <a:pt x="71412" y="99564"/>
                </a:cubicBezTo>
                <a:cubicBezTo>
                  <a:pt x="69306" y="99564"/>
                  <a:pt x="67509" y="98820"/>
                  <a:pt x="66022" y="97332"/>
                </a:cubicBezTo>
                <a:cubicBezTo>
                  <a:pt x="64534" y="95844"/>
                  <a:pt x="63790" y="94048"/>
                  <a:pt x="63790" y="91942"/>
                </a:cubicBezTo>
                <a:cubicBezTo>
                  <a:pt x="63790" y="89790"/>
                  <a:pt x="64534" y="87982"/>
                  <a:pt x="66022" y="86517"/>
                </a:cubicBezTo>
                <a:cubicBezTo>
                  <a:pt x="67509" y="85053"/>
                  <a:pt x="69306" y="84320"/>
                  <a:pt x="71412" y="84320"/>
                </a:cubicBezTo>
                <a:close/>
                <a:moveTo>
                  <a:pt x="152917" y="9613"/>
                </a:moveTo>
                <a:lnTo>
                  <a:pt x="152917" y="46143"/>
                </a:lnTo>
                <a:lnTo>
                  <a:pt x="169877" y="46143"/>
                </a:lnTo>
                <a:cubicBezTo>
                  <a:pt x="173768" y="46143"/>
                  <a:pt x="176618" y="45284"/>
                  <a:pt x="178426" y="43568"/>
                </a:cubicBezTo>
                <a:cubicBezTo>
                  <a:pt x="180234" y="41851"/>
                  <a:pt x="181436" y="38452"/>
                  <a:pt x="182031" y="33371"/>
                </a:cubicBezTo>
                <a:lnTo>
                  <a:pt x="184572" y="33371"/>
                </a:lnTo>
                <a:lnTo>
                  <a:pt x="184572" y="64957"/>
                </a:lnTo>
                <a:lnTo>
                  <a:pt x="182031" y="64957"/>
                </a:lnTo>
                <a:cubicBezTo>
                  <a:pt x="181985" y="61322"/>
                  <a:pt x="181516" y="58653"/>
                  <a:pt x="180623" y="56951"/>
                </a:cubicBezTo>
                <a:cubicBezTo>
                  <a:pt x="179731" y="55247"/>
                  <a:pt x="178495" y="53970"/>
                  <a:pt x="176916" y="53119"/>
                </a:cubicBezTo>
                <a:cubicBezTo>
                  <a:pt x="175336" y="52267"/>
                  <a:pt x="172990" y="51842"/>
                  <a:pt x="169877" y="51842"/>
                </a:cubicBezTo>
                <a:lnTo>
                  <a:pt x="152917" y="51842"/>
                </a:lnTo>
                <a:lnTo>
                  <a:pt x="152917" y="81140"/>
                </a:lnTo>
                <a:cubicBezTo>
                  <a:pt x="152917" y="85862"/>
                  <a:pt x="153215" y="88980"/>
                  <a:pt x="153810" y="90493"/>
                </a:cubicBezTo>
                <a:cubicBezTo>
                  <a:pt x="154268" y="91639"/>
                  <a:pt x="155229" y="92625"/>
                  <a:pt x="156694" y="93450"/>
                </a:cubicBezTo>
                <a:cubicBezTo>
                  <a:pt x="158708" y="94550"/>
                  <a:pt x="160814" y="95100"/>
                  <a:pt x="163011" y="95100"/>
                </a:cubicBezTo>
                <a:lnTo>
                  <a:pt x="166375" y="95100"/>
                </a:lnTo>
                <a:lnTo>
                  <a:pt x="166375" y="97641"/>
                </a:lnTo>
                <a:lnTo>
                  <a:pt x="126412" y="97641"/>
                </a:lnTo>
                <a:lnTo>
                  <a:pt x="126412" y="95100"/>
                </a:lnTo>
                <a:lnTo>
                  <a:pt x="129708" y="95100"/>
                </a:lnTo>
                <a:cubicBezTo>
                  <a:pt x="133554" y="95100"/>
                  <a:pt x="136346" y="93979"/>
                  <a:pt x="138085" y="91736"/>
                </a:cubicBezTo>
                <a:cubicBezTo>
                  <a:pt x="139184" y="90271"/>
                  <a:pt x="139733" y="86746"/>
                  <a:pt x="139733" y="81162"/>
                </a:cubicBezTo>
                <a:lnTo>
                  <a:pt x="139733" y="21011"/>
                </a:lnTo>
                <a:cubicBezTo>
                  <a:pt x="139733" y="16296"/>
                  <a:pt x="139436" y="13184"/>
                  <a:pt x="138841" y="11673"/>
                </a:cubicBezTo>
                <a:cubicBezTo>
                  <a:pt x="138383" y="10529"/>
                  <a:pt x="137445" y="9544"/>
                  <a:pt x="136026" y="8720"/>
                </a:cubicBezTo>
                <a:cubicBezTo>
                  <a:pt x="134057" y="7622"/>
                  <a:pt x="131951" y="7072"/>
                  <a:pt x="129708" y="7072"/>
                </a:cubicBezTo>
                <a:lnTo>
                  <a:pt x="126412" y="7072"/>
                </a:lnTo>
                <a:lnTo>
                  <a:pt x="126412" y="4532"/>
                </a:lnTo>
                <a:lnTo>
                  <a:pt x="195695" y="4532"/>
                </a:lnTo>
                <a:lnTo>
                  <a:pt x="196588" y="24994"/>
                </a:lnTo>
                <a:lnTo>
                  <a:pt x="194185" y="24994"/>
                </a:lnTo>
                <a:cubicBezTo>
                  <a:pt x="192995" y="20645"/>
                  <a:pt x="191610" y="17452"/>
                  <a:pt x="190031" y="15415"/>
                </a:cubicBezTo>
                <a:cubicBezTo>
                  <a:pt x="188451" y="13378"/>
                  <a:pt x="186506" y="11902"/>
                  <a:pt x="184194" y="10986"/>
                </a:cubicBezTo>
                <a:cubicBezTo>
                  <a:pt x="181882" y="10071"/>
                  <a:pt x="178300" y="9613"/>
                  <a:pt x="173448" y="9613"/>
                </a:cubicBezTo>
                <a:lnTo>
                  <a:pt x="152917" y="9613"/>
                </a:lnTo>
                <a:close/>
                <a:moveTo>
                  <a:pt x="222728" y="0"/>
                </a:moveTo>
                <a:cubicBezTo>
                  <a:pt x="224650" y="0"/>
                  <a:pt x="226287" y="679"/>
                  <a:pt x="227637" y="2036"/>
                </a:cubicBezTo>
                <a:cubicBezTo>
                  <a:pt x="228988" y="3392"/>
                  <a:pt x="229663" y="5037"/>
                  <a:pt x="229663" y="6969"/>
                </a:cubicBezTo>
                <a:cubicBezTo>
                  <a:pt x="229663" y="8902"/>
                  <a:pt x="228988" y="10559"/>
                  <a:pt x="227637" y="11939"/>
                </a:cubicBezTo>
                <a:cubicBezTo>
                  <a:pt x="226287" y="13318"/>
                  <a:pt x="224650" y="14008"/>
                  <a:pt x="222728" y="14008"/>
                </a:cubicBezTo>
                <a:cubicBezTo>
                  <a:pt x="220805" y="14008"/>
                  <a:pt x="219157" y="13318"/>
                  <a:pt x="217784" y="11939"/>
                </a:cubicBezTo>
                <a:cubicBezTo>
                  <a:pt x="216411" y="10559"/>
                  <a:pt x="215724" y="8902"/>
                  <a:pt x="215724" y="6969"/>
                </a:cubicBezTo>
                <a:cubicBezTo>
                  <a:pt x="215724" y="5037"/>
                  <a:pt x="216399" y="3392"/>
                  <a:pt x="217750" y="2036"/>
                </a:cubicBezTo>
                <a:cubicBezTo>
                  <a:pt x="219100" y="679"/>
                  <a:pt x="220759" y="0"/>
                  <a:pt x="222728" y="0"/>
                </a:cubicBezTo>
                <a:moveTo>
                  <a:pt x="228427" y="32959"/>
                </a:moveTo>
                <a:lnTo>
                  <a:pt x="228427" y="83385"/>
                </a:lnTo>
                <a:cubicBezTo>
                  <a:pt x="228427" y="87313"/>
                  <a:pt x="228713" y="89928"/>
                  <a:pt x="229285" y="91229"/>
                </a:cubicBezTo>
                <a:cubicBezTo>
                  <a:pt x="229858" y="92531"/>
                  <a:pt x="230704" y="93502"/>
                  <a:pt x="231826" y="94141"/>
                </a:cubicBezTo>
                <a:cubicBezTo>
                  <a:pt x="232947" y="94781"/>
                  <a:pt x="234996" y="95100"/>
                  <a:pt x="237971" y="95100"/>
                </a:cubicBezTo>
                <a:lnTo>
                  <a:pt x="237971" y="97641"/>
                </a:lnTo>
                <a:lnTo>
                  <a:pt x="207416" y="97641"/>
                </a:lnTo>
                <a:lnTo>
                  <a:pt x="207416" y="95100"/>
                </a:lnTo>
                <a:cubicBezTo>
                  <a:pt x="210483" y="95100"/>
                  <a:pt x="212543" y="94804"/>
                  <a:pt x="213595" y="94210"/>
                </a:cubicBezTo>
                <a:cubicBezTo>
                  <a:pt x="214648" y="93616"/>
                  <a:pt x="215484" y="92634"/>
                  <a:pt x="216102" y="91264"/>
                </a:cubicBezTo>
                <a:cubicBezTo>
                  <a:pt x="216720" y="89893"/>
                  <a:pt x="217029" y="87267"/>
                  <a:pt x="217029" y="83385"/>
                </a:cubicBezTo>
                <a:lnTo>
                  <a:pt x="217029" y="59200"/>
                </a:lnTo>
                <a:cubicBezTo>
                  <a:pt x="217029" y="52393"/>
                  <a:pt x="216823" y="47986"/>
                  <a:pt x="216411" y="45977"/>
                </a:cubicBezTo>
                <a:cubicBezTo>
                  <a:pt x="216090" y="44515"/>
                  <a:pt x="215587" y="43499"/>
                  <a:pt x="214900" y="42928"/>
                </a:cubicBezTo>
                <a:cubicBezTo>
                  <a:pt x="214213" y="42357"/>
                  <a:pt x="213275" y="42072"/>
                  <a:pt x="212085" y="42072"/>
                </a:cubicBezTo>
                <a:cubicBezTo>
                  <a:pt x="210803" y="42072"/>
                  <a:pt x="209247" y="42415"/>
                  <a:pt x="207416" y="43100"/>
                </a:cubicBezTo>
                <a:lnTo>
                  <a:pt x="206454" y="40632"/>
                </a:lnTo>
                <a:lnTo>
                  <a:pt x="225406" y="32959"/>
                </a:lnTo>
                <a:lnTo>
                  <a:pt x="228427" y="32959"/>
                </a:lnTo>
                <a:close/>
                <a:moveTo>
                  <a:pt x="264157" y="46280"/>
                </a:moveTo>
                <a:cubicBezTo>
                  <a:pt x="271527" y="37399"/>
                  <a:pt x="278554" y="32959"/>
                  <a:pt x="285237" y="32959"/>
                </a:cubicBezTo>
                <a:cubicBezTo>
                  <a:pt x="288670" y="32959"/>
                  <a:pt x="291623" y="33816"/>
                  <a:pt x="294095" y="35530"/>
                </a:cubicBezTo>
                <a:cubicBezTo>
                  <a:pt x="296567" y="37242"/>
                  <a:pt x="298535" y="40062"/>
                  <a:pt x="300000" y="43990"/>
                </a:cubicBezTo>
                <a:cubicBezTo>
                  <a:pt x="301007" y="46730"/>
                  <a:pt x="301511" y="50932"/>
                  <a:pt x="301511" y="56597"/>
                </a:cubicBezTo>
                <a:lnTo>
                  <a:pt x="301511" y="83385"/>
                </a:lnTo>
                <a:cubicBezTo>
                  <a:pt x="301511" y="87359"/>
                  <a:pt x="301831" y="90054"/>
                  <a:pt x="302472" y="91470"/>
                </a:cubicBezTo>
                <a:cubicBezTo>
                  <a:pt x="302975" y="92611"/>
                  <a:pt x="303788" y="93502"/>
                  <a:pt x="304909" y="94141"/>
                </a:cubicBezTo>
                <a:cubicBezTo>
                  <a:pt x="306031" y="94781"/>
                  <a:pt x="308102" y="95100"/>
                  <a:pt x="311124" y="95100"/>
                </a:cubicBezTo>
                <a:lnTo>
                  <a:pt x="311124" y="97641"/>
                </a:lnTo>
                <a:lnTo>
                  <a:pt x="280018" y="97641"/>
                </a:lnTo>
                <a:lnTo>
                  <a:pt x="280018" y="95100"/>
                </a:lnTo>
                <a:lnTo>
                  <a:pt x="281323" y="95100"/>
                </a:lnTo>
                <a:cubicBezTo>
                  <a:pt x="284253" y="95100"/>
                  <a:pt x="286301" y="94656"/>
                  <a:pt x="287469" y="93768"/>
                </a:cubicBezTo>
                <a:cubicBezTo>
                  <a:pt x="288636" y="92880"/>
                  <a:pt x="289448" y="91571"/>
                  <a:pt x="289906" y="89841"/>
                </a:cubicBezTo>
                <a:cubicBezTo>
                  <a:pt x="290089" y="89157"/>
                  <a:pt x="290181" y="87017"/>
                  <a:pt x="290181" y="83419"/>
                </a:cubicBezTo>
                <a:lnTo>
                  <a:pt x="290181" y="57801"/>
                </a:lnTo>
                <a:cubicBezTo>
                  <a:pt x="290181" y="52109"/>
                  <a:pt x="289437" y="47976"/>
                  <a:pt x="287949" y="45402"/>
                </a:cubicBezTo>
                <a:cubicBezTo>
                  <a:pt x="286461" y="42829"/>
                  <a:pt x="283955" y="41542"/>
                  <a:pt x="280430" y="41542"/>
                </a:cubicBezTo>
                <a:cubicBezTo>
                  <a:pt x="274983" y="41542"/>
                  <a:pt x="269558" y="44503"/>
                  <a:pt x="264157" y="50423"/>
                </a:cubicBezTo>
                <a:lnTo>
                  <a:pt x="264157" y="83419"/>
                </a:lnTo>
                <a:cubicBezTo>
                  <a:pt x="264157" y="87655"/>
                  <a:pt x="264409" y="90273"/>
                  <a:pt x="264912" y="91275"/>
                </a:cubicBezTo>
                <a:cubicBezTo>
                  <a:pt x="265553" y="92595"/>
                  <a:pt x="266434" y="93563"/>
                  <a:pt x="267556" y="94178"/>
                </a:cubicBezTo>
                <a:cubicBezTo>
                  <a:pt x="268677" y="94793"/>
                  <a:pt x="270955" y="95100"/>
                  <a:pt x="274388" y="95100"/>
                </a:cubicBezTo>
                <a:lnTo>
                  <a:pt x="274388" y="97641"/>
                </a:lnTo>
                <a:lnTo>
                  <a:pt x="243283" y="97641"/>
                </a:lnTo>
                <a:lnTo>
                  <a:pt x="243283" y="95100"/>
                </a:lnTo>
                <a:lnTo>
                  <a:pt x="244656" y="95100"/>
                </a:lnTo>
                <a:cubicBezTo>
                  <a:pt x="247860" y="95100"/>
                  <a:pt x="250023" y="94290"/>
                  <a:pt x="251145" y="92669"/>
                </a:cubicBezTo>
                <a:cubicBezTo>
                  <a:pt x="252266" y="91047"/>
                  <a:pt x="252827" y="87952"/>
                  <a:pt x="252827" y="83385"/>
                </a:cubicBezTo>
                <a:lnTo>
                  <a:pt x="252827" y="60090"/>
                </a:lnTo>
                <a:cubicBezTo>
                  <a:pt x="252827" y="52554"/>
                  <a:pt x="252655" y="47964"/>
                  <a:pt x="252312" y="46321"/>
                </a:cubicBezTo>
                <a:cubicBezTo>
                  <a:pt x="251969" y="44676"/>
                  <a:pt x="251442" y="43556"/>
                  <a:pt x="250733" y="42963"/>
                </a:cubicBezTo>
                <a:cubicBezTo>
                  <a:pt x="250023" y="42369"/>
                  <a:pt x="249073" y="42072"/>
                  <a:pt x="247883" y="42072"/>
                </a:cubicBezTo>
                <a:cubicBezTo>
                  <a:pt x="246601" y="42072"/>
                  <a:pt x="245068" y="42415"/>
                  <a:pt x="243283" y="43100"/>
                </a:cubicBezTo>
                <a:lnTo>
                  <a:pt x="242253" y="40632"/>
                </a:lnTo>
                <a:lnTo>
                  <a:pt x="261204" y="32959"/>
                </a:lnTo>
                <a:lnTo>
                  <a:pt x="264157" y="32959"/>
                </a:lnTo>
                <a:lnTo>
                  <a:pt x="264157" y="46280"/>
                </a:lnTo>
                <a:close/>
                <a:moveTo>
                  <a:pt x="360562" y="90569"/>
                </a:moveTo>
                <a:cubicBezTo>
                  <a:pt x="357495" y="93773"/>
                  <a:pt x="354497" y="96073"/>
                  <a:pt x="351567" y="97469"/>
                </a:cubicBezTo>
                <a:cubicBezTo>
                  <a:pt x="348638" y="98866"/>
                  <a:pt x="345479" y="99564"/>
                  <a:pt x="342092" y="99564"/>
                </a:cubicBezTo>
                <a:cubicBezTo>
                  <a:pt x="335225" y="99564"/>
                  <a:pt x="329228" y="96698"/>
                  <a:pt x="324101" y="90966"/>
                </a:cubicBezTo>
                <a:cubicBezTo>
                  <a:pt x="318974" y="85232"/>
                  <a:pt x="316411" y="77865"/>
                  <a:pt x="316411" y="68864"/>
                </a:cubicBezTo>
                <a:cubicBezTo>
                  <a:pt x="316411" y="59865"/>
                  <a:pt x="319249" y="51631"/>
                  <a:pt x="324925" y="44162"/>
                </a:cubicBezTo>
                <a:cubicBezTo>
                  <a:pt x="330602" y="36693"/>
                  <a:pt x="337903" y="32959"/>
                  <a:pt x="346829" y="32959"/>
                </a:cubicBezTo>
                <a:cubicBezTo>
                  <a:pt x="352368" y="32959"/>
                  <a:pt x="356946" y="34721"/>
                  <a:pt x="360562" y="38246"/>
                </a:cubicBezTo>
                <a:lnTo>
                  <a:pt x="360562" y="26616"/>
                </a:lnTo>
                <a:cubicBezTo>
                  <a:pt x="360562" y="19399"/>
                  <a:pt x="360391" y="14963"/>
                  <a:pt x="360047" y="13308"/>
                </a:cubicBezTo>
                <a:cubicBezTo>
                  <a:pt x="359704" y="11653"/>
                  <a:pt x="359166" y="10527"/>
                  <a:pt x="358434" y="9931"/>
                </a:cubicBezTo>
                <a:cubicBezTo>
                  <a:pt x="357701" y="9333"/>
                  <a:pt x="356786" y="9034"/>
                  <a:pt x="355687" y="9034"/>
                </a:cubicBezTo>
                <a:cubicBezTo>
                  <a:pt x="354497" y="9034"/>
                  <a:pt x="352918" y="9401"/>
                  <a:pt x="350949" y="10137"/>
                </a:cubicBezTo>
                <a:lnTo>
                  <a:pt x="350057" y="7723"/>
                </a:lnTo>
                <a:lnTo>
                  <a:pt x="368802" y="0"/>
                </a:lnTo>
                <a:lnTo>
                  <a:pt x="371892" y="0"/>
                </a:lnTo>
                <a:lnTo>
                  <a:pt x="371892" y="72716"/>
                </a:lnTo>
                <a:cubicBezTo>
                  <a:pt x="371892" y="80086"/>
                  <a:pt x="372064" y="84583"/>
                  <a:pt x="372407" y="86208"/>
                </a:cubicBezTo>
                <a:cubicBezTo>
                  <a:pt x="372750" y="87833"/>
                  <a:pt x="373300" y="88966"/>
                  <a:pt x="374055" y="89607"/>
                </a:cubicBezTo>
                <a:cubicBezTo>
                  <a:pt x="374810" y="90248"/>
                  <a:pt x="375692" y="90569"/>
                  <a:pt x="376699" y="90569"/>
                </a:cubicBezTo>
                <a:cubicBezTo>
                  <a:pt x="377935" y="90569"/>
                  <a:pt x="379583" y="90179"/>
                  <a:pt x="381643" y="89401"/>
                </a:cubicBezTo>
                <a:lnTo>
                  <a:pt x="382398" y="91805"/>
                </a:lnTo>
                <a:lnTo>
                  <a:pt x="363721" y="99564"/>
                </a:lnTo>
                <a:lnTo>
                  <a:pt x="360562" y="99564"/>
                </a:lnTo>
                <a:lnTo>
                  <a:pt x="360562" y="90569"/>
                </a:lnTo>
                <a:moveTo>
                  <a:pt x="360562" y="85777"/>
                </a:moveTo>
                <a:lnTo>
                  <a:pt x="360562" y="53449"/>
                </a:lnTo>
                <a:cubicBezTo>
                  <a:pt x="360288" y="50343"/>
                  <a:pt x="359464" y="47512"/>
                  <a:pt x="358091" y="44956"/>
                </a:cubicBezTo>
                <a:cubicBezTo>
                  <a:pt x="356717" y="42398"/>
                  <a:pt x="354898" y="40469"/>
                  <a:pt x="352632" y="39169"/>
                </a:cubicBezTo>
                <a:cubicBezTo>
                  <a:pt x="350366" y="37867"/>
                  <a:pt x="348157" y="37216"/>
                  <a:pt x="346005" y="37216"/>
                </a:cubicBezTo>
                <a:cubicBezTo>
                  <a:pt x="341977" y="37216"/>
                  <a:pt x="338384" y="39020"/>
                  <a:pt x="335225" y="42628"/>
                </a:cubicBezTo>
                <a:cubicBezTo>
                  <a:pt x="331059" y="47376"/>
                  <a:pt x="328977" y="54316"/>
                  <a:pt x="328977" y="63448"/>
                </a:cubicBezTo>
                <a:cubicBezTo>
                  <a:pt x="328977" y="72672"/>
                  <a:pt x="330991" y="79739"/>
                  <a:pt x="335019" y="84648"/>
                </a:cubicBezTo>
                <a:cubicBezTo>
                  <a:pt x="339047" y="89557"/>
                  <a:pt x="343534" y="92011"/>
                  <a:pt x="348477" y="92011"/>
                </a:cubicBezTo>
                <a:cubicBezTo>
                  <a:pt x="352643" y="92011"/>
                  <a:pt x="356671" y="89933"/>
                  <a:pt x="360562" y="85777"/>
                </a:cubicBezTo>
                <a:close/>
                <a:moveTo>
                  <a:pt x="457102" y="88577"/>
                </a:moveTo>
                <a:cubicBezTo>
                  <a:pt x="450648" y="93567"/>
                  <a:pt x="446597" y="96451"/>
                  <a:pt x="444949" y="97229"/>
                </a:cubicBezTo>
                <a:cubicBezTo>
                  <a:pt x="442477" y="98419"/>
                  <a:pt x="439844" y="99014"/>
                  <a:pt x="437052" y="99014"/>
                </a:cubicBezTo>
                <a:cubicBezTo>
                  <a:pt x="432703" y="99014"/>
                  <a:pt x="429121" y="97527"/>
                  <a:pt x="426306" y="94551"/>
                </a:cubicBezTo>
                <a:cubicBezTo>
                  <a:pt x="423491" y="91576"/>
                  <a:pt x="422083" y="87662"/>
                  <a:pt x="422083" y="82809"/>
                </a:cubicBezTo>
                <a:cubicBezTo>
                  <a:pt x="422083" y="79742"/>
                  <a:pt x="422770" y="77087"/>
                  <a:pt x="424143" y="74844"/>
                </a:cubicBezTo>
                <a:cubicBezTo>
                  <a:pt x="426020" y="71732"/>
                  <a:pt x="429282" y="68802"/>
                  <a:pt x="433928" y="66055"/>
                </a:cubicBezTo>
                <a:cubicBezTo>
                  <a:pt x="438574" y="63309"/>
                  <a:pt x="446299" y="59967"/>
                  <a:pt x="457102" y="56030"/>
                </a:cubicBezTo>
                <a:lnTo>
                  <a:pt x="457102" y="53558"/>
                </a:lnTo>
                <a:cubicBezTo>
                  <a:pt x="457102" y="47287"/>
                  <a:pt x="456107" y="42984"/>
                  <a:pt x="454115" y="40649"/>
                </a:cubicBezTo>
                <a:cubicBezTo>
                  <a:pt x="452124" y="38315"/>
                  <a:pt x="449229" y="37148"/>
                  <a:pt x="445429" y="37148"/>
                </a:cubicBezTo>
                <a:cubicBezTo>
                  <a:pt x="442545" y="37148"/>
                  <a:pt x="440256" y="37923"/>
                  <a:pt x="438563" y="39474"/>
                </a:cubicBezTo>
                <a:cubicBezTo>
                  <a:pt x="436823" y="41024"/>
                  <a:pt x="435953" y="42803"/>
                  <a:pt x="435953" y="44810"/>
                </a:cubicBezTo>
                <a:lnTo>
                  <a:pt x="436091" y="48778"/>
                </a:lnTo>
                <a:cubicBezTo>
                  <a:pt x="436091" y="50875"/>
                  <a:pt x="435553" y="52493"/>
                  <a:pt x="434477" y="53633"/>
                </a:cubicBezTo>
                <a:cubicBezTo>
                  <a:pt x="433401" y="54774"/>
                  <a:pt x="431994" y="55344"/>
                  <a:pt x="430254" y="55344"/>
                </a:cubicBezTo>
                <a:cubicBezTo>
                  <a:pt x="428561" y="55344"/>
                  <a:pt x="427176" y="54751"/>
                  <a:pt x="426100" y="53565"/>
                </a:cubicBezTo>
                <a:cubicBezTo>
                  <a:pt x="425024" y="52377"/>
                  <a:pt x="424486" y="50757"/>
                  <a:pt x="424486" y="48703"/>
                </a:cubicBezTo>
                <a:cubicBezTo>
                  <a:pt x="424486" y="44779"/>
                  <a:pt x="426501" y="41174"/>
                  <a:pt x="430529" y="37888"/>
                </a:cubicBezTo>
                <a:cubicBezTo>
                  <a:pt x="434557" y="34602"/>
                  <a:pt x="440211" y="32959"/>
                  <a:pt x="447489" y="32959"/>
                </a:cubicBezTo>
                <a:cubicBezTo>
                  <a:pt x="453074" y="32959"/>
                  <a:pt x="457652" y="33896"/>
                  <a:pt x="461222" y="35770"/>
                </a:cubicBezTo>
                <a:cubicBezTo>
                  <a:pt x="463923" y="37188"/>
                  <a:pt x="465914" y="39406"/>
                  <a:pt x="467196" y="42424"/>
                </a:cubicBezTo>
                <a:cubicBezTo>
                  <a:pt x="468020" y="44390"/>
                  <a:pt x="468432" y="48413"/>
                  <a:pt x="468432" y="54494"/>
                </a:cubicBezTo>
                <a:lnTo>
                  <a:pt x="468432" y="75823"/>
                </a:lnTo>
                <a:cubicBezTo>
                  <a:pt x="468432" y="81812"/>
                  <a:pt x="468546" y="85482"/>
                  <a:pt x="468775" y="86831"/>
                </a:cubicBezTo>
                <a:cubicBezTo>
                  <a:pt x="469004" y="88180"/>
                  <a:pt x="469382" y="89083"/>
                  <a:pt x="469908" y="89541"/>
                </a:cubicBezTo>
                <a:cubicBezTo>
                  <a:pt x="470435" y="89997"/>
                  <a:pt x="471041" y="90225"/>
                  <a:pt x="471728" y="90225"/>
                </a:cubicBezTo>
                <a:cubicBezTo>
                  <a:pt x="472460" y="90225"/>
                  <a:pt x="473101" y="90065"/>
                  <a:pt x="473651" y="89745"/>
                </a:cubicBezTo>
                <a:cubicBezTo>
                  <a:pt x="474612" y="89150"/>
                  <a:pt x="476466" y="87479"/>
                  <a:pt x="479212" y="84732"/>
                </a:cubicBezTo>
                <a:lnTo>
                  <a:pt x="479212" y="88577"/>
                </a:lnTo>
                <a:cubicBezTo>
                  <a:pt x="474085" y="95444"/>
                  <a:pt x="469187" y="98877"/>
                  <a:pt x="464518" y="98877"/>
                </a:cubicBezTo>
                <a:cubicBezTo>
                  <a:pt x="462275" y="98877"/>
                  <a:pt x="460490" y="98099"/>
                  <a:pt x="459162" y="96542"/>
                </a:cubicBezTo>
                <a:cubicBezTo>
                  <a:pt x="457835" y="94986"/>
                  <a:pt x="457148" y="92331"/>
                  <a:pt x="457102" y="88577"/>
                </a:cubicBezTo>
                <a:moveTo>
                  <a:pt x="457102" y="84075"/>
                </a:moveTo>
                <a:lnTo>
                  <a:pt x="457102" y="60219"/>
                </a:lnTo>
                <a:cubicBezTo>
                  <a:pt x="450190" y="62953"/>
                  <a:pt x="445727" y="64889"/>
                  <a:pt x="443713" y="66030"/>
                </a:cubicBezTo>
                <a:cubicBezTo>
                  <a:pt x="440096" y="68035"/>
                  <a:pt x="437510" y="70132"/>
                  <a:pt x="435953" y="72319"/>
                </a:cubicBezTo>
                <a:cubicBezTo>
                  <a:pt x="434397" y="74506"/>
                  <a:pt x="433619" y="76899"/>
                  <a:pt x="433619" y="79496"/>
                </a:cubicBezTo>
                <a:cubicBezTo>
                  <a:pt x="433619" y="82778"/>
                  <a:pt x="434603" y="85501"/>
                  <a:pt x="436571" y="87665"/>
                </a:cubicBezTo>
                <a:cubicBezTo>
                  <a:pt x="438540" y="89830"/>
                  <a:pt x="440806" y="90912"/>
                  <a:pt x="443369" y="90912"/>
                </a:cubicBezTo>
                <a:cubicBezTo>
                  <a:pt x="446848" y="90912"/>
                  <a:pt x="451426" y="88633"/>
                  <a:pt x="457102" y="84075"/>
                </a:cubicBezTo>
                <a:close/>
                <a:moveTo>
                  <a:pt x="537325" y="73746"/>
                </a:moveTo>
                <a:cubicBezTo>
                  <a:pt x="535631" y="82031"/>
                  <a:pt x="532312" y="88406"/>
                  <a:pt x="527368" y="92869"/>
                </a:cubicBezTo>
                <a:cubicBezTo>
                  <a:pt x="522424" y="97332"/>
                  <a:pt x="516954" y="99564"/>
                  <a:pt x="510957" y="99564"/>
                </a:cubicBezTo>
                <a:cubicBezTo>
                  <a:pt x="503816" y="99564"/>
                  <a:pt x="497590" y="96569"/>
                  <a:pt x="492280" y="90579"/>
                </a:cubicBezTo>
                <a:cubicBezTo>
                  <a:pt x="486970" y="84588"/>
                  <a:pt x="484315" y="76494"/>
                  <a:pt x="484315" y="66296"/>
                </a:cubicBezTo>
                <a:cubicBezTo>
                  <a:pt x="484315" y="56418"/>
                  <a:pt x="487256" y="48393"/>
                  <a:pt x="493139" y="42220"/>
                </a:cubicBezTo>
                <a:cubicBezTo>
                  <a:pt x="499021" y="36046"/>
                  <a:pt x="506082" y="32959"/>
                  <a:pt x="514322" y="32959"/>
                </a:cubicBezTo>
                <a:cubicBezTo>
                  <a:pt x="520502" y="32959"/>
                  <a:pt x="525583" y="34591"/>
                  <a:pt x="529565" y="37854"/>
                </a:cubicBezTo>
                <a:cubicBezTo>
                  <a:pt x="533548" y="41115"/>
                  <a:pt x="535539" y="44503"/>
                  <a:pt x="535539" y="48016"/>
                </a:cubicBezTo>
                <a:cubicBezTo>
                  <a:pt x="535539" y="49750"/>
                  <a:pt x="534979" y="51153"/>
                  <a:pt x="533857" y="52226"/>
                </a:cubicBezTo>
                <a:cubicBezTo>
                  <a:pt x="532736" y="53297"/>
                  <a:pt x="531168" y="53833"/>
                  <a:pt x="529153" y="53833"/>
                </a:cubicBezTo>
                <a:cubicBezTo>
                  <a:pt x="526453" y="53833"/>
                  <a:pt x="524416" y="52963"/>
                  <a:pt x="523042" y="51224"/>
                </a:cubicBezTo>
                <a:cubicBezTo>
                  <a:pt x="522264" y="50262"/>
                  <a:pt x="521749" y="48431"/>
                  <a:pt x="521497" y="45731"/>
                </a:cubicBezTo>
                <a:cubicBezTo>
                  <a:pt x="521246" y="43030"/>
                  <a:pt x="520319" y="40970"/>
                  <a:pt x="518716" y="39551"/>
                </a:cubicBezTo>
                <a:cubicBezTo>
                  <a:pt x="517114" y="38178"/>
                  <a:pt x="514894" y="37491"/>
                  <a:pt x="512056" y="37491"/>
                </a:cubicBezTo>
                <a:cubicBezTo>
                  <a:pt x="507478" y="37491"/>
                  <a:pt x="503793" y="39185"/>
                  <a:pt x="501001" y="42572"/>
                </a:cubicBezTo>
                <a:cubicBezTo>
                  <a:pt x="497293" y="47058"/>
                  <a:pt x="495439" y="52986"/>
                  <a:pt x="495439" y="60356"/>
                </a:cubicBezTo>
                <a:cubicBezTo>
                  <a:pt x="495439" y="67864"/>
                  <a:pt x="497281" y="74490"/>
                  <a:pt x="500966" y="80235"/>
                </a:cubicBezTo>
                <a:cubicBezTo>
                  <a:pt x="504652" y="85980"/>
                  <a:pt x="509630" y="88852"/>
                  <a:pt x="515901" y="88852"/>
                </a:cubicBezTo>
                <a:cubicBezTo>
                  <a:pt x="520387" y="88852"/>
                  <a:pt x="524416" y="87318"/>
                  <a:pt x="527986" y="84251"/>
                </a:cubicBezTo>
                <a:cubicBezTo>
                  <a:pt x="530504" y="82146"/>
                  <a:pt x="532953" y="78323"/>
                  <a:pt x="535333" y="72784"/>
                </a:cubicBezTo>
                <a:lnTo>
                  <a:pt x="537325" y="73746"/>
                </a:lnTo>
                <a:close/>
                <a:moveTo>
                  <a:pt x="564606" y="14008"/>
                </a:moveTo>
                <a:lnTo>
                  <a:pt x="564606" y="34744"/>
                </a:lnTo>
                <a:lnTo>
                  <a:pt x="579300" y="34744"/>
                </a:lnTo>
                <a:lnTo>
                  <a:pt x="579300" y="39551"/>
                </a:lnTo>
                <a:lnTo>
                  <a:pt x="564606" y="39551"/>
                </a:lnTo>
                <a:lnTo>
                  <a:pt x="564606" y="80282"/>
                </a:lnTo>
                <a:cubicBezTo>
                  <a:pt x="564606" y="84352"/>
                  <a:pt x="565190" y="87095"/>
                  <a:pt x="566357" y="88513"/>
                </a:cubicBezTo>
                <a:cubicBezTo>
                  <a:pt x="567524" y="89929"/>
                  <a:pt x="569023" y="90637"/>
                  <a:pt x="570854" y="90637"/>
                </a:cubicBezTo>
                <a:cubicBezTo>
                  <a:pt x="572365" y="90637"/>
                  <a:pt x="573830" y="90168"/>
                  <a:pt x="575249" y="89230"/>
                </a:cubicBezTo>
                <a:cubicBezTo>
                  <a:pt x="576668" y="88291"/>
                  <a:pt x="577767" y="86906"/>
                  <a:pt x="578545" y="85075"/>
                </a:cubicBezTo>
                <a:lnTo>
                  <a:pt x="581223" y="85075"/>
                </a:lnTo>
                <a:cubicBezTo>
                  <a:pt x="579621" y="89574"/>
                  <a:pt x="577355" y="92977"/>
                  <a:pt x="574425" y="95283"/>
                </a:cubicBezTo>
                <a:cubicBezTo>
                  <a:pt x="571495" y="97587"/>
                  <a:pt x="568474" y="98740"/>
                  <a:pt x="565361" y="98740"/>
                </a:cubicBezTo>
                <a:cubicBezTo>
                  <a:pt x="563256" y="98740"/>
                  <a:pt x="561196" y="98155"/>
                  <a:pt x="559181" y="96987"/>
                </a:cubicBezTo>
                <a:cubicBezTo>
                  <a:pt x="557167" y="95818"/>
                  <a:pt x="555679" y="94146"/>
                  <a:pt x="554718" y="91970"/>
                </a:cubicBezTo>
                <a:cubicBezTo>
                  <a:pt x="553757" y="89793"/>
                  <a:pt x="553276" y="86435"/>
                  <a:pt x="553276" y="81898"/>
                </a:cubicBezTo>
                <a:lnTo>
                  <a:pt x="553276" y="39551"/>
                </a:lnTo>
                <a:lnTo>
                  <a:pt x="543320" y="39551"/>
                </a:lnTo>
                <a:lnTo>
                  <a:pt x="543320" y="37285"/>
                </a:lnTo>
                <a:cubicBezTo>
                  <a:pt x="545837" y="36275"/>
                  <a:pt x="548412" y="34565"/>
                  <a:pt x="551045" y="32154"/>
                </a:cubicBezTo>
                <a:cubicBezTo>
                  <a:pt x="553677" y="29744"/>
                  <a:pt x="556023" y="26886"/>
                  <a:pt x="558083" y="23580"/>
                </a:cubicBezTo>
                <a:cubicBezTo>
                  <a:pt x="559136" y="21836"/>
                  <a:pt x="560600" y="18645"/>
                  <a:pt x="562477" y="14008"/>
                </a:cubicBezTo>
                <a:lnTo>
                  <a:pt x="564606" y="14008"/>
                </a:lnTo>
                <a:close/>
                <a:moveTo>
                  <a:pt x="601434" y="0"/>
                </a:moveTo>
                <a:cubicBezTo>
                  <a:pt x="603357" y="0"/>
                  <a:pt x="604993" y="679"/>
                  <a:pt x="606344" y="2036"/>
                </a:cubicBezTo>
                <a:cubicBezTo>
                  <a:pt x="607694" y="3392"/>
                  <a:pt x="608369" y="5037"/>
                  <a:pt x="608369" y="6969"/>
                </a:cubicBezTo>
                <a:cubicBezTo>
                  <a:pt x="608369" y="8902"/>
                  <a:pt x="607694" y="10559"/>
                  <a:pt x="606344" y="11939"/>
                </a:cubicBezTo>
                <a:cubicBezTo>
                  <a:pt x="604993" y="13318"/>
                  <a:pt x="603357" y="14008"/>
                  <a:pt x="601434" y="14008"/>
                </a:cubicBezTo>
                <a:cubicBezTo>
                  <a:pt x="599511" y="14008"/>
                  <a:pt x="597863" y="13318"/>
                  <a:pt x="596490" y="11939"/>
                </a:cubicBezTo>
                <a:cubicBezTo>
                  <a:pt x="595117" y="10559"/>
                  <a:pt x="594430" y="8902"/>
                  <a:pt x="594430" y="6969"/>
                </a:cubicBezTo>
                <a:cubicBezTo>
                  <a:pt x="594430" y="5037"/>
                  <a:pt x="595105" y="3392"/>
                  <a:pt x="596456" y="2036"/>
                </a:cubicBezTo>
                <a:cubicBezTo>
                  <a:pt x="597806" y="679"/>
                  <a:pt x="599466" y="0"/>
                  <a:pt x="601434" y="0"/>
                </a:cubicBezTo>
                <a:moveTo>
                  <a:pt x="607133" y="32959"/>
                </a:moveTo>
                <a:lnTo>
                  <a:pt x="607133" y="83385"/>
                </a:lnTo>
                <a:cubicBezTo>
                  <a:pt x="607133" y="87313"/>
                  <a:pt x="607419" y="89928"/>
                  <a:pt x="607992" y="91229"/>
                </a:cubicBezTo>
                <a:cubicBezTo>
                  <a:pt x="608564" y="92531"/>
                  <a:pt x="609411" y="93502"/>
                  <a:pt x="610532" y="94141"/>
                </a:cubicBezTo>
                <a:cubicBezTo>
                  <a:pt x="611654" y="94781"/>
                  <a:pt x="613702" y="95100"/>
                  <a:pt x="616678" y="95100"/>
                </a:cubicBezTo>
                <a:lnTo>
                  <a:pt x="616678" y="97641"/>
                </a:lnTo>
                <a:lnTo>
                  <a:pt x="586122" y="97641"/>
                </a:lnTo>
                <a:lnTo>
                  <a:pt x="586122" y="95100"/>
                </a:lnTo>
                <a:cubicBezTo>
                  <a:pt x="589189" y="95100"/>
                  <a:pt x="591249" y="94804"/>
                  <a:pt x="592302" y="94210"/>
                </a:cubicBezTo>
                <a:cubicBezTo>
                  <a:pt x="593354" y="93616"/>
                  <a:pt x="594190" y="92634"/>
                  <a:pt x="594808" y="91264"/>
                </a:cubicBezTo>
                <a:cubicBezTo>
                  <a:pt x="595426" y="89893"/>
                  <a:pt x="595735" y="87267"/>
                  <a:pt x="595735" y="83385"/>
                </a:cubicBezTo>
                <a:lnTo>
                  <a:pt x="595735" y="59200"/>
                </a:lnTo>
                <a:cubicBezTo>
                  <a:pt x="595735" y="52393"/>
                  <a:pt x="595529" y="47986"/>
                  <a:pt x="595117" y="45977"/>
                </a:cubicBezTo>
                <a:cubicBezTo>
                  <a:pt x="594796" y="44515"/>
                  <a:pt x="594293" y="43499"/>
                  <a:pt x="593606" y="42928"/>
                </a:cubicBezTo>
                <a:cubicBezTo>
                  <a:pt x="592920" y="42357"/>
                  <a:pt x="591981" y="42072"/>
                  <a:pt x="590791" y="42072"/>
                </a:cubicBezTo>
                <a:cubicBezTo>
                  <a:pt x="589509" y="42072"/>
                  <a:pt x="587953" y="42415"/>
                  <a:pt x="586122" y="43100"/>
                </a:cubicBezTo>
                <a:lnTo>
                  <a:pt x="585160" y="40632"/>
                </a:lnTo>
                <a:lnTo>
                  <a:pt x="604112" y="32959"/>
                </a:lnTo>
                <a:lnTo>
                  <a:pt x="607133" y="32959"/>
                </a:lnTo>
                <a:close/>
                <a:moveTo>
                  <a:pt x="621302" y="34744"/>
                </a:moveTo>
                <a:lnTo>
                  <a:pt x="650896" y="34744"/>
                </a:lnTo>
                <a:lnTo>
                  <a:pt x="650896" y="37285"/>
                </a:lnTo>
                <a:lnTo>
                  <a:pt x="648974" y="37285"/>
                </a:lnTo>
                <a:cubicBezTo>
                  <a:pt x="647189" y="37285"/>
                  <a:pt x="645827" y="37720"/>
                  <a:pt x="644888" y="38590"/>
                </a:cubicBezTo>
                <a:cubicBezTo>
                  <a:pt x="643950" y="39459"/>
                  <a:pt x="643481" y="40627"/>
                  <a:pt x="643481" y="42091"/>
                </a:cubicBezTo>
                <a:cubicBezTo>
                  <a:pt x="643481" y="43694"/>
                  <a:pt x="643961" y="45593"/>
                  <a:pt x="644923" y="47791"/>
                </a:cubicBezTo>
                <a:lnTo>
                  <a:pt x="659548" y="82535"/>
                </a:lnTo>
                <a:lnTo>
                  <a:pt x="674243" y="46486"/>
                </a:lnTo>
                <a:cubicBezTo>
                  <a:pt x="675295" y="43922"/>
                  <a:pt x="675822" y="41977"/>
                  <a:pt x="675822" y="40649"/>
                </a:cubicBezTo>
                <a:cubicBezTo>
                  <a:pt x="675822" y="40009"/>
                  <a:pt x="675639" y="39482"/>
                  <a:pt x="675273" y="39070"/>
                </a:cubicBezTo>
                <a:cubicBezTo>
                  <a:pt x="674769" y="38384"/>
                  <a:pt x="674128" y="37914"/>
                  <a:pt x="673350" y="37663"/>
                </a:cubicBezTo>
                <a:cubicBezTo>
                  <a:pt x="672572" y="37411"/>
                  <a:pt x="670992" y="37285"/>
                  <a:pt x="668612" y="37285"/>
                </a:cubicBezTo>
                <a:lnTo>
                  <a:pt x="668612" y="34744"/>
                </a:lnTo>
                <a:lnTo>
                  <a:pt x="689143" y="34744"/>
                </a:lnTo>
                <a:lnTo>
                  <a:pt x="689143" y="37285"/>
                </a:lnTo>
                <a:cubicBezTo>
                  <a:pt x="686762" y="37468"/>
                  <a:pt x="685115" y="37949"/>
                  <a:pt x="684199" y="38727"/>
                </a:cubicBezTo>
                <a:cubicBezTo>
                  <a:pt x="682597" y="40100"/>
                  <a:pt x="681155" y="42389"/>
                  <a:pt x="679873" y="45593"/>
                </a:cubicBezTo>
                <a:lnTo>
                  <a:pt x="657557" y="99564"/>
                </a:lnTo>
                <a:lnTo>
                  <a:pt x="654742" y="99564"/>
                </a:lnTo>
                <a:lnTo>
                  <a:pt x="632288" y="46486"/>
                </a:lnTo>
                <a:cubicBezTo>
                  <a:pt x="631281" y="44014"/>
                  <a:pt x="630320" y="42240"/>
                  <a:pt x="629404" y="41164"/>
                </a:cubicBezTo>
                <a:cubicBezTo>
                  <a:pt x="628489" y="40089"/>
                  <a:pt x="627321" y="39185"/>
                  <a:pt x="625902" y="38452"/>
                </a:cubicBezTo>
                <a:cubicBezTo>
                  <a:pt x="625124" y="38040"/>
                  <a:pt x="623591" y="37651"/>
                  <a:pt x="621302" y="37285"/>
                </a:cubicBezTo>
                <a:lnTo>
                  <a:pt x="621302" y="34744"/>
                </a:lnTo>
                <a:close/>
                <a:moveTo>
                  <a:pt x="705417" y="58502"/>
                </a:moveTo>
                <a:cubicBezTo>
                  <a:pt x="705371" y="67819"/>
                  <a:pt x="707637" y="75127"/>
                  <a:pt x="712214" y="80426"/>
                </a:cubicBezTo>
                <a:cubicBezTo>
                  <a:pt x="716792" y="85723"/>
                  <a:pt x="722171" y="88371"/>
                  <a:pt x="728351" y="88371"/>
                </a:cubicBezTo>
                <a:cubicBezTo>
                  <a:pt x="732471" y="88371"/>
                  <a:pt x="736053" y="87238"/>
                  <a:pt x="739097" y="84972"/>
                </a:cubicBezTo>
                <a:cubicBezTo>
                  <a:pt x="742141" y="82706"/>
                  <a:pt x="744693" y="78827"/>
                  <a:pt x="746753" y="73334"/>
                </a:cubicBezTo>
                <a:lnTo>
                  <a:pt x="748882" y="74707"/>
                </a:lnTo>
                <a:cubicBezTo>
                  <a:pt x="747920" y="80978"/>
                  <a:pt x="745128" y="86689"/>
                  <a:pt x="740504" y="91839"/>
                </a:cubicBezTo>
                <a:cubicBezTo>
                  <a:pt x="735881" y="96989"/>
                  <a:pt x="730090" y="99564"/>
                  <a:pt x="723132" y="99564"/>
                </a:cubicBezTo>
                <a:cubicBezTo>
                  <a:pt x="715579" y="99564"/>
                  <a:pt x="709113" y="96629"/>
                  <a:pt x="703734" y="90760"/>
                </a:cubicBezTo>
                <a:cubicBezTo>
                  <a:pt x="698356" y="84889"/>
                  <a:pt x="695666" y="76997"/>
                  <a:pt x="695666" y="67083"/>
                </a:cubicBezTo>
                <a:cubicBezTo>
                  <a:pt x="695666" y="56349"/>
                  <a:pt x="698424" y="47978"/>
                  <a:pt x="703940" y="41971"/>
                </a:cubicBezTo>
                <a:cubicBezTo>
                  <a:pt x="709456" y="35963"/>
                  <a:pt x="716380" y="32959"/>
                  <a:pt x="724711" y="32959"/>
                </a:cubicBezTo>
                <a:cubicBezTo>
                  <a:pt x="731761" y="32959"/>
                  <a:pt x="737552" y="35276"/>
                  <a:pt x="742084" y="39911"/>
                </a:cubicBezTo>
                <a:cubicBezTo>
                  <a:pt x="746616" y="44545"/>
                  <a:pt x="748882" y="50742"/>
                  <a:pt x="748882" y="58502"/>
                </a:cubicBezTo>
                <a:lnTo>
                  <a:pt x="705417" y="58502"/>
                </a:lnTo>
                <a:moveTo>
                  <a:pt x="705417" y="54520"/>
                </a:moveTo>
                <a:lnTo>
                  <a:pt x="734531" y="54520"/>
                </a:lnTo>
                <a:cubicBezTo>
                  <a:pt x="734302" y="50491"/>
                  <a:pt x="733821" y="47653"/>
                  <a:pt x="733089" y="46005"/>
                </a:cubicBezTo>
                <a:cubicBezTo>
                  <a:pt x="731944" y="43442"/>
                  <a:pt x="730239" y="41428"/>
                  <a:pt x="727973" y="39963"/>
                </a:cubicBezTo>
                <a:cubicBezTo>
                  <a:pt x="725707" y="38498"/>
                  <a:pt x="723338" y="37766"/>
                  <a:pt x="720866" y="37766"/>
                </a:cubicBezTo>
                <a:cubicBezTo>
                  <a:pt x="717067" y="37766"/>
                  <a:pt x="713668" y="39242"/>
                  <a:pt x="710669" y="42194"/>
                </a:cubicBezTo>
                <a:cubicBezTo>
                  <a:pt x="707671" y="45147"/>
                  <a:pt x="705920" y="49255"/>
                  <a:pt x="705417" y="54520"/>
                </a:cubicBezTo>
                <a:close/>
                <a:moveTo>
                  <a:pt x="803011" y="58502"/>
                </a:moveTo>
                <a:cubicBezTo>
                  <a:pt x="802966" y="67819"/>
                  <a:pt x="805232" y="75127"/>
                  <a:pt x="809809" y="80426"/>
                </a:cubicBezTo>
                <a:cubicBezTo>
                  <a:pt x="814387" y="85723"/>
                  <a:pt x="819766" y="88371"/>
                  <a:pt x="825945" y="88371"/>
                </a:cubicBezTo>
                <a:cubicBezTo>
                  <a:pt x="830065" y="88371"/>
                  <a:pt x="833647" y="87238"/>
                  <a:pt x="836692" y="84972"/>
                </a:cubicBezTo>
                <a:cubicBezTo>
                  <a:pt x="839736" y="82706"/>
                  <a:pt x="842288" y="78827"/>
                  <a:pt x="844348" y="73334"/>
                </a:cubicBezTo>
                <a:lnTo>
                  <a:pt x="846476" y="74707"/>
                </a:lnTo>
                <a:cubicBezTo>
                  <a:pt x="845515" y="80978"/>
                  <a:pt x="842723" y="86689"/>
                  <a:pt x="838099" y="91839"/>
                </a:cubicBezTo>
                <a:cubicBezTo>
                  <a:pt x="833476" y="96989"/>
                  <a:pt x="827685" y="99564"/>
                  <a:pt x="820727" y="99564"/>
                </a:cubicBezTo>
                <a:cubicBezTo>
                  <a:pt x="813174" y="99564"/>
                  <a:pt x="806708" y="96629"/>
                  <a:pt x="801329" y="90760"/>
                </a:cubicBezTo>
                <a:cubicBezTo>
                  <a:pt x="795950" y="84889"/>
                  <a:pt x="793261" y="76997"/>
                  <a:pt x="793261" y="67083"/>
                </a:cubicBezTo>
                <a:cubicBezTo>
                  <a:pt x="793261" y="56349"/>
                  <a:pt x="796019" y="47978"/>
                  <a:pt x="801535" y="41971"/>
                </a:cubicBezTo>
                <a:cubicBezTo>
                  <a:pt x="807051" y="35963"/>
                  <a:pt x="813975" y="32959"/>
                  <a:pt x="822306" y="32959"/>
                </a:cubicBezTo>
                <a:cubicBezTo>
                  <a:pt x="829356" y="32959"/>
                  <a:pt x="835147" y="35276"/>
                  <a:pt x="839678" y="39911"/>
                </a:cubicBezTo>
                <a:cubicBezTo>
                  <a:pt x="844210" y="44545"/>
                  <a:pt x="846476" y="50742"/>
                  <a:pt x="846476" y="58502"/>
                </a:cubicBezTo>
                <a:lnTo>
                  <a:pt x="803011" y="58502"/>
                </a:lnTo>
                <a:moveTo>
                  <a:pt x="803011" y="54520"/>
                </a:moveTo>
                <a:lnTo>
                  <a:pt x="832125" y="54520"/>
                </a:lnTo>
                <a:cubicBezTo>
                  <a:pt x="831896" y="50491"/>
                  <a:pt x="831416" y="47653"/>
                  <a:pt x="830683" y="46005"/>
                </a:cubicBezTo>
                <a:cubicBezTo>
                  <a:pt x="829539" y="43442"/>
                  <a:pt x="827834" y="41428"/>
                  <a:pt x="825568" y="39963"/>
                </a:cubicBezTo>
                <a:cubicBezTo>
                  <a:pt x="823302" y="38498"/>
                  <a:pt x="820933" y="37766"/>
                  <a:pt x="818461" y="37766"/>
                </a:cubicBezTo>
                <a:cubicBezTo>
                  <a:pt x="814662" y="37766"/>
                  <a:pt x="811263" y="39242"/>
                  <a:pt x="808264" y="42194"/>
                </a:cubicBezTo>
                <a:cubicBezTo>
                  <a:pt x="805266" y="45147"/>
                  <a:pt x="803515" y="49255"/>
                  <a:pt x="803011" y="54520"/>
                </a:cubicBezTo>
                <a:close/>
                <a:moveTo>
                  <a:pt x="899301" y="90569"/>
                </a:moveTo>
                <a:cubicBezTo>
                  <a:pt x="896234" y="93773"/>
                  <a:pt x="893236" y="96073"/>
                  <a:pt x="890306" y="97469"/>
                </a:cubicBezTo>
                <a:cubicBezTo>
                  <a:pt x="887376" y="98866"/>
                  <a:pt x="884218" y="99564"/>
                  <a:pt x="880830" y="99564"/>
                </a:cubicBezTo>
                <a:cubicBezTo>
                  <a:pt x="873964" y="99564"/>
                  <a:pt x="867967" y="96698"/>
                  <a:pt x="862840" y="90966"/>
                </a:cubicBezTo>
                <a:cubicBezTo>
                  <a:pt x="857713" y="85232"/>
                  <a:pt x="855149" y="77865"/>
                  <a:pt x="855149" y="68864"/>
                </a:cubicBezTo>
                <a:cubicBezTo>
                  <a:pt x="855149" y="59865"/>
                  <a:pt x="857988" y="51631"/>
                  <a:pt x="863664" y="44162"/>
                </a:cubicBezTo>
                <a:cubicBezTo>
                  <a:pt x="869340" y="36693"/>
                  <a:pt x="876642" y="32959"/>
                  <a:pt x="885568" y="32959"/>
                </a:cubicBezTo>
                <a:cubicBezTo>
                  <a:pt x="891107" y="32959"/>
                  <a:pt x="895685" y="34721"/>
                  <a:pt x="899301" y="38246"/>
                </a:cubicBezTo>
                <a:lnTo>
                  <a:pt x="899301" y="26616"/>
                </a:lnTo>
                <a:cubicBezTo>
                  <a:pt x="899301" y="19399"/>
                  <a:pt x="899129" y="14963"/>
                  <a:pt x="898786" y="13308"/>
                </a:cubicBezTo>
                <a:cubicBezTo>
                  <a:pt x="898443" y="11653"/>
                  <a:pt x="897905" y="10527"/>
                  <a:pt x="897172" y="9931"/>
                </a:cubicBezTo>
                <a:cubicBezTo>
                  <a:pt x="896440" y="9333"/>
                  <a:pt x="895524" y="9034"/>
                  <a:pt x="894426" y="9034"/>
                </a:cubicBezTo>
                <a:cubicBezTo>
                  <a:pt x="893236" y="9034"/>
                  <a:pt x="891656" y="9401"/>
                  <a:pt x="889688" y="10137"/>
                </a:cubicBezTo>
                <a:lnTo>
                  <a:pt x="888795" y="7723"/>
                </a:lnTo>
                <a:lnTo>
                  <a:pt x="907541" y="0"/>
                </a:lnTo>
                <a:lnTo>
                  <a:pt x="910631" y="0"/>
                </a:lnTo>
                <a:lnTo>
                  <a:pt x="910631" y="72716"/>
                </a:lnTo>
                <a:cubicBezTo>
                  <a:pt x="910631" y="80086"/>
                  <a:pt x="910802" y="84583"/>
                  <a:pt x="911146" y="86208"/>
                </a:cubicBezTo>
                <a:cubicBezTo>
                  <a:pt x="911489" y="87833"/>
                  <a:pt x="912038" y="88966"/>
                  <a:pt x="912794" y="89607"/>
                </a:cubicBezTo>
                <a:cubicBezTo>
                  <a:pt x="913549" y="90248"/>
                  <a:pt x="914430" y="90569"/>
                  <a:pt x="915437" y="90569"/>
                </a:cubicBezTo>
                <a:cubicBezTo>
                  <a:pt x="916673" y="90569"/>
                  <a:pt x="918321" y="90179"/>
                  <a:pt x="920381" y="89401"/>
                </a:cubicBezTo>
                <a:lnTo>
                  <a:pt x="921136" y="91805"/>
                </a:lnTo>
                <a:lnTo>
                  <a:pt x="902460" y="99564"/>
                </a:lnTo>
                <a:lnTo>
                  <a:pt x="899301" y="99564"/>
                </a:lnTo>
                <a:lnTo>
                  <a:pt x="899301" y="90569"/>
                </a:lnTo>
                <a:moveTo>
                  <a:pt x="899301" y="85777"/>
                </a:moveTo>
                <a:lnTo>
                  <a:pt x="899301" y="53449"/>
                </a:lnTo>
                <a:cubicBezTo>
                  <a:pt x="899026" y="50343"/>
                  <a:pt x="898202" y="47512"/>
                  <a:pt x="896829" y="44956"/>
                </a:cubicBezTo>
                <a:cubicBezTo>
                  <a:pt x="895456" y="42398"/>
                  <a:pt x="893636" y="40469"/>
                  <a:pt x="891370" y="39169"/>
                </a:cubicBezTo>
                <a:cubicBezTo>
                  <a:pt x="889104" y="37867"/>
                  <a:pt x="886896" y="37216"/>
                  <a:pt x="884744" y="37216"/>
                </a:cubicBezTo>
                <a:cubicBezTo>
                  <a:pt x="880716" y="37216"/>
                  <a:pt x="877122" y="39020"/>
                  <a:pt x="873964" y="42628"/>
                </a:cubicBezTo>
                <a:cubicBezTo>
                  <a:pt x="869798" y="47376"/>
                  <a:pt x="867715" y="54316"/>
                  <a:pt x="867715" y="63448"/>
                </a:cubicBezTo>
                <a:cubicBezTo>
                  <a:pt x="867715" y="72672"/>
                  <a:pt x="869729" y="79739"/>
                  <a:pt x="873758" y="84648"/>
                </a:cubicBezTo>
                <a:cubicBezTo>
                  <a:pt x="877786" y="89557"/>
                  <a:pt x="882272" y="92011"/>
                  <a:pt x="887216" y="92011"/>
                </a:cubicBezTo>
                <a:cubicBezTo>
                  <a:pt x="891382" y="92011"/>
                  <a:pt x="895410" y="89933"/>
                  <a:pt x="899301" y="85777"/>
                </a:cubicBezTo>
                <a:close/>
                <a:moveTo>
                  <a:pt x="942011" y="74722"/>
                </a:moveTo>
                <a:cubicBezTo>
                  <a:pt x="938166" y="72848"/>
                  <a:pt x="935213" y="70231"/>
                  <a:pt x="933153" y="66871"/>
                </a:cubicBezTo>
                <a:cubicBezTo>
                  <a:pt x="931093" y="63510"/>
                  <a:pt x="930063" y="59795"/>
                  <a:pt x="930063" y="55726"/>
                </a:cubicBezTo>
                <a:cubicBezTo>
                  <a:pt x="930063" y="49509"/>
                  <a:pt x="932409" y="44160"/>
                  <a:pt x="937101" y="39680"/>
                </a:cubicBezTo>
                <a:cubicBezTo>
                  <a:pt x="941793" y="35199"/>
                  <a:pt x="947801" y="32959"/>
                  <a:pt x="955126" y="32959"/>
                </a:cubicBezTo>
                <a:cubicBezTo>
                  <a:pt x="961123" y="32959"/>
                  <a:pt x="966318" y="34424"/>
                  <a:pt x="970713" y="37354"/>
                </a:cubicBezTo>
                <a:lnTo>
                  <a:pt x="984034" y="37354"/>
                </a:lnTo>
                <a:cubicBezTo>
                  <a:pt x="986002" y="37354"/>
                  <a:pt x="987147" y="37410"/>
                  <a:pt x="987467" y="37523"/>
                </a:cubicBezTo>
                <a:cubicBezTo>
                  <a:pt x="987787" y="37636"/>
                  <a:pt x="988016" y="37828"/>
                  <a:pt x="988154" y="38100"/>
                </a:cubicBezTo>
                <a:cubicBezTo>
                  <a:pt x="988428" y="38508"/>
                  <a:pt x="988566" y="39233"/>
                  <a:pt x="988566" y="40274"/>
                </a:cubicBezTo>
                <a:cubicBezTo>
                  <a:pt x="988566" y="41450"/>
                  <a:pt x="988451" y="42264"/>
                  <a:pt x="988222" y="42718"/>
                </a:cubicBezTo>
                <a:cubicBezTo>
                  <a:pt x="988085" y="42944"/>
                  <a:pt x="987845" y="43125"/>
                  <a:pt x="987501" y="43261"/>
                </a:cubicBezTo>
                <a:cubicBezTo>
                  <a:pt x="987158" y="43397"/>
                  <a:pt x="986002" y="43465"/>
                  <a:pt x="984034" y="43465"/>
                </a:cubicBezTo>
                <a:lnTo>
                  <a:pt x="975863" y="43465"/>
                </a:lnTo>
                <a:cubicBezTo>
                  <a:pt x="978426" y="46768"/>
                  <a:pt x="979708" y="50988"/>
                  <a:pt x="979708" y="56125"/>
                </a:cubicBezTo>
                <a:cubicBezTo>
                  <a:pt x="979708" y="61996"/>
                  <a:pt x="977465" y="67018"/>
                  <a:pt x="972979" y="71192"/>
                </a:cubicBezTo>
                <a:cubicBezTo>
                  <a:pt x="968493" y="75367"/>
                  <a:pt x="962473" y="77454"/>
                  <a:pt x="954920" y="77454"/>
                </a:cubicBezTo>
                <a:cubicBezTo>
                  <a:pt x="951807" y="77454"/>
                  <a:pt x="948625" y="76987"/>
                  <a:pt x="945375" y="76052"/>
                </a:cubicBezTo>
                <a:cubicBezTo>
                  <a:pt x="943361" y="77791"/>
                  <a:pt x="941999" y="79312"/>
                  <a:pt x="941290" y="80617"/>
                </a:cubicBezTo>
                <a:cubicBezTo>
                  <a:pt x="940580" y="81920"/>
                  <a:pt x="940225" y="83028"/>
                  <a:pt x="940225" y="83942"/>
                </a:cubicBezTo>
                <a:cubicBezTo>
                  <a:pt x="940225" y="84721"/>
                  <a:pt x="940603" y="85476"/>
                  <a:pt x="941358" y="86208"/>
                </a:cubicBezTo>
                <a:cubicBezTo>
                  <a:pt x="942114" y="86939"/>
                  <a:pt x="943590" y="87465"/>
                  <a:pt x="945787" y="87786"/>
                </a:cubicBezTo>
                <a:cubicBezTo>
                  <a:pt x="947069" y="87969"/>
                  <a:pt x="950273" y="88129"/>
                  <a:pt x="955400" y="88266"/>
                </a:cubicBezTo>
                <a:cubicBezTo>
                  <a:pt x="964830" y="88494"/>
                  <a:pt x="970942" y="88813"/>
                  <a:pt x="973734" y="89225"/>
                </a:cubicBezTo>
                <a:cubicBezTo>
                  <a:pt x="977991" y="89820"/>
                  <a:pt x="981390" y="91399"/>
                  <a:pt x="983931" y="93961"/>
                </a:cubicBezTo>
                <a:cubicBezTo>
                  <a:pt x="986471" y="96522"/>
                  <a:pt x="987742" y="99677"/>
                  <a:pt x="987742" y="103428"/>
                </a:cubicBezTo>
                <a:cubicBezTo>
                  <a:pt x="987742" y="108597"/>
                  <a:pt x="985315" y="113445"/>
                  <a:pt x="980463" y="117974"/>
                </a:cubicBezTo>
                <a:cubicBezTo>
                  <a:pt x="973322" y="124652"/>
                  <a:pt x="964006" y="127991"/>
                  <a:pt x="952516" y="127991"/>
                </a:cubicBezTo>
                <a:cubicBezTo>
                  <a:pt x="943682" y="127991"/>
                  <a:pt x="936220" y="126002"/>
                  <a:pt x="930132" y="122026"/>
                </a:cubicBezTo>
                <a:cubicBezTo>
                  <a:pt x="926698" y="119740"/>
                  <a:pt x="924982" y="117362"/>
                  <a:pt x="924982" y="114893"/>
                </a:cubicBezTo>
                <a:cubicBezTo>
                  <a:pt x="924982" y="113797"/>
                  <a:pt x="925234" y="112701"/>
                  <a:pt x="925737" y="111604"/>
                </a:cubicBezTo>
                <a:cubicBezTo>
                  <a:pt x="926515" y="109911"/>
                  <a:pt x="928118" y="107557"/>
                  <a:pt x="930544" y="104540"/>
                </a:cubicBezTo>
                <a:cubicBezTo>
                  <a:pt x="930864" y="104129"/>
                  <a:pt x="933199" y="101661"/>
                  <a:pt x="937548" y="97135"/>
                </a:cubicBezTo>
                <a:cubicBezTo>
                  <a:pt x="935167" y="95714"/>
                  <a:pt x="933485" y="94442"/>
                  <a:pt x="932501" y="93319"/>
                </a:cubicBezTo>
                <a:cubicBezTo>
                  <a:pt x="931516" y="92197"/>
                  <a:pt x="931024" y="90925"/>
                  <a:pt x="931024" y="89504"/>
                </a:cubicBezTo>
                <a:cubicBezTo>
                  <a:pt x="931024" y="87899"/>
                  <a:pt x="931677" y="86020"/>
                  <a:pt x="932981" y="83865"/>
                </a:cubicBezTo>
                <a:cubicBezTo>
                  <a:pt x="934286" y="81711"/>
                  <a:pt x="937296" y="78663"/>
                  <a:pt x="942011" y="74722"/>
                </a:cubicBezTo>
                <a:moveTo>
                  <a:pt x="953958" y="36392"/>
                </a:moveTo>
                <a:cubicBezTo>
                  <a:pt x="950571" y="36392"/>
                  <a:pt x="947733" y="37735"/>
                  <a:pt x="945444" y="40422"/>
                </a:cubicBezTo>
                <a:cubicBezTo>
                  <a:pt x="943155" y="43107"/>
                  <a:pt x="942011" y="47227"/>
                  <a:pt x="942011" y="52782"/>
                </a:cubicBezTo>
                <a:cubicBezTo>
                  <a:pt x="942011" y="59976"/>
                  <a:pt x="943567" y="65553"/>
                  <a:pt x="946680" y="69512"/>
                </a:cubicBezTo>
                <a:cubicBezTo>
                  <a:pt x="949060" y="72518"/>
                  <a:pt x="952082" y="74020"/>
                  <a:pt x="955744" y="74020"/>
                </a:cubicBezTo>
                <a:cubicBezTo>
                  <a:pt x="959223" y="74020"/>
                  <a:pt x="962084" y="72723"/>
                  <a:pt x="964327" y="70128"/>
                </a:cubicBezTo>
                <a:cubicBezTo>
                  <a:pt x="966570" y="67533"/>
                  <a:pt x="967691" y="63458"/>
                  <a:pt x="967691" y="57904"/>
                </a:cubicBezTo>
                <a:cubicBezTo>
                  <a:pt x="967691" y="50665"/>
                  <a:pt x="966112" y="44997"/>
                  <a:pt x="962954" y="40898"/>
                </a:cubicBezTo>
                <a:cubicBezTo>
                  <a:pt x="960619" y="37894"/>
                  <a:pt x="957621" y="36392"/>
                  <a:pt x="953958" y="36392"/>
                </a:cubicBezTo>
                <a:moveTo>
                  <a:pt x="941324" y="97682"/>
                </a:moveTo>
                <a:cubicBezTo>
                  <a:pt x="939173" y="100012"/>
                  <a:pt x="937548" y="102182"/>
                  <a:pt x="936449" y="104192"/>
                </a:cubicBezTo>
                <a:cubicBezTo>
                  <a:pt x="935350" y="106203"/>
                  <a:pt x="934801" y="108054"/>
                  <a:pt x="934801" y="109745"/>
                </a:cubicBezTo>
                <a:cubicBezTo>
                  <a:pt x="934801" y="111938"/>
                  <a:pt x="936128" y="113857"/>
                  <a:pt x="938783" y="115502"/>
                </a:cubicBezTo>
                <a:cubicBezTo>
                  <a:pt x="943361" y="118335"/>
                  <a:pt x="949976" y="119751"/>
                  <a:pt x="958628" y="119751"/>
                </a:cubicBezTo>
                <a:cubicBezTo>
                  <a:pt x="966867" y="119751"/>
                  <a:pt x="972944" y="118300"/>
                  <a:pt x="976858" y="115397"/>
                </a:cubicBezTo>
                <a:cubicBezTo>
                  <a:pt x="980772" y="112496"/>
                  <a:pt x="982729" y="109401"/>
                  <a:pt x="982729" y="106113"/>
                </a:cubicBezTo>
                <a:cubicBezTo>
                  <a:pt x="982729" y="103736"/>
                  <a:pt x="981562" y="102046"/>
                  <a:pt x="979227" y="101040"/>
                </a:cubicBezTo>
                <a:cubicBezTo>
                  <a:pt x="976847" y="100034"/>
                  <a:pt x="972132" y="99441"/>
                  <a:pt x="965082" y="99259"/>
                </a:cubicBezTo>
                <a:cubicBezTo>
                  <a:pt x="954782" y="98984"/>
                  <a:pt x="946863" y="98459"/>
                  <a:pt x="941324" y="97682"/>
                </a:cubicBezTo>
                <a:close/>
                <a:moveTo>
                  <a:pt x="1006075" y="58502"/>
                </a:moveTo>
                <a:cubicBezTo>
                  <a:pt x="1006030" y="67819"/>
                  <a:pt x="1008295" y="75127"/>
                  <a:pt x="1012873" y="80426"/>
                </a:cubicBezTo>
                <a:cubicBezTo>
                  <a:pt x="1017451" y="85723"/>
                  <a:pt x="1022830" y="88371"/>
                  <a:pt x="1029009" y="88371"/>
                </a:cubicBezTo>
                <a:cubicBezTo>
                  <a:pt x="1033129" y="88371"/>
                  <a:pt x="1036711" y="87238"/>
                  <a:pt x="1039755" y="84972"/>
                </a:cubicBezTo>
                <a:cubicBezTo>
                  <a:pt x="1042800" y="82706"/>
                  <a:pt x="1045352" y="78827"/>
                  <a:pt x="1047412" y="73334"/>
                </a:cubicBezTo>
                <a:lnTo>
                  <a:pt x="1049540" y="74707"/>
                </a:lnTo>
                <a:cubicBezTo>
                  <a:pt x="1048579" y="80978"/>
                  <a:pt x="1045787" y="86689"/>
                  <a:pt x="1041163" y="91839"/>
                </a:cubicBezTo>
                <a:cubicBezTo>
                  <a:pt x="1036540" y="96989"/>
                  <a:pt x="1030749" y="99564"/>
                  <a:pt x="1023791" y="99564"/>
                </a:cubicBezTo>
                <a:cubicBezTo>
                  <a:pt x="1016238" y="99564"/>
                  <a:pt x="1009772" y="96629"/>
                  <a:pt x="1004393" y="90760"/>
                </a:cubicBezTo>
                <a:cubicBezTo>
                  <a:pt x="999014" y="84889"/>
                  <a:pt x="996325" y="76997"/>
                  <a:pt x="996325" y="67083"/>
                </a:cubicBezTo>
                <a:cubicBezTo>
                  <a:pt x="996325" y="56349"/>
                  <a:pt x="999083" y="47978"/>
                  <a:pt x="1004599" y="41971"/>
                </a:cubicBezTo>
                <a:cubicBezTo>
                  <a:pt x="1010115" y="35963"/>
                  <a:pt x="1017039" y="32959"/>
                  <a:pt x="1025370" y="32959"/>
                </a:cubicBezTo>
                <a:cubicBezTo>
                  <a:pt x="1032420" y="32959"/>
                  <a:pt x="1038211" y="35276"/>
                  <a:pt x="1042742" y="39911"/>
                </a:cubicBezTo>
                <a:cubicBezTo>
                  <a:pt x="1047274" y="44545"/>
                  <a:pt x="1049540" y="50742"/>
                  <a:pt x="1049540" y="58502"/>
                </a:cubicBezTo>
                <a:lnTo>
                  <a:pt x="1006075" y="58502"/>
                </a:lnTo>
                <a:moveTo>
                  <a:pt x="1006075" y="54520"/>
                </a:moveTo>
                <a:lnTo>
                  <a:pt x="1035189" y="54520"/>
                </a:lnTo>
                <a:cubicBezTo>
                  <a:pt x="1034960" y="50491"/>
                  <a:pt x="1034480" y="47653"/>
                  <a:pt x="1033747" y="46005"/>
                </a:cubicBezTo>
                <a:cubicBezTo>
                  <a:pt x="1032603" y="43442"/>
                  <a:pt x="1030898" y="41428"/>
                  <a:pt x="1028632" y="39963"/>
                </a:cubicBezTo>
                <a:cubicBezTo>
                  <a:pt x="1026366" y="38498"/>
                  <a:pt x="1023997" y="37766"/>
                  <a:pt x="1021525" y="37766"/>
                </a:cubicBezTo>
                <a:cubicBezTo>
                  <a:pt x="1017725" y="37766"/>
                  <a:pt x="1014327" y="39242"/>
                  <a:pt x="1011328" y="42194"/>
                </a:cubicBezTo>
                <a:cubicBezTo>
                  <a:pt x="1008330" y="45147"/>
                  <a:pt x="1006579" y="49255"/>
                  <a:pt x="1006075" y="54520"/>
                </a:cubicBezTo>
                <a:close/>
                <a:moveTo>
                  <a:pt x="1164393" y="37766"/>
                </a:moveTo>
                <a:lnTo>
                  <a:pt x="1193233" y="37766"/>
                </a:lnTo>
                <a:lnTo>
                  <a:pt x="1193233" y="40306"/>
                </a:lnTo>
                <a:cubicBezTo>
                  <a:pt x="1189250" y="40625"/>
                  <a:pt x="1186309" y="41504"/>
                  <a:pt x="1184409" y="42943"/>
                </a:cubicBezTo>
                <a:cubicBezTo>
                  <a:pt x="1182510" y="44382"/>
                  <a:pt x="1179545" y="48733"/>
                  <a:pt x="1175517" y="55994"/>
                </a:cubicBezTo>
                <a:cubicBezTo>
                  <a:pt x="1171489" y="63254"/>
                  <a:pt x="1166957" y="70035"/>
                  <a:pt x="1161921" y="76338"/>
                </a:cubicBezTo>
                <a:cubicBezTo>
                  <a:pt x="1165996" y="81029"/>
                  <a:pt x="1169635" y="84310"/>
                  <a:pt x="1172839" y="86183"/>
                </a:cubicBezTo>
                <a:cubicBezTo>
                  <a:pt x="1176044" y="88054"/>
                  <a:pt x="1179271" y="88989"/>
                  <a:pt x="1182521" y="88989"/>
                </a:cubicBezTo>
                <a:cubicBezTo>
                  <a:pt x="1185680" y="88989"/>
                  <a:pt x="1188357" y="88131"/>
                  <a:pt x="1190555" y="86414"/>
                </a:cubicBezTo>
                <a:cubicBezTo>
                  <a:pt x="1192752" y="84698"/>
                  <a:pt x="1194308" y="82169"/>
                  <a:pt x="1195224" y="78827"/>
                </a:cubicBezTo>
                <a:lnTo>
                  <a:pt x="1197765" y="80681"/>
                </a:lnTo>
                <a:cubicBezTo>
                  <a:pt x="1196071" y="87147"/>
                  <a:pt x="1193347" y="91933"/>
                  <a:pt x="1189593" y="95040"/>
                </a:cubicBezTo>
                <a:cubicBezTo>
                  <a:pt x="1185840" y="98147"/>
                  <a:pt x="1181468" y="99701"/>
                  <a:pt x="1176478" y="99701"/>
                </a:cubicBezTo>
                <a:cubicBezTo>
                  <a:pt x="1172725" y="99701"/>
                  <a:pt x="1168914" y="98685"/>
                  <a:pt x="1165046" y="96652"/>
                </a:cubicBezTo>
                <a:cubicBezTo>
                  <a:pt x="1161178" y="94619"/>
                  <a:pt x="1156955" y="91182"/>
                  <a:pt x="1152377" y="86341"/>
                </a:cubicBezTo>
                <a:cubicBezTo>
                  <a:pt x="1146701" y="91365"/>
                  <a:pt x="1141585" y="94848"/>
                  <a:pt x="1137030" y="96789"/>
                </a:cubicBezTo>
                <a:cubicBezTo>
                  <a:pt x="1132476" y="98730"/>
                  <a:pt x="1127612" y="99701"/>
                  <a:pt x="1122439" y="99701"/>
                </a:cubicBezTo>
                <a:cubicBezTo>
                  <a:pt x="1114886" y="99701"/>
                  <a:pt x="1108889" y="97690"/>
                  <a:pt x="1104449" y="93667"/>
                </a:cubicBezTo>
                <a:cubicBezTo>
                  <a:pt x="1100008" y="89644"/>
                  <a:pt x="1097788" y="84845"/>
                  <a:pt x="1097788" y="79269"/>
                </a:cubicBezTo>
                <a:cubicBezTo>
                  <a:pt x="1097788" y="73737"/>
                  <a:pt x="1099780" y="68218"/>
                  <a:pt x="1103762" y="62710"/>
                </a:cubicBezTo>
                <a:cubicBezTo>
                  <a:pt x="1107745" y="57201"/>
                  <a:pt x="1115229" y="51498"/>
                  <a:pt x="1126216" y="45602"/>
                </a:cubicBezTo>
                <a:cubicBezTo>
                  <a:pt x="1124064" y="40848"/>
                  <a:pt x="1122599" y="36952"/>
                  <a:pt x="1121821" y="33912"/>
                </a:cubicBezTo>
                <a:cubicBezTo>
                  <a:pt x="1121043" y="30872"/>
                  <a:pt x="1120654" y="27957"/>
                  <a:pt x="1120654" y="25168"/>
                </a:cubicBezTo>
                <a:cubicBezTo>
                  <a:pt x="1120654" y="17351"/>
                  <a:pt x="1123538" y="11386"/>
                  <a:pt x="1129306" y="7272"/>
                </a:cubicBezTo>
                <a:cubicBezTo>
                  <a:pt x="1133792" y="4072"/>
                  <a:pt x="1138896" y="2472"/>
                  <a:pt x="1144618" y="2472"/>
                </a:cubicBezTo>
                <a:cubicBezTo>
                  <a:pt x="1150065" y="2472"/>
                  <a:pt x="1154506" y="4083"/>
                  <a:pt x="1157939" y="7306"/>
                </a:cubicBezTo>
                <a:cubicBezTo>
                  <a:pt x="1161372" y="10529"/>
                  <a:pt x="1163089" y="14495"/>
                  <a:pt x="1163089" y="19202"/>
                </a:cubicBezTo>
                <a:cubicBezTo>
                  <a:pt x="1163089" y="24048"/>
                  <a:pt x="1161429" y="28299"/>
                  <a:pt x="1158111" y="31957"/>
                </a:cubicBezTo>
                <a:cubicBezTo>
                  <a:pt x="1154792" y="35613"/>
                  <a:pt x="1148921" y="39613"/>
                  <a:pt x="1140498" y="43956"/>
                </a:cubicBezTo>
                <a:cubicBezTo>
                  <a:pt x="1146312" y="54294"/>
                  <a:pt x="1152377" y="63764"/>
                  <a:pt x="1158694" y="72364"/>
                </a:cubicBezTo>
                <a:cubicBezTo>
                  <a:pt x="1166751" y="62774"/>
                  <a:pt x="1170779" y="54691"/>
                  <a:pt x="1170779" y="48115"/>
                </a:cubicBezTo>
                <a:cubicBezTo>
                  <a:pt x="1170779" y="46015"/>
                  <a:pt x="1170093" y="44143"/>
                  <a:pt x="1168719" y="42499"/>
                </a:cubicBezTo>
                <a:cubicBezTo>
                  <a:pt x="1167712" y="41266"/>
                  <a:pt x="1166270" y="40535"/>
                  <a:pt x="1164393" y="40306"/>
                </a:cubicBezTo>
                <a:lnTo>
                  <a:pt x="1164393" y="37766"/>
                </a:lnTo>
                <a:moveTo>
                  <a:pt x="1138163" y="39499"/>
                </a:moveTo>
                <a:cubicBezTo>
                  <a:pt x="1143840" y="36809"/>
                  <a:pt x="1148085" y="33753"/>
                  <a:pt x="1150901" y="30333"/>
                </a:cubicBezTo>
                <a:cubicBezTo>
                  <a:pt x="1153716" y="26912"/>
                  <a:pt x="1155124" y="23104"/>
                  <a:pt x="1155124" y="18909"/>
                </a:cubicBezTo>
                <a:cubicBezTo>
                  <a:pt x="1155124" y="15625"/>
                  <a:pt x="1154105" y="12913"/>
                  <a:pt x="1152068" y="10770"/>
                </a:cubicBezTo>
                <a:cubicBezTo>
                  <a:pt x="1150031" y="8625"/>
                  <a:pt x="1147502" y="7553"/>
                  <a:pt x="1144481" y="7553"/>
                </a:cubicBezTo>
                <a:cubicBezTo>
                  <a:pt x="1140498" y="7553"/>
                  <a:pt x="1137488" y="8933"/>
                  <a:pt x="1135451" y="11692"/>
                </a:cubicBezTo>
                <a:cubicBezTo>
                  <a:pt x="1133414" y="14450"/>
                  <a:pt x="1132395" y="17153"/>
                  <a:pt x="1132395" y="19799"/>
                </a:cubicBezTo>
                <a:cubicBezTo>
                  <a:pt x="1132395" y="22033"/>
                  <a:pt x="1132785" y="24530"/>
                  <a:pt x="1133563" y="27290"/>
                </a:cubicBezTo>
                <a:cubicBezTo>
                  <a:pt x="1134341" y="30048"/>
                  <a:pt x="1135875" y="34118"/>
                  <a:pt x="1138163" y="39499"/>
                </a:cubicBezTo>
                <a:moveTo>
                  <a:pt x="1148806" y="82367"/>
                </a:moveTo>
                <a:cubicBezTo>
                  <a:pt x="1142764" y="74136"/>
                  <a:pt x="1138575" y="68123"/>
                  <a:pt x="1136241" y="64328"/>
                </a:cubicBezTo>
                <a:cubicBezTo>
                  <a:pt x="1133906" y="60531"/>
                  <a:pt x="1131343" y="55821"/>
                  <a:pt x="1128550" y="50196"/>
                </a:cubicBezTo>
                <a:cubicBezTo>
                  <a:pt x="1123057" y="53360"/>
                  <a:pt x="1118926" y="56845"/>
                  <a:pt x="1116156" y="60650"/>
                </a:cubicBezTo>
                <a:cubicBezTo>
                  <a:pt x="1113387" y="64455"/>
                  <a:pt x="1112002" y="68582"/>
                  <a:pt x="1112002" y="73029"/>
                </a:cubicBezTo>
                <a:cubicBezTo>
                  <a:pt x="1112002" y="77936"/>
                  <a:pt x="1113581" y="82246"/>
                  <a:pt x="1116740" y="85959"/>
                </a:cubicBezTo>
                <a:cubicBezTo>
                  <a:pt x="1119898" y="89673"/>
                  <a:pt x="1124156" y="91530"/>
                  <a:pt x="1129512" y="91530"/>
                </a:cubicBezTo>
                <a:cubicBezTo>
                  <a:pt x="1132395" y="91530"/>
                  <a:pt x="1135176" y="90952"/>
                  <a:pt x="1137854" y="89796"/>
                </a:cubicBezTo>
                <a:cubicBezTo>
                  <a:pt x="1140532" y="88639"/>
                  <a:pt x="1144183" y="86163"/>
                  <a:pt x="1148806" y="823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dualvertices">
            <a:extLst xmlns:a="http://schemas.openxmlformats.org/drawingml/2006/main">
              <a:ext uri="{FF2B5EF4-FFF2-40B4-BE49-F238E27FC236}">
                <a16:creationId xmlns:a16="http://schemas.microsoft.com/office/drawing/2014/main" id="{6E89E7CB-74F8-4A27-8B96-66BA5394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973" y="3068008"/>
            <a:ext cx="705071" cy="99564"/>
          </a:xfrm>
          <a:custGeom xmlns:a="http://schemas.openxmlformats.org/drawingml/2006/main">
            <a:pathLst>
              <a:path w="705071" h="99564">
                <a:moveTo>
                  <a:pt x="44152" y="90569"/>
                </a:moveTo>
                <a:cubicBezTo>
                  <a:pt x="41085" y="93773"/>
                  <a:pt x="38086" y="96073"/>
                  <a:pt x="35156" y="97469"/>
                </a:cubicBezTo>
                <a:cubicBezTo>
                  <a:pt x="32227" y="98866"/>
                  <a:pt x="29068" y="99564"/>
                  <a:pt x="25681" y="99564"/>
                </a:cubicBezTo>
                <a:cubicBezTo>
                  <a:pt x="18814" y="99564"/>
                  <a:pt x="12817" y="96698"/>
                  <a:pt x="7690" y="90966"/>
                </a:cubicBezTo>
                <a:cubicBezTo>
                  <a:pt x="2563" y="85232"/>
                  <a:pt x="0" y="77865"/>
                  <a:pt x="0" y="68864"/>
                </a:cubicBezTo>
                <a:cubicBezTo>
                  <a:pt x="0" y="59865"/>
                  <a:pt x="2838" y="51631"/>
                  <a:pt x="8514" y="44162"/>
                </a:cubicBezTo>
                <a:cubicBezTo>
                  <a:pt x="14191" y="36693"/>
                  <a:pt x="21492" y="32959"/>
                  <a:pt x="30419" y="32959"/>
                </a:cubicBezTo>
                <a:cubicBezTo>
                  <a:pt x="35958" y="32959"/>
                  <a:pt x="40535" y="34721"/>
                  <a:pt x="44152" y="38246"/>
                </a:cubicBezTo>
                <a:lnTo>
                  <a:pt x="44152" y="26616"/>
                </a:lnTo>
                <a:cubicBezTo>
                  <a:pt x="44152" y="19399"/>
                  <a:pt x="43980" y="14963"/>
                  <a:pt x="43637" y="13308"/>
                </a:cubicBezTo>
                <a:cubicBezTo>
                  <a:pt x="43293" y="11653"/>
                  <a:pt x="42755" y="10527"/>
                  <a:pt x="42023" y="9931"/>
                </a:cubicBezTo>
                <a:cubicBezTo>
                  <a:pt x="41291" y="9333"/>
                  <a:pt x="40375" y="9034"/>
                  <a:pt x="39276" y="9034"/>
                </a:cubicBezTo>
                <a:cubicBezTo>
                  <a:pt x="38086" y="9034"/>
                  <a:pt x="36507" y="9401"/>
                  <a:pt x="34539" y="10137"/>
                </a:cubicBezTo>
                <a:lnTo>
                  <a:pt x="33646" y="7723"/>
                </a:lnTo>
                <a:lnTo>
                  <a:pt x="52391" y="0"/>
                </a:lnTo>
                <a:lnTo>
                  <a:pt x="55481" y="0"/>
                </a:lnTo>
                <a:lnTo>
                  <a:pt x="55481" y="72716"/>
                </a:lnTo>
                <a:cubicBezTo>
                  <a:pt x="55481" y="80086"/>
                  <a:pt x="55653" y="84583"/>
                  <a:pt x="55996" y="86208"/>
                </a:cubicBezTo>
                <a:cubicBezTo>
                  <a:pt x="56340" y="87833"/>
                  <a:pt x="56889" y="88966"/>
                  <a:pt x="57644" y="89607"/>
                </a:cubicBezTo>
                <a:cubicBezTo>
                  <a:pt x="58400" y="90248"/>
                  <a:pt x="59281" y="90569"/>
                  <a:pt x="60288" y="90569"/>
                </a:cubicBezTo>
                <a:cubicBezTo>
                  <a:pt x="61524" y="90569"/>
                  <a:pt x="63172" y="90179"/>
                  <a:pt x="65232" y="89401"/>
                </a:cubicBezTo>
                <a:lnTo>
                  <a:pt x="65987" y="91805"/>
                </a:lnTo>
                <a:lnTo>
                  <a:pt x="47310" y="99564"/>
                </a:lnTo>
                <a:lnTo>
                  <a:pt x="44152" y="99564"/>
                </a:lnTo>
                <a:lnTo>
                  <a:pt x="44152" y="90569"/>
                </a:lnTo>
                <a:moveTo>
                  <a:pt x="44152" y="85777"/>
                </a:moveTo>
                <a:lnTo>
                  <a:pt x="44152" y="53449"/>
                </a:lnTo>
                <a:cubicBezTo>
                  <a:pt x="43877" y="50343"/>
                  <a:pt x="43053" y="47512"/>
                  <a:pt x="41680" y="44956"/>
                </a:cubicBezTo>
                <a:cubicBezTo>
                  <a:pt x="40306" y="42398"/>
                  <a:pt x="38487" y="40469"/>
                  <a:pt x="36221" y="39169"/>
                </a:cubicBezTo>
                <a:cubicBezTo>
                  <a:pt x="33955" y="37867"/>
                  <a:pt x="31746" y="37216"/>
                  <a:pt x="29595" y="37216"/>
                </a:cubicBezTo>
                <a:cubicBezTo>
                  <a:pt x="25566" y="37216"/>
                  <a:pt x="21973" y="39020"/>
                  <a:pt x="18814" y="42628"/>
                </a:cubicBezTo>
                <a:cubicBezTo>
                  <a:pt x="14649" y="47376"/>
                  <a:pt x="12566" y="54316"/>
                  <a:pt x="12566" y="63448"/>
                </a:cubicBezTo>
                <a:cubicBezTo>
                  <a:pt x="12566" y="72672"/>
                  <a:pt x="14580" y="79739"/>
                  <a:pt x="18608" y="84648"/>
                </a:cubicBezTo>
                <a:cubicBezTo>
                  <a:pt x="22637" y="89557"/>
                  <a:pt x="27123" y="92011"/>
                  <a:pt x="32067" y="92011"/>
                </a:cubicBezTo>
                <a:cubicBezTo>
                  <a:pt x="36232" y="92011"/>
                  <a:pt x="40261" y="89933"/>
                  <a:pt x="44152" y="85777"/>
                </a:cubicBezTo>
                <a:close/>
                <a:moveTo>
                  <a:pt x="125176" y="34744"/>
                </a:moveTo>
                <a:lnTo>
                  <a:pt x="125176" y="72853"/>
                </a:lnTo>
                <a:cubicBezTo>
                  <a:pt x="125176" y="80132"/>
                  <a:pt x="125348" y="84583"/>
                  <a:pt x="125691" y="86208"/>
                </a:cubicBezTo>
                <a:cubicBezTo>
                  <a:pt x="126034" y="87833"/>
                  <a:pt x="126584" y="88966"/>
                  <a:pt x="127339" y="89607"/>
                </a:cubicBezTo>
                <a:cubicBezTo>
                  <a:pt x="128094" y="90248"/>
                  <a:pt x="128976" y="90569"/>
                  <a:pt x="129983" y="90569"/>
                </a:cubicBezTo>
                <a:cubicBezTo>
                  <a:pt x="131402" y="90569"/>
                  <a:pt x="133004" y="90179"/>
                  <a:pt x="134789" y="89401"/>
                </a:cubicBezTo>
                <a:lnTo>
                  <a:pt x="135751" y="91805"/>
                </a:lnTo>
                <a:lnTo>
                  <a:pt x="116936" y="99564"/>
                </a:lnTo>
                <a:lnTo>
                  <a:pt x="113846" y="99564"/>
                </a:lnTo>
                <a:lnTo>
                  <a:pt x="113846" y="86243"/>
                </a:lnTo>
                <a:cubicBezTo>
                  <a:pt x="108445" y="92102"/>
                  <a:pt x="104325" y="95787"/>
                  <a:pt x="101487" y="97298"/>
                </a:cubicBezTo>
                <a:cubicBezTo>
                  <a:pt x="98649" y="98808"/>
                  <a:pt x="95650" y="99564"/>
                  <a:pt x="92492" y="99564"/>
                </a:cubicBezTo>
                <a:cubicBezTo>
                  <a:pt x="88967" y="99564"/>
                  <a:pt x="85911" y="98545"/>
                  <a:pt x="83325" y="96508"/>
                </a:cubicBezTo>
                <a:cubicBezTo>
                  <a:pt x="80738" y="94471"/>
                  <a:pt x="78942" y="91850"/>
                  <a:pt x="77935" y="88646"/>
                </a:cubicBezTo>
                <a:cubicBezTo>
                  <a:pt x="76928" y="85442"/>
                  <a:pt x="76424" y="80910"/>
                  <a:pt x="76424" y="75050"/>
                </a:cubicBezTo>
                <a:lnTo>
                  <a:pt x="76424" y="46967"/>
                </a:lnTo>
                <a:cubicBezTo>
                  <a:pt x="76424" y="43991"/>
                  <a:pt x="76104" y="41931"/>
                  <a:pt x="75463" y="40787"/>
                </a:cubicBezTo>
                <a:cubicBezTo>
                  <a:pt x="74822" y="39642"/>
                  <a:pt x="73872" y="38761"/>
                  <a:pt x="72613" y="38143"/>
                </a:cubicBezTo>
                <a:cubicBezTo>
                  <a:pt x="71354" y="37525"/>
                  <a:pt x="69077" y="37239"/>
                  <a:pt x="65781" y="37285"/>
                </a:cubicBezTo>
                <a:lnTo>
                  <a:pt x="65781" y="34744"/>
                </a:lnTo>
                <a:lnTo>
                  <a:pt x="87822" y="34744"/>
                </a:lnTo>
                <a:lnTo>
                  <a:pt x="87822" y="76733"/>
                </a:lnTo>
                <a:cubicBezTo>
                  <a:pt x="87822" y="82578"/>
                  <a:pt x="88841" y="86414"/>
                  <a:pt x="90878" y="88240"/>
                </a:cubicBezTo>
                <a:cubicBezTo>
                  <a:pt x="92915" y="90067"/>
                  <a:pt x="95376" y="90981"/>
                  <a:pt x="98259" y="90981"/>
                </a:cubicBezTo>
                <a:cubicBezTo>
                  <a:pt x="100228" y="90981"/>
                  <a:pt x="102459" y="90364"/>
                  <a:pt x="104954" y="89131"/>
                </a:cubicBezTo>
                <a:cubicBezTo>
                  <a:pt x="107449" y="87898"/>
                  <a:pt x="110413" y="85547"/>
                  <a:pt x="113846" y="82078"/>
                </a:cubicBezTo>
                <a:lnTo>
                  <a:pt x="113846" y="46531"/>
                </a:lnTo>
                <a:cubicBezTo>
                  <a:pt x="113846" y="42969"/>
                  <a:pt x="113194" y="40561"/>
                  <a:pt x="111889" y="39306"/>
                </a:cubicBezTo>
                <a:cubicBezTo>
                  <a:pt x="110585" y="38050"/>
                  <a:pt x="107873" y="37376"/>
                  <a:pt x="103753" y="37285"/>
                </a:cubicBezTo>
                <a:lnTo>
                  <a:pt x="103753" y="34744"/>
                </a:lnTo>
                <a:lnTo>
                  <a:pt x="125176" y="34744"/>
                </a:lnTo>
                <a:close/>
                <a:moveTo>
                  <a:pt x="175989" y="88577"/>
                </a:moveTo>
                <a:cubicBezTo>
                  <a:pt x="169534" y="93567"/>
                  <a:pt x="165483" y="96451"/>
                  <a:pt x="163835" y="97229"/>
                </a:cubicBezTo>
                <a:cubicBezTo>
                  <a:pt x="161363" y="98419"/>
                  <a:pt x="158731" y="99014"/>
                  <a:pt x="155939" y="99014"/>
                </a:cubicBezTo>
                <a:cubicBezTo>
                  <a:pt x="151590" y="99014"/>
                  <a:pt x="148008" y="97527"/>
                  <a:pt x="145193" y="94551"/>
                </a:cubicBezTo>
                <a:cubicBezTo>
                  <a:pt x="142377" y="91576"/>
                  <a:pt x="140970" y="87662"/>
                  <a:pt x="140970" y="82809"/>
                </a:cubicBezTo>
                <a:cubicBezTo>
                  <a:pt x="140970" y="79742"/>
                  <a:pt x="141656" y="77087"/>
                  <a:pt x="143030" y="74844"/>
                </a:cubicBezTo>
                <a:cubicBezTo>
                  <a:pt x="144907" y="71732"/>
                  <a:pt x="148168" y="68802"/>
                  <a:pt x="152815" y="66055"/>
                </a:cubicBezTo>
                <a:cubicBezTo>
                  <a:pt x="157461" y="63309"/>
                  <a:pt x="165186" y="59967"/>
                  <a:pt x="175989" y="56030"/>
                </a:cubicBezTo>
                <a:lnTo>
                  <a:pt x="175989" y="53558"/>
                </a:lnTo>
                <a:cubicBezTo>
                  <a:pt x="175989" y="47287"/>
                  <a:pt x="174993" y="42984"/>
                  <a:pt x="173002" y="40649"/>
                </a:cubicBezTo>
                <a:cubicBezTo>
                  <a:pt x="171011" y="38315"/>
                  <a:pt x="168115" y="37148"/>
                  <a:pt x="164316" y="37148"/>
                </a:cubicBezTo>
                <a:cubicBezTo>
                  <a:pt x="161432" y="37148"/>
                  <a:pt x="159143" y="37923"/>
                  <a:pt x="157449" y="39474"/>
                </a:cubicBezTo>
                <a:cubicBezTo>
                  <a:pt x="155710" y="41024"/>
                  <a:pt x="154840" y="42803"/>
                  <a:pt x="154840" y="44810"/>
                </a:cubicBezTo>
                <a:lnTo>
                  <a:pt x="154977" y="48778"/>
                </a:lnTo>
                <a:cubicBezTo>
                  <a:pt x="154977" y="50875"/>
                  <a:pt x="154440" y="52493"/>
                  <a:pt x="153364" y="53633"/>
                </a:cubicBezTo>
                <a:cubicBezTo>
                  <a:pt x="152288" y="54774"/>
                  <a:pt x="150880" y="55344"/>
                  <a:pt x="149141" y="55344"/>
                </a:cubicBezTo>
                <a:cubicBezTo>
                  <a:pt x="147447" y="55344"/>
                  <a:pt x="146062" y="54751"/>
                  <a:pt x="144987" y="53565"/>
                </a:cubicBezTo>
                <a:cubicBezTo>
                  <a:pt x="143911" y="52377"/>
                  <a:pt x="143373" y="50757"/>
                  <a:pt x="143373" y="48703"/>
                </a:cubicBezTo>
                <a:cubicBezTo>
                  <a:pt x="143373" y="44779"/>
                  <a:pt x="145387" y="41174"/>
                  <a:pt x="149416" y="37888"/>
                </a:cubicBezTo>
                <a:cubicBezTo>
                  <a:pt x="153444" y="34602"/>
                  <a:pt x="159097" y="32959"/>
                  <a:pt x="166376" y="32959"/>
                </a:cubicBezTo>
                <a:cubicBezTo>
                  <a:pt x="171961" y="32959"/>
                  <a:pt x="176538" y="33896"/>
                  <a:pt x="180109" y="35770"/>
                </a:cubicBezTo>
                <a:cubicBezTo>
                  <a:pt x="182810" y="37188"/>
                  <a:pt x="184801" y="39406"/>
                  <a:pt x="186083" y="42424"/>
                </a:cubicBezTo>
                <a:cubicBezTo>
                  <a:pt x="186907" y="44390"/>
                  <a:pt x="187319" y="48413"/>
                  <a:pt x="187319" y="54494"/>
                </a:cubicBezTo>
                <a:lnTo>
                  <a:pt x="187319" y="75823"/>
                </a:lnTo>
                <a:cubicBezTo>
                  <a:pt x="187319" y="81812"/>
                  <a:pt x="187433" y="85482"/>
                  <a:pt x="187662" y="86831"/>
                </a:cubicBezTo>
                <a:cubicBezTo>
                  <a:pt x="187891" y="88180"/>
                  <a:pt x="188269" y="89083"/>
                  <a:pt x="188795" y="89541"/>
                </a:cubicBezTo>
                <a:cubicBezTo>
                  <a:pt x="189321" y="89997"/>
                  <a:pt x="189928" y="90225"/>
                  <a:pt x="190615" y="90225"/>
                </a:cubicBezTo>
                <a:cubicBezTo>
                  <a:pt x="191347" y="90225"/>
                  <a:pt x="191988" y="90065"/>
                  <a:pt x="192537" y="89745"/>
                </a:cubicBezTo>
                <a:cubicBezTo>
                  <a:pt x="193499" y="89150"/>
                  <a:pt x="195352" y="87479"/>
                  <a:pt x="198099" y="84732"/>
                </a:cubicBezTo>
                <a:lnTo>
                  <a:pt x="198099" y="88577"/>
                </a:lnTo>
                <a:cubicBezTo>
                  <a:pt x="192972" y="95444"/>
                  <a:pt x="188074" y="98877"/>
                  <a:pt x="183405" y="98877"/>
                </a:cubicBezTo>
                <a:cubicBezTo>
                  <a:pt x="181162" y="98877"/>
                  <a:pt x="179376" y="98099"/>
                  <a:pt x="178049" y="96542"/>
                </a:cubicBezTo>
                <a:cubicBezTo>
                  <a:pt x="176721" y="94986"/>
                  <a:pt x="176035" y="92331"/>
                  <a:pt x="175989" y="88577"/>
                </a:cubicBezTo>
                <a:moveTo>
                  <a:pt x="175989" y="84075"/>
                </a:moveTo>
                <a:lnTo>
                  <a:pt x="175989" y="60219"/>
                </a:lnTo>
                <a:cubicBezTo>
                  <a:pt x="169077" y="62953"/>
                  <a:pt x="164613" y="64889"/>
                  <a:pt x="162599" y="66030"/>
                </a:cubicBezTo>
                <a:cubicBezTo>
                  <a:pt x="158983" y="68035"/>
                  <a:pt x="156397" y="70132"/>
                  <a:pt x="154840" y="72319"/>
                </a:cubicBezTo>
                <a:cubicBezTo>
                  <a:pt x="153284" y="74506"/>
                  <a:pt x="152506" y="76899"/>
                  <a:pt x="152506" y="79496"/>
                </a:cubicBezTo>
                <a:cubicBezTo>
                  <a:pt x="152506" y="82778"/>
                  <a:pt x="153490" y="85501"/>
                  <a:pt x="155458" y="87665"/>
                </a:cubicBezTo>
                <a:cubicBezTo>
                  <a:pt x="157427" y="89830"/>
                  <a:pt x="159692" y="90912"/>
                  <a:pt x="162256" y="90912"/>
                </a:cubicBezTo>
                <a:cubicBezTo>
                  <a:pt x="165735" y="90912"/>
                  <a:pt x="170313" y="88633"/>
                  <a:pt x="175989" y="84075"/>
                </a:cubicBezTo>
                <a:close/>
                <a:moveTo>
                  <a:pt x="224419" y="0"/>
                </a:moveTo>
                <a:lnTo>
                  <a:pt x="224419" y="83367"/>
                </a:lnTo>
                <a:cubicBezTo>
                  <a:pt x="224419" y="87301"/>
                  <a:pt x="224705" y="89909"/>
                  <a:pt x="225278" y="91191"/>
                </a:cubicBezTo>
                <a:cubicBezTo>
                  <a:pt x="225850" y="92471"/>
                  <a:pt x="226731" y="93443"/>
                  <a:pt x="227921" y="94107"/>
                </a:cubicBezTo>
                <a:cubicBezTo>
                  <a:pt x="229111" y="94769"/>
                  <a:pt x="231332" y="95100"/>
                  <a:pt x="234582" y="95100"/>
                </a:cubicBezTo>
                <a:lnTo>
                  <a:pt x="234582" y="97641"/>
                </a:lnTo>
                <a:lnTo>
                  <a:pt x="203751" y="97641"/>
                </a:lnTo>
                <a:lnTo>
                  <a:pt x="203751" y="95100"/>
                </a:lnTo>
                <a:cubicBezTo>
                  <a:pt x="206635" y="95100"/>
                  <a:pt x="208604" y="94804"/>
                  <a:pt x="209656" y="94210"/>
                </a:cubicBezTo>
                <a:cubicBezTo>
                  <a:pt x="210709" y="93615"/>
                  <a:pt x="211533" y="92631"/>
                  <a:pt x="212128" y="91260"/>
                </a:cubicBezTo>
                <a:cubicBezTo>
                  <a:pt x="212723" y="89886"/>
                  <a:pt x="213021" y="87256"/>
                  <a:pt x="213021" y="83367"/>
                </a:cubicBezTo>
                <a:lnTo>
                  <a:pt x="213021" y="26279"/>
                </a:lnTo>
                <a:cubicBezTo>
                  <a:pt x="213021" y="19190"/>
                  <a:pt x="212861" y="14833"/>
                  <a:pt x="212540" y="13209"/>
                </a:cubicBezTo>
                <a:cubicBezTo>
                  <a:pt x="212220" y="11584"/>
                  <a:pt x="211705" y="10475"/>
                  <a:pt x="210995" y="9881"/>
                </a:cubicBezTo>
                <a:cubicBezTo>
                  <a:pt x="210286" y="9286"/>
                  <a:pt x="209382" y="8989"/>
                  <a:pt x="208283" y="8989"/>
                </a:cubicBezTo>
                <a:cubicBezTo>
                  <a:pt x="207093" y="8989"/>
                  <a:pt x="205582" y="9355"/>
                  <a:pt x="203751" y="10087"/>
                </a:cubicBezTo>
                <a:lnTo>
                  <a:pt x="202584" y="7684"/>
                </a:lnTo>
                <a:lnTo>
                  <a:pt x="221329" y="0"/>
                </a:lnTo>
                <a:lnTo>
                  <a:pt x="224419" y="0"/>
                </a:lnTo>
                <a:close/>
                <a:moveTo>
                  <a:pt x="273812" y="34744"/>
                </a:moveTo>
                <a:lnTo>
                  <a:pt x="303407" y="34744"/>
                </a:lnTo>
                <a:lnTo>
                  <a:pt x="303407" y="37285"/>
                </a:lnTo>
                <a:lnTo>
                  <a:pt x="301484" y="37285"/>
                </a:lnTo>
                <a:cubicBezTo>
                  <a:pt x="299699" y="37285"/>
                  <a:pt x="298337" y="37720"/>
                  <a:pt x="297399" y="38590"/>
                </a:cubicBezTo>
                <a:cubicBezTo>
                  <a:pt x="296460" y="39459"/>
                  <a:pt x="295991" y="40627"/>
                  <a:pt x="295991" y="42091"/>
                </a:cubicBezTo>
                <a:cubicBezTo>
                  <a:pt x="295991" y="43694"/>
                  <a:pt x="296472" y="45593"/>
                  <a:pt x="297433" y="47791"/>
                </a:cubicBezTo>
                <a:lnTo>
                  <a:pt x="312059" y="82535"/>
                </a:lnTo>
                <a:lnTo>
                  <a:pt x="326753" y="46486"/>
                </a:lnTo>
                <a:cubicBezTo>
                  <a:pt x="327806" y="43922"/>
                  <a:pt x="328333" y="41977"/>
                  <a:pt x="328333" y="40649"/>
                </a:cubicBezTo>
                <a:cubicBezTo>
                  <a:pt x="328333" y="40009"/>
                  <a:pt x="328149" y="39482"/>
                  <a:pt x="327783" y="39070"/>
                </a:cubicBezTo>
                <a:cubicBezTo>
                  <a:pt x="327280" y="38384"/>
                  <a:pt x="326639" y="37914"/>
                  <a:pt x="325861" y="37663"/>
                </a:cubicBezTo>
                <a:cubicBezTo>
                  <a:pt x="325082" y="37411"/>
                  <a:pt x="323503" y="37285"/>
                  <a:pt x="321123" y="37285"/>
                </a:cubicBezTo>
                <a:lnTo>
                  <a:pt x="321123" y="34744"/>
                </a:lnTo>
                <a:lnTo>
                  <a:pt x="341654" y="34744"/>
                </a:lnTo>
                <a:lnTo>
                  <a:pt x="341654" y="37285"/>
                </a:lnTo>
                <a:cubicBezTo>
                  <a:pt x="339273" y="37468"/>
                  <a:pt x="337625" y="37949"/>
                  <a:pt x="336710" y="38727"/>
                </a:cubicBezTo>
                <a:cubicBezTo>
                  <a:pt x="335107" y="40100"/>
                  <a:pt x="333665" y="42389"/>
                  <a:pt x="332384" y="45593"/>
                </a:cubicBezTo>
                <a:lnTo>
                  <a:pt x="310068" y="99564"/>
                </a:lnTo>
                <a:lnTo>
                  <a:pt x="307252" y="99564"/>
                </a:lnTo>
                <a:lnTo>
                  <a:pt x="284799" y="46486"/>
                </a:lnTo>
                <a:cubicBezTo>
                  <a:pt x="283792" y="44014"/>
                  <a:pt x="282830" y="42240"/>
                  <a:pt x="281915" y="41164"/>
                </a:cubicBezTo>
                <a:cubicBezTo>
                  <a:pt x="280999" y="40089"/>
                  <a:pt x="279832" y="39185"/>
                  <a:pt x="278413" y="38452"/>
                </a:cubicBezTo>
                <a:cubicBezTo>
                  <a:pt x="277635" y="38040"/>
                  <a:pt x="276101" y="37651"/>
                  <a:pt x="273812" y="37285"/>
                </a:cubicBezTo>
                <a:lnTo>
                  <a:pt x="273812" y="34744"/>
                </a:lnTo>
                <a:close/>
                <a:moveTo>
                  <a:pt x="357928" y="58502"/>
                </a:moveTo>
                <a:cubicBezTo>
                  <a:pt x="357882" y="67819"/>
                  <a:pt x="360148" y="75127"/>
                  <a:pt x="364725" y="80426"/>
                </a:cubicBezTo>
                <a:cubicBezTo>
                  <a:pt x="369303" y="85723"/>
                  <a:pt x="374682" y="88371"/>
                  <a:pt x="380862" y="88371"/>
                </a:cubicBezTo>
                <a:cubicBezTo>
                  <a:pt x="384982" y="88371"/>
                  <a:pt x="388564" y="87238"/>
                  <a:pt x="391608" y="84972"/>
                </a:cubicBezTo>
                <a:cubicBezTo>
                  <a:pt x="394652" y="82706"/>
                  <a:pt x="397204" y="78827"/>
                  <a:pt x="399264" y="73334"/>
                </a:cubicBezTo>
                <a:lnTo>
                  <a:pt x="401392" y="74707"/>
                </a:lnTo>
                <a:cubicBezTo>
                  <a:pt x="400431" y="80978"/>
                  <a:pt x="397639" y="86689"/>
                  <a:pt x="393015" y="91839"/>
                </a:cubicBezTo>
                <a:cubicBezTo>
                  <a:pt x="388392" y="96989"/>
                  <a:pt x="382601" y="99564"/>
                  <a:pt x="375643" y="99564"/>
                </a:cubicBezTo>
                <a:cubicBezTo>
                  <a:pt x="368090" y="99564"/>
                  <a:pt x="361624" y="96629"/>
                  <a:pt x="356245" y="90760"/>
                </a:cubicBezTo>
                <a:cubicBezTo>
                  <a:pt x="350866" y="84889"/>
                  <a:pt x="348177" y="76997"/>
                  <a:pt x="348177" y="67083"/>
                </a:cubicBezTo>
                <a:cubicBezTo>
                  <a:pt x="348177" y="56349"/>
                  <a:pt x="350935" y="47978"/>
                  <a:pt x="356451" y="41971"/>
                </a:cubicBezTo>
                <a:cubicBezTo>
                  <a:pt x="361967" y="35963"/>
                  <a:pt x="368891" y="32959"/>
                  <a:pt x="377222" y="32959"/>
                </a:cubicBezTo>
                <a:cubicBezTo>
                  <a:pt x="384272" y="32959"/>
                  <a:pt x="390063" y="35276"/>
                  <a:pt x="394595" y="39911"/>
                </a:cubicBezTo>
                <a:cubicBezTo>
                  <a:pt x="399127" y="44545"/>
                  <a:pt x="401392" y="50742"/>
                  <a:pt x="401392" y="58502"/>
                </a:cubicBezTo>
                <a:lnTo>
                  <a:pt x="357928" y="58502"/>
                </a:lnTo>
                <a:moveTo>
                  <a:pt x="357928" y="54520"/>
                </a:moveTo>
                <a:lnTo>
                  <a:pt x="387041" y="54520"/>
                </a:lnTo>
                <a:cubicBezTo>
                  <a:pt x="386813" y="50491"/>
                  <a:pt x="386332" y="47653"/>
                  <a:pt x="385600" y="46005"/>
                </a:cubicBezTo>
                <a:cubicBezTo>
                  <a:pt x="384455" y="43442"/>
                  <a:pt x="382750" y="41428"/>
                  <a:pt x="380484" y="39963"/>
                </a:cubicBezTo>
                <a:cubicBezTo>
                  <a:pt x="378218" y="38498"/>
                  <a:pt x="375849" y="37766"/>
                  <a:pt x="373377" y="37766"/>
                </a:cubicBezTo>
                <a:cubicBezTo>
                  <a:pt x="369578" y="37766"/>
                  <a:pt x="366179" y="39242"/>
                  <a:pt x="363180" y="42194"/>
                </a:cubicBezTo>
                <a:cubicBezTo>
                  <a:pt x="360182" y="45147"/>
                  <a:pt x="358431" y="49255"/>
                  <a:pt x="357928" y="54520"/>
                </a:cubicBezTo>
                <a:close/>
                <a:moveTo>
                  <a:pt x="428193" y="32959"/>
                </a:moveTo>
                <a:lnTo>
                  <a:pt x="428193" y="47104"/>
                </a:lnTo>
                <a:cubicBezTo>
                  <a:pt x="433458" y="37674"/>
                  <a:pt x="438859" y="32959"/>
                  <a:pt x="444398" y="32959"/>
                </a:cubicBezTo>
                <a:cubicBezTo>
                  <a:pt x="446916" y="32959"/>
                  <a:pt x="448999" y="33726"/>
                  <a:pt x="450647" y="35259"/>
                </a:cubicBezTo>
                <a:cubicBezTo>
                  <a:pt x="452295" y="36793"/>
                  <a:pt x="453119" y="38567"/>
                  <a:pt x="453119" y="40581"/>
                </a:cubicBezTo>
                <a:cubicBezTo>
                  <a:pt x="453119" y="42366"/>
                  <a:pt x="452524" y="43877"/>
                  <a:pt x="451334" y="45113"/>
                </a:cubicBezTo>
                <a:cubicBezTo>
                  <a:pt x="450143" y="46349"/>
                  <a:pt x="448724" y="46967"/>
                  <a:pt x="447076" y="46967"/>
                </a:cubicBezTo>
                <a:cubicBezTo>
                  <a:pt x="445474" y="46967"/>
                  <a:pt x="443677" y="46177"/>
                  <a:pt x="441686" y="44598"/>
                </a:cubicBezTo>
                <a:cubicBezTo>
                  <a:pt x="439695" y="43018"/>
                  <a:pt x="438219" y="42229"/>
                  <a:pt x="437257" y="42229"/>
                </a:cubicBezTo>
                <a:cubicBezTo>
                  <a:pt x="436433" y="42229"/>
                  <a:pt x="435541" y="42685"/>
                  <a:pt x="434579" y="43598"/>
                </a:cubicBezTo>
                <a:cubicBezTo>
                  <a:pt x="432519" y="45470"/>
                  <a:pt x="430391" y="48552"/>
                  <a:pt x="428193" y="52844"/>
                </a:cubicBezTo>
                <a:lnTo>
                  <a:pt x="428193" y="82910"/>
                </a:lnTo>
                <a:cubicBezTo>
                  <a:pt x="428193" y="86379"/>
                  <a:pt x="428628" y="89004"/>
                  <a:pt x="429498" y="90785"/>
                </a:cubicBezTo>
                <a:cubicBezTo>
                  <a:pt x="430093" y="92018"/>
                  <a:pt x="431146" y="93046"/>
                  <a:pt x="432657" y="93869"/>
                </a:cubicBezTo>
                <a:cubicBezTo>
                  <a:pt x="434167" y="94690"/>
                  <a:pt x="436342" y="95100"/>
                  <a:pt x="439180" y="95100"/>
                </a:cubicBezTo>
                <a:lnTo>
                  <a:pt x="439180" y="97641"/>
                </a:lnTo>
                <a:lnTo>
                  <a:pt x="406976" y="97641"/>
                </a:lnTo>
                <a:lnTo>
                  <a:pt x="406976" y="95100"/>
                </a:lnTo>
                <a:cubicBezTo>
                  <a:pt x="410180" y="95100"/>
                  <a:pt x="412561" y="94598"/>
                  <a:pt x="414117" y="93594"/>
                </a:cubicBezTo>
                <a:cubicBezTo>
                  <a:pt x="415262" y="92863"/>
                  <a:pt x="416063" y="91698"/>
                  <a:pt x="416520" y="90099"/>
                </a:cubicBezTo>
                <a:cubicBezTo>
                  <a:pt x="416749" y="89322"/>
                  <a:pt x="416864" y="87107"/>
                  <a:pt x="416864" y="83453"/>
                </a:cubicBezTo>
                <a:lnTo>
                  <a:pt x="416864" y="59131"/>
                </a:lnTo>
                <a:cubicBezTo>
                  <a:pt x="416864" y="51822"/>
                  <a:pt x="416715" y="47472"/>
                  <a:pt x="416417" y="46080"/>
                </a:cubicBezTo>
                <a:cubicBezTo>
                  <a:pt x="416120" y="44687"/>
                  <a:pt x="415570" y="43671"/>
                  <a:pt x="414769" y="43031"/>
                </a:cubicBezTo>
                <a:cubicBezTo>
                  <a:pt x="413968" y="42392"/>
                  <a:pt x="412973" y="42072"/>
                  <a:pt x="411782" y="42072"/>
                </a:cubicBezTo>
                <a:cubicBezTo>
                  <a:pt x="410363" y="42072"/>
                  <a:pt x="408761" y="42415"/>
                  <a:pt x="406976" y="43100"/>
                </a:cubicBezTo>
                <a:lnTo>
                  <a:pt x="406289" y="40632"/>
                </a:lnTo>
                <a:lnTo>
                  <a:pt x="425309" y="32959"/>
                </a:lnTo>
                <a:lnTo>
                  <a:pt x="428193" y="32959"/>
                </a:lnTo>
                <a:close/>
                <a:moveTo>
                  <a:pt x="474884" y="14008"/>
                </a:moveTo>
                <a:lnTo>
                  <a:pt x="474884" y="34744"/>
                </a:lnTo>
                <a:lnTo>
                  <a:pt x="489579" y="34744"/>
                </a:lnTo>
                <a:lnTo>
                  <a:pt x="489579" y="39551"/>
                </a:lnTo>
                <a:lnTo>
                  <a:pt x="474884" y="39551"/>
                </a:lnTo>
                <a:lnTo>
                  <a:pt x="474884" y="80282"/>
                </a:lnTo>
                <a:cubicBezTo>
                  <a:pt x="474884" y="84352"/>
                  <a:pt x="475468" y="87095"/>
                  <a:pt x="476635" y="88513"/>
                </a:cubicBezTo>
                <a:cubicBezTo>
                  <a:pt x="477802" y="89929"/>
                  <a:pt x="479302" y="90637"/>
                  <a:pt x="481133" y="90637"/>
                </a:cubicBezTo>
                <a:cubicBezTo>
                  <a:pt x="482643" y="90637"/>
                  <a:pt x="484108" y="90168"/>
                  <a:pt x="485527" y="89230"/>
                </a:cubicBezTo>
                <a:cubicBezTo>
                  <a:pt x="486946" y="88291"/>
                  <a:pt x="488045" y="86906"/>
                  <a:pt x="488823" y="85075"/>
                </a:cubicBezTo>
                <a:lnTo>
                  <a:pt x="491501" y="85075"/>
                </a:lnTo>
                <a:cubicBezTo>
                  <a:pt x="489899" y="89574"/>
                  <a:pt x="487633" y="92977"/>
                  <a:pt x="484703" y="95283"/>
                </a:cubicBezTo>
                <a:cubicBezTo>
                  <a:pt x="481774" y="97587"/>
                  <a:pt x="478752" y="98740"/>
                  <a:pt x="475640" y="98740"/>
                </a:cubicBezTo>
                <a:cubicBezTo>
                  <a:pt x="473534" y="98740"/>
                  <a:pt x="471474" y="98155"/>
                  <a:pt x="469460" y="96987"/>
                </a:cubicBezTo>
                <a:cubicBezTo>
                  <a:pt x="467446" y="95818"/>
                  <a:pt x="465958" y="94146"/>
                  <a:pt x="464996" y="91970"/>
                </a:cubicBezTo>
                <a:cubicBezTo>
                  <a:pt x="464035" y="89793"/>
                  <a:pt x="463554" y="86435"/>
                  <a:pt x="463554" y="81898"/>
                </a:cubicBezTo>
                <a:lnTo>
                  <a:pt x="463554" y="39551"/>
                </a:lnTo>
                <a:lnTo>
                  <a:pt x="453598" y="39551"/>
                </a:lnTo>
                <a:lnTo>
                  <a:pt x="453598" y="37285"/>
                </a:lnTo>
                <a:cubicBezTo>
                  <a:pt x="456116" y="36275"/>
                  <a:pt x="458691" y="34565"/>
                  <a:pt x="461323" y="32154"/>
                </a:cubicBezTo>
                <a:cubicBezTo>
                  <a:pt x="463955" y="29744"/>
                  <a:pt x="466301" y="26886"/>
                  <a:pt x="468361" y="23580"/>
                </a:cubicBezTo>
                <a:cubicBezTo>
                  <a:pt x="469414" y="21836"/>
                  <a:pt x="470879" y="18645"/>
                  <a:pt x="472756" y="14008"/>
                </a:cubicBezTo>
                <a:lnTo>
                  <a:pt x="474884" y="14008"/>
                </a:lnTo>
                <a:close/>
                <a:moveTo>
                  <a:pt x="511712" y="0"/>
                </a:moveTo>
                <a:cubicBezTo>
                  <a:pt x="513635" y="0"/>
                  <a:pt x="515271" y="679"/>
                  <a:pt x="516622" y="2036"/>
                </a:cubicBezTo>
                <a:cubicBezTo>
                  <a:pt x="517972" y="3392"/>
                  <a:pt x="518647" y="5037"/>
                  <a:pt x="518647" y="6969"/>
                </a:cubicBezTo>
                <a:cubicBezTo>
                  <a:pt x="518647" y="8902"/>
                  <a:pt x="517972" y="10559"/>
                  <a:pt x="516622" y="11939"/>
                </a:cubicBezTo>
                <a:cubicBezTo>
                  <a:pt x="515271" y="13318"/>
                  <a:pt x="513635" y="14008"/>
                  <a:pt x="511712" y="14008"/>
                </a:cubicBezTo>
                <a:cubicBezTo>
                  <a:pt x="509789" y="14008"/>
                  <a:pt x="508141" y="13318"/>
                  <a:pt x="506768" y="11939"/>
                </a:cubicBezTo>
                <a:cubicBezTo>
                  <a:pt x="505395" y="10559"/>
                  <a:pt x="504708" y="8902"/>
                  <a:pt x="504708" y="6969"/>
                </a:cubicBezTo>
                <a:cubicBezTo>
                  <a:pt x="504708" y="5037"/>
                  <a:pt x="505383" y="3392"/>
                  <a:pt x="506734" y="2036"/>
                </a:cubicBezTo>
                <a:cubicBezTo>
                  <a:pt x="508084" y="679"/>
                  <a:pt x="509744" y="0"/>
                  <a:pt x="511712" y="0"/>
                </a:cubicBezTo>
                <a:moveTo>
                  <a:pt x="517411" y="32959"/>
                </a:moveTo>
                <a:lnTo>
                  <a:pt x="517411" y="83385"/>
                </a:lnTo>
                <a:cubicBezTo>
                  <a:pt x="517411" y="87313"/>
                  <a:pt x="517697" y="89928"/>
                  <a:pt x="518270" y="91229"/>
                </a:cubicBezTo>
                <a:cubicBezTo>
                  <a:pt x="518842" y="92531"/>
                  <a:pt x="519689" y="93502"/>
                  <a:pt x="520810" y="94141"/>
                </a:cubicBezTo>
                <a:cubicBezTo>
                  <a:pt x="521932" y="94781"/>
                  <a:pt x="523980" y="95100"/>
                  <a:pt x="526956" y="95100"/>
                </a:cubicBezTo>
                <a:lnTo>
                  <a:pt x="526956" y="97641"/>
                </a:lnTo>
                <a:lnTo>
                  <a:pt x="496400" y="97641"/>
                </a:lnTo>
                <a:lnTo>
                  <a:pt x="496400" y="95100"/>
                </a:lnTo>
                <a:cubicBezTo>
                  <a:pt x="499467" y="95100"/>
                  <a:pt x="501527" y="94804"/>
                  <a:pt x="502580" y="94210"/>
                </a:cubicBezTo>
                <a:cubicBezTo>
                  <a:pt x="503632" y="93616"/>
                  <a:pt x="504468" y="92634"/>
                  <a:pt x="505086" y="91264"/>
                </a:cubicBezTo>
                <a:cubicBezTo>
                  <a:pt x="505704" y="89893"/>
                  <a:pt x="506013" y="87267"/>
                  <a:pt x="506013" y="83385"/>
                </a:cubicBezTo>
                <a:lnTo>
                  <a:pt x="506013" y="59200"/>
                </a:lnTo>
                <a:cubicBezTo>
                  <a:pt x="506013" y="52393"/>
                  <a:pt x="505807" y="47986"/>
                  <a:pt x="505395" y="45977"/>
                </a:cubicBezTo>
                <a:cubicBezTo>
                  <a:pt x="505074" y="44515"/>
                  <a:pt x="504571" y="43499"/>
                  <a:pt x="503884" y="42928"/>
                </a:cubicBezTo>
                <a:cubicBezTo>
                  <a:pt x="503198" y="42357"/>
                  <a:pt x="502259" y="42072"/>
                  <a:pt x="501069" y="42072"/>
                </a:cubicBezTo>
                <a:cubicBezTo>
                  <a:pt x="499787" y="42072"/>
                  <a:pt x="498231" y="42415"/>
                  <a:pt x="496400" y="43100"/>
                </a:cubicBezTo>
                <a:lnTo>
                  <a:pt x="495438" y="40632"/>
                </a:lnTo>
                <a:lnTo>
                  <a:pt x="514390" y="32959"/>
                </a:lnTo>
                <a:lnTo>
                  <a:pt x="517411" y="32959"/>
                </a:lnTo>
                <a:close/>
                <a:moveTo>
                  <a:pt x="588228" y="73746"/>
                </a:moveTo>
                <a:cubicBezTo>
                  <a:pt x="586535" y="82031"/>
                  <a:pt x="583216" y="88406"/>
                  <a:pt x="578272" y="92869"/>
                </a:cubicBezTo>
                <a:cubicBezTo>
                  <a:pt x="573328" y="97332"/>
                  <a:pt x="567858" y="99564"/>
                  <a:pt x="561861" y="99564"/>
                </a:cubicBezTo>
                <a:cubicBezTo>
                  <a:pt x="554720" y="99564"/>
                  <a:pt x="548494" y="96569"/>
                  <a:pt x="543184" y="90579"/>
                </a:cubicBezTo>
                <a:cubicBezTo>
                  <a:pt x="537874" y="84588"/>
                  <a:pt x="535219" y="76494"/>
                  <a:pt x="535219" y="66296"/>
                </a:cubicBezTo>
                <a:cubicBezTo>
                  <a:pt x="535219" y="56418"/>
                  <a:pt x="538160" y="48393"/>
                  <a:pt x="544043" y="42220"/>
                </a:cubicBezTo>
                <a:cubicBezTo>
                  <a:pt x="549925" y="36046"/>
                  <a:pt x="556986" y="32959"/>
                  <a:pt x="565226" y="32959"/>
                </a:cubicBezTo>
                <a:cubicBezTo>
                  <a:pt x="571406" y="32959"/>
                  <a:pt x="576487" y="34591"/>
                  <a:pt x="580469" y="37854"/>
                </a:cubicBezTo>
                <a:cubicBezTo>
                  <a:pt x="584452" y="41115"/>
                  <a:pt x="586443" y="44503"/>
                  <a:pt x="586443" y="48016"/>
                </a:cubicBezTo>
                <a:cubicBezTo>
                  <a:pt x="586443" y="49750"/>
                  <a:pt x="585882" y="51153"/>
                  <a:pt x="584761" y="52226"/>
                </a:cubicBezTo>
                <a:cubicBezTo>
                  <a:pt x="583639" y="53297"/>
                  <a:pt x="582072" y="53833"/>
                  <a:pt x="580057" y="53833"/>
                </a:cubicBezTo>
                <a:cubicBezTo>
                  <a:pt x="577357" y="53833"/>
                  <a:pt x="575319" y="52963"/>
                  <a:pt x="573946" y="51224"/>
                </a:cubicBezTo>
                <a:cubicBezTo>
                  <a:pt x="573168" y="50262"/>
                  <a:pt x="572653" y="48431"/>
                  <a:pt x="572401" y="45731"/>
                </a:cubicBezTo>
                <a:cubicBezTo>
                  <a:pt x="572149" y="43030"/>
                  <a:pt x="571222" y="40970"/>
                  <a:pt x="569620" y="39551"/>
                </a:cubicBezTo>
                <a:cubicBezTo>
                  <a:pt x="568018" y="38178"/>
                  <a:pt x="565798" y="37491"/>
                  <a:pt x="562960" y="37491"/>
                </a:cubicBezTo>
                <a:cubicBezTo>
                  <a:pt x="558382" y="37491"/>
                  <a:pt x="554697" y="39185"/>
                  <a:pt x="551905" y="42572"/>
                </a:cubicBezTo>
                <a:cubicBezTo>
                  <a:pt x="548197" y="47058"/>
                  <a:pt x="546343" y="52986"/>
                  <a:pt x="546343" y="60356"/>
                </a:cubicBezTo>
                <a:cubicBezTo>
                  <a:pt x="546343" y="67864"/>
                  <a:pt x="548185" y="74490"/>
                  <a:pt x="551870" y="80235"/>
                </a:cubicBezTo>
                <a:cubicBezTo>
                  <a:pt x="555555" y="85980"/>
                  <a:pt x="560534" y="88852"/>
                  <a:pt x="566805" y="88852"/>
                </a:cubicBezTo>
                <a:cubicBezTo>
                  <a:pt x="571291" y="88852"/>
                  <a:pt x="575319" y="87318"/>
                  <a:pt x="578890" y="84251"/>
                </a:cubicBezTo>
                <a:cubicBezTo>
                  <a:pt x="581408" y="82146"/>
                  <a:pt x="583857" y="78323"/>
                  <a:pt x="586237" y="72784"/>
                </a:cubicBezTo>
                <a:lnTo>
                  <a:pt x="588228" y="73746"/>
                </a:lnTo>
                <a:close/>
                <a:moveTo>
                  <a:pt x="607820" y="58502"/>
                </a:moveTo>
                <a:cubicBezTo>
                  <a:pt x="607774" y="67819"/>
                  <a:pt x="610040" y="75127"/>
                  <a:pt x="614617" y="80426"/>
                </a:cubicBezTo>
                <a:cubicBezTo>
                  <a:pt x="619195" y="85723"/>
                  <a:pt x="624574" y="88371"/>
                  <a:pt x="630754" y="88371"/>
                </a:cubicBezTo>
                <a:cubicBezTo>
                  <a:pt x="634874" y="88371"/>
                  <a:pt x="638456" y="87238"/>
                  <a:pt x="641500" y="84972"/>
                </a:cubicBezTo>
                <a:cubicBezTo>
                  <a:pt x="644544" y="82706"/>
                  <a:pt x="647096" y="78827"/>
                  <a:pt x="649156" y="73334"/>
                </a:cubicBezTo>
                <a:lnTo>
                  <a:pt x="651285" y="74707"/>
                </a:lnTo>
                <a:cubicBezTo>
                  <a:pt x="650323" y="80978"/>
                  <a:pt x="647531" y="86689"/>
                  <a:pt x="642907" y="91839"/>
                </a:cubicBezTo>
                <a:cubicBezTo>
                  <a:pt x="638284" y="96989"/>
                  <a:pt x="632493" y="99564"/>
                  <a:pt x="625535" y="99564"/>
                </a:cubicBezTo>
                <a:cubicBezTo>
                  <a:pt x="617982" y="99564"/>
                  <a:pt x="611516" y="96629"/>
                  <a:pt x="606137" y="90760"/>
                </a:cubicBezTo>
                <a:cubicBezTo>
                  <a:pt x="600759" y="84889"/>
                  <a:pt x="598069" y="76997"/>
                  <a:pt x="598069" y="67083"/>
                </a:cubicBezTo>
                <a:cubicBezTo>
                  <a:pt x="598069" y="56349"/>
                  <a:pt x="600827" y="47978"/>
                  <a:pt x="606343" y="41971"/>
                </a:cubicBezTo>
                <a:cubicBezTo>
                  <a:pt x="611859" y="35963"/>
                  <a:pt x="618783" y="32959"/>
                  <a:pt x="627114" y="32959"/>
                </a:cubicBezTo>
                <a:cubicBezTo>
                  <a:pt x="634164" y="32959"/>
                  <a:pt x="639955" y="35276"/>
                  <a:pt x="644487" y="39911"/>
                </a:cubicBezTo>
                <a:cubicBezTo>
                  <a:pt x="649019" y="44545"/>
                  <a:pt x="651285" y="50742"/>
                  <a:pt x="651285" y="58502"/>
                </a:cubicBezTo>
                <a:lnTo>
                  <a:pt x="607820" y="58502"/>
                </a:lnTo>
                <a:moveTo>
                  <a:pt x="607820" y="54520"/>
                </a:moveTo>
                <a:lnTo>
                  <a:pt x="636934" y="54520"/>
                </a:lnTo>
                <a:cubicBezTo>
                  <a:pt x="636705" y="50491"/>
                  <a:pt x="636224" y="47653"/>
                  <a:pt x="635492" y="46005"/>
                </a:cubicBezTo>
                <a:cubicBezTo>
                  <a:pt x="634347" y="43442"/>
                  <a:pt x="632642" y="41428"/>
                  <a:pt x="630376" y="39963"/>
                </a:cubicBezTo>
                <a:cubicBezTo>
                  <a:pt x="628110" y="38498"/>
                  <a:pt x="625741" y="37766"/>
                  <a:pt x="623269" y="37766"/>
                </a:cubicBezTo>
                <a:cubicBezTo>
                  <a:pt x="619470" y="37766"/>
                  <a:pt x="616071" y="39242"/>
                  <a:pt x="613072" y="42194"/>
                </a:cubicBezTo>
                <a:cubicBezTo>
                  <a:pt x="610074" y="45147"/>
                  <a:pt x="608323" y="49255"/>
                  <a:pt x="607820" y="54520"/>
                </a:cubicBezTo>
                <a:close/>
                <a:moveTo>
                  <a:pt x="700333" y="32959"/>
                </a:moveTo>
                <a:lnTo>
                  <a:pt x="700333" y="54245"/>
                </a:lnTo>
                <a:lnTo>
                  <a:pt x="698067" y="54245"/>
                </a:lnTo>
                <a:cubicBezTo>
                  <a:pt x="696327" y="47569"/>
                  <a:pt x="694096" y="43028"/>
                  <a:pt x="691372" y="40622"/>
                </a:cubicBezTo>
                <a:cubicBezTo>
                  <a:pt x="688648" y="38214"/>
                  <a:pt x="685181" y="37010"/>
                  <a:pt x="680969" y="37010"/>
                </a:cubicBezTo>
                <a:cubicBezTo>
                  <a:pt x="677765" y="37010"/>
                  <a:pt x="675178" y="37856"/>
                  <a:pt x="673210" y="39549"/>
                </a:cubicBezTo>
                <a:cubicBezTo>
                  <a:pt x="671242" y="41240"/>
                  <a:pt x="670257" y="43114"/>
                  <a:pt x="670257" y="45173"/>
                </a:cubicBezTo>
                <a:cubicBezTo>
                  <a:pt x="670257" y="47733"/>
                  <a:pt x="670990" y="49928"/>
                  <a:pt x="672455" y="51756"/>
                </a:cubicBezTo>
                <a:cubicBezTo>
                  <a:pt x="673874" y="53631"/>
                  <a:pt x="676758" y="55620"/>
                  <a:pt x="681106" y="57723"/>
                </a:cubicBezTo>
                <a:lnTo>
                  <a:pt x="691132" y="62594"/>
                </a:lnTo>
                <a:cubicBezTo>
                  <a:pt x="700424" y="67120"/>
                  <a:pt x="705071" y="73088"/>
                  <a:pt x="705071" y="80496"/>
                </a:cubicBezTo>
                <a:cubicBezTo>
                  <a:pt x="705071" y="86211"/>
                  <a:pt x="702908" y="90818"/>
                  <a:pt x="698582" y="94317"/>
                </a:cubicBezTo>
                <a:cubicBezTo>
                  <a:pt x="694256" y="97815"/>
                  <a:pt x="689415" y="99564"/>
                  <a:pt x="684059" y="99564"/>
                </a:cubicBezTo>
                <a:cubicBezTo>
                  <a:pt x="680214" y="99564"/>
                  <a:pt x="675819" y="98877"/>
                  <a:pt x="670875" y="97504"/>
                </a:cubicBezTo>
                <a:cubicBezTo>
                  <a:pt x="669365" y="97046"/>
                  <a:pt x="668129" y="96817"/>
                  <a:pt x="667167" y="96817"/>
                </a:cubicBezTo>
                <a:cubicBezTo>
                  <a:pt x="666115" y="96817"/>
                  <a:pt x="665291" y="97412"/>
                  <a:pt x="664696" y="98602"/>
                </a:cubicBezTo>
                <a:lnTo>
                  <a:pt x="662430" y="98602"/>
                </a:lnTo>
                <a:lnTo>
                  <a:pt x="662430" y="76080"/>
                </a:lnTo>
                <a:lnTo>
                  <a:pt x="664696" y="76080"/>
                </a:lnTo>
                <a:cubicBezTo>
                  <a:pt x="665977" y="82512"/>
                  <a:pt x="668426" y="87359"/>
                  <a:pt x="672043" y="90620"/>
                </a:cubicBezTo>
                <a:cubicBezTo>
                  <a:pt x="675659" y="93882"/>
                  <a:pt x="679710" y="95512"/>
                  <a:pt x="684196" y="95512"/>
                </a:cubicBezTo>
                <a:cubicBezTo>
                  <a:pt x="687355" y="95512"/>
                  <a:pt x="689930" y="94587"/>
                  <a:pt x="691921" y="92736"/>
                </a:cubicBezTo>
                <a:cubicBezTo>
                  <a:pt x="693913" y="90883"/>
                  <a:pt x="694908" y="88654"/>
                  <a:pt x="694908" y="86047"/>
                </a:cubicBezTo>
                <a:cubicBezTo>
                  <a:pt x="694908" y="82892"/>
                  <a:pt x="693798" y="80240"/>
                  <a:pt x="691578" y="78091"/>
                </a:cubicBezTo>
                <a:cubicBezTo>
                  <a:pt x="689358" y="75942"/>
                  <a:pt x="684929" y="73222"/>
                  <a:pt x="678291" y="69931"/>
                </a:cubicBezTo>
                <a:cubicBezTo>
                  <a:pt x="671654" y="66638"/>
                  <a:pt x="667305" y="63665"/>
                  <a:pt x="665245" y="61013"/>
                </a:cubicBezTo>
                <a:cubicBezTo>
                  <a:pt x="663185" y="58406"/>
                  <a:pt x="662155" y="55114"/>
                  <a:pt x="662155" y="51136"/>
                </a:cubicBezTo>
                <a:cubicBezTo>
                  <a:pt x="662155" y="45969"/>
                  <a:pt x="663929" y="41648"/>
                  <a:pt x="667476" y="38173"/>
                </a:cubicBezTo>
                <a:cubicBezTo>
                  <a:pt x="671024" y="34697"/>
                  <a:pt x="675613" y="32959"/>
                  <a:pt x="681244" y="32959"/>
                </a:cubicBezTo>
                <a:cubicBezTo>
                  <a:pt x="683716" y="32959"/>
                  <a:pt x="686714" y="33485"/>
                  <a:pt x="690239" y="34538"/>
                </a:cubicBezTo>
                <a:cubicBezTo>
                  <a:pt x="692574" y="35225"/>
                  <a:pt x="694130" y="35568"/>
                  <a:pt x="694908" y="35568"/>
                </a:cubicBezTo>
                <a:cubicBezTo>
                  <a:pt x="695641" y="35568"/>
                  <a:pt x="696213" y="35408"/>
                  <a:pt x="696625" y="35088"/>
                </a:cubicBezTo>
                <a:cubicBezTo>
                  <a:pt x="697037" y="34767"/>
                  <a:pt x="697517" y="34058"/>
                  <a:pt x="698067" y="32959"/>
                </a:cubicBezTo>
                <a:lnTo>
                  <a:pt x="700333" y="32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A638A-6DBD-424F-AD90-EBC9DAFF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24" y="36592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AE34D-DBC6-4E03-9B9B-3BE475DE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739" y="36592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3DD28-B8D4-4CCA-9850-C5FE8365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305" y="625304"/>
            <a:ext cx="118762" cy="10222"/>
          </a:xfrm>
          <a:custGeom xmlns:a="http://schemas.openxmlformats.org/drawingml/2006/main">
            <a:pathLst>
              <a:path w="118762" h="10222" fill="none">
                <a:moveTo>
                  <a:pt x="118762" y="102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C98196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2880F-C04B-4DD6-8787-1491989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717" y="603125"/>
            <a:ext cx="54017" cy="54030"/>
          </a:xfrm>
          <a:custGeom xmlns:a="http://schemas.openxmlformats.org/drawingml/2006/main">
            <a:pathLst>
              <a:path w="54017" h="54030">
                <a:moveTo>
                  <a:pt x="6829" y="14683"/>
                </a:moveTo>
                <a:cubicBezTo>
                  <a:pt x="13644" y="3530"/>
                  <a:pt x="28218" y="0"/>
                  <a:pt x="39374" y="6829"/>
                </a:cubicBezTo>
                <a:cubicBezTo>
                  <a:pt x="50514" y="13657"/>
                  <a:pt x="54017" y="28235"/>
                  <a:pt x="47202" y="39374"/>
                </a:cubicBezTo>
                <a:cubicBezTo>
                  <a:pt x="40400" y="50531"/>
                  <a:pt x="25823" y="54030"/>
                  <a:pt x="14670" y="47201"/>
                </a:cubicBezTo>
                <a:cubicBezTo>
                  <a:pt x="3527" y="40400"/>
                  <a:pt x="0" y="25826"/>
                  <a:pt x="6829" y="14683"/>
                </a:cubicBezTo>
                <a:close/>
                <a:moveTo>
                  <a:pt x="6829" y="14683"/>
                </a:moveTo>
              </a:path>
            </a:pathLst>
          </a:custGeom>
          <a:solidFill xmlns:a="http://schemas.openxmlformats.org/drawingml/2006/main">
            <a:srgbClr val="C981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9F9D9-6BF4-44A5-A8ED-B1CE8D9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717" y="603125"/>
            <a:ext cx="54017" cy="54030"/>
          </a:xfrm>
          <a:custGeom xmlns:a="http://schemas.openxmlformats.org/drawingml/2006/main">
            <a:pathLst>
              <a:path w="54017" h="54030" fill="none">
                <a:moveTo>
                  <a:pt x="6829" y="14683"/>
                </a:moveTo>
                <a:cubicBezTo>
                  <a:pt x="13644" y="3530"/>
                  <a:pt x="28218" y="0"/>
                  <a:pt x="39374" y="6829"/>
                </a:cubicBezTo>
                <a:cubicBezTo>
                  <a:pt x="50514" y="13657"/>
                  <a:pt x="54017" y="28235"/>
                  <a:pt x="47202" y="39374"/>
                </a:cubicBezTo>
                <a:cubicBezTo>
                  <a:pt x="40400" y="50531"/>
                  <a:pt x="25823" y="54030"/>
                  <a:pt x="14670" y="47201"/>
                </a:cubicBezTo>
                <a:cubicBezTo>
                  <a:pt x="3527" y="40400"/>
                  <a:pt x="0" y="25826"/>
                  <a:pt x="6829" y="14683"/>
                </a:cubicBezTo>
                <a:close/>
                <a:moveTo>
                  <a:pt x="6829" y="14683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632B3B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EF280-7F20-4AEB-B3C6-916517C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239" y="602848"/>
            <a:ext cx="118762" cy="10222"/>
          </a:xfrm>
          <a:custGeom xmlns:a="http://schemas.openxmlformats.org/drawingml/2006/main">
            <a:pathLst>
              <a:path w="118762" h="10222" fill="none">
                <a:moveTo>
                  <a:pt x="118762" y="102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C98196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8A55D-4B57-4FD5-BBF6-5FB5C5C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651" y="580683"/>
            <a:ext cx="54027" cy="54016"/>
          </a:xfrm>
          <a:custGeom xmlns:a="http://schemas.openxmlformats.org/drawingml/2006/main">
            <a:pathLst>
              <a:path w="54027" h="54016">
                <a:moveTo>
                  <a:pt x="6829" y="14669"/>
                </a:moveTo>
                <a:cubicBezTo>
                  <a:pt x="13658" y="3530"/>
                  <a:pt x="28232" y="0"/>
                  <a:pt x="39374" y="6815"/>
                </a:cubicBezTo>
                <a:cubicBezTo>
                  <a:pt x="50527" y="13644"/>
                  <a:pt x="54027" y="28221"/>
                  <a:pt x="47225" y="39374"/>
                </a:cubicBezTo>
                <a:cubicBezTo>
                  <a:pt x="40397" y="50517"/>
                  <a:pt x="25823" y="54016"/>
                  <a:pt x="14680" y="47215"/>
                </a:cubicBezTo>
                <a:cubicBezTo>
                  <a:pt x="3527" y="40400"/>
                  <a:pt x="0" y="25826"/>
                  <a:pt x="6829" y="14669"/>
                </a:cubicBezTo>
                <a:close/>
                <a:moveTo>
                  <a:pt x="6829" y="14669"/>
                </a:moveTo>
              </a:path>
            </a:pathLst>
          </a:custGeom>
          <a:solidFill xmlns:a="http://schemas.openxmlformats.org/drawingml/2006/main">
            <a:srgbClr val="C981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40629-19F8-4E0A-B2A1-6B40AC54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651" y="580683"/>
            <a:ext cx="54027" cy="54016"/>
          </a:xfrm>
          <a:custGeom xmlns:a="http://schemas.openxmlformats.org/drawingml/2006/main">
            <a:pathLst>
              <a:path w="54027" h="54016" fill="none">
                <a:moveTo>
                  <a:pt x="6829" y="14669"/>
                </a:moveTo>
                <a:cubicBezTo>
                  <a:pt x="13658" y="3530"/>
                  <a:pt x="28232" y="0"/>
                  <a:pt x="39374" y="6815"/>
                </a:cubicBezTo>
                <a:cubicBezTo>
                  <a:pt x="50527" y="13644"/>
                  <a:pt x="54027" y="28221"/>
                  <a:pt x="47225" y="39374"/>
                </a:cubicBezTo>
                <a:cubicBezTo>
                  <a:pt x="40397" y="50517"/>
                  <a:pt x="25823" y="54016"/>
                  <a:pt x="14680" y="47215"/>
                </a:cubicBezTo>
                <a:cubicBezTo>
                  <a:pt x="3527" y="40400"/>
                  <a:pt x="0" y="25826"/>
                  <a:pt x="6829" y="14669"/>
                </a:cubicBezTo>
                <a:close/>
                <a:moveTo>
                  <a:pt x="6829" y="1466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632B3B"/>
            </a:solidFill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E2B2C-5A29-47EF-ABBE-464966D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5" y="36592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6FE8C-774F-4D6F-BEBC-111CAA0B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681" y="36592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66A0A-8AB3-47E2-ACB4-EE53F505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080" y="181053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430C2-FAB7-4D85-A1B9-F05B8E43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126" y="1810539"/>
            <a:ext cx="10" cy="332185"/>
          </a:xfrm>
          <a:custGeom xmlns:a="http://schemas.openxmlformats.org/drawingml/2006/main">
            <a:pathLst>
              <a:path w="1" h="332185" fill="none">
                <a:moveTo>
                  <a:pt x="0" y="0"/>
                </a:moveTo>
                <a:lnTo>
                  <a:pt x="0" y="332185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92D050"/>
            </a:solidFill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A517C-0AA0-4B96-A4CD-A3B124DB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17" y="278994"/>
            <a:ext cx="841189" cy="465348"/>
          </a:xfrm>
          <a:custGeom xmlns:a="http://schemas.openxmlformats.org/drawingml/2006/main">
            <a:pathLst>
              <a:path w="841189" h="465348">
                <a:moveTo>
                  <a:pt x="0" y="103505"/>
                </a:moveTo>
                <a:cubicBezTo>
                  <a:pt x="0" y="46363"/>
                  <a:pt x="46319" y="0"/>
                  <a:pt x="103491" y="0"/>
                </a:cubicBezTo>
                <a:lnTo>
                  <a:pt x="737698" y="0"/>
                </a:lnTo>
                <a:cubicBezTo>
                  <a:pt x="794839" y="0"/>
                  <a:pt x="841189" y="46363"/>
                  <a:pt x="841189" y="103505"/>
                </a:cubicBezTo>
                <a:lnTo>
                  <a:pt x="841189" y="361843"/>
                </a:lnTo>
                <a:cubicBezTo>
                  <a:pt x="841189" y="418998"/>
                  <a:pt x="794839" y="465348"/>
                  <a:pt x="737698" y="465348"/>
                </a:cubicBezTo>
                <a:lnTo>
                  <a:pt x="103491" y="465348"/>
                </a:lnTo>
                <a:cubicBezTo>
                  <a:pt x="46319" y="465348"/>
                  <a:pt x="0" y="418998"/>
                  <a:pt x="0" y="361843"/>
                </a:cubicBezTo>
                <a:lnTo>
                  <a:pt x="0" y="103505"/>
                </a:lnTo>
                <a:close/>
                <a:moveTo>
                  <a:pt x="0" y="1035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Text Dual">
            <a:extLst xmlns:a="http://schemas.openxmlformats.org/drawingml/2006/main">
              <a:ext uri="{FF2B5EF4-FFF2-40B4-BE49-F238E27FC236}">
                <a16:creationId xmlns:a16="http://schemas.microsoft.com/office/drawing/2014/main" id="{A0D094E6-6534-4422-AB02-F2DE25D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093" y="369563"/>
            <a:ext cx="282939" cy="108282"/>
          </a:xfrm>
          <a:custGeom xmlns:a="http://schemas.openxmlformats.org/drawingml/2006/main">
            <a:pathLst>
              <a:path w="282939" h="108282">
                <a:moveTo>
                  <a:pt x="0" y="106312"/>
                </a:moveTo>
                <a:lnTo>
                  <a:pt x="0" y="6751"/>
                </a:lnTo>
                <a:lnTo>
                  <a:pt x="35296" y="6751"/>
                </a:lnTo>
                <a:cubicBezTo>
                  <a:pt x="42234" y="6751"/>
                  <a:pt x="48797" y="7617"/>
                  <a:pt x="54984" y="9351"/>
                </a:cubicBezTo>
                <a:cubicBezTo>
                  <a:pt x="61172" y="11085"/>
                  <a:pt x="66985" y="13804"/>
                  <a:pt x="72422" y="17507"/>
                </a:cubicBezTo>
                <a:cubicBezTo>
                  <a:pt x="77860" y="21211"/>
                  <a:pt x="82196" y="26414"/>
                  <a:pt x="85430" y="33118"/>
                </a:cubicBezTo>
                <a:cubicBezTo>
                  <a:pt x="88664" y="39820"/>
                  <a:pt x="90282" y="47624"/>
                  <a:pt x="90282" y="56530"/>
                </a:cubicBezTo>
                <a:cubicBezTo>
                  <a:pt x="90282" y="64874"/>
                  <a:pt x="88664" y="72328"/>
                  <a:pt x="85430" y="78891"/>
                </a:cubicBezTo>
                <a:cubicBezTo>
                  <a:pt x="82196" y="85453"/>
                  <a:pt x="77883" y="90679"/>
                  <a:pt x="72491" y="94570"/>
                </a:cubicBezTo>
                <a:cubicBezTo>
                  <a:pt x="67101" y="98460"/>
                  <a:pt x="61241" y="101390"/>
                  <a:pt x="54913" y="103360"/>
                </a:cubicBezTo>
                <a:cubicBezTo>
                  <a:pt x="48586" y="105328"/>
                  <a:pt x="42047" y="106312"/>
                  <a:pt x="35296" y="106312"/>
                </a:cubicBezTo>
                <a:lnTo>
                  <a:pt x="0" y="106312"/>
                </a:lnTo>
                <a:moveTo>
                  <a:pt x="17718" y="90843"/>
                </a:moveTo>
                <a:lnTo>
                  <a:pt x="32485" y="90843"/>
                </a:lnTo>
                <a:cubicBezTo>
                  <a:pt x="36329" y="90843"/>
                  <a:pt x="40008" y="90516"/>
                  <a:pt x="43523" y="89860"/>
                </a:cubicBezTo>
                <a:cubicBezTo>
                  <a:pt x="47039" y="89204"/>
                  <a:pt x="50531" y="88055"/>
                  <a:pt x="53999" y="86414"/>
                </a:cubicBezTo>
                <a:cubicBezTo>
                  <a:pt x="57468" y="84774"/>
                  <a:pt x="60445" y="82711"/>
                  <a:pt x="62929" y="80226"/>
                </a:cubicBezTo>
                <a:cubicBezTo>
                  <a:pt x="65414" y="77741"/>
                  <a:pt x="67430" y="74460"/>
                  <a:pt x="68976" y="70383"/>
                </a:cubicBezTo>
                <a:cubicBezTo>
                  <a:pt x="70524" y="66305"/>
                  <a:pt x="71298" y="61687"/>
                  <a:pt x="71298" y="56530"/>
                </a:cubicBezTo>
                <a:cubicBezTo>
                  <a:pt x="71298" y="33468"/>
                  <a:pt x="58360" y="21936"/>
                  <a:pt x="32485" y="21936"/>
                </a:cubicBezTo>
                <a:lnTo>
                  <a:pt x="17718" y="21936"/>
                </a:lnTo>
                <a:lnTo>
                  <a:pt x="17718" y="90843"/>
                </a:lnTo>
                <a:close/>
                <a:moveTo>
                  <a:pt x="168187" y="38813"/>
                </a:moveTo>
                <a:lnTo>
                  <a:pt x="168187" y="106312"/>
                </a:lnTo>
                <a:lnTo>
                  <a:pt x="152156" y="106312"/>
                </a:lnTo>
                <a:lnTo>
                  <a:pt x="152156" y="95485"/>
                </a:lnTo>
                <a:lnTo>
                  <a:pt x="151875" y="95485"/>
                </a:lnTo>
                <a:cubicBezTo>
                  <a:pt x="150281" y="99047"/>
                  <a:pt x="147586" y="102070"/>
                  <a:pt x="143790" y="104555"/>
                </a:cubicBezTo>
                <a:cubicBezTo>
                  <a:pt x="139993" y="107040"/>
                  <a:pt x="135704" y="108282"/>
                  <a:pt x="130921" y="108282"/>
                </a:cubicBezTo>
                <a:cubicBezTo>
                  <a:pt x="122672" y="108282"/>
                  <a:pt x="116460" y="105633"/>
                  <a:pt x="112287" y="100336"/>
                </a:cubicBezTo>
                <a:cubicBezTo>
                  <a:pt x="108116" y="95039"/>
                  <a:pt x="106030" y="88594"/>
                  <a:pt x="106030" y="81001"/>
                </a:cubicBezTo>
                <a:lnTo>
                  <a:pt x="106030" y="38813"/>
                </a:lnTo>
                <a:lnTo>
                  <a:pt x="122907" y="38813"/>
                </a:lnTo>
                <a:lnTo>
                  <a:pt x="122907" y="76218"/>
                </a:lnTo>
                <a:cubicBezTo>
                  <a:pt x="122907" y="88218"/>
                  <a:pt x="127126" y="94219"/>
                  <a:pt x="135563" y="94219"/>
                </a:cubicBezTo>
                <a:cubicBezTo>
                  <a:pt x="140625" y="94219"/>
                  <a:pt x="144516" y="92414"/>
                  <a:pt x="147234" y="88805"/>
                </a:cubicBezTo>
                <a:cubicBezTo>
                  <a:pt x="149953" y="85196"/>
                  <a:pt x="151313" y="80906"/>
                  <a:pt x="151313" y="75937"/>
                </a:cubicBezTo>
                <a:lnTo>
                  <a:pt x="151313" y="38813"/>
                </a:lnTo>
                <a:lnTo>
                  <a:pt x="168187" y="38813"/>
                </a:lnTo>
                <a:close/>
                <a:moveTo>
                  <a:pt x="230344" y="106312"/>
                </a:moveTo>
                <a:lnTo>
                  <a:pt x="230344" y="97733"/>
                </a:lnTo>
                <a:lnTo>
                  <a:pt x="229923" y="97733"/>
                </a:lnTo>
                <a:cubicBezTo>
                  <a:pt x="228235" y="100733"/>
                  <a:pt x="225493" y="103194"/>
                  <a:pt x="221696" y="105117"/>
                </a:cubicBezTo>
                <a:cubicBezTo>
                  <a:pt x="217900" y="107038"/>
                  <a:pt x="213658" y="107999"/>
                  <a:pt x="208970" y="107999"/>
                </a:cubicBezTo>
                <a:cubicBezTo>
                  <a:pt x="202501" y="107999"/>
                  <a:pt x="196664" y="106288"/>
                  <a:pt x="191460" y="102866"/>
                </a:cubicBezTo>
                <a:cubicBezTo>
                  <a:pt x="186257" y="99444"/>
                  <a:pt x="183656" y="94171"/>
                  <a:pt x="183656" y="87047"/>
                </a:cubicBezTo>
                <a:cubicBezTo>
                  <a:pt x="183656" y="83204"/>
                  <a:pt x="184617" y="79852"/>
                  <a:pt x="186538" y="76992"/>
                </a:cubicBezTo>
                <a:cubicBezTo>
                  <a:pt x="188460" y="74133"/>
                  <a:pt x="190875" y="71906"/>
                  <a:pt x="193782" y="70313"/>
                </a:cubicBezTo>
                <a:cubicBezTo>
                  <a:pt x="196689" y="68719"/>
                  <a:pt x="200322" y="67430"/>
                  <a:pt x="204680" y="66446"/>
                </a:cubicBezTo>
                <a:cubicBezTo>
                  <a:pt x="209039" y="65460"/>
                  <a:pt x="213164" y="64827"/>
                  <a:pt x="217055" y="64547"/>
                </a:cubicBezTo>
                <a:cubicBezTo>
                  <a:pt x="220946" y="64265"/>
                  <a:pt x="225282" y="64124"/>
                  <a:pt x="230063" y="64124"/>
                </a:cubicBezTo>
                <a:lnTo>
                  <a:pt x="230063" y="62438"/>
                </a:lnTo>
                <a:cubicBezTo>
                  <a:pt x="230063" y="58499"/>
                  <a:pt x="228609" y="55452"/>
                  <a:pt x="225703" y="53297"/>
                </a:cubicBezTo>
                <a:cubicBezTo>
                  <a:pt x="222797" y="51141"/>
                  <a:pt x="219094" y="50063"/>
                  <a:pt x="214594" y="50063"/>
                </a:cubicBezTo>
                <a:cubicBezTo>
                  <a:pt x="207470" y="50063"/>
                  <a:pt x="201329" y="52641"/>
                  <a:pt x="196172" y="57796"/>
                </a:cubicBezTo>
                <a:lnTo>
                  <a:pt x="187454" y="47531"/>
                </a:lnTo>
                <a:cubicBezTo>
                  <a:pt x="195142" y="40406"/>
                  <a:pt x="204657" y="36843"/>
                  <a:pt x="216002" y="36843"/>
                </a:cubicBezTo>
                <a:cubicBezTo>
                  <a:pt x="221814" y="36843"/>
                  <a:pt x="226759" y="37663"/>
                  <a:pt x="230837" y="39304"/>
                </a:cubicBezTo>
                <a:cubicBezTo>
                  <a:pt x="234916" y="40945"/>
                  <a:pt x="238033" y="43195"/>
                  <a:pt x="240189" y="46055"/>
                </a:cubicBezTo>
                <a:cubicBezTo>
                  <a:pt x="242345" y="48914"/>
                  <a:pt x="243867" y="51915"/>
                  <a:pt x="244757" y="55056"/>
                </a:cubicBezTo>
                <a:cubicBezTo>
                  <a:pt x="245648" y="58196"/>
                  <a:pt x="246094" y="61594"/>
                  <a:pt x="246094" y="65249"/>
                </a:cubicBezTo>
                <a:lnTo>
                  <a:pt x="246094" y="106312"/>
                </a:lnTo>
                <a:lnTo>
                  <a:pt x="230344" y="106312"/>
                </a:lnTo>
                <a:moveTo>
                  <a:pt x="230063" y="77906"/>
                </a:moveTo>
                <a:lnTo>
                  <a:pt x="230063" y="75516"/>
                </a:lnTo>
                <a:lnTo>
                  <a:pt x="226267" y="75516"/>
                </a:lnTo>
                <a:cubicBezTo>
                  <a:pt x="209111" y="75516"/>
                  <a:pt x="200533" y="79265"/>
                  <a:pt x="200533" y="86764"/>
                </a:cubicBezTo>
                <a:cubicBezTo>
                  <a:pt x="200533" y="89765"/>
                  <a:pt x="201681" y="91923"/>
                  <a:pt x="203977" y="93236"/>
                </a:cubicBezTo>
                <a:cubicBezTo>
                  <a:pt x="206274" y="94548"/>
                  <a:pt x="209063" y="95203"/>
                  <a:pt x="212345" y="95203"/>
                </a:cubicBezTo>
                <a:cubicBezTo>
                  <a:pt x="218063" y="95203"/>
                  <a:pt x="222445" y="93680"/>
                  <a:pt x="225492" y="90633"/>
                </a:cubicBezTo>
                <a:cubicBezTo>
                  <a:pt x="228539" y="87586"/>
                  <a:pt x="230063" y="83344"/>
                  <a:pt x="230063" y="77906"/>
                </a:cubicBezTo>
                <a:close/>
                <a:moveTo>
                  <a:pt x="266064" y="106312"/>
                </a:moveTo>
                <a:lnTo>
                  <a:pt x="266064" y="0"/>
                </a:lnTo>
                <a:lnTo>
                  <a:pt x="282939" y="0"/>
                </a:lnTo>
                <a:lnTo>
                  <a:pt x="282939" y="106312"/>
                </a:lnTo>
                <a:lnTo>
                  <a:pt x="266064" y="106312"/>
                </a:ln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Vertices">
            <a:extLst xmlns:a="http://schemas.openxmlformats.org/drawingml/2006/main">
              <a:ext uri="{FF2B5EF4-FFF2-40B4-BE49-F238E27FC236}">
                <a16:creationId xmlns:a16="http://schemas.microsoft.com/office/drawing/2014/main" id="{36CA1CA4-1636-4157-A9F6-B55D49D4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618" y="544079"/>
            <a:ext cx="510471" cy="102516"/>
          </a:xfrm>
          <a:custGeom xmlns:a="http://schemas.openxmlformats.org/drawingml/2006/main">
            <a:pathLst>
              <a:path w="510471" h="102516">
                <a:moveTo>
                  <a:pt x="277265" y="17935"/>
                </a:moveTo>
                <a:lnTo>
                  <a:pt x="277540" y="18150"/>
                </a:lnTo>
                <a:lnTo>
                  <a:pt x="277819" y="18355"/>
                </a:lnTo>
                <a:lnTo>
                  <a:pt x="278104" y="18549"/>
                </a:lnTo>
                <a:lnTo>
                  <a:pt x="278394" y="18733"/>
                </a:lnTo>
                <a:lnTo>
                  <a:pt x="278688" y="18906"/>
                </a:lnTo>
                <a:lnTo>
                  <a:pt x="278987" y="19069"/>
                </a:lnTo>
                <a:lnTo>
                  <a:pt x="279292" y="19221"/>
                </a:lnTo>
                <a:lnTo>
                  <a:pt x="279601" y="19363"/>
                </a:lnTo>
                <a:lnTo>
                  <a:pt x="279915" y="19494"/>
                </a:lnTo>
                <a:lnTo>
                  <a:pt x="280234" y="19614"/>
                </a:lnTo>
                <a:lnTo>
                  <a:pt x="280557" y="19725"/>
                </a:lnTo>
                <a:lnTo>
                  <a:pt x="280886" y="19824"/>
                </a:lnTo>
                <a:lnTo>
                  <a:pt x="281219" y="19914"/>
                </a:lnTo>
                <a:lnTo>
                  <a:pt x="281558" y="19992"/>
                </a:lnTo>
                <a:lnTo>
                  <a:pt x="281901" y="20061"/>
                </a:lnTo>
                <a:lnTo>
                  <a:pt x="282249" y="20118"/>
                </a:lnTo>
                <a:lnTo>
                  <a:pt x="282602" y="20166"/>
                </a:lnTo>
                <a:lnTo>
                  <a:pt x="282960" y="20202"/>
                </a:lnTo>
                <a:lnTo>
                  <a:pt x="283323" y="20229"/>
                </a:lnTo>
                <a:lnTo>
                  <a:pt x="283691" y="20244"/>
                </a:lnTo>
                <a:lnTo>
                  <a:pt x="284063" y="20250"/>
                </a:lnTo>
                <a:lnTo>
                  <a:pt x="284447" y="20245"/>
                </a:lnTo>
                <a:lnTo>
                  <a:pt x="284826" y="20230"/>
                </a:lnTo>
                <a:lnTo>
                  <a:pt x="285200" y="20205"/>
                </a:lnTo>
                <a:lnTo>
                  <a:pt x="285569" y="20170"/>
                </a:lnTo>
                <a:lnTo>
                  <a:pt x="285933" y="20125"/>
                </a:lnTo>
                <a:lnTo>
                  <a:pt x="286291" y="20070"/>
                </a:lnTo>
                <a:lnTo>
                  <a:pt x="286645" y="20004"/>
                </a:lnTo>
                <a:lnTo>
                  <a:pt x="286993" y="19929"/>
                </a:lnTo>
                <a:lnTo>
                  <a:pt x="287336" y="19844"/>
                </a:lnTo>
                <a:lnTo>
                  <a:pt x="287674" y="19749"/>
                </a:lnTo>
                <a:lnTo>
                  <a:pt x="288007" y="19644"/>
                </a:lnTo>
                <a:lnTo>
                  <a:pt x="288335" y="19529"/>
                </a:lnTo>
                <a:lnTo>
                  <a:pt x="288657" y="19404"/>
                </a:lnTo>
                <a:lnTo>
                  <a:pt x="288975" y="19269"/>
                </a:lnTo>
                <a:lnTo>
                  <a:pt x="289287" y="19124"/>
                </a:lnTo>
                <a:lnTo>
                  <a:pt x="289594" y="18969"/>
                </a:lnTo>
                <a:lnTo>
                  <a:pt x="289897" y="18804"/>
                </a:lnTo>
                <a:lnTo>
                  <a:pt x="290193" y="18629"/>
                </a:lnTo>
                <a:lnTo>
                  <a:pt x="290485" y="18444"/>
                </a:lnTo>
                <a:lnTo>
                  <a:pt x="290772" y="18248"/>
                </a:lnTo>
                <a:lnTo>
                  <a:pt x="291053" y="18043"/>
                </a:lnTo>
                <a:lnTo>
                  <a:pt x="291330" y="17828"/>
                </a:lnTo>
                <a:lnTo>
                  <a:pt x="291601" y="17603"/>
                </a:lnTo>
                <a:lnTo>
                  <a:pt x="291867" y="17368"/>
                </a:lnTo>
                <a:lnTo>
                  <a:pt x="292126" y="17125"/>
                </a:lnTo>
                <a:lnTo>
                  <a:pt x="292373" y="16877"/>
                </a:lnTo>
                <a:lnTo>
                  <a:pt x="292609" y="16624"/>
                </a:lnTo>
                <a:lnTo>
                  <a:pt x="292834" y="16366"/>
                </a:lnTo>
                <a:lnTo>
                  <a:pt x="293049" y="16102"/>
                </a:lnTo>
                <a:lnTo>
                  <a:pt x="293252" y="15834"/>
                </a:lnTo>
                <a:lnTo>
                  <a:pt x="293444" y="15560"/>
                </a:lnTo>
                <a:lnTo>
                  <a:pt x="293626" y="15281"/>
                </a:lnTo>
                <a:lnTo>
                  <a:pt x="293796" y="14998"/>
                </a:lnTo>
                <a:lnTo>
                  <a:pt x="293955" y="14709"/>
                </a:lnTo>
                <a:lnTo>
                  <a:pt x="294104" y="14415"/>
                </a:lnTo>
                <a:lnTo>
                  <a:pt x="294241" y="14115"/>
                </a:lnTo>
                <a:lnTo>
                  <a:pt x="294367" y="13811"/>
                </a:lnTo>
                <a:lnTo>
                  <a:pt x="294483" y="13502"/>
                </a:lnTo>
                <a:lnTo>
                  <a:pt x="294587" y="13187"/>
                </a:lnTo>
                <a:lnTo>
                  <a:pt x="294681" y="12867"/>
                </a:lnTo>
                <a:lnTo>
                  <a:pt x="294763" y="12543"/>
                </a:lnTo>
                <a:lnTo>
                  <a:pt x="294835" y="12213"/>
                </a:lnTo>
                <a:lnTo>
                  <a:pt x="294895" y="11878"/>
                </a:lnTo>
                <a:lnTo>
                  <a:pt x="294944" y="11538"/>
                </a:lnTo>
                <a:lnTo>
                  <a:pt x="294983" y="11192"/>
                </a:lnTo>
                <a:lnTo>
                  <a:pt x="295010" y="10842"/>
                </a:lnTo>
                <a:lnTo>
                  <a:pt x="295027" y="10486"/>
                </a:lnTo>
                <a:lnTo>
                  <a:pt x="295032" y="10126"/>
                </a:lnTo>
                <a:lnTo>
                  <a:pt x="295027" y="9765"/>
                </a:lnTo>
                <a:lnTo>
                  <a:pt x="295010" y="9409"/>
                </a:lnTo>
                <a:lnTo>
                  <a:pt x="294983" y="9059"/>
                </a:lnTo>
                <a:lnTo>
                  <a:pt x="294944" y="8714"/>
                </a:lnTo>
                <a:lnTo>
                  <a:pt x="294895" y="8373"/>
                </a:lnTo>
                <a:lnTo>
                  <a:pt x="294835" y="8038"/>
                </a:lnTo>
                <a:lnTo>
                  <a:pt x="294763" y="7708"/>
                </a:lnTo>
                <a:lnTo>
                  <a:pt x="294681" y="7383"/>
                </a:lnTo>
                <a:lnTo>
                  <a:pt x="294587" y="7064"/>
                </a:lnTo>
                <a:lnTo>
                  <a:pt x="294483" y="6749"/>
                </a:lnTo>
                <a:lnTo>
                  <a:pt x="294367" y="6440"/>
                </a:lnTo>
                <a:lnTo>
                  <a:pt x="294241" y="6135"/>
                </a:lnTo>
                <a:lnTo>
                  <a:pt x="294104" y="5836"/>
                </a:lnTo>
                <a:lnTo>
                  <a:pt x="293955" y="5542"/>
                </a:lnTo>
                <a:lnTo>
                  <a:pt x="293796" y="5253"/>
                </a:lnTo>
                <a:lnTo>
                  <a:pt x="293626" y="4969"/>
                </a:lnTo>
                <a:lnTo>
                  <a:pt x="293444" y="4691"/>
                </a:lnTo>
                <a:lnTo>
                  <a:pt x="293252" y="4417"/>
                </a:lnTo>
                <a:lnTo>
                  <a:pt x="293049" y="4149"/>
                </a:lnTo>
                <a:lnTo>
                  <a:pt x="292834" y="3886"/>
                </a:lnTo>
                <a:lnTo>
                  <a:pt x="292609" y="3627"/>
                </a:lnTo>
                <a:lnTo>
                  <a:pt x="292373" y="3374"/>
                </a:lnTo>
                <a:lnTo>
                  <a:pt x="292126" y="3127"/>
                </a:lnTo>
                <a:lnTo>
                  <a:pt x="291867" y="2884"/>
                </a:lnTo>
                <a:lnTo>
                  <a:pt x="291601" y="2649"/>
                </a:lnTo>
                <a:lnTo>
                  <a:pt x="291330" y="2423"/>
                </a:lnTo>
                <a:lnTo>
                  <a:pt x="291053" y="2208"/>
                </a:lnTo>
                <a:lnTo>
                  <a:pt x="290772" y="2003"/>
                </a:lnTo>
                <a:lnTo>
                  <a:pt x="290485" y="1807"/>
                </a:lnTo>
                <a:lnTo>
                  <a:pt x="290193" y="1622"/>
                </a:lnTo>
                <a:lnTo>
                  <a:pt x="289897" y="1447"/>
                </a:lnTo>
                <a:lnTo>
                  <a:pt x="289594" y="1282"/>
                </a:lnTo>
                <a:lnTo>
                  <a:pt x="289287" y="1127"/>
                </a:lnTo>
                <a:lnTo>
                  <a:pt x="288975" y="981"/>
                </a:lnTo>
                <a:lnTo>
                  <a:pt x="288657" y="846"/>
                </a:lnTo>
                <a:lnTo>
                  <a:pt x="288335" y="721"/>
                </a:lnTo>
                <a:lnTo>
                  <a:pt x="288007" y="606"/>
                </a:lnTo>
                <a:lnTo>
                  <a:pt x="287674" y="501"/>
                </a:lnTo>
                <a:lnTo>
                  <a:pt x="287336" y="406"/>
                </a:lnTo>
                <a:lnTo>
                  <a:pt x="286993" y="320"/>
                </a:lnTo>
                <a:lnTo>
                  <a:pt x="286645" y="245"/>
                </a:lnTo>
                <a:lnTo>
                  <a:pt x="286291" y="180"/>
                </a:lnTo>
                <a:lnTo>
                  <a:pt x="285933" y="125"/>
                </a:lnTo>
                <a:lnTo>
                  <a:pt x="285569" y="80"/>
                </a:lnTo>
                <a:lnTo>
                  <a:pt x="285200" y="45"/>
                </a:lnTo>
                <a:lnTo>
                  <a:pt x="284826" y="20"/>
                </a:lnTo>
                <a:lnTo>
                  <a:pt x="284447" y="5"/>
                </a:lnTo>
                <a:lnTo>
                  <a:pt x="284063" y="0"/>
                </a:lnTo>
                <a:lnTo>
                  <a:pt x="283691" y="5"/>
                </a:lnTo>
                <a:lnTo>
                  <a:pt x="283323" y="21"/>
                </a:lnTo>
                <a:lnTo>
                  <a:pt x="282960" y="47"/>
                </a:lnTo>
                <a:lnTo>
                  <a:pt x="282602" y="84"/>
                </a:lnTo>
                <a:lnTo>
                  <a:pt x="282249" y="131"/>
                </a:lnTo>
                <a:lnTo>
                  <a:pt x="281901" y="189"/>
                </a:lnTo>
                <a:lnTo>
                  <a:pt x="281558" y="257"/>
                </a:lnTo>
                <a:lnTo>
                  <a:pt x="281219" y="336"/>
                </a:lnTo>
                <a:lnTo>
                  <a:pt x="280886" y="425"/>
                </a:lnTo>
                <a:lnTo>
                  <a:pt x="280557" y="525"/>
                </a:lnTo>
                <a:lnTo>
                  <a:pt x="280234" y="635"/>
                </a:lnTo>
                <a:lnTo>
                  <a:pt x="279915" y="756"/>
                </a:lnTo>
                <a:lnTo>
                  <a:pt x="279601" y="887"/>
                </a:lnTo>
                <a:lnTo>
                  <a:pt x="279292" y="1029"/>
                </a:lnTo>
                <a:lnTo>
                  <a:pt x="278987" y="1181"/>
                </a:lnTo>
                <a:lnTo>
                  <a:pt x="278688" y="1344"/>
                </a:lnTo>
                <a:lnTo>
                  <a:pt x="278394" y="1517"/>
                </a:lnTo>
                <a:lnTo>
                  <a:pt x="278104" y="1701"/>
                </a:lnTo>
                <a:lnTo>
                  <a:pt x="277819" y="1895"/>
                </a:lnTo>
                <a:lnTo>
                  <a:pt x="277540" y="2100"/>
                </a:lnTo>
                <a:lnTo>
                  <a:pt x="277265" y="2315"/>
                </a:lnTo>
                <a:lnTo>
                  <a:pt x="276995" y="2540"/>
                </a:lnTo>
                <a:lnTo>
                  <a:pt x="276729" y="2777"/>
                </a:lnTo>
                <a:lnTo>
                  <a:pt x="276469" y="3023"/>
                </a:lnTo>
                <a:lnTo>
                  <a:pt x="276217" y="3277"/>
                </a:lnTo>
                <a:lnTo>
                  <a:pt x="275975" y="3535"/>
                </a:lnTo>
                <a:lnTo>
                  <a:pt x="275744" y="3796"/>
                </a:lnTo>
                <a:lnTo>
                  <a:pt x="275524" y="4061"/>
                </a:lnTo>
                <a:lnTo>
                  <a:pt x="275315" y="4329"/>
                </a:lnTo>
                <a:lnTo>
                  <a:pt x="275116" y="4601"/>
                </a:lnTo>
                <a:lnTo>
                  <a:pt x="274929" y="4877"/>
                </a:lnTo>
                <a:lnTo>
                  <a:pt x="274751" y="5156"/>
                </a:lnTo>
                <a:lnTo>
                  <a:pt x="274585" y="5439"/>
                </a:lnTo>
                <a:lnTo>
                  <a:pt x="274429" y="5726"/>
                </a:lnTo>
                <a:lnTo>
                  <a:pt x="274284" y="6017"/>
                </a:lnTo>
                <a:lnTo>
                  <a:pt x="274150" y="6311"/>
                </a:lnTo>
                <a:lnTo>
                  <a:pt x="274027" y="6608"/>
                </a:lnTo>
                <a:lnTo>
                  <a:pt x="273914" y="6910"/>
                </a:lnTo>
                <a:lnTo>
                  <a:pt x="273812" y="7215"/>
                </a:lnTo>
                <a:lnTo>
                  <a:pt x="273721" y="7524"/>
                </a:lnTo>
                <a:lnTo>
                  <a:pt x="273640" y="7836"/>
                </a:lnTo>
                <a:lnTo>
                  <a:pt x="273570" y="8152"/>
                </a:lnTo>
                <a:lnTo>
                  <a:pt x="273511" y="8472"/>
                </a:lnTo>
                <a:lnTo>
                  <a:pt x="273463" y="8796"/>
                </a:lnTo>
                <a:lnTo>
                  <a:pt x="273425" y="9123"/>
                </a:lnTo>
                <a:lnTo>
                  <a:pt x="273399" y="9453"/>
                </a:lnTo>
                <a:lnTo>
                  <a:pt x="273382" y="9788"/>
                </a:lnTo>
                <a:lnTo>
                  <a:pt x="273377" y="10126"/>
                </a:lnTo>
                <a:lnTo>
                  <a:pt x="273382" y="10464"/>
                </a:lnTo>
                <a:lnTo>
                  <a:pt x="273399" y="10798"/>
                </a:lnTo>
                <a:lnTo>
                  <a:pt x="273425" y="11129"/>
                </a:lnTo>
                <a:lnTo>
                  <a:pt x="273463" y="11456"/>
                </a:lnTo>
                <a:lnTo>
                  <a:pt x="273511" y="11779"/>
                </a:lnTo>
                <a:lnTo>
                  <a:pt x="273570" y="12099"/>
                </a:lnTo>
                <a:lnTo>
                  <a:pt x="273640" y="12414"/>
                </a:lnTo>
                <a:lnTo>
                  <a:pt x="273721" y="12727"/>
                </a:lnTo>
                <a:lnTo>
                  <a:pt x="273812" y="13035"/>
                </a:lnTo>
                <a:lnTo>
                  <a:pt x="273914" y="13340"/>
                </a:lnTo>
                <a:lnTo>
                  <a:pt x="274027" y="13642"/>
                </a:lnTo>
                <a:lnTo>
                  <a:pt x="274150" y="13939"/>
                </a:lnTo>
                <a:lnTo>
                  <a:pt x="274284" y="14233"/>
                </a:lnTo>
                <a:lnTo>
                  <a:pt x="274429" y="14524"/>
                </a:lnTo>
                <a:lnTo>
                  <a:pt x="274585" y="14811"/>
                </a:lnTo>
                <a:lnTo>
                  <a:pt x="274751" y="15094"/>
                </a:lnTo>
                <a:lnTo>
                  <a:pt x="274929" y="15373"/>
                </a:lnTo>
                <a:lnTo>
                  <a:pt x="275116" y="15649"/>
                </a:lnTo>
                <a:lnTo>
                  <a:pt x="275315" y="15921"/>
                </a:lnTo>
                <a:lnTo>
                  <a:pt x="275524" y="16189"/>
                </a:lnTo>
                <a:lnTo>
                  <a:pt x="275744" y="16454"/>
                </a:lnTo>
                <a:lnTo>
                  <a:pt x="275975" y="16715"/>
                </a:lnTo>
                <a:lnTo>
                  <a:pt x="276217" y="16972"/>
                </a:lnTo>
                <a:lnTo>
                  <a:pt x="276469" y="17226"/>
                </a:lnTo>
                <a:lnTo>
                  <a:pt x="276729" y="17473"/>
                </a:lnTo>
                <a:lnTo>
                  <a:pt x="276995" y="17709"/>
                </a:lnTo>
                <a:lnTo>
                  <a:pt x="277265" y="17935"/>
                </a:lnTo>
                <a:close/>
                <a:moveTo>
                  <a:pt x="75514" y="985"/>
                </a:moveTo>
                <a:lnTo>
                  <a:pt x="47812" y="77625"/>
                </a:lnTo>
                <a:lnTo>
                  <a:pt x="47250" y="77625"/>
                </a:lnTo>
                <a:lnTo>
                  <a:pt x="19827" y="985"/>
                </a:lnTo>
                <a:lnTo>
                  <a:pt x="0" y="985"/>
                </a:lnTo>
                <a:lnTo>
                  <a:pt x="39375" y="100546"/>
                </a:lnTo>
                <a:lnTo>
                  <a:pt x="54702" y="100546"/>
                </a:lnTo>
                <a:lnTo>
                  <a:pt x="94640" y="985"/>
                </a:lnTo>
                <a:lnTo>
                  <a:pt x="75514" y="985"/>
                </a:lnTo>
                <a:close/>
                <a:moveTo>
                  <a:pt x="229791" y="78964"/>
                </a:moveTo>
                <a:lnTo>
                  <a:pt x="229816" y="79865"/>
                </a:lnTo>
                <a:lnTo>
                  <a:pt x="229857" y="80750"/>
                </a:lnTo>
                <a:lnTo>
                  <a:pt x="229915" y="81619"/>
                </a:lnTo>
                <a:lnTo>
                  <a:pt x="229990" y="82471"/>
                </a:lnTo>
                <a:lnTo>
                  <a:pt x="230081" y="83307"/>
                </a:lnTo>
                <a:lnTo>
                  <a:pt x="230189" y="84126"/>
                </a:lnTo>
                <a:lnTo>
                  <a:pt x="230314" y="84930"/>
                </a:lnTo>
                <a:lnTo>
                  <a:pt x="230455" y="85716"/>
                </a:lnTo>
                <a:lnTo>
                  <a:pt x="230613" y="86487"/>
                </a:lnTo>
                <a:lnTo>
                  <a:pt x="230787" y="87241"/>
                </a:lnTo>
                <a:lnTo>
                  <a:pt x="230978" y="87979"/>
                </a:lnTo>
                <a:lnTo>
                  <a:pt x="231185" y="88700"/>
                </a:lnTo>
                <a:lnTo>
                  <a:pt x="231409" y="89405"/>
                </a:lnTo>
                <a:lnTo>
                  <a:pt x="231650" y="90094"/>
                </a:lnTo>
                <a:lnTo>
                  <a:pt x="231907" y="90766"/>
                </a:lnTo>
                <a:lnTo>
                  <a:pt x="232181" y="91422"/>
                </a:lnTo>
                <a:lnTo>
                  <a:pt x="232472" y="92062"/>
                </a:lnTo>
                <a:lnTo>
                  <a:pt x="232779" y="92685"/>
                </a:lnTo>
                <a:lnTo>
                  <a:pt x="233103" y="93292"/>
                </a:lnTo>
                <a:lnTo>
                  <a:pt x="233443" y="93882"/>
                </a:lnTo>
                <a:lnTo>
                  <a:pt x="233800" y="94456"/>
                </a:lnTo>
                <a:lnTo>
                  <a:pt x="234173" y="95014"/>
                </a:lnTo>
                <a:lnTo>
                  <a:pt x="234563" y="95555"/>
                </a:lnTo>
                <a:lnTo>
                  <a:pt x="234975" y="96077"/>
                </a:lnTo>
                <a:lnTo>
                  <a:pt x="235413" y="96577"/>
                </a:lnTo>
                <a:lnTo>
                  <a:pt x="235877" y="97055"/>
                </a:lnTo>
                <a:lnTo>
                  <a:pt x="236368" y="97510"/>
                </a:lnTo>
                <a:lnTo>
                  <a:pt x="236885" y="97943"/>
                </a:lnTo>
                <a:lnTo>
                  <a:pt x="237428" y="98354"/>
                </a:lnTo>
                <a:lnTo>
                  <a:pt x="237998" y="98743"/>
                </a:lnTo>
                <a:lnTo>
                  <a:pt x="238594" y="99109"/>
                </a:lnTo>
                <a:lnTo>
                  <a:pt x="239217" y="99453"/>
                </a:lnTo>
                <a:lnTo>
                  <a:pt x="239866" y="99775"/>
                </a:lnTo>
                <a:lnTo>
                  <a:pt x="240541" y="100075"/>
                </a:lnTo>
                <a:lnTo>
                  <a:pt x="241243" y="100353"/>
                </a:lnTo>
                <a:lnTo>
                  <a:pt x="241971" y="100608"/>
                </a:lnTo>
                <a:lnTo>
                  <a:pt x="242725" y="100841"/>
                </a:lnTo>
                <a:lnTo>
                  <a:pt x="243506" y="101052"/>
                </a:lnTo>
                <a:lnTo>
                  <a:pt x="244313" y="101241"/>
                </a:lnTo>
                <a:lnTo>
                  <a:pt x="245146" y="101408"/>
                </a:lnTo>
                <a:lnTo>
                  <a:pt x="246006" y="101552"/>
                </a:lnTo>
                <a:lnTo>
                  <a:pt x="246892" y="101674"/>
                </a:lnTo>
                <a:lnTo>
                  <a:pt x="247805" y="101774"/>
                </a:lnTo>
                <a:lnTo>
                  <a:pt x="248744" y="101852"/>
                </a:lnTo>
                <a:lnTo>
                  <a:pt x="249709" y="101907"/>
                </a:lnTo>
                <a:lnTo>
                  <a:pt x="250701" y="101941"/>
                </a:lnTo>
                <a:lnTo>
                  <a:pt x="251719" y="101952"/>
                </a:lnTo>
                <a:lnTo>
                  <a:pt x="252255" y="101949"/>
                </a:lnTo>
                <a:lnTo>
                  <a:pt x="252785" y="101939"/>
                </a:lnTo>
                <a:lnTo>
                  <a:pt x="253310" y="101923"/>
                </a:lnTo>
                <a:lnTo>
                  <a:pt x="253829" y="101901"/>
                </a:lnTo>
                <a:lnTo>
                  <a:pt x="254341" y="101873"/>
                </a:lnTo>
                <a:lnTo>
                  <a:pt x="254848" y="101838"/>
                </a:lnTo>
                <a:lnTo>
                  <a:pt x="255349" y="101796"/>
                </a:lnTo>
                <a:lnTo>
                  <a:pt x="255844" y="101749"/>
                </a:lnTo>
                <a:lnTo>
                  <a:pt x="256334" y="101695"/>
                </a:lnTo>
                <a:lnTo>
                  <a:pt x="256817" y="101635"/>
                </a:lnTo>
                <a:lnTo>
                  <a:pt x="257295" y="101568"/>
                </a:lnTo>
                <a:lnTo>
                  <a:pt x="257766" y="101495"/>
                </a:lnTo>
                <a:lnTo>
                  <a:pt x="258232" y="101415"/>
                </a:lnTo>
                <a:lnTo>
                  <a:pt x="258692" y="101330"/>
                </a:lnTo>
                <a:lnTo>
                  <a:pt x="259146" y="101238"/>
                </a:lnTo>
                <a:lnTo>
                  <a:pt x="259594" y="101139"/>
                </a:lnTo>
                <a:lnTo>
                  <a:pt x="260037" y="101035"/>
                </a:lnTo>
                <a:lnTo>
                  <a:pt x="260473" y="100924"/>
                </a:lnTo>
                <a:lnTo>
                  <a:pt x="260904" y="100806"/>
                </a:lnTo>
                <a:lnTo>
                  <a:pt x="261329" y="100682"/>
                </a:lnTo>
                <a:lnTo>
                  <a:pt x="261748" y="100552"/>
                </a:lnTo>
                <a:lnTo>
                  <a:pt x="262161" y="100416"/>
                </a:lnTo>
                <a:lnTo>
                  <a:pt x="262568" y="100273"/>
                </a:lnTo>
                <a:lnTo>
                  <a:pt x="262969" y="100124"/>
                </a:lnTo>
                <a:lnTo>
                  <a:pt x="262407" y="86906"/>
                </a:lnTo>
                <a:lnTo>
                  <a:pt x="262170" y="87020"/>
                </a:lnTo>
                <a:lnTo>
                  <a:pt x="261927" y="87130"/>
                </a:lnTo>
                <a:lnTo>
                  <a:pt x="261680" y="87235"/>
                </a:lnTo>
                <a:lnTo>
                  <a:pt x="261426" y="87335"/>
                </a:lnTo>
                <a:lnTo>
                  <a:pt x="261168" y="87430"/>
                </a:lnTo>
                <a:lnTo>
                  <a:pt x="260904" y="87521"/>
                </a:lnTo>
                <a:lnTo>
                  <a:pt x="260635" y="87606"/>
                </a:lnTo>
                <a:lnTo>
                  <a:pt x="260360" y="87687"/>
                </a:lnTo>
                <a:lnTo>
                  <a:pt x="260080" y="87762"/>
                </a:lnTo>
                <a:lnTo>
                  <a:pt x="259795" y="87833"/>
                </a:lnTo>
                <a:lnTo>
                  <a:pt x="259504" y="87899"/>
                </a:lnTo>
                <a:lnTo>
                  <a:pt x="259208" y="87960"/>
                </a:lnTo>
                <a:lnTo>
                  <a:pt x="258906" y="88016"/>
                </a:lnTo>
                <a:lnTo>
                  <a:pt x="258599" y="88067"/>
                </a:lnTo>
                <a:lnTo>
                  <a:pt x="258287" y="88114"/>
                </a:lnTo>
                <a:lnTo>
                  <a:pt x="257970" y="88155"/>
                </a:lnTo>
                <a:lnTo>
                  <a:pt x="257647" y="88192"/>
                </a:lnTo>
                <a:lnTo>
                  <a:pt x="257318" y="88223"/>
                </a:lnTo>
                <a:lnTo>
                  <a:pt x="256985" y="88250"/>
                </a:lnTo>
                <a:lnTo>
                  <a:pt x="256646" y="88272"/>
                </a:lnTo>
                <a:lnTo>
                  <a:pt x="256301" y="88289"/>
                </a:lnTo>
                <a:lnTo>
                  <a:pt x="255951" y="88301"/>
                </a:lnTo>
                <a:lnTo>
                  <a:pt x="255596" y="88309"/>
                </a:lnTo>
                <a:lnTo>
                  <a:pt x="255236" y="88311"/>
                </a:lnTo>
                <a:lnTo>
                  <a:pt x="254808" y="88307"/>
                </a:lnTo>
                <a:lnTo>
                  <a:pt x="254392" y="88293"/>
                </a:lnTo>
                <a:lnTo>
                  <a:pt x="253988" y="88270"/>
                </a:lnTo>
                <a:lnTo>
                  <a:pt x="253595" y="88237"/>
                </a:lnTo>
                <a:lnTo>
                  <a:pt x="253214" y="88195"/>
                </a:lnTo>
                <a:lnTo>
                  <a:pt x="252845" y="88144"/>
                </a:lnTo>
                <a:lnTo>
                  <a:pt x="252488" y="88084"/>
                </a:lnTo>
                <a:lnTo>
                  <a:pt x="252142" y="88014"/>
                </a:lnTo>
                <a:lnTo>
                  <a:pt x="251808" y="87936"/>
                </a:lnTo>
                <a:lnTo>
                  <a:pt x="251486" y="87847"/>
                </a:lnTo>
                <a:lnTo>
                  <a:pt x="251175" y="87750"/>
                </a:lnTo>
                <a:lnTo>
                  <a:pt x="250876" y="87643"/>
                </a:lnTo>
                <a:lnTo>
                  <a:pt x="250589" y="87527"/>
                </a:lnTo>
                <a:lnTo>
                  <a:pt x="250314" y="87402"/>
                </a:lnTo>
                <a:lnTo>
                  <a:pt x="250050" y="87268"/>
                </a:lnTo>
                <a:lnTo>
                  <a:pt x="249798" y="87124"/>
                </a:lnTo>
                <a:lnTo>
                  <a:pt x="249558" y="86971"/>
                </a:lnTo>
                <a:lnTo>
                  <a:pt x="249329" y="86809"/>
                </a:lnTo>
                <a:lnTo>
                  <a:pt x="249112" y="86637"/>
                </a:lnTo>
                <a:lnTo>
                  <a:pt x="248907" y="86456"/>
                </a:lnTo>
                <a:lnTo>
                  <a:pt x="248714" y="86266"/>
                </a:lnTo>
                <a:lnTo>
                  <a:pt x="248532" y="86066"/>
                </a:lnTo>
                <a:lnTo>
                  <a:pt x="248362" y="85858"/>
                </a:lnTo>
                <a:lnTo>
                  <a:pt x="248204" y="85640"/>
                </a:lnTo>
                <a:lnTo>
                  <a:pt x="248055" y="85413"/>
                </a:lnTo>
                <a:lnTo>
                  <a:pt x="247912" y="85178"/>
                </a:lnTo>
                <a:lnTo>
                  <a:pt x="247776" y="84935"/>
                </a:lnTo>
                <a:lnTo>
                  <a:pt x="247646" y="84683"/>
                </a:lnTo>
                <a:lnTo>
                  <a:pt x="247522" y="84423"/>
                </a:lnTo>
                <a:lnTo>
                  <a:pt x="247404" y="84155"/>
                </a:lnTo>
                <a:lnTo>
                  <a:pt x="247293" y="83878"/>
                </a:lnTo>
                <a:lnTo>
                  <a:pt x="247188" y="83593"/>
                </a:lnTo>
                <a:lnTo>
                  <a:pt x="247090" y="83300"/>
                </a:lnTo>
                <a:lnTo>
                  <a:pt x="246998" y="82999"/>
                </a:lnTo>
                <a:lnTo>
                  <a:pt x="246912" y="82689"/>
                </a:lnTo>
                <a:lnTo>
                  <a:pt x="246833" y="82371"/>
                </a:lnTo>
                <a:lnTo>
                  <a:pt x="246760" y="82044"/>
                </a:lnTo>
                <a:lnTo>
                  <a:pt x="246693" y="81710"/>
                </a:lnTo>
                <a:lnTo>
                  <a:pt x="246633" y="81367"/>
                </a:lnTo>
                <a:lnTo>
                  <a:pt x="246579" y="81015"/>
                </a:lnTo>
                <a:lnTo>
                  <a:pt x="246531" y="80656"/>
                </a:lnTo>
                <a:lnTo>
                  <a:pt x="246490" y="80288"/>
                </a:lnTo>
                <a:lnTo>
                  <a:pt x="246455" y="79912"/>
                </a:lnTo>
                <a:lnTo>
                  <a:pt x="246427" y="79527"/>
                </a:lnTo>
                <a:lnTo>
                  <a:pt x="246405" y="79135"/>
                </a:lnTo>
                <a:lnTo>
                  <a:pt x="246389" y="78733"/>
                </a:lnTo>
                <a:lnTo>
                  <a:pt x="246379" y="78324"/>
                </a:lnTo>
                <a:lnTo>
                  <a:pt x="246376" y="77906"/>
                </a:lnTo>
                <a:lnTo>
                  <a:pt x="246376" y="46546"/>
                </a:lnTo>
                <a:lnTo>
                  <a:pt x="263250" y="46546"/>
                </a:lnTo>
                <a:lnTo>
                  <a:pt x="263250" y="33047"/>
                </a:lnTo>
                <a:lnTo>
                  <a:pt x="246376" y="33047"/>
                </a:lnTo>
                <a:lnTo>
                  <a:pt x="246376" y="13499"/>
                </a:lnTo>
                <a:lnTo>
                  <a:pt x="229783" y="13499"/>
                </a:lnTo>
                <a:lnTo>
                  <a:pt x="229783" y="33047"/>
                </a:lnTo>
                <a:lnTo>
                  <a:pt x="218391" y="33047"/>
                </a:lnTo>
                <a:lnTo>
                  <a:pt x="218391" y="31500"/>
                </a:lnTo>
                <a:lnTo>
                  <a:pt x="218249" y="31465"/>
                </a:lnTo>
                <a:lnTo>
                  <a:pt x="218105" y="31432"/>
                </a:lnTo>
                <a:lnTo>
                  <a:pt x="217958" y="31401"/>
                </a:lnTo>
                <a:lnTo>
                  <a:pt x="217809" y="31371"/>
                </a:lnTo>
                <a:lnTo>
                  <a:pt x="217657" y="31342"/>
                </a:lnTo>
                <a:lnTo>
                  <a:pt x="217503" y="31315"/>
                </a:lnTo>
                <a:lnTo>
                  <a:pt x="217346" y="31289"/>
                </a:lnTo>
                <a:lnTo>
                  <a:pt x="217187" y="31265"/>
                </a:lnTo>
                <a:lnTo>
                  <a:pt x="217026" y="31242"/>
                </a:lnTo>
                <a:lnTo>
                  <a:pt x="216862" y="31221"/>
                </a:lnTo>
                <a:lnTo>
                  <a:pt x="216696" y="31201"/>
                </a:lnTo>
                <a:lnTo>
                  <a:pt x="216527" y="31183"/>
                </a:lnTo>
                <a:lnTo>
                  <a:pt x="216356" y="31166"/>
                </a:lnTo>
                <a:lnTo>
                  <a:pt x="216182" y="31151"/>
                </a:lnTo>
                <a:lnTo>
                  <a:pt x="216006" y="31137"/>
                </a:lnTo>
                <a:lnTo>
                  <a:pt x="215828" y="31124"/>
                </a:lnTo>
                <a:lnTo>
                  <a:pt x="215647" y="31113"/>
                </a:lnTo>
                <a:lnTo>
                  <a:pt x="215463" y="31104"/>
                </a:lnTo>
                <a:lnTo>
                  <a:pt x="215278" y="31096"/>
                </a:lnTo>
                <a:lnTo>
                  <a:pt x="215089" y="31089"/>
                </a:lnTo>
                <a:lnTo>
                  <a:pt x="214899" y="31084"/>
                </a:lnTo>
                <a:lnTo>
                  <a:pt x="214706" y="31080"/>
                </a:lnTo>
                <a:lnTo>
                  <a:pt x="214510" y="31078"/>
                </a:lnTo>
                <a:lnTo>
                  <a:pt x="214312" y="31077"/>
                </a:lnTo>
                <a:lnTo>
                  <a:pt x="213775" y="31083"/>
                </a:lnTo>
                <a:lnTo>
                  <a:pt x="213243" y="31102"/>
                </a:lnTo>
                <a:lnTo>
                  <a:pt x="212715" y="31133"/>
                </a:lnTo>
                <a:lnTo>
                  <a:pt x="212191" y="31177"/>
                </a:lnTo>
                <a:lnTo>
                  <a:pt x="211672" y="31233"/>
                </a:lnTo>
                <a:lnTo>
                  <a:pt x="211157" y="31301"/>
                </a:lnTo>
                <a:lnTo>
                  <a:pt x="210647" y="31382"/>
                </a:lnTo>
                <a:lnTo>
                  <a:pt x="210141" y="31476"/>
                </a:lnTo>
                <a:lnTo>
                  <a:pt x="209639" y="31582"/>
                </a:lnTo>
                <a:lnTo>
                  <a:pt x="209142" y="31700"/>
                </a:lnTo>
                <a:lnTo>
                  <a:pt x="208649" y="31831"/>
                </a:lnTo>
                <a:lnTo>
                  <a:pt x="208161" y="31974"/>
                </a:lnTo>
                <a:lnTo>
                  <a:pt x="207677" y="32130"/>
                </a:lnTo>
                <a:lnTo>
                  <a:pt x="207197" y="32298"/>
                </a:lnTo>
                <a:lnTo>
                  <a:pt x="206722" y="32479"/>
                </a:lnTo>
                <a:lnTo>
                  <a:pt x="206251" y="32672"/>
                </a:lnTo>
                <a:lnTo>
                  <a:pt x="205784" y="32877"/>
                </a:lnTo>
                <a:lnTo>
                  <a:pt x="205322" y="33095"/>
                </a:lnTo>
                <a:lnTo>
                  <a:pt x="204864" y="33326"/>
                </a:lnTo>
                <a:lnTo>
                  <a:pt x="204411" y="33569"/>
                </a:lnTo>
                <a:lnTo>
                  <a:pt x="203962" y="33824"/>
                </a:lnTo>
                <a:lnTo>
                  <a:pt x="203517" y="34092"/>
                </a:lnTo>
                <a:lnTo>
                  <a:pt x="203077" y="34372"/>
                </a:lnTo>
                <a:lnTo>
                  <a:pt x="202641" y="34665"/>
                </a:lnTo>
                <a:lnTo>
                  <a:pt x="202212" y="34968"/>
                </a:lnTo>
                <a:lnTo>
                  <a:pt x="201791" y="35280"/>
                </a:lnTo>
                <a:lnTo>
                  <a:pt x="201378" y="35600"/>
                </a:lnTo>
                <a:lnTo>
                  <a:pt x="200973" y="35928"/>
                </a:lnTo>
                <a:lnTo>
                  <a:pt x="200577" y="36266"/>
                </a:lnTo>
                <a:lnTo>
                  <a:pt x="200189" y="36612"/>
                </a:lnTo>
                <a:lnTo>
                  <a:pt x="199809" y="36966"/>
                </a:lnTo>
                <a:lnTo>
                  <a:pt x="199438" y="37329"/>
                </a:lnTo>
                <a:lnTo>
                  <a:pt x="199075" y="37700"/>
                </a:lnTo>
                <a:lnTo>
                  <a:pt x="198720" y="38080"/>
                </a:lnTo>
                <a:lnTo>
                  <a:pt x="198373" y="38469"/>
                </a:lnTo>
                <a:lnTo>
                  <a:pt x="198035" y="38866"/>
                </a:lnTo>
                <a:lnTo>
                  <a:pt x="197705" y="39271"/>
                </a:lnTo>
                <a:lnTo>
                  <a:pt x="197384" y="39686"/>
                </a:lnTo>
                <a:lnTo>
                  <a:pt x="197071" y="40108"/>
                </a:lnTo>
                <a:lnTo>
                  <a:pt x="196766" y="40540"/>
                </a:lnTo>
                <a:lnTo>
                  <a:pt x="196469" y="40979"/>
                </a:lnTo>
                <a:lnTo>
                  <a:pt x="196180" y="41428"/>
                </a:lnTo>
                <a:lnTo>
                  <a:pt x="195900" y="41885"/>
                </a:lnTo>
                <a:lnTo>
                  <a:pt x="195629" y="42350"/>
                </a:lnTo>
                <a:lnTo>
                  <a:pt x="195365" y="42824"/>
                </a:lnTo>
                <a:lnTo>
                  <a:pt x="195110" y="43307"/>
                </a:lnTo>
                <a:lnTo>
                  <a:pt x="194863" y="43798"/>
                </a:lnTo>
                <a:lnTo>
                  <a:pt x="194625" y="44297"/>
                </a:lnTo>
                <a:lnTo>
                  <a:pt x="194343" y="44297"/>
                </a:lnTo>
                <a:lnTo>
                  <a:pt x="194343" y="33047"/>
                </a:lnTo>
                <a:lnTo>
                  <a:pt x="178173" y="33047"/>
                </a:lnTo>
                <a:lnTo>
                  <a:pt x="178173" y="100546"/>
                </a:lnTo>
                <a:lnTo>
                  <a:pt x="195047" y="100546"/>
                </a:lnTo>
                <a:lnTo>
                  <a:pt x="195047" y="64405"/>
                </a:lnTo>
                <a:lnTo>
                  <a:pt x="195048" y="64264"/>
                </a:lnTo>
                <a:lnTo>
                  <a:pt x="195050" y="64121"/>
                </a:lnTo>
                <a:lnTo>
                  <a:pt x="195054" y="63977"/>
                </a:lnTo>
                <a:lnTo>
                  <a:pt x="195059" y="63831"/>
                </a:lnTo>
                <a:lnTo>
                  <a:pt x="195066" y="63684"/>
                </a:lnTo>
                <a:lnTo>
                  <a:pt x="195074" y="63536"/>
                </a:lnTo>
                <a:lnTo>
                  <a:pt x="195083" y="63385"/>
                </a:lnTo>
                <a:lnTo>
                  <a:pt x="195094" y="63234"/>
                </a:lnTo>
                <a:lnTo>
                  <a:pt x="195106" y="63081"/>
                </a:lnTo>
                <a:lnTo>
                  <a:pt x="195120" y="62926"/>
                </a:lnTo>
                <a:lnTo>
                  <a:pt x="195136" y="62770"/>
                </a:lnTo>
                <a:lnTo>
                  <a:pt x="195152" y="62613"/>
                </a:lnTo>
                <a:lnTo>
                  <a:pt x="195171" y="62454"/>
                </a:lnTo>
                <a:lnTo>
                  <a:pt x="195190" y="62294"/>
                </a:lnTo>
                <a:lnTo>
                  <a:pt x="195212" y="62132"/>
                </a:lnTo>
                <a:lnTo>
                  <a:pt x="195234" y="61969"/>
                </a:lnTo>
                <a:lnTo>
                  <a:pt x="195258" y="61804"/>
                </a:lnTo>
                <a:lnTo>
                  <a:pt x="195284" y="61638"/>
                </a:lnTo>
                <a:lnTo>
                  <a:pt x="195311" y="61470"/>
                </a:lnTo>
                <a:lnTo>
                  <a:pt x="195339" y="61301"/>
                </a:lnTo>
                <a:lnTo>
                  <a:pt x="195369" y="61130"/>
                </a:lnTo>
                <a:lnTo>
                  <a:pt x="195401" y="60958"/>
                </a:lnTo>
                <a:lnTo>
                  <a:pt x="195434" y="60784"/>
                </a:lnTo>
                <a:lnTo>
                  <a:pt x="195468" y="60609"/>
                </a:lnTo>
                <a:lnTo>
                  <a:pt x="195504" y="60433"/>
                </a:lnTo>
                <a:lnTo>
                  <a:pt x="195544" y="60254"/>
                </a:lnTo>
                <a:lnTo>
                  <a:pt x="195586" y="60074"/>
                </a:lnTo>
                <a:lnTo>
                  <a:pt x="195630" y="59893"/>
                </a:lnTo>
                <a:lnTo>
                  <a:pt x="195677" y="59709"/>
                </a:lnTo>
                <a:lnTo>
                  <a:pt x="195727" y="59524"/>
                </a:lnTo>
                <a:lnTo>
                  <a:pt x="195780" y="59337"/>
                </a:lnTo>
                <a:lnTo>
                  <a:pt x="195835" y="59149"/>
                </a:lnTo>
                <a:lnTo>
                  <a:pt x="195893" y="58958"/>
                </a:lnTo>
                <a:lnTo>
                  <a:pt x="195954" y="58766"/>
                </a:lnTo>
                <a:lnTo>
                  <a:pt x="196018" y="58573"/>
                </a:lnTo>
                <a:lnTo>
                  <a:pt x="196084" y="58377"/>
                </a:lnTo>
                <a:lnTo>
                  <a:pt x="196152" y="58180"/>
                </a:lnTo>
                <a:lnTo>
                  <a:pt x="196224" y="57981"/>
                </a:lnTo>
                <a:lnTo>
                  <a:pt x="196298" y="57781"/>
                </a:lnTo>
                <a:lnTo>
                  <a:pt x="196375" y="57579"/>
                </a:lnTo>
                <a:lnTo>
                  <a:pt x="196454" y="57375"/>
                </a:lnTo>
                <a:lnTo>
                  <a:pt x="196536" y="57169"/>
                </a:lnTo>
                <a:lnTo>
                  <a:pt x="196621" y="56962"/>
                </a:lnTo>
                <a:lnTo>
                  <a:pt x="196709" y="56753"/>
                </a:lnTo>
                <a:lnTo>
                  <a:pt x="196799" y="56542"/>
                </a:lnTo>
                <a:lnTo>
                  <a:pt x="196892" y="56329"/>
                </a:lnTo>
                <a:lnTo>
                  <a:pt x="196987" y="56115"/>
                </a:lnTo>
                <a:lnTo>
                  <a:pt x="197086" y="55899"/>
                </a:lnTo>
                <a:lnTo>
                  <a:pt x="197187" y="55683"/>
                </a:lnTo>
                <a:lnTo>
                  <a:pt x="197290" y="55469"/>
                </a:lnTo>
                <a:lnTo>
                  <a:pt x="197396" y="55256"/>
                </a:lnTo>
                <a:lnTo>
                  <a:pt x="197504" y="55046"/>
                </a:lnTo>
                <a:lnTo>
                  <a:pt x="197614" y="54836"/>
                </a:lnTo>
                <a:lnTo>
                  <a:pt x="197727" y="54629"/>
                </a:lnTo>
                <a:lnTo>
                  <a:pt x="197843" y="54423"/>
                </a:lnTo>
                <a:lnTo>
                  <a:pt x="197961" y="54219"/>
                </a:lnTo>
                <a:lnTo>
                  <a:pt x="198081" y="54017"/>
                </a:lnTo>
                <a:lnTo>
                  <a:pt x="198204" y="53816"/>
                </a:lnTo>
                <a:lnTo>
                  <a:pt x="198329" y="53617"/>
                </a:lnTo>
                <a:lnTo>
                  <a:pt x="198457" y="53420"/>
                </a:lnTo>
                <a:lnTo>
                  <a:pt x="198587" y="53224"/>
                </a:lnTo>
                <a:lnTo>
                  <a:pt x="198720" y="53031"/>
                </a:lnTo>
                <a:lnTo>
                  <a:pt x="198855" y="52839"/>
                </a:lnTo>
                <a:lnTo>
                  <a:pt x="198992" y="52648"/>
                </a:lnTo>
                <a:lnTo>
                  <a:pt x="199132" y="52460"/>
                </a:lnTo>
                <a:lnTo>
                  <a:pt x="199274" y="52273"/>
                </a:lnTo>
                <a:lnTo>
                  <a:pt x="199419" y="52088"/>
                </a:lnTo>
                <a:lnTo>
                  <a:pt x="199567" y="51904"/>
                </a:lnTo>
                <a:lnTo>
                  <a:pt x="199716" y="51722"/>
                </a:lnTo>
                <a:lnTo>
                  <a:pt x="199868" y="51542"/>
                </a:lnTo>
                <a:lnTo>
                  <a:pt x="200023" y="51364"/>
                </a:lnTo>
                <a:lnTo>
                  <a:pt x="200180" y="51187"/>
                </a:lnTo>
                <a:lnTo>
                  <a:pt x="200341" y="51013"/>
                </a:lnTo>
                <a:lnTo>
                  <a:pt x="200507" y="50841"/>
                </a:lnTo>
                <a:lnTo>
                  <a:pt x="200678" y="50671"/>
                </a:lnTo>
                <a:lnTo>
                  <a:pt x="200854" y="50504"/>
                </a:lnTo>
                <a:lnTo>
                  <a:pt x="201035" y="50339"/>
                </a:lnTo>
                <a:lnTo>
                  <a:pt x="201222" y="50177"/>
                </a:lnTo>
                <a:lnTo>
                  <a:pt x="201413" y="50017"/>
                </a:lnTo>
                <a:lnTo>
                  <a:pt x="201610" y="49859"/>
                </a:lnTo>
                <a:lnTo>
                  <a:pt x="201812" y="49704"/>
                </a:lnTo>
                <a:lnTo>
                  <a:pt x="202018" y="49552"/>
                </a:lnTo>
                <a:lnTo>
                  <a:pt x="202230" y="49402"/>
                </a:lnTo>
                <a:lnTo>
                  <a:pt x="202448" y="49254"/>
                </a:lnTo>
                <a:lnTo>
                  <a:pt x="202670" y="49109"/>
                </a:lnTo>
                <a:lnTo>
                  <a:pt x="202897" y="48966"/>
                </a:lnTo>
                <a:lnTo>
                  <a:pt x="203130" y="48826"/>
                </a:lnTo>
                <a:lnTo>
                  <a:pt x="203367" y="48688"/>
                </a:lnTo>
                <a:lnTo>
                  <a:pt x="203610" y="48552"/>
                </a:lnTo>
                <a:lnTo>
                  <a:pt x="203858" y="48419"/>
                </a:lnTo>
                <a:lnTo>
                  <a:pt x="204111" y="48289"/>
                </a:lnTo>
                <a:lnTo>
                  <a:pt x="204369" y="48161"/>
                </a:lnTo>
                <a:lnTo>
                  <a:pt x="204632" y="48035"/>
                </a:lnTo>
                <a:lnTo>
                  <a:pt x="204900" y="47912"/>
                </a:lnTo>
                <a:lnTo>
                  <a:pt x="205174" y="47791"/>
                </a:lnTo>
                <a:lnTo>
                  <a:pt x="205452" y="47673"/>
                </a:lnTo>
                <a:lnTo>
                  <a:pt x="205735" y="47558"/>
                </a:lnTo>
                <a:lnTo>
                  <a:pt x="206022" y="47448"/>
                </a:lnTo>
                <a:lnTo>
                  <a:pt x="206311" y="47343"/>
                </a:lnTo>
                <a:lnTo>
                  <a:pt x="206605" y="47242"/>
                </a:lnTo>
                <a:lnTo>
                  <a:pt x="206901" y="47147"/>
                </a:lnTo>
                <a:lnTo>
                  <a:pt x="207201" y="47057"/>
                </a:lnTo>
                <a:lnTo>
                  <a:pt x="207505" y="46971"/>
                </a:lnTo>
                <a:lnTo>
                  <a:pt x="207812" y="46891"/>
                </a:lnTo>
                <a:lnTo>
                  <a:pt x="208122" y="46815"/>
                </a:lnTo>
                <a:lnTo>
                  <a:pt x="208436" y="46744"/>
                </a:lnTo>
                <a:lnTo>
                  <a:pt x="208753" y="46678"/>
                </a:lnTo>
                <a:lnTo>
                  <a:pt x="209074" y="46617"/>
                </a:lnTo>
                <a:lnTo>
                  <a:pt x="209398" y="46561"/>
                </a:lnTo>
                <a:lnTo>
                  <a:pt x="209725" y="46509"/>
                </a:lnTo>
                <a:lnTo>
                  <a:pt x="210056" y="46463"/>
                </a:lnTo>
                <a:lnTo>
                  <a:pt x="210390" y="46421"/>
                </a:lnTo>
                <a:lnTo>
                  <a:pt x="210728" y="46385"/>
                </a:lnTo>
                <a:lnTo>
                  <a:pt x="211069" y="46353"/>
                </a:lnTo>
                <a:lnTo>
                  <a:pt x="211414" y="46326"/>
                </a:lnTo>
                <a:lnTo>
                  <a:pt x="211762" y="46304"/>
                </a:lnTo>
                <a:lnTo>
                  <a:pt x="212113" y="46287"/>
                </a:lnTo>
                <a:lnTo>
                  <a:pt x="212468" y="46275"/>
                </a:lnTo>
                <a:lnTo>
                  <a:pt x="212826" y="46267"/>
                </a:lnTo>
                <a:lnTo>
                  <a:pt x="213188" y="46265"/>
                </a:lnTo>
                <a:lnTo>
                  <a:pt x="213388" y="46266"/>
                </a:lnTo>
                <a:lnTo>
                  <a:pt x="213589" y="46270"/>
                </a:lnTo>
                <a:lnTo>
                  <a:pt x="213792" y="46276"/>
                </a:lnTo>
                <a:lnTo>
                  <a:pt x="213996" y="46284"/>
                </a:lnTo>
                <a:lnTo>
                  <a:pt x="214202" y="46295"/>
                </a:lnTo>
                <a:lnTo>
                  <a:pt x="214409" y="46309"/>
                </a:lnTo>
                <a:lnTo>
                  <a:pt x="214618" y="46325"/>
                </a:lnTo>
                <a:lnTo>
                  <a:pt x="214828" y="46343"/>
                </a:lnTo>
                <a:lnTo>
                  <a:pt x="215040" y="46364"/>
                </a:lnTo>
                <a:lnTo>
                  <a:pt x="215253" y="46387"/>
                </a:lnTo>
                <a:lnTo>
                  <a:pt x="215468" y="46413"/>
                </a:lnTo>
                <a:lnTo>
                  <a:pt x="215684" y="46441"/>
                </a:lnTo>
                <a:lnTo>
                  <a:pt x="215901" y="46471"/>
                </a:lnTo>
                <a:lnTo>
                  <a:pt x="216120" y="46504"/>
                </a:lnTo>
                <a:lnTo>
                  <a:pt x="216341" y="46540"/>
                </a:lnTo>
                <a:lnTo>
                  <a:pt x="216563" y="46578"/>
                </a:lnTo>
                <a:lnTo>
                  <a:pt x="216786" y="46618"/>
                </a:lnTo>
                <a:lnTo>
                  <a:pt x="217011" y="46661"/>
                </a:lnTo>
                <a:lnTo>
                  <a:pt x="217237" y="46706"/>
                </a:lnTo>
                <a:lnTo>
                  <a:pt x="217465" y="46754"/>
                </a:lnTo>
                <a:lnTo>
                  <a:pt x="217695" y="46804"/>
                </a:lnTo>
                <a:lnTo>
                  <a:pt x="217925" y="46856"/>
                </a:lnTo>
                <a:lnTo>
                  <a:pt x="218158" y="46911"/>
                </a:lnTo>
                <a:lnTo>
                  <a:pt x="218391" y="46969"/>
                </a:lnTo>
                <a:lnTo>
                  <a:pt x="218391" y="46546"/>
                </a:lnTo>
                <a:lnTo>
                  <a:pt x="229783" y="46546"/>
                </a:lnTo>
                <a:lnTo>
                  <a:pt x="229783" y="78046"/>
                </a:lnTo>
                <a:lnTo>
                  <a:pt x="229791" y="78964"/>
                </a:lnTo>
                <a:close/>
                <a:moveTo>
                  <a:pt x="275768" y="33047"/>
                </a:moveTo>
                <a:lnTo>
                  <a:pt x="275768" y="100546"/>
                </a:lnTo>
                <a:lnTo>
                  <a:pt x="292642" y="100546"/>
                </a:lnTo>
                <a:lnTo>
                  <a:pt x="292642" y="33047"/>
                </a:lnTo>
                <a:lnTo>
                  <a:pt x="275768" y="33047"/>
                </a:lnTo>
                <a:close/>
                <a:moveTo>
                  <a:pt x="161719" y="63341"/>
                </a:moveTo>
                <a:lnTo>
                  <a:pt x="161609" y="61965"/>
                </a:lnTo>
                <a:lnTo>
                  <a:pt x="161469" y="60618"/>
                </a:lnTo>
                <a:lnTo>
                  <a:pt x="161297" y="59300"/>
                </a:lnTo>
                <a:lnTo>
                  <a:pt x="161093" y="58010"/>
                </a:lnTo>
                <a:lnTo>
                  <a:pt x="160859" y="56750"/>
                </a:lnTo>
                <a:lnTo>
                  <a:pt x="160593" y="55518"/>
                </a:lnTo>
                <a:lnTo>
                  <a:pt x="160296" y="54315"/>
                </a:lnTo>
                <a:lnTo>
                  <a:pt x="159968" y="53141"/>
                </a:lnTo>
                <a:lnTo>
                  <a:pt x="159609" y="51996"/>
                </a:lnTo>
                <a:lnTo>
                  <a:pt x="159218" y="50879"/>
                </a:lnTo>
                <a:lnTo>
                  <a:pt x="158796" y="49792"/>
                </a:lnTo>
                <a:lnTo>
                  <a:pt x="158343" y="48733"/>
                </a:lnTo>
                <a:lnTo>
                  <a:pt x="157859" y="47703"/>
                </a:lnTo>
                <a:lnTo>
                  <a:pt x="157343" y="46701"/>
                </a:lnTo>
                <a:lnTo>
                  <a:pt x="156796" y="45729"/>
                </a:lnTo>
                <a:lnTo>
                  <a:pt x="156218" y="44785"/>
                </a:lnTo>
                <a:lnTo>
                  <a:pt x="155608" y="43870"/>
                </a:lnTo>
                <a:lnTo>
                  <a:pt x="154967" y="42984"/>
                </a:lnTo>
                <a:lnTo>
                  <a:pt x="154295" y="42127"/>
                </a:lnTo>
                <a:lnTo>
                  <a:pt x="153592" y="41299"/>
                </a:lnTo>
                <a:lnTo>
                  <a:pt x="152858" y="40499"/>
                </a:lnTo>
                <a:lnTo>
                  <a:pt x="152098" y="39730"/>
                </a:lnTo>
                <a:lnTo>
                  <a:pt x="151319" y="38994"/>
                </a:lnTo>
                <a:lnTo>
                  <a:pt x="150520" y="38291"/>
                </a:lnTo>
                <a:lnTo>
                  <a:pt x="149702" y="37620"/>
                </a:lnTo>
                <a:lnTo>
                  <a:pt x="148864" y="36982"/>
                </a:lnTo>
                <a:lnTo>
                  <a:pt x="148006" y="36377"/>
                </a:lnTo>
                <a:lnTo>
                  <a:pt x="147130" y="35805"/>
                </a:lnTo>
                <a:lnTo>
                  <a:pt x="146233" y="35265"/>
                </a:lnTo>
                <a:lnTo>
                  <a:pt x="145317" y="34758"/>
                </a:lnTo>
                <a:lnTo>
                  <a:pt x="144382" y="34283"/>
                </a:lnTo>
                <a:lnTo>
                  <a:pt x="143427" y="33842"/>
                </a:lnTo>
                <a:lnTo>
                  <a:pt x="142452" y="33433"/>
                </a:lnTo>
                <a:lnTo>
                  <a:pt x="141458" y="33056"/>
                </a:lnTo>
                <a:lnTo>
                  <a:pt x="140445" y="32713"/>
                </a:lnTo>
                <a:lnTo>
                  <a:pt x="139412" y="32402"/>
                </a:lnTo>
                <a:lnTo>
                  <a:pt x="138359" y="32124"/>
                </a:lnTo>
                <a:lnTo>
                  <a:pt x="137287" y="31879"/>
                </a:lnTo>
                <a:lnTo>
                  <a:pt x="136195" y="31666"/>
                </a:lnTo>
                <a:lnTo>
                  <a:pt x="135084" y="31486"/>
                </a:lnTo>
                <a:lnTo>
                  <a:pt x="133953" y="31339"/>
                </a:lnTo>
                <a:lnTo>
                  <a:pt x="132803" y="31224"/>
                </a:lnTo>
                <a:lnTo>
                  <a:pt x="131633" y="31143"/>
                </a:lnTo>
                <a:lnTo>
                  <a:pt x="130444" y="31094"/>
                </a:lnTo>
                <a:lnTo>
                  <a:pt x="129235" y="31077"/>
                </a:lnTo>
                <a:lnTo>
                  <a:pt x="127955" y="31094"/>
                </a:lnTo>
                <a:lnTo>
                  <a:pt x="126694" y="31147"/>
                </a:lnTo>
                <a:lnTo>
                  <a:pt x="125451" y="31233"/>
                </a:lnTo>
                <a:lnTo>
                  <a:pt x="124227" y="31355"/>
                </a:lnTo>
                <a:lnTo>
                  <a:pt x="123021" y="31511"/>
                </a:lnTo>
                <a:lnTo>
                  <a:pt x="121834" y="31701"/>
                </a:lnTo>
                <a:lnTo>
                  <a:pt x="120666" y="31927"/>
                </a:lnTo>
                <a:lnTo>
                  <a:pt x="119516" y="32187"/>
                </a:lnTo>
                <a:lnTo>
                  <a:pt x="118384" y="32481"/>
                </a:lnTo>
                <a:lnTo>
                  <a:pt x="117272" y="32811"/>
                </a:lnTo>
                <a:lnTo>
                  <a:pt x="116177" y="33175"/>
                </a:lnTo>
                <a:lnTo>
                  <a:pt x="115102" y="33573"/>
                </a:lnTo>
                <a:lnTo>
                  <a:pt x="114044" y="34007"/>
                </a:lnTo>
                <a:lnTo>
                  <a:pt x="113006" y="34475"/>
                </a:lnTo>
                <a:lnTo>
                  <a:pt x="111986" y="34977"/>
                </a:lnTo>
                <a:lnTo>
                  <a:pt x="110984" y="35515"/>
                </a:lnTo>
                <a:lnTo>
                  <a:pt x="110001" y="36087"/>
                </a:lnTo>
                <a:lnTo>
                  <a:pt x="109037" y="36693"/>
                </a:lnTo>
                <a:lnTo>
                  <a:pt x="108091" y="37335"/>
                </a:lnTo>
                <a:lnTo>
                  <a:pt x="107164" y="38011"/>
                </a:lnTo>
                <a:lnTo>
                  <a:pt x="106255" y="38721"/>
                </a:lnTo>
                <a:lnTo>
                  <a:pt x="105365" y="39467"/>
                </a:lnTo>
                <a:lnTo>
                  <a:pt x="104493" y="40247"/>
                </a:lnTo>
                <a:lnTo>
                  <a:pt x="103640" y="41061"/>
                </a:lnTo>
                <a:lnTo>
                  <a:pt x="102814" y="41904"/>
                </a:lnTo>
                <a:lnTo>
                  <a:pt x="102023" y="42768"/>
                </a:lnTo>
                <a:lnTo>
                  <a:pt x="101267" y="43654"/>
                </a:lnTo>
                <a:lnTo>
                  <a:pt x="100547" y="44561"/>
                </a:lnTo>
                <a:lnTo>
                  <a:pt x="99861" y="45490"/>
                </a:lnTo>
                <a:lnTo>
                  <a:pt x="99211" y="46440"/>
                </a:lnTo>
                <a:lnTo>
                  <a:pt x="98596" y="47412"/>
                </a:lnTo>
                <a:lnTo>
                  <a:pt x="98016" y="48405"/>
                </a:lnTo>
                <a:lnTo>
                  <a:pt x="97471" y="49420"/>
                </a:lnTo>
                <a:lnTo>
                  <a:pt x="96961" y="50456"/>
                </a:lnTo>
                <a:lnTo>
                  <a:pt x="96486" y="51514"/>
                </a:lnTo>
                <a:lnTo>
                  <a:pt x="96047" y="52593"/>
                </a:lnTo>
                <a:lnTo>
                  <a:pt x="95643" y="53693"/>
                </a:lnTo>
                <a:lnTo>
                  <a:pt x="95274" y="54816"/>
                </a:lnTo>
                <a:lnTo>
                  <a:pt x="94940" y="55959"/>
                </a:lnTo>
                <a:lnTo>
                  <a:pt x="94641" y="57124"/>
                </a:lnTo>
                <a:lnTo>
                  <a:pt x="94377" y="58311"/>
                </a:lnTo>
                <a:lnTo>
                  <a:pt x="94149" y="59519"/>
                </a:lnTo>
                <a:lnTo>
                  <a:pt x="93955" y="60748"/>
                </a:lnTo>
                <a:lnTo>
                  <a:pt x="93797" y="61999"/>
                </a:lnTo>
                <a:lnTo>
                  <a:pt x="93674" y="63272"/>
                </a:lnTo>
                <a:lnTo>
                  <a:pt x="93586" y="64566"/>
                </a:lnTo>
                <a:lnTo>
                  <a:pt x="93534" y="65881"/>
                </a:lnTo>
                <a:lnTo>
                  <a:pt x="93516" y="67218"/>
                </a:lnTo>
                <a:lnTo>
                  <a:pt x="93534" y="68555"/>
                </a:lnTo>
                <a:lnTo>
                  <a:pt x="93587" y="69868"/>
                </a:lnTo>
                <a:lnTo>
                  <a:pt x="93675" y="71158"/>
                </a:lnTo>
                <a:lnTo>
                  <a:pt x="93799" y="72426"/>
                </a:lnTo>
                <a:lnTo>
                  <a:pt x="93959" y="73670"/>
                </a:lnTo>
                <a:lnTo>
                  <a:pt x="94153" y="74892"/>
                </a:lnTo>
                <a:lnTo>
                  <a:pt x="94383" y="76090"/>
                </a:lnTo>
                <a:lnTo>
                  <a:pt x="94649" y="77266"/>
                </a:lnTo>
                <a:lnTo>
                  <a:pt x="94950" y="78418"/>
                </a:lnTo>
                <a:lnTo>
                  <a:pt x="95286" y="79548"/>
                </a:lnTo>
                <a:lnTo>
                  <a:pt x="95658" y="80655"/>
                </a:lnTo>
                <a:lnTo>
                  <a:pt x="96065" y="81739"/>
                </a:lnTo>
                <a:lnTo>
                  <a:pt x="96507" y="82800"/>
                </a:lnTo>
                <a:lnTo>
                  <a:pt x="96985" y="83838"/>
                </a:lnTo>
                <a:lnTo>
                  <a:pt x="97498" y="84853"/>
                </a:lnTo>
                <a:lnTo>
                  <a:pt x="98047" y="85845"/>
                </a:lnTo>
                <a:lnTo>
                  <a:pt x="98631" y="86814"/>
                </a:lnTo>
                <a:lnTo>
                  <a:pt x="99251" y="87760"/>
                </a:lnTo>
                <a:lnTo>
                  <a:pt x="99905" y="88683"/>
                </a:lnTo>
                <a:lnTo>
                  <a:pt x="100596" y="89583"/>
                </a:lnTo>
                <a:lnTo>
                  <a:pt x="101321" y="90461"/>
                </a:lnTo>
                <a:lnTo>
                  <a:pt x="102082" y="91315"/>
                </a:lnTo>
                <a:lnTo>
                  <a:pt x="102879" y="92146"/>
                </a:lnTo>
                <a:lnTo>
                  <a:pt x="103711" y="92955"/>
                </a:lnTo>
                <a:lnTo>
                  <a:pt x="104570" y="93735"/>
                </a:lnTo>
                <a:lnTo>
                  <a:pt x="105449" y="94482"/>
                </a:lnTo>
                <a:lnTo>
                  <a:pt x="106348" y="95196"/>
                </a:lnTo>
                <a:lnTo>
                  <a:pt x="107267" y="95876"/>
                </a:lnTo>
                <a:lnTo>
                  <a:pt x="108206" y="96524"/>
                </a:lnTo>
                <a:lnTo>
                  <a:pt x="109164" y="97138"/>
                </a:lnTo>
                <a:lnTo>
                  <a:pt x="110142" y="97719"/>
                </a:lnTo>
                <a:lnTo>
                  <a:pt x="111140" y="98267"/>
                </a:lnTo>
                <a:lnTo>
                  <a:pt x="112158" y="98781"/>
                </a:lnTo>
                <a:lnTo>
                  <a:pt x="113195" y="99263"/>
                </a:lnTo>
                <a:lnTo>
                  <a:pt x="114253" y="99711"/>
                </a:lnTo>
                <a:lnTo>
                  <a:pt x="115330" y="100126"/>
                </a:lnTo>
                <a:lnTo>
                  <a:pt x="116426" y="100508"/>
                </a:lnTo>
                <a:lnTo>
                  <a:pt x="117543" y="100856"/>
                </a:lnTo>
                <a:lnTo>
                  <a:pt x="118679" y="101172"/>
                </a:lnTo>
                <a:lnTo>
                  <a:pt x="119836" y="101454"/>
                </a:lnTo>
                <a:lnTo>
                  <a:pt x="121011" y="101703"/>
                </a:lnTo>
                <a:lnTo>
                  <a:pt x="122207" y="101919"/>
                </a:lnTo>
                <a:lnTo>
                  <a:pt x="123423" y="102101"/>
                </a:lnTo>
                <a:lnTo>
                  <a:pt x="124658" y="102251"/>
                </a:lnTo>
                <a:lnTo>
                  <a:pt x="125913" y="102367"/>
                </a:lnTo>
                <a:lnTo>
                  <a:pt x="127188" y="102450"/>
                </a:lnTo>
                <a:lnTo>
                  <a:pt x="128483" y="102500"/>
                </a:lnTo>
                <a:lnTo>
                  <a:pt x="129797" y="102516"/>
                </a:lnTo>
                <a:lnTo>
                  <a:pt x="131363" y="102493"/>
                </a:lnTo>
                <a:lnTo>
                  <a:pt x="132898" y="102422"/>
                </a:lnTo>
                <a:lnTo>
                  <a:pt x="134402" y="102305"/>
                </a:lnTo>
                <a:lnTo>
                  <a:pt x="135875" y="102141"/>
                </a:lnTo>
                <a:lnTo>
                  <a:pt x="137316" y="101930"/>
                </a:lnTo>
                <a:lnTo>
                  <a:pt x="138726" y="101672"/>
                </a:lnTo>
                <a:lnTo>
                  <a:pt x="140105" y="101368"/>
                </a:lnTo>
                <a:lnTo>
                  <a:pt x="141453" y="101016"/>
                </a:lnTo>
                <a:lnTo>
                  <a:pt x="142769" y="100618"/>
                </a:lnTo>
                <a:lnTo>
                  <a:pt x="144054" y="100172"/>
                </a:lnTo>
                <a:lnTo>
                  <a:pt x="145308" y="99680"/>
                </a:lnTo>
                <a:lnTo>
                  <a:pt x="146531" y="99141"/>
                </a:lnTo>
                <a:lnTo>
                  <a:pt x="147722" y="98555"/>
                </a:lnTo>
                <a:lnTo>
                  <a:pt x="148882" y="97922"/>
                </a:lnTo>
                <a:lnTo>
                  <a:pt x="150011" y="97242"/>
                </a:lnTo>
                <a:lnTo>
                  <a:pt x="151109" y="96516"/>
                </a:lnTo>
                <a:lnTo>
                  <a:pt x="152175" y="95742"/>
                </a:lnTo>
                <a:lnTo>
                  <a:pt x="153210" y="94922"/>
                </a:lnTo>
                <a:lnTo>
                  <a:pt x="154214" y="94055"/>
                </a:lnTo>
                <a:lnTo>
                  <a:pt x="155187" y="93140"/>
                </a:lnTo>
                <a:lnTo>
                  <a:pt x="156128" y="92179"/>
                </a:lnTo>
                <a:lnTo>
                  <a:pt x="157038" y="91171"/>
                </a:lnTo>
                <a:lnTo>
                  <a:pt x="157917" y="90117"/>
                </a:lnTo>
                <a:lnTo>
                  <a:pt x="158765" y="89015"/>
                </a:lnTo>
                <a:lnTo>
                  <a:pt x="147515" y="80016"/>
                </a:lnTo>
                <a:lnTo>
                  <a:pt x="146990" y="80727"/>
                </a:lnTo>
                <a:lnTo>
                  <a:pt x="146446" y="81408"/>
                </a:lnTo>
                <a:lnTo>
                  <a:pt x="145882" y="82059"/>
                </a:lnTo>
                <a:lnTo>
                  <a:pt x="145300" y="82680"/>
                </a:lnTo>
                <a:lnTo>
                  <a:pt x="144699" y="83270"/>
                </a:lnTo>
                <a:lnTo>
                  <a:pt x="144079" y="83830"/>
                </a:lnTo>
                <a:lnTo>
                  <a:pt x="143439" y="84360"/>
                </a:lnTo>
                <a:lnTo>
                  <a:pt x="142781" y="84859"/>
                </a:lnTo>
                <a:lnTo>
                  <a:pt x="142103" y="85328"/>
                </a:lnTo>
                <a:lnTo>
                  <a:pt x="141407" y="85767"/>
                </a:lnTo>
                <a:lnTo>
                  <a:pt x="140691" y="86176"/>
                </a:lnTo>
                <a:lnTo>
                  <a:pt x="139957" y="86554"/>
                </a:lnTo>
                <a:lnTo>
                  <a:pt x="139203" y="86903"/>
                </a:lnTo>
                <a:lnTo>
                  <a:pt x="138430" y="87220"/>
                </a:lnTo>
                <a:lnTo>
                  <a:pt x="137639" y="87508"/>
                </a:lnTo>
                <a:lnTo>
                  <a:pt x="136828" y="87765"/>
                </a:lnTo>
                <a:lnTo>
                  <a:pt x="135998" y="87992"/>
                </a:lnTo>
                <a:lnTo>
                  <a:pt x="135149" y="88189"/>
                </a:lnTo>
                <a:lnTo>
                  <a:pt x="134281" y="88356"/>
                </a:lnTo>
                <a:lnTo>
                  <a:pt x="133394" y="88492"/>
                </a:lnTo>
                <a:lnTo>
                  <a:pt x="132488" y="88598"/>
                </a:lnTo>
                <a:lnTo>
                  <a:pt x="131563" y="88673"/>
                </a:lnTo>
                <a:lnTo>
                  <a:pt x="130619" y="88719"/>
                </a:lnTo>
                <a:lnTo>
                  <a:pt x="129655" y="88734"/>
                </a:lnTo>
                <a:lnTo>
                  <a:pt x="129037" y="88726"/>
                </a:lnTo>
                <a:lnTo>
                  <a:pt x="128426" y="88701"/>
                </a:lnTo>
                <a:lnTo>
                  <a:pt x="127821" y="88659"/>
                </a:lnTo>
                <a:lnTo>
                  <a:pt x="127222" y="88601"/>
                </a:lnTo>
                <a:lnTo>
                  <a:pt x="126629" y="88526"/>
                </a:lnTo>
                <a:lnTo>
                  <a:pt x="126043" y="88435"/>
                </a:lnTo>
                <a:lnTo>
                  <a:pt x="125464" y="88327"/>
                </a:lnTo>
                <a:lnTo>
                  <a:pt x="124890" y="88203"/>
                </a:lnTo>
                <a:lnTo>
                  <a:pt x="124323" y="88062"/>
                </a:lnTo>
                <a:lnTo>
                  <a:pt x="123762" y="87904"/>
                </a:lnTo>
                <a:lnTo>
                  <a:pt x="123208" y="87730"/>
                </a:lnTo>
                <a:lnTo>
                  <a:pt x="122660" y="87539"/>
                </a:lnTo>
                <a:lnTo>
                  <a:pt x="122118" y="87331"/>
                </a:lnTo>
                <a:lnTo>
                  <a:pt x="121582" y="87107"/>
                </a:lnTo>
                <a:lnTo>
                  <a:pt x="121053" y="86866"/>
                </a:lnTo>
                <a:lnTo>
                  <a:pt x="120531" y="86609"/>
                </a:lnTo>
                <a:lnTo>
                  <a:pt x="120014" y="86335"/>
                </a:lnTo>
                <a:lnTo>
                  <a:pt x="119504" y="86045"/>
                </a:lnTo>
                <a:lnTo>
                  <a:pt x="119000" y="85738"/>
                </a:lnTo>
                <a:lnTo>
                  <a:pt x="118503" y="85414"/>
                </a:lnTo>
                <a:lnTo>
                  <a:pt x="118012" y="85074"/>
                </a:lnTo>
                <a:lnTo>
                  <a:pt x="117527" y="84717"/>
                </a:lnTo>
                <a:lnTo>
                  <a:pt x="117049" y="84343"/>
                </a:lnTo>
                <a:lnTo>
                  <a:pt x="116577" y="83953"/>
                </a:lnTo>
                <a:lnTo>
                  <a:pt x="116117" y="83551"/>
                </a:lnTo>
                <a:lnTo>
                  <a:pt x="115675" y="83141"/>
                </a:lnTo>
                <a:lnTo>
                  <a:pt x="115250" y="82723"/>
                </a:lnTo>
                <a:lnTo>
                  <a:pt x="114843" y="82297"/>
                </a:lnTo>
                <a:lnTo>
                  <a:pt x="114453" y="81864"/>
                </a:lnTo>
                <a:lnTo>
                  <a:pt x="114081" y="81422"/>
                </a:lnTo>
                <a:lnTo>
                  <a:pt x="113727" y="80973"/>
                </a:lnTo>
                <a:lnTo>
                  <a:pt x="113390" y="80516"/>
                </a:lnTo>
                <a:lnTo>
                  <a:pt x="113071" y="80051"/>
                </a:lnTo>
                <a:lnTo>
                  <a:pt x="112769" y="79578"/>
                </a:lnTo>
                <a:lnTo>
                  <a:pt x="112485" y="79098"/>
                </a:lnTo>
                <a:lnTo>
                  <a:pt x="112218" y="78610"/>
                </a:lnTo>
                <a:lnTo>
                  <a:pt x="111969" y="78114"/>
                </a:lnTo>
                <a:lnTo>
                  <a:pt x="111738" y="77610"/>
                </a:lnTo>
                <a:lnTo>
                  <a:pt x="111524" y="77098"/>
                </a:lnTo>
                <a:lnTo>
                  <a:pt x="111328" y="76578"/>
                </a:lnTo>
                <a:lnTo>
                  <a:pt x="111149" y="76051"/>
                </a:lnTo>
                <a:lnTo>
                  <a:pt x="110988" y="75516"/>
                </a:lnTo>
                <a:lnTo>
                  <a:pt x="110844" y="74973"/>
                </a:lnTo>
                <a:lnTo>
                  <a:pt x="110719" y="74422"/>
                </a:lnTo>
                <a:lnTo>
                  <a:pt x="110610" y="73863"/>
                </a:lnTo>
                <a:lnTo>
                  <a:pt x="110519" y="73297"/>
                </a:lnTo>
                <a:lnTo>
                  <a:pt x="110446" y="72723"/>
                </a:lnTo>
                <a:lnTo>
                  <a:pt x="110391" y="72141"/>
                </a:lnTo>
                <a:lnTo>
                  <a:pt x="161720" y="72141"/>
                </a:lnTo>
                <a:lnTo>
                  <a:pt x="161731" y="72009"/>
                </a:lnTo>
                <a:lnTo>
                  <a:pt x="161742" y="71873"/>
                </a:lnTo>
                <a:lnTo>
                  <a:pt x="161752" y="71732"/>
                </a:lnTo>
                <a:lnTo>
                  <a:pt x="161762" y="71586"/>
                </a:lnTo>
                <a:lnTo>
                  <a:pt x="161772" y="71435"/>
                </a:lnTo>
                <a:lnTo>
                  <a:pt x="161781" y="71279"/>
                </a:lnTo>
                <a:lnTo>
                  <a:pt x="161789" y="71119"/>
                </a:lnTo>
                <a:lnTo>
                  <a:pt x="161797" y="70953"/>
                </a:lnTo>
                <a:lnTo>
                  <a:pt x="161805" y="70783"/>
                </a:lnTo>
                <a:lnTo>
                  <a:pt x="161812" y="70607"/>
                </a:lnTo>
                <a:lnTo>
                  <a:pt x="161818" y="70427"/>
                </a:lnTo>
                <a:lnTo>
                  <a:pt x="161824" y="70242"/>
                </a:lnTo>
                <a:lnTo>
                  <a:pt x="161830" y="70052"/>
                </a:lnTo>
                <a:lnTo>
                  <a:pt x="161835" y="69858"/>
                </a:lnTo>
                <a:lnTo>
                  <a:pt x="161840" y="69658"/>
                </a:lnTo>
                <a:lnTo>
                  <a:pt x="161844" y="69453"/>
                </a:lnTo>
                <a:lnTo>
                  <a:pt x="161847" y="69244"/>
                </a:lnTo>
                <a:lnTo>
                  <a:pt x="161851" y="69030"/>
                </a:lnTo>
                <a:lnTo>
                  <a:pt x="161853" y="68810"/>
                </a:lnTo>
                <a:lnTo>
                  <a:pt x="161855" y="68586"/>
                </a:lnTo>
                <a:lnTo>
                  <a:pt x="161857" y="68357"/>
                </a:lnTo>
                <a:lnTo>
                  <a:pt x="161858" y="68123"/>
                </a:lnTo>
                <a:lnTo>
                  <a:pt x="161859" y="67885"/>
                </a:lnTo>
                <a:lnTo>
                  <a:pt x="161859" y="67641"/>
                </a:lnTo>
                <a:lnTo>
                  <a:pt x="161844" y="66179"/>
                </a:lnTo>
                <a:lnTo>
                  <a:pt x="161797" y="64745"/>
                </a:lnTo>
                <a:lnTo>
                  <a:pt x="161719" y="63341"/>
                </a:lnTo>
                <a:close/>
                <a:moveTo>
                  <a:pt x="110606" y="58327"/>
                </a:moveTo>
                <a:lnTo>
                  <a:pt x="110711" y="57770"/>
                </a:lnTo>
                <a:lnTo>
                  <a:pt x="110832" y="57221"/>
                </a:lnTo>
                <a:lnTo>
                  <a:pt x="110970" y="56681"/>
                </a:lnTo>
                <a:lnTo>
                  <a:pt x="111125" y="56149"/>
                </a:lnTo>
                <a:lnTo>
                  <a:pt x="111297" y="55625"/>
                </a:lnTo>
                <a:lnTo>
                  <a:pt x="111484" y="55110"/>
                </a:lnTo>
                <a:lnTo>
                  <a:pt x="111689" y="54602"/>
                </a:lnTo>
                <a:lnTo>
                  <a:pt x="111910" y="54104"/>
                </a:lnTo>
                <a:lnTo>
                  <a:pt x="112148" y="53613"/>
                </a:lnTo>
                <a:lnTo>
                  <a:pt x="112402" y="53131"/>
                </a:lnTo>
                <a:lnTo>
                  <a:pt x="112673" y="52657"/>
                </a:lnTo>
                <a:lnTo>
                  <a:pt x="112961" y="52191"/>
                </a:lnTo>
                <a:lnTo>
                  <a:pt x="113265" y="51734"/>
                </a:lnTo>
                <a:lnTo>
                  <a:pt x="113586" y="51285"/>
                </a:lnTo>
                <a:lnTo>
                  <a:pt x="113923" y="50844"/>
                </a:lnTo>
                <a:lnTo>
                  <a:pt x="114277" y="50412"/>
                </a:lnTo>
                <a:lnTo>
                  <a:pt x="114648" y="49988"/>
                </a:lnTo>
                <a:lnTo>
                  <a:pt x="115035" y="49572"/>
                </a:lnTo>
                <a:lnTo>
                  <a:pt x="115438" y="49164"/>
                </a:lnTo>
                <a:lnTo>
                  <a:pt x="115859" y="48765"/>
                </a:lnTo>
                <a:lnTo>
                  <a:pt x="116296" y="48374"/>
                </a:lnTo>
                <a:lnTo>
                  <a:pt x="116745" y="47995"/>
                </a:lnTo>
                <a:lnTo>
                  <a:pt x="117201" y="47633"/>
                </a:lnTo>
                <a:lnTo>
                  <a:pt x="117665" y="47286"/>
                </a:lnTo>
                <a:lnTo>
                  <a:pt x="118136" y="46956"/>
                </a:lnTo>
                <a:lnTo>
                  <a:pt x="118614" y="46642"/>
                </a:lnTo>
                <a:lnTo>
                  <a:pt x="119100" y="46344"/>
                </a:lnTo>
                <a:lnTo>
                  <a:pt x="119593" y="46062"/>
                </a:lnTo>
                <a:lnTo>
                  <a:pt x="120093" y="45796"/>
                </a:lnTo>
                <a:lnTo>
                  <a:pt x="120601" y="45546"/>
                </a:lnTo>
                <a:lnTo>
                  <a:pt x="121116" y="45312"/>
                </a:lnTo>
                <a:lnTo>
                  <a:pt x="121638" y="45095"/>
                </a:lnTo>
                <a:lnTo>
                  <a:pt x="122168" y="44893"/>
                </a:lnTo>
                <a:lnTo>
                  <a:pt x="122705" y="44708"/>
                </a:lnTo>
                <a:lnTo>
                  <a:pt x="123249" y="44539"/>
                </a:lnTo>
                <a:lnTo>
                  <a:pt x="123800" y="44386"/>
                </a:lnTo>
                <a:lnTo>
                  <a:pt x="124359" y="44249"/>
                </a:lnTo>
                <a:lnTo>
                  <a:pt x="124925" y="44128"/>
                </a:lnTo>
                <a:lnTo>
                  <a:pt x="125499" y="44023"/>
                </a:lnTo>
                <a:lnTo>
                  <a:pt x="126079" y="43934"/>
                </a:lnTo>
                <a:lnTo>
                  <a:pt x="126668" y="43862"/>
                </a:lnTo>
                <a:lnTo>
                  <a:pt x="127263" y="43805"/>
                </a:lnTo>
                <a:lnTo>
                  <a:pt x="127866" y="43765"/>
                </a:lnTo>
                <a:lnTo>
                  <a:pt x="128476" y="43741"/>
                </a:lnTo>
                <a:lnTo>
                  <a:pt x="129093" y="43733"/>
                </a:lnTo>
                <a:lnTo>
                  <a:pt x="129731" y="43741"/>
                </a:lnTo>
                <a:lnTo>
                  <a:pt x="130357" y="43765"/>
                </a:lnTo>
                <a:lnTo>
                  <a:pt x="130970" y="43805"/>
                </a:lnTo>
                <a:lnTo>
                  <a:pt x="131570" y="43862"/>
                </a:lnTo>
                <a:lnTo>
                  <a:pt x="132158" y="43934"/>
                </a:lnTo>
                <a:lnTo>
                  <a:pt x="132732" y="44023"/>
                </a:lnTo>
                <a:lnTo>
                  <a:pt x="133294" y="44128"/>
                </a:lnTo>
                <a:lnTo>
                  <a:pt x="133844" y="44249"/>
                </a:lnTo>
                <a:lnTo>
                  <a:pt x="134380" y="44386"/>
                </a:lnTo>
                <a:lnTo>
                  <a:pt x="134904" y="44539"/>
                </a:lnTo>
                <a:lnTo>
                  <a:pt x="135416" y="44708"/>
                </a:lnTo>
                <a:lnTo>
                  <a:pt x="135914" y="44893"/>
                </a:lnTo>
                <a:lnTo>
                  <a:pt x="136400" y="45095"/>
                </a:lnTo>
                <a:lnTo>
                  <a:pt x="136873" y="45312"/>
                </a:lnTo>
                <a:lnTo>
                  <a:pt x="137333" y="45546"/>
                </a:lnTo>
                <a:lnTo>
                  <a:pt x="137781" y="45796"/>
                </a:lnTo>
                <a:lnTo>
                  <a:pt x="138216" y="46062"/>
                </a:lnTo>
                <a:lnTo>
                  <a:pt x="138639" y="46344"/>
                </a:lnTo>
                <a:lnTo>
                  <a:pt x="139048" y="46642"/>
                </a:lnTo>
                <a:lnTo>
                  <a:pt x="139445" y="46956"/>
                </a:lnTo>
                <a:lnTo>
                  <a:pt x="139829" y="47286"/>
                </a:lnTo>
                <a:lnTo>
                  <a:pt x="140201" y="47633"/>
                </a:lnTo>
                <a:lnTo>
                  <a:pt x="140560" y="47995"/>
                </a:lnTo>
                <a:lnTo>
                  <a:pt x="140906" y="48374"/>
                </a:lnTo>
                <a:lnTo>
                  <a:pt x="141239" y="48765"/>
                </a:lnTo>
                <a:lnTo>
                  <a:pt x="141557" y="49164"/>
                </a:lnTo>
                <a:lnTo>
                  <a:pt x="141862" y="49572"/>
                </a:lnTo>
                <a:lnTo>
                  <a:pt x="142152" y="49988"/>
                </a:lnTo>
                <a:lnTo>
                  <a:pt x="142428" y="50412"/>
                </a:lnTo>
                <a:lnTo>
                  <a:pt x="142690" y="50844"/>
                </a:lnTo>
                <a:lnTo>
                  <a:pt x="142938" y="51285"/>
                </a:lnTo>
                <a:lnTo>
                  <a:pt x="143172" y="51734"/>
                </a:lnTo>
                <a:lnTo>
                  <a:pt x="143391" y="52191"/>
                </a:lnTo>
                <a:lnTo>
                  <a:pt x="143597" y="52657"/>
                </a:lnTo>
                <a:lnTo>
                  <a:pt x="143788" y="53131"/>
                </a:lnTo>
                <a:lnTo>
                  <a:pt x="143965" y="53613"/>
                </a:lnTo>
                <a:lnTo>
                  <a:pt x="144128" y="54104"/>
                </a:lnTo>
                <a:lnTo>
                  <a:pt x="144277" y="54602"/>
                </a:lnTo>
                <a:lnTo>
                  <a:pt x="144411" y="55110"/>
                </a:lnTo>
                <a:lnTo>
                  <a:pt x="144532" y="55625"/>
                </a:lnTo>
                <a:lnTo>
                  <a:pt x="144638" y="56149"/>
                </a:lnTo>
                <a:lnTo>
                  <a:pt x="144730" y="56681"/>
                </a:lnTo>
                <a:lnTo>
                  <a:pt x="144808" y="57221"/>
                </a:lnTo>
                <a:lnTo>
                  <a:pt x="144872" y="57770"/>
                </a:lnTo>
                <a:lnTo>
                  <a:pt x="144921" y="58327"/>
                </a:lnTo>
                <a:lnTo>
                  <a:pt x="144956" y="58892"/>
                </a:lnTo>
                <a:lnTo>
                  <a:pt x="144978" y="59465"/>
                </a:lnTo>
                <a:lnTo>
                  <a:pt x="144985" y="60047"/>
                </a:lnTo>
                <a:lnTo>
                  <a:pt x="110391" y="60047"/>
                </a:lnTo>
                <a:lnTo>
                  <a:pt x="110446" y="59465"/>
                </a:lnTo>
                <a:lnTo>
                  <a:pt x="110517" y="58892"/>
                </a:lnTo>
                <a:lnTo>
                  <a:pt x="110606" y="58327"/>
                </a:lnTo>
                <a:close/>
                <a:moveTo>
                  <a:pt x="369797" y="40426"/>
                </a:moveTo>
                <a:lnTo>
                  <a:pt x="369431" y="40042"/>
                </a:lnTo>
                <a:lnTo>
                  <a:pt x="369054" y="39665"/>
                </a:lnTo>
                <a:lnTo>
                  <a:pt x="368667" y="39295"/>
                </a:lnTo>
                <a:lnTo>
                  <a:pt x="368269" y="38933"/>
                </a:lnTo>
                <a:lnTo>
                  <a:pt x="367860" y="38578"/>
                </a:lnTo>
                <a:lnTo>
                  <a:pt x="367441" y="38230"/>
                </a:lnTo>
                <a:lnTo>
                  <a:pt x="367011" y="37889"/>
                </a:lnTo>
                <a:lnTo>
                  <a:pt x="366570" y="37556"/>
                </a:lnTo>
                <a:lnTo>
                  <a:pt x="366118" y="37230"/>
                </a:lnTo>
                <a:lnTo>
                  <a:pt x="365656" y="36912"/>
                </a:lnTo>
                <a:lnTo>
                  <a:pt x="365183" y="36600"/>
                </a:lnTo>
                <a:lnTo>
                  <a:pt x="364699" y="36296"/>
                </a:lnTo>
                <a:lnTo>
                  <a:pt x="364204" y="36000"/>
                </a:lnTo>
                <a:lnTo>
                  <a:pt x="363699" y="35710"/>
                </a:lnTo>
                <a:lnTo>
                  <a:pt x="363183" y="35429"/>
                </a:lnTo>
                <a:lnTo>
                  <a:pt x="362656" y="35154"/>
                </a:lnTo>
                <a:lnTo>
                  <a:pt x="362118" y="34887"/>
                </a:lnTo>
                <a:lnTo>
                  <a:pt x="361570" y="34626"/>
                </a:lnTo>
                <a:lnTo>
                  <a:pt x="361011" y="34374"/>
                </a:lnTo>
                <a:lnTo>
                  <a:pt x="360441" y="34128"/>
                </a:lnTo>
                <a:lnTo>
                  <a:pt x="359860" y="33890"/>
                </a:lnTo>
                <a:lnTo>
                  <a:pt x="359274" y="33661"/>
                </a:lnTo>
                <a:lnTo>
                  <a:pt x="358685" y="33441"/>
                </a:lnTo>
                <a:lnTo>
                  <a:pt x="358096" y="33231"/>
                </a:lnTo>
                <a:lnTo>
                  <a:pt x="357505" y="33031"/>
                </a:lnTo>
                <a:lnTo>
                  <a:pt x="356913" y="32840"/>
                </a:lnTo>
                <a:lnTo>
                  <a:pt x="356319" y="32660"/>
                </a:lnTo>
                <a:lnTo>
                  <a:pt x="355723" y="32489"/>
                </a:lnTo>
                <a:lnTo>
                  <a:pt x="355126" y="32327"/>
                </a:lnTo>
                <a:lnTo>
                  <a:pt x="354528" y="32176"/>
                </a:lnTo>
                <a:lnTo>
                  <a:pt x="353928" y="32034"/>
                </a:lnTo>
                <a:lnTo>
                  <a:pt x="353327" y="31903"/>
                </a:lnTo>
                <a:lnTo>
                  <a:pt x="352724" y="31780"/>
                </a:lnTo>
                <a:lnTo>
                  <a:pt x="352120" y="31668"/>
                </a:lnTo>
                <a:lnTo>
                  <a:pt x="351514" y="31566"/>
                </a:lnTo>
                <a:lnTo>
                  <a:pt x="350907" y="31473"/>
                </a:lnTo>
                <a:lnTo>
                  <a:pt x="350298" y="31390"/>
                </a:lnTo>
                <a:lnTo>
                  <a:pt x="349688" y="31316"/>
                </a:lnTo>
                <a:lnTo>
                  <a:pt x="349077" y="31253"/>
                </a:lnTo>
                <a:lnTo>
                  <a:pt x="348464" y="31199"/>
                </a:lnTo>
                <a:lnTo>
                  <a:pt x="347849" y="31155"/>
                </a:lnTo>
                <a:lnTo>
                  <a:pt x="347233" y="31121"/>
                </a:lnTo>
                <a:lnTo>
                  <a:pt x="346615" y="31097"/>
                </a:lnTo>
                <a:lnTo>
                  <a:pt x="345996" y="31082"/>
                </a:lnTo>
                <a:lnTo>
                  <a:pt x="345376" y="31077"/>
                </a:lnTo>
                <a:lnTo>
                  <a:pt x="344107" y="31094"/>
                </a:lnTo>
                <a:lnTo>
                  <a:pt x="342856" y="31146"/>
                </a:lnTo>
                <a:lnTo>
                  <a:pt x="341621" y="31231"/>
                </a:lnTo>
                <a:lnTo>
                  <a:pt x="340404" y="31351"/>
                </a:lnTo>
                <a:lnTo>
                  <a:pt x="339203" y="31504"/>
                </a:lnTo>
                <a:lnTo>
                  <a:pt x="338020" y="31692"/>
                </a:lnTo>
                <a:lnTo>
                  <a:pt x="336854" y="31915"/>
                </a:lnTo>
                <a:lnTo>
                  <a:pt x="335705" y="32171"/>
                </a:lnTo>
                <a:lnTo>
                  <a:pt x="334572" y="32462"/>
                </a:lnTo>
                <a:lnTo>
                  <a:pt x="333457" y="32786"/>
                </a:lnTo>
                <a:lnTo>
                  <a:pt x="332360" y="33145"/>
                </a:lnTo>
                <a:lnTo>
                  <a:pt x="331279" y="33538"/>
                </a:lnTo>
                <a:lnTo>
                  <a:pt x="330215" y="33966"/>
                </a:lnTo>
                <a:lnTo>
                  <a:pt x="329168" y="34427"/>
                </a:lnTo>
                <a:lnTo>
                  <a:pt x="328139" y="34923"/>
                </a:lnTo>
                <a:lnTo>
                  <a:pt x="327126" y="35453"/>
                </a:lnTo>
                <a:lnTo>
                  <a:pt x="326131" y="36017"/>
                </a:lnTo>
                <a:lnTo>
                  <a:pt x="325153" y="36615"/>
                </a:lnTo>
                <a:lnTo>
                  <a:pt x="324191" y="37247"/>
                </a:lnTo>
                <a:lnTo>
                  <a:pt x="323247" y="37914"/>
                </a:lnTo>
                <a:lnTo>
                  <a:pt x="322320" y="38615"/>
                </a:lnTo>
                <a:lnTo>
                  <a:pt x="321410" y="39350"/>
                </a:lnTo>
                <a:lnTo>
                  <a:pt x="320517" y="40119"/>
                </a:lnTo>
                <a:lnTo>
                  <a:pt x="319642" y="40922"/>
                </a:lnTo>
                <a:lnTo>
                  <a:pt x="318793" y="41753"/>
                </a:lnTo>
                <a:lnTo>
                  <a:pt x="317980" y="42605"/>
                </a:lnTo>
                <a:lnTo>
                  <a:pt x="317203" y="43479"/>
                </a:lnTo>
                <a:lnTo>
                  <a:pt x="316462" y="44375"/>
                </a:lnTo>
                <a:lnTo>
                  <a:pt x="315758" y="45292"/>
                </a:lnTo>
                <a:lnTo>
                  <a:pt x="315090" y="46230"/>
                </a:lnTo>
                <a:lnTo>
                  <a:pt x="314457" y="47190"/>
                </a:lnTo>
                <a:lnTo>
                  <a:pt x="313861" y="48171"/>
                </a:lnTo>
                <a:lnTo>
                  <a:pt x="313301" y="49174"/>
                </a:lnTo>
                <a:lnTo>
                  <a:pt x="312777" y="50199"/>
                </a:lnTo>
                <a:lnTo>
                  <a:pt x="312290" y="51244"/>
                </a:lnTo>
                <a:lnTo>
                  <a:pt x="311838" y="52312"/>
                </a:lnTo>
                <a:lnTo>
                  <a:pt x="311423" y="53401"/>
                </a:lnTo>
                <a:lnTo>
                  <a:pt x="311043" y="54511"/>
                </a:lnTo>
                <a:lnTo>
                  <a:pt x="310700" y="55643"/>
                </a:lnTo>
                <a:lnTo>
                  <a:pt x="310393" y="56796"/>
                </a:lnTo>
                <a:lnTo>
                  <a:pt x="310122" y="57971"/>
                </a:lnTo>
                <a:lnTo>
                  <a:pt x="309887" y="59167"/>
                </a:lnTo>
                <a:lnTo>
                  <a:pt x="309688" y="60385"/>
                </a:lnTo>
                <a:lnTo>
                  <a:pt x="309526" y="61624"/>
                </a:lnTo>
                <a:lnTo>
                  <a:pt x="309399" y="62885"/>
                </a:lnTo>
                <a:lnTo>
                  <a:pt x="309309" y="64167"/>
                </a:lnTo>
                <a:lnTo>
                  <a:pt x="309255" y="65470"/>
                </a:lnTo>
                <a:lnTo>
                  <a:pt x="309237" y="66796"/>
                </a:lnTo>
                <a:lnTo>
                  <a:pt x="309255" y="68144"/>
                </a:lnTo>
                <a:lnTo>
                  <a:pt x="309310" y="69469"/>
                </a:lnTo>
                <a:lnTo>
                  <a:pt x="309402" y="70771"/>
                </a:lnTo>
                <a:lnTo>
                  <a:pt x="309530" y="72050"/>
                </a:lnTo>
                <a:lnTo>
                  <a:pt x="309695" y="73306"/>
                </a:lnTo>
                <a:lnTo>
                  <a:pt x="309896" y="74540"/>
                </a:lnTo>
                <a:lnTo>
                  <a:pt x="310134" y="75750"/>
                </a:lnTo>
                <a:lnTo>
                  <a:pt x="310409" y="76937"/>
                </a:lnTo>
                <a:lnTo>
                  <a:pt x="310720" y="78102"/>
                </a:lnTo>
                <a:lnTo>
                  <a:pt x="311068" y="79243"/>
                </a:lnTo>
                <a:lnTo>
                  <a:pt x="311452" y="80362"/>
                </a:lnTo>
                <a:lnTo>
                  <a:pt x="311873" y="81457"/>
                </a:lnTo>
                <a:lnTo>
                  <a:pt x="312331" y="82530"/>
                </a:lnTo>
                <a:lnTo>
                  <a:pt x="312826" y="83579"/>
                </a:lnTo>
                <a:lnTo>
                  <a:pt x="313356" y="84606"/>
                </a:lnTo>
                <a:lnTo>
                  <a:pt x="313924" y="85610"/>
                </a:lnTo>
                <a:lnTo>
                  <a:pt x="314528" y="86590"/>
                </a:lnTo>
                <a:lnTo>
                  <a:pt x="315169" y="87548"/>
                </a:lnTo>
                <a:lnTo>
                  <a:pt x="315847" y="88483"/>
                </a:lnTo>
                <a:lnTo>
                  <a:pt x="316561" y="89395"/>
                </a:lnTo>
                <a:lnTo>
                  <a:pt x="317311" y="90284"/>
                </a:lnTo>
                <a:lnTo>
                  <a:pt x="318099" y="91150"/>
                </a:lnTo>
                <a:lnTo>
                  <a:pt x="318923" y="91993"/>
                </a:lnTo>
                <a:lnTo>
                  <a:pt x="319783" y="92813"/>
                </a:lnTo>
                <a:lnTo>
                  <a:pt x="320671" y="93605"/>
                </a:lnTo>
                <a:lnTo>
                  <a:pt x="321575" y="94363"/>
                </a:lnTo>
                <a:lnTo>
                  <a:pt x="322497" y="95087"/>
                </a:lnTo>
                <a:lnTo>
                  <a:pt x="323436" y="95778"/>
                </a:lnTo>
                <a:lnTo>
                  <a:pt x="324391" y="96435"/>
                </a:lnTo>
                <a:lnTo>
                  <a:pt x="325364" y="97058"/>
                </a:lnTo>
                <a:lnTo>
                  <a:pt x="326354" y="97648"/>
                </a:lnTo>
                <a:lnTo>
                  <a:pt x="327361" y="98204"/>
                </a:lnTo>
                <a:lnTo>
                  <a:pt x="328385" y="98726"/>
                </a:lnTo>
                <a:lnTo>
                  <a:pt x="329427" y="99214"/>
                </a:lnTo>
                <a:lnTo>
                  <a:pt x="330485" y="99669"/>
                </a:lnTo>
                <a:lnTo>
                  <a:pt x="331560" y="100090"/>
                </a:lnTo>
                <a:lnTo>
                  <a:pt x="332653" y="100478"/>
                </a:lnTo>
                <a:lnTo>
                  <a:pt x="333763" y="100832"/>
                </a:lnTo>
                <a:lnTo>
                  <a:pt x="334889" y="101152"/>
                </a:lnTo>
                <a:lnTo>
                  <a:pt x="336033" y="101438"/>
                </a:lnTo>
                <a:lnTo>
                  <a:pt x="337194" y="101691"/>
                </a:lnTo>
                <a:lnTo>
                  <a:pt x="338372" y="101910"/>
                </a:lnTo>
                <a:lnTo>
                  <a:pt x="339567" y="102095"/>
                </a:lnTo>
                <a:lnTo>
                  <a:pt x="340779" y="102247"/>
                </a:lnTo>
                <a:lnTo>
                  <a:pt x="342008" y="102365"/>
                </a:lnTo>
                <a:lnTo>
                  <a:pt x="343255" y="102449"/>
                </a:lnTo>
                <a:lnTo>
                  <a:pt x="344518" y="102499"/>
                </a:lnTo>
                <a:lnTo>
                  <a:pt x="345799" y="102516"/>
                </a:lnTo>
                <a:lnTo>
                  <a:pt x="347134" y="102500"/>
                </a:lnTo>
                <a:lnTo>
                  <a:pt x="348442" y="102451"/>
                </a:lnTo>
                <a:lnTo>
                  <a:pt x="349725" y="102369"/>
                </a:lnTo>
                <a:lnTo>
                  <a:pt x="350983" y="102255"/>
                </a:lnTo>
                <a:lnTo>
                  <a:pt x="352214" y="102107"/>
                </a:lnTo>
                <a:lnTo>
                  <a:pt x="353419" y="101927"/>
                </a:lnTo>
                <a:lnTo>
                  <a:pt x="354599" y="101715"/>
                </a:lnTo>
                <a:lnTo>
                  <a:pt x="355752" y="101469"/>
                </a:lnTo>
                <a:lnTo>
                  <a:pt x="356880" y="101191"/>
                </a:lnTo>
                <a:lnTo>
                  <a:pt x="357982" y="100880"/>
                </a:lnTo>
                <a:lnTo>
                  <a:pt x="359058" y="100537"/>
                </a:lnTo>
                <a:lnTo>
                  <a:pt x="360108" y="100161"/>
                </a:lnTo>
                <a:lnTo>
                  <a:pt x="361132" y="99752"/>
                </a:lnTo>
                <a:lnTo>
                  <a:pt x="362130" y="99310"/>
                </a:lnTo>
                <a:lnTo>
                  <a:pt x="363103" y="98836"/>
                </a:lnTo>
                <a:lnTo>
                  <a:pt x="364049" y="98329"/>
                </a:lnTo>
                <a:lnTo>
                  <a:pt x="364970" y="97789"/>
                </a:lnTo>
                <a:lnTo>
                  <a:pt x="365865" y="97216"/>
                </a:lnTo>
                <a:lnTo>
                  <a:pt x="366734" y="96611"/>
                </a:lnTo>
                <a:lnTo>
                  <a:pt x="367577" y="95973"/>
                </a:lnTo>
                <a:lnTo>
                  <a:pt x="368394" y="95302"/>
                </a:lnTo>
                <a:lnTo>
                  <a:pt x="369185" y="94599"/>
                </a:lnTo>
                <a:lnTo>
                  <a:pt x="369950" y="93863"/>
                </a:lnTo>
                <a:lnTo>
                  <a:pt x="370690" y="93094"/>
                </a:lnTo>
                <a:lnTo>
                  <a:pt x="360143" y="82406"/>
                </a:lnTo>
                <a:lnTo>
                  <a:pt x="359726" y="82899"/>
                </a:lnTo>
                <a:lnTo>
                  <a:pt x="359293" y="83372"/>
                </a:lnTo>
                <a:lnTo>
                  <a:pt x="358845" y="83823"/>
                </a:lnTo>
                <a:lnTo>
                  <a:pt x="358381" y="84254"/>
                </a:lnTo>
                <a:lnTo>
                  <a:pt x="357903" y="84663"/>
                </a:lnTo>
                <a:lnTo>
                  <a:pt x="357410" y="85052"/>
                </a:lnTo>
                <a:lnTo>
                  <a:pt x="356901" y="85419"/>
                </a:lnTo>
                <a:lnTo>
                  <a:pt x="356377" y="85765"/>
                </a:lnTo>
                <a:lnTo>
                  <a:pt x="355838" y="86091"/>
                </a:lnTo>
                <a:lnTo>
                  <a:pt x="355284" y="86395"/>
                </a:lnTo>
                <a:lnTo>
                  <a:pt x="354715" y="86679"/>
                </a:lnTo>
                <a:lnTo>
                  <a:pt x="354131" y="86941"/>
                </a:lnTo>
                <a:lnTo>
                  <a:pt x="353531" y="87183"/>
                </a:lnTo>
                <a:lnTo>
                  <a:pt x="352917" y="87403"/>
                </a:lnTo>
                <a:lnTo>
                  <a:pt x="352287" y="87603"/>
                </a:lnTo>
                <a:lnTo>
                  <a:pt x="351642" y="87781"/>
                </a:lnTo>
                <a:lnTo>
                  <a:pt x="350982" y="87938"/>
                </a:lnTo>
                <a:lnTo>
                  <a:pt x="350307" y="88075"/>
                </a:lnTo>
                <a:lnTo>
                  <a:pt x="349617" y="88190"/>
                </a:lnTo>
                <a:lnTo>
                  <a:pt x="348911" y="88285"/>
                </a:lnTo>
                <a:lnTo>
                  <a:pt x="348191" y="88358"/>
                </a:lnTo>
                <a:lnTo>
                  <a:pt x="347455" y="88411"/>
                </a:lnTo>
                <a:lnTo>
                  <a:pt x="346704" y="88442"/>
                </a:lnTo>
                <a:lnTo>
                  <a:pt x="345938" y="88453"/>
                </a:lnTo>
                <a:lnTo>
                  <a:pt x="345195" y="88442"/>
                </a:lnTo>
                <a:lnTo>
                  <a:pt x="344466" y="88408"/>
                </a:lnTo>
                <a:lnTo>
                  <a:pt x="343750" y="88352"/>
                </a:lnTo>
                <a:lnTo>
                  <a:pt x="343048" y="88273"/>
                </a:lnTo>
                <a:lnTo>
                  <a:pt x="342359" y="88172"/>
                </a:lnTo>
                <a:lnTo>
                  <a:pt x="341685" y="88049"/>
                </a:lnTo>
                <a:lnTo>
                  <a:pt x="341024" y="87903"/>
                </a:lnTo>
                <a:lnTo>
                  <a:pt x="340376" y="87734"/>
                </a:lnTo>
                <a:lnTo>
                  <a:pt x="339742" y="87543"/>
                </a:lnTo>
                <a:lnTo>
                  <a:pt x="339122" y="87330"/>
                </a:lnTo>
                <a:lnTo>
                  <a:pt x="338516" y="87094"/>
                </a:lnTo>
                <a:lnTo>
                  <a:pt x="337923" y="86836"/>
                </a:lnTo>
                <a:lnTo>
                  <a:pt x="337344" y="86555"/>
                </a:lnTo>
                <a:lnTo>
                  <a:pt x="336779" y="86252"/>
                </a:lnTo>
                <a:lnTo>
                  <a:pt x="336227" y="85927"/>
                </a:lnTo>
                <a:lnTo>
                  <a:pt x="335689" y="85578"/>
                </a:lnTo>
                <a:lnTo>
                  <a:pt x="335165" y="85208"/>
                </a:lnTo>
                <a:lnTo>
                  <a:pt x="334654" y="84815"/>
                </a:lnTo>
                <a:lnTo>
                  <a:pt x="334157" y="84400"/>
                </a:lnTo>
                <a:lnTo>
                  <a:pt x="333674" y="83962"/>
                </a:lnTo>
                <a:lnTo>
                  <a:pt x="333204" y="83501"/>
                </a:lnTo>
                <a:lnTo>
                  <a:pt x="332748" y="83018"/>
                </a:lnTo>
                <a:lnTo>
                  <a:pt x="332306" y="82513"/>
                </a:lnTo>
                <a:lnTo>
                  <a:pt x="331877" y="81986"/>
                </a:lnTo>
                <a:lnTo>
                  <a:pt x="331464" y="81442"/>
                </a:lnTo>
                <a:lnTo>
                  <a:pt x="331068" y="80892"/>
                </a:lnTo>
                <a:lnTo>
                  <a:pt x="330691" y="80333"/>
                </a:lnTo>
                <a:lnTo>
                  <a:pt x="330330" y="79766"/>
                </a:lnTo>
                <a:lnTo>
                  <a:pt x="329987" y="79192"/>
                </a:lnTo>
                <a:lnTo>
                  <a:pt x="329662" y="78610"/>
                </a:lnTo>
                <a:lnTo>
                  <a:pt x="329355" y="78020"/>
                </a:lnTo>
                <a:lnTo>
                  <a:pt x="329065" y="77422"/>
                </a:lnTo>
                <a:lnTo>
                  <a:pt x="328792" y="76817"/>
                </a:lnTo>
                <a:lnTo>
                  <a:pt x="328537" y="76203"/>
                </a:lnTo>
                <a:lnTo>
                  <a:pt x="328300" y="75582"/>
                </a:lnTo>
                <a:lnTo>
                  <a:pt x="328080" y="74953"/>
                </a:lnTo>
                <a:lnTo>
                  <a:pt x="327878" y="74316"/>
                </a:lnTo>
                <a:lnTo>
                  <a:pt x="327694" y="73672"/>
                </a:lnTo>
                <a:lnTo>
                  <a:pt x="327527" y="73019"/>
                </a:lnTo>
                <a:lnTo>
                  <a:pt x="327377" y="72359"/>
                </a:lnTo>
                <a:lnTo>
                  <a:pt x="327246" y="71691"/>
                </a:lnTo>
                <a:lnTo>
                  <a:pt x="327131" y="71015"/>
                </a:lnTo>
                <a:lnTo>
                  <a:pt x="327035" y="70331"/>
                </a:lnTo>
                <a:lnTo>
                  <a:pt x="326956" y="69640"/>
                </a:lnTo>
                <a:lnTo>
                  <a:pt x="326894" y="68941"/>
                </a:lnTo>
                <a:lnTo>
                  <a:pt x="326850" y="68233"/>
                </a:lnTo>
                <a:lnTo>
                  <a:pt x="326824" y="67518"/>
                </a:lnTo>
                <a:lnTo>
                  <a:pt x="326815" y="66796"/>
                </a:lnTo>
                <a:lnTo>
                  <a:pt x="326824" y="66084"/>
                </a:lnTo>
                <a:lnTo>
                  <a:pt x="326849" y="65380"/>
                </a:lnTo>
                <a:lnTo>
                  <a:pt x="326892" y="64683"/>
                </a:lnTo>
                <a:lnTo>
                  <a:pt x="326952" y="63993"/>
                </a:lnTo>
                <a:lnTo>
                  <a:pt x="327029" y="63311"/>
                </a:lnTo>
                <a:lnTo>
                  <a:pt x="327123" y="62635"/>
                </a:lnTo>
                <a:lnTo>
                  <a:pt x="327234" y="61966"/>
                </a:lnTo>
                <a:lnTo>
                  <a:pt x="327362" y="61304"/>
                </a:lnTo>
                <a:lnTo>
                  <a:pt x="327507" y="60650"/>
                </a:lnTo>
                <a:lnTo>
                  <a:pt x="327669" y="60002"/>
                </a:lnTo>
                <a:lnTo>
                  <a:pt x="327849" y="59362"/>
                </a:lnTo>
                <a:lnTo>
                  <a:pt x="328045" y="58729"/>
                </a:lnTo>
                <a:lnTo>
                  <a:pt x="328259" y="58102"/>
                </a:lnTo>
                <a:lnTo>
                  <a:pt x="328489" y="57483"/>
                </a:lnTo>
                <a:lnTo>
                  <a:pt x="328737" y="56871"/>
                </a:lnTo>
                <a:lnTo>
                  <a:pt x="329002" y="56266"/>
                </a:lnTo>
                <a:lnTo>
                  <a:pt x="329284" y="55668"/>
                </a:lnTo>
                <a:lnTo>
                  <a:pt x="329583" y="55077"/>
                </a:lnTo>
                <a:lnTo>
                  <a:pt x="329899" y="54494"/>
                </a:lnTo>
                <a:lnTo>
                  <a:pt x="330232" y="53917"/>
                </a:lnTo>
                <a:lnTo>
                  <a:pt x="330582" y="53347"/>
                </a:lnTo>
                <a:lnTo>
                  <a:pt x="330949" y="52785"/>
                </a:lnTo>
                <a:lnTo>
                  <a:pt x="331334" y="52229"/>
                </a:lnTo>
                <a:lnTo>
                  <a:pt x="331735" y="51681"/>
                </a:lnTo>
                <a:lnTo>
                  <a:pt x="332152" y="51147"/>
                </a:lnTo>
                <a:lnTo>
                  <a:pt x="332582" y="50636"/>
                </a:lnTo>
                <a:lnTo>
                  <a:pt x="333025" y="50148"/>
                </a:lnTo>
                <a:lnTo>
                  <a:pt x="333482" y="49682"/>
                </a:lnTo>
                <a:lnTo>
                  <a:pt x="333951" y="49240"/>
                </a:lnTo>
                <a:lnTo>
                  <a:pt x="334434" y="48819"/>
                </a:lnTo>
                <a:lnTo>
                  <a:pt x="334930" y="48422"/>
                </a:lnTo>
                <a:lnTo>
                  <a:pt x="335439" y="48047"/>
                </a:lnTo>
                <a:lnTo>
                  <a:pt x="335961" y="47695"/>
                </a:lnTo>
                <a:lnTo>
                  <a:pt x="336496" y="47366"/>
                </a:lnTo>
                <a:lnTo>
                  <a:pt x="337045" y="47059"/>
                </a:lnTo>
                <a:lnTo>
                  <a:pt x="337607" y="46776"/>
                </a:lnTo>
                <a:lnTo>
                  <a:pt x="338182" y="46514"/>
                </a:lnTo>
                <a:lnTo>
                  <a:pt x="338770" y="46276"/>
                </a:lnTo>
                <a:lnTo>
                  <a:pt x="339371" y="46060"/>
                </a:lnTo>
                <a:lnTo>
                  <a:pt x="339986" y="45867"/>
                </a:lnTo>
                <a:lnTo>
                  <a:pt x="340613" y="45697"/>
                </a:lnTo>
                <a:lnTo>
                  <a:pt x="341254" y="45549"/>
                </a:lnTo>
                <a:lnTo>
                  <a:pt x="341908" y="45424"/>
                </a:lnTo>
                <a:lnTo>
                  <a:pt x="342575" y="45322"/>
                </a:lnTo>
                <a:lnTo>
                  <a:pt x="343256" y="45243"/>
                </a:lnTo>
                <a:lnTo>
                  <a:pt x="343949" y="45186"/>
                </a:lnTo>
                <a:lnTo>
                  <a:pt x="344656" y="45152"/>
                </a:lnTo>
                <a:lnTo>
                  <a:pt x="345376" y="45141"/>
                </a:lnTo>
                <a:lnTo>
                  <a:pt x="345716" y="45144"/>
                </a:lnTo>
                <a:lnTo>
                  <a:pt x="346055" y="45154"/>
                </a:lnTo>
                <a:lnTo>
                  <a:pt x="346394" y="45170"/>
                </a:lnTo>
                <a:lnTo>
                  <a:pt x="346732" y="45193"/>
                </a:lnTo>
                <a:lnTo>
                  <a:pt x="347070" y="45223"/>
                </a:lnTo>
                <a:lnTo>
                  <a:pt x="347407" y="45259"/>
                </a:lnTo>
                <a:lnTo>
                  <a:pt x="347743" y="45302"/>
                </a:lnTo>
                <a:lnTo>
                  <a:pt x="348080" y="45352"/>
                </a:lnTo>
                <a:lnTo>
                  <a:pt x="348415" y="45408"/>
                </a:lnTo>
                <a:lnTo>
                  <a:pt x="348751" y="45470"/>
                </a:lnTo>
                <a:lnTo>
                  <a:pt x="349085" y="45539"/>
                </a:lnTo>
                <a:lnTo>
                  <a:pt x="349420" y="45615"/>
                </a:lnTo>
                <a:lnTo>
                  <a:pt x="349754" y="45698"/>
                </a:lnTo>
                <a:lnTo>
                  <a:pt x="350087" y="45787"/>
                </a:lnTo>
                <a:lnTo>
                  <a:pt x="350420" y="45882"/>
                </a:lnTo>
                <a:lnTo>
                  <a:pt x="350752" y="45985"/>
                </a:lnTo>
                <a:lnTo>
                  <a:pt x="351084" y="46093"/>
                </a:lnTo>
                <a:lnTo>
                  <a:pt x="351415" y="46209"/>
                </a:lnTo>
                <a:lnTo>
                  <a:pt x="351746" y="46331"/>
                </a:lnTo>
                <a:lnTo>
                  <a:pt x="352076" y="46459"/>
                </a:lnTo>
                <a:lnTo>
                  <a:pt x="352406" y="46594"/>
                </a:lnTo>
                <a:lnTo>
                  <a:pt x="352735" y="46736"/>
                </a:lnTo>
                <a:lnTo>
                  <a:pt x="353064" y="46885"/>
                </a:lnTo>
                <a:lnTo>
                  <a:pt x="353393" y="47040"/>
                </a:lnTo>
                <a:lnTo>
                  <a:pt x="353717" y="47199"/>
                </a:lnTo>
                <a:lnTo>
                  <a:pt x="354035" y="47362"/>
                </a:lnTo>
                <a:lnTo>
                  <a:pt x="354346" y="47528"/>
                </a:lnTo>
                <a:lnTo>
                  <a:pt x="354650" y="47697"/>
                </a:lnTo>
                <a:lnTo>
                  <a:pt x="354948" y="47870"/>
                </a:lnTo>
                <a:lnTo>
                  <a:pt x="355238" y="48045"/>
                </a:lnTo>
                <a:lnTo>
                  <a:pt x="355522" y="48224"/>
                </a:lnTo>
                <a:lnTo>
                  <a:pt x="355799" y="48406"/>
                </a:lnTo>
                <a:lnTo>
                  <a:pt x="356069" y="48591"/>
                </a:lnTo>
                <a:lnTo>
                  <a:pt x="356332" y="48779"/>
                </a:lnTo>
                <a:lnTo>
                  <a:pt x="356588" y="48971"/>
                </a:lnTo>
                <a:lnTo>
                  <a:pt x="356838" y="49165"/>
                </a:lnTo>
                <a:lnTo>
                  <a:pt x="357080" y="49363"/>
                </a:lnTo>
                <a:lnTo>
                  <a:pt x="357316" y="49564"/>
                </a:lnTo>
                <a:lnTo>
                  <a:pt x="357545" y="49769"/>
                </a:lnTo>
                <a:lnTo>
                  <a:pt x="357767" y="49976"/>
                </a:lnTo>
                <a:lnTo>
                  <a:pt x="357982" y="50186"/>
                </a:lnTo>
                <a:lnTo>
                  <a:pt x="358191" y="50400"/>
                </a:lnTo>
                <a:lnTo>
                  <a:pt x="358392" y="50617"/>
                </a:lnTo>
                <a:lnTo>
                  <a:pt x="358587" y="50837"/>
                </a:lnTo>
                <a:lnTo>
                  <a:pt x="358775" y="51061"/>
                </a:lnTo>
                <a:lnTo>
                  <a:pt x="358956" y="51287"/>
                </a:lnTo>
                <a:lnTo>
                  <a:pt x="359130" y="51517"/>
                </a:lnTo>
                <a:lnTo>
                  <a:pt x="359298" y="51749"/>
                </a:lnTo>
                <a:lnTo>
                  <a:pt x="370829" y="41624"/>
                </a:lnTo>
                <a:lnTo>
                  <a:pt x="370496" y="41217"/>
                </a:lnTo>
                <a:lnTo>
                  <a:pt x="370152" y="40818"/>
                </a:lnTo>
                <a:lnTo>
                  <a:pt x="369797" y="40426"/>
                </a:lnTo>
                <a:close/>
                <a:moveTo>
                  <a:pt x="445955" y="61965"/>
                </a:moveTo>
                <a:lnTo>
                  <a:pt x="445815" y="60618"/>
                </a:lnTo>
                <a:lnTo>
                  <a:pt x="445643" y="59300"/>
                </a:lnTo>
                <a:lnTo>
                  <a:pt x="445440" y="58010"/>
                </a:lnTo>
                <a:lnTo>
                  <a:pt x="445205" y="56750"/>
                </a:lnTo>
                <a:lnTo>
                  <a:pt x="444940" y="55518"/>
                </a:lnTo>
                <a:lnTo>
                  <a:pt x="444643" y="54315"/>
                </a:lnTo>
                <a:lnTo>
                  <a:pt x="444314" y="53141"/>
                </a:lnTo>
                <a:lnTo>
                  <a:pt x="443955" y="51996"/>
                </a:lnTo>
                <a:lnTo>
                  <a:pt x="443564" y="50879"/>
                </a:lnTo>
                <a:lnTo>
                  <a:pt x="443142" y="49792"/>
                </a:lnTo>
                <a:lnTo>
                  <a:pt x="442689" y="48733"/>
                </a:lnTo>
                <a:lnTo>
                  <a:pt x="442205" y="47703"/>
                </a:lnTo>
                <a:lnTo>
                  <a:pt x="441689" y="46701"/>
                </a:lnTo>
                <a:lnTo>
                  <a:pt x="441142" y="45729"/>
                </a:lnTo>
                <a:lnTo>
                  <a:pt x="440564" y="44785"/>
                </a:lnTo>
                <a:lnTo>
                  <a:pt x="439954" y="43870"/>
                </a:lnTo>
                <a:lnTo>
                  <a:pt x="439314" y="42984"/>
                </a:lnTo>
                <a:lnTo>
                  <a:pt x="438642" y="42127"/>
                </a:lnTo>
                <a:lnTo>
                  <a:pt x="437938" y="41299"/>
                </a:lnTo>
                <a:lnTo>
                  <a:pt x="437204" y="40499"/>
                </a:lnTo>
                <a:lnTo>
                  <a:pt x="436444" y="39730"/>
                </a:lnTo>
                <a:lnTo>
                  <a:pt x="435665" y="38994"/>
                </a:lnTo>
                <a:lnTo>
                  <a:pt x="434866" y="38291"/>
                </a:lnTo>
                <a:lnTo>
                  <a:pt x="434048" y="37620"/>
                </a:lnTo>
                <a:lnTo>
                  <a:pt x="433210" y="36982"/>
                </a:lnTo>
                <a:lnTo>
                  <a:pt x="432353" y="36377"/>
                </a:lnTo>
                <a:lnTo>
                  <a:pt x="431476" y="35805"/>
                </a:lnTo>
                <a:lnTo>
                  <a:pt x="430579" y="35265"/>
                </a:lnTo>
                <a:lnTo>
                  <a:pt x="429663" y="34758"/>
                </a:lnTo>
                <a:lnTo>
                  <a:pt x="428728" y="34283"/>
                </a:lnTo>
                <a:lnTo>
                  <a:pt x="427773" y="33842"/>
                </a:lnTo>
                <a:lnTo>
                  <a:pt x="426798" y="33433"/>
                </a:lnTo>
                <a:lnTo>
                  <a:pt x="425804" y="33056"/>
                </a:lnTo>
                <a:lnTo>
                  <a:pt x="424791" y="32713"/>
                </a:lnTo>
                <a:lnTo>
                  <a:pt x="423758" y="32402"/>
                </a:lnTo>
                <a:lnTo>
                  <a:pt x="422705" y="32124"/>
                </a:lnTo>
                <a:lnTo>
                  <a:pt x="421633" y="31879"/>
                </a:lnTo>
                <a:lnTo>
                  <a:pt x="420541" y="31666"/>
                </a:lnTo>
                <a:lnTo>
                  <a:pt x="419430" y="31486"/>
                </a:lnTo>
                <a:lnTo>
                  <a:pt x="418299" y="31339"/>
                </a:lnTo>
                <a:lnTo>
                  <a:pt x="417149" y="31224"/>
                </a:lnTo>
                <a:lnTo>
                  <a:pt x="415979" y="31143"/>
                </a:lnTo>
                <a:lnTo>
                  <a:pt x="414790" y="31094"/>
                </a:lnTo>
                <a:lnTo>
                  <a:pt x="413581" y="31077"/>
                </a:lnTo>
                <a:lnTo>
                  <a:pt x="412301" y="31094"/>
                </a:lnTo>
                <a:lnTo>
                  <a:pt x="411040" y="31147"/>
                </a:lnTo>
                <a:lnTo>
                  <a:pt x="409797" y="31233"/>
                </a:lnTo>
                <a:lnTo>
                  <a:pt x="408573" y="31355"/>
                </a:lnTo>
                <a:lnTo>
                  <a:pt x="407367" y="31511"/>
                </a:lnTo>
                <a:lnTo>
                  <a:pt x="406180" y="31701"/>
                </a:lnTo>
                <a:lnTo>
                  <a:pt x="405012" y="31927"/>
                </a:lnTo>
                <a:lnTo>
                  <a:pt x="403862" y="32187"/>
                </a:lnTo>
                <a:lnTo>
                  <a:pt x="402731" y="32481"/>
                </a:lnTo>
                <a:lnTo>
                  <a:pt x="401618" y="32811"/>
                </a:lnTo>
                <a:lnTo>
                  <a:pt x="400523" y="33175"/>
                </a:lnTo>
                <a:lnTo>
                  <a:pt x="399448" y="33573"/>
                </a:lnTo>
                <a:lnTo>
                  <a:pt x="398391" y="34007"/>
                </a:lnTo>
                <a:lnTo>
                  <a:pt x="397352" y="34475"/>
                </a:lnTo>
                <a:lnTo>
                  <a:pt x="396332" y="34977"/>
                </a:lnTo>
                <a:lnTo>
                  <a:pt x="395330" y="35515"/>
                </a:lnTo>
                <a:lnTo>
                  <a:pt x="394347" y="36087"/>
                </a:lnTo>
                <a:lnTo>
                  <a:pt x="393383" y="36693"/>
                </a:lnTo>
                <a:lnTo>
                  <a:pt x="392437" y="37335"/>
                </a:lnTo>
                <a:lnTo>
                  <a:pt x="391510" y="38011"/>
                </a:lnTo>
                <a:lnTo>
                  <a:pt x="390601" y="38721"/>
                </a:lnTo>
                <a:lnTo>
                  <a:pt x="389711" y="39467"/>
                </a:lnTo>
                <a:lnTo>
                  <a:pt x="388839" y="40247"/>
                </a:lnTo>
                <a:lnTo>
                  <a:pt x="387986" y="41061"/>
                </a:lnTo>
                <a:lnTo>
                  <a:pt x="387160" y="41904"/>
                </a:lnTo>
                <a:lnTo>
                  <a:pt x="386369" y="42768"/>
                </a:lnTo>
                <a:lnTo>
                  <a:pt x="385613" y="43654"/>
                </a:lnTo>
                <a:lnTo>
                  <a:pt x="384893" y="44561"/>
                </a:lnTo>
                <a:lnTo>
                  <a:pt x="384207" y="45490"/>
                </a:lnTo>
                <a:lnTo>
                  <a:pt x="383557" y="46440"/>
                </a:lnTo>
                <a:lnTo>
                  <a:pt x="382942" y="47412"/>
                </a:lnTo>
                <a:lnTo>
                  <a:pt x="382362" y="48405"/>
                </a:lnTo>
                <a:lnTo>
                  <a:pt x="381817" y="49420"/>
                </a:lnTo>
                <a:lnTo>
                  <a:pt x="381307" y="50456"/>
                </a:lnTo>
                <a:lnTo>
                  <a:pt x="380833" y="51514"/>
                </a:lnTo>
                <a:lnTo>
                  <a:pt x="380393" y="52593"/>
                </a:lnTo>
                <a:lnTo>
                  <a:pt x="379989" y="53693"/>
                </a:lnTo>
                <a:lnTo>
                  <a:pt x="379620" y="54816"/>
                </a:lnTo>
                <a:lnTo>
                  <a:pt x="379286" y="55959"/>
                </a:lnTo>
                <a:lnTo>
                  <a:pt x="378987" y="57124"/>
                </a:lnTo>
                <a:lnTo>
                  <a:pt x="378723" y="58311"/>
                </a:lnTo>
                <a:lnTo>
                  <a:pt x="378495" y="59519"/>
                </a:lnTo>
                <a:lnTo>
                  <a:pt x="378302" y="60748"/>
                </a:lnTo>
                <a:lnTo>
                  <a:pt x="378143" y="61999"/>
                </a:lnTo>
                <a:lnTo>
                  <a:pt x="378020" y="63272"/>
                </a:lnTo>
                <a:lnTo>
                  <a:pt x="377933" y="64566"/>
                </a:lnTo>
                <a:lnTo>
                  <a:pt x="377880" y="65881"/>
                </a:lnTo>
                <a:lnTo>
                  <a:pt x="377862" y="67218"/>
                </a:lnTo>
                <a:lnTo>
                  <a:pt x="377880" y="68555"/>
                </a:lnTo>
                <a:lnTo>
                  <a:pt x="377933" y="69868"/>
                </a:lnTo>
                <a:lnTo>
                  <a:pt x="378021" y="71158"/>
                </a:lnTo>
                <a:lnTo>
                  <a:pt x="378145" y="72426"/>
                </a:lnTo>
                <a:lnTo>
                  <a:pt x="378305" y="73670"/>
                </a:lnTo>
                <a:lnTo>
                  <a:pt x="378499" y="74892"/>
                </a:lnTo>
                <a:lnTo>
                  <a:pt x="378729" y="76090"/>
                </a:lnTo>
                <a:lnTo>
                  <a:pt x="378995" y="77266"/>
                </a:lnTo>
                <a:lnTo>
                  <a:pt x="379296" y="78418"/>
                </a:lnTo>
                <a:lnTo>
                  <a:pt x="379632" y="79548"/>
                </a:lnTo>
                <a:lnTo>
                  <a:pt x="380004" y="80655"/>
                </a:lnTo>
                <a:lnTo>
                  <a:pt x="380411" y="81739"/>
                </a:lnTo>
                <a:lnTo>
                  <a:pt x="380853" y="82800"/>
                </a:lnTo>
                <a:lnTo>
                  <a:pt x="381331" y="83838"/>
                </a:lnTo>
                <a:lnTo>
                  <a:pt x="381844" y="84853"/>
                </a:lnTo>
                <a:lnTo>
                  <a:pt x="382393" y="85845"/>
                </a:lnTo>
                <a:lnTo>
                  <a:pt x="382977" y="86814"/>
                </a:lnTo>
                <a:lnTo>
                  <a:pt x="383597" y="87760"/>
                </a:lnTo>
                <a:lnTo>
                  <a:pt x="384252" y="88683"/>
                </a:lnTo>
                <a:lnTo>
                  <a:pt x="384942" y="89583"/>
                </a:lnTo>
                <a:lnTo>
                  <a:pt x="385667" y="90461"/>
                </a:lnTo>
                <a:lnTo>
                  <a:pt x="386429" y="91315"/>
                </a:lnTo>
                <a:lnTo>
                  <a:pt x="387225" y="92146"/>
                </a:lnTo>
                <a:lnTo>
                  <a:pt x="388057" y="92955"/>
                </a:lnTo>
                <a:lnTo>
                  <a:pt x="388916" y="93735"/>
                </a:lnTo>
                <a:lnTo>
                  <a:pt x="389795" y="94482"/>
                </a:lnTo>
                <a:lnTo>
                  <a:pt x="390694" y="95196"/>
                </a:lnTo>
                <a:lnTo>
                  <a:pt x="391613" y="95876"/>
                </a:lnTo>
                <a:lnTo>
                  <a:pt x="392552" y="96524"/>
                </a:lnTo>
                <a:lnTo>
                  <a:pt x="393510" y="97138"/>
                </a:lnTo>
                <a:lnTo>
                  <a:pt x="394488" y="97719"/>
                </a:lnTo>
                <a:lnTo>
                  <a:pt x="395486" y="98267"/>
                </a:lnTo>
                <a:lnTo>
                  <a:pt x="396504" y="98781"/>
                </a:lnTo>
                <a:lnTo>
                  <a:pt x="397541" y="99263"/>
                </a:lnTo>
                <a:lnTo>
                  <a:pt x="398599" y="99711"/>
                </a:lnTo>
                <a:lnTo>
                  <a:pt x="399676" y="100126"/>
                </a:lnTo>
                <a:lnTo>
                  <a:pt x="400772" y="100508"/>
                </a:lnTo>
                <a:lnTo>
                  <a:pt x="401889" y="100856"/>
                </a:lnTo>
                <a:lnTo>
                  <a:pt x="403025" y="101172"/>
                </a:lnTo>
                <a:lnTo>
                  <a:pt x="404182" y="101454"/>
                </a:lnTo>
                <a:lnTo>
                  <a:pt x="405358" y="101703"/>
                </a:lnTo>
                <a:lnTo>
                  <a:pt x="406553" y="101919"/>
                </a:lnTo>
                <a:lnTo>
                  <a:pt x="407769" y="102101"/>
                </a:lnTo>
                <a:lnTo>
                  <a:pt x="409004" y="102251"/>
                </a:lnTo>
                <a:lnTo>
                  <a:pt x="410259" y="102367"/>
                </a:lnTo>
                <a:lnTo>
                  <a:pt x="411534" y="102450"/>
                </a:lnTo>
                <a:lnTo>
                  <a:pt x="412829" y="102500"/>
                </a:lnTo>
                <a:lnTo>
                  <a:pt x="414143" y="102516"/>
                </a:lnTo>
                <a:lnTo>
                  <a:pt x="415709" y="102493"/>
                </a:lnTo>
                <a:lnTo>
                  <a:pt x="417245" y="102422"/>
                </a:lnTo>
                <a:lnTo>
                  <a:pt x="418748" y="102305"/>
                </a:lnTo>
                <a:lnTo>
                  <a:pt x="420221" y="102141"/>
                </a:lnTo>
                <a:lnTo>
                  <a:pt x="421662" y="101930"/>
                </a:lnTo>
                <a:lnTo>
                  <a:pt x="423072" y="101672"/>
                </a:lnTo>
                <a:lnTo>
                  <a:pt x="424451" y="101368"/>
                </a:lnTo>
                <a:lnTo>
                  <a:pt x="425799" y="101016"/>
                </a:lnTo>
                <a:lnTo>
                  <a:pt x="427115" y="100618"/>
                </a:lnTo>
                <a:lnTo>
                  <a:pt x="428400" y="100172"/>
                </a:lnTo>
                <a:lnTo>
                  <a:pt x="429654" y="99680"/>
                </a:lnTo>
                <a:lnTo>
                  <a:pt x="430877" y="99141"/>
                </a:lnTo>
                <a:lnTo>
                  <a:pt x="432068" y="98555"/>
                </a:lnTo>
                <a:lnTo>
                  <a:pt x="433228" y="97922"/>
                </a:lnTo>
                <a:lnTo>
                  <a:pt x="434357" y="97242"/>
                </a:lnTo>
                <a:lnTo>
                  <a:pt x="435455" y="96516"/>
                </a:lnTo>
                <a:lnTo>
                  <a:pt x="436521" y="95742"/>
                </a:lnTo>
                <a:lnTo>
                  <a:pt x="437557" y="94922"/>
                </a:lnTo>
                <a:lnTo>
                  <a:pt x="438560" y="94055"/>
                </a:lnTo>
                <a:lnTo>
                  <a:pt x="439533" y="93140"/>
                </a:lnTo>
                <a:lnTo>
                  <a:pt x="440474" y="92179"/>
                </a:lnTo>
                <a:lnTo>
                  <a:pt x="441385" y="91171"/>
                </a:lnTo>
                <a:lnTo>
                  <a:pt x="442263" y="90117"/>
                </a:lnTo>
                <a:lnTo>
                  <a:pt x="443111" y="89015"/>
                </a:lnTo>
                <a:lnTo>
                  <a:pt x="431861" y="80016"/>
                </a:lnTo>
                <a:lnTo>
                  <a:pt x="431336" y="80727"/>
                </a:lnTo>
                <a:lnTo>
                  <a:pt x="430792" y="81408"/>
                </a:lnTo>
                <a:lnTo>
                  <a:pt x="430228" y="82059"/>
                </a:lnTo>
                <a:lnTo>
                  <a:pt x="429646" y="82680"/>
                </a:lnTo>
                <a:lnTo>
                  <a:pt x="429045" y="83270"/>
                </a:lnTo>
                <a:lnTo>
                  <a:pt x="428425" y="83830"/>
                </a:lnTo>
                <a:lnTo>
                  <a:pt x="427785" y="84360"/>
                </a:lnTo>
                <a:lnTo>
                  <a:pt x="427127" y="84859"/>
                </a:lnTo>
                <a:lnTo>
                  <a:pt x="426450" y="85328"/>
                </a:lnTo>
                <a:lnTo>
                  <a:pt x="425753" y="85767"/>
                </a:lnTo>
                <a:lnTo>
                  <a:pt x="425037" y="86176"/>
                </a:lnTo>
                <a:lnTo>
                  <a:pt x="424303" y="86554"/>
                </a:lnTo>
                <a:lnTo>
                  <a:pt x="423549" y="86903"/>
                </a:lnTo>
                <a:lnTo>
                  <a:pt x="422776" y="87220"/>
                </a:lnTo>
                <a:lnTo>
                  <a:pt x="421985" y="87508"/>
                </a:lnTo>
                <a:lnTo>
                  <a:pt x="421174" y="87765"/>
                </a:lnTo>
                <a:lnTo>
                  <a:pt x="420344" y="87992"/>
                </a:lnTo>
                <a:lnTo>
                  <a:pt x="419495" y="88189"/>
                </a:lnTo>
                <a:lnTo>
                  <a:pt x="418627" y="88356"/>
                </a:lnTo>
                <a:lnTo>
                  <a:pt x="417740" y="88492"/>
                </a:lnTo>
                <a:lnTo>
                  <a:pt x="416834" y="88598"/>
                </a:lnTo>
                <a:lnTo>
                  <a:pt x="415909" y="88673"/>
                </a:lnTo>
                <a:lnTo>
                  <a:pt x="414965" y="88719"/>
                </a:lnTo>
                <a:lnTo>
                  <a:pt x="414001" y="88734"/>
                </a:lnTo>
                <a:lnTo>
                  <a:pt x="413384" y="88726"/>
                </a:lnTo>
                <a:lnTo>
                  <a:pt x="412772" y="88701"/>
                </a:lnTo>
                <a:lnTo>
                  <a:pt x="412167" y="88659"/>
                </a:lnTo>
                <a:lnTo>
                  <a:pt x="411568" y="88601"/>
                </a:lnTo>
                <a:lnTo>
                  <a:pt x="410976" y="88526"/>
                </a:lnTo>
                <a:lnTo>
                  <a:pt x="410389" y="88435"/>
                </a:lnTo>
                <a:lnTo>
                  <a:pt x="409810" y="88327"/>
                </a:lnTo>
                <a:lnTo>
                  <a:pt x="409236" y="88203"/>
                </a:lnTo>
                <a:lnTo>
                  <a:pt x="408669" y="88062"/>
                </a:lnTo>
                <a:lnTo>
                  <a:pt x="408108" y="87904"/>
                </a:lnTo>
                <a:lnTo>
                  <a:pt x="407554" y="87730"/>
                </a:lnTo>
                <a:lnTo>
                  <a:pt x="407006" y="87539"/>
                </a:lnTo>
                <a:lnTo>
                  <a:pt x="406464" y="87331"/>
                </a:lnTo>
                <a:lnTo>
                  <a:pt x="405928" y="87107"/>
                </a:lnTo>
                <a:lnTo>
                  <a:pt x="405399" y="86866"/>
                </a:lnTo>
                <a:lnTo>
                  <a:pt x="404877" y="86609"/>
                </a:lnTo>
                <a:lnTo>
                  <a:pt x="404360" y="86335"/>
                </a:lnTo>
                <a:lnTo>
                  <a:pt x="403850" y="86045"/>
                </a:lnTo>
                <a:lnTo>
                  <a:pt x="403346" y="85738"/>
                </a:lnTo>
                <a:lnTo>
                  <a:pt x="402849" y="85414"/>
                </a:lnTo>
                <a:lnTo>
                  <a:pt x="402358" y="85074"/>
                </a:lnTo>
                <a:lnTo>
                  <a:pt x="401873" y="84717"/>
                </a:lnTo>
                <a:lnTo>
                  <a:pt x="401395" y="84343"/>
                </a:lnTo>
                <a:lnTo>
                  <a:pt x="400923" y="83953"/>
                </a:lnTo>
                <a:lnTo>
                  <a:pt x="400463" y="83551"/>
                </a:lnTo>
                <a:lnTo>
                  <a:pt x="400021" y="83141"/>
                </a:lnTo>
                <a:lnTo>
                  <a:pt x="399596" y="82723"/>
                </a:lnTo>
                <a:lnTo>
                  <a:pt x="399189" y="82297"/>
                </a:lnTo>
                <a:lnTo>
                  <a:pt x="398799" y="81864"/>
                </a:lnTo>
                <a:lnTo>
                  <a:pt x="398427" y="81422"/>
                </a:lnTo>
                <a:lnTo>
                  <a:pt x="398073" y="80973"/>
                </a:lnTo>
                <a:lnTo>
                  <a:pt x="397736" y="80516"/>
                </a:lnTo>
                <a:lnTo>
                  <a:pt x="397417" y="80051"/>
                </a:lnTo>
                <a:lnTo>
                  <a:pt x="397115" y="79578"/>
                </a:lnTo>
                <a:lnTo>
                  <a:pt x="396831" y="79098"/>
                </a:lnTo>
                <a:lnTo>
                  <a:pt x="396564" y="78610"/>
                </a:lnTo>
                <a:lnTo>
                  <a:pt x="396315" y="78114"/>
                </a:lnTo>
                <a:lnTo>
                  <a:pt x="396084" y="77610"/>
                </a:lnTo>
                <a:lnTo>
                  <a:pt x="395870" y="77098"/>
                </a:lnTo>
                <a:lnTo>
                  <a:pt x="395674" y="76578"/>
                </a:lnTo>
                <a:lnTo>
                  <a:pt x="395495" y="76051"/>
                </a:lnTo>
                <a:lnTo>
                  <a:pt x="395334" y="75516"/>
                </a:lnTo>
                <a:lnTo>
                  <a:pt x="395191" y="74973"/>
                </a:lnTo>
                <a:lnTo>
                  <a:pt x="395065" y="74422"/>
                </a:lnTo>
                <a:lnTo>
                  <a:pt x="394956" y="73863"/>
                </a:lnTo>
                <a:lnTo>
                  <a:pt x="394865" y="73297"/>
                </a:lnTo>
                <a:lnTo>
                  <a:pt x="394792" y="72723"/>
                </a:lnTo>
                <a:lnTo>
                  <a:pt x="394737" y="72141"/>
                </a:lnTo>
                <a:lnTo>
                  <a:pt x="446066" y="72141"/>
                </a:lnTo>
                <a:lnTo>
                  <a:pt x="446077" y="72009"/>
                </a:lnTo>
                <a:lnTo>
                  <a:pt x="446088" y="71873"/>
                </a:lnTo>
                <a:lnTo>
                  <a:pt x="446099" y="71732"/>
                </a:lnTo>
                <a:lnTo>
                  <a:pt x="446108" y="71586"/>
                </a:lnTo>
                <a:lnTo>
                  <a:pt x="446118" y="71435"/>
                </a:lnTo>
                <a:lnTo>
                  <a:pt x="446127" y="71279"/>
                </a:lnTo>
                <a:lnTo>
                  <a:pt x="446135" y="71119"/>
                </a:lnTo>
                <a:lnTo>
                  <a:pt x="446143" y="70953"/>
                </a:lnTo>
                <a:lnTo>
                  <a:pt x="446151" y="70783"/>
                </a:lnTo>
                <a:lnTo>
                  <a:pt x="446158" y="70607"/>
                </a:lnTo>
                <a:lnTo>
                  <a:pt x="446164" y="70427"/>
                </a:lnTo>
                <a:lnTo>
                  <a:pt x="446170" y="70242"/>
                </a:lnTo>
                <a:lnTo>
                  <a:pt x="446176" y="70052"/>
                </a:lnTo>
                <a:lnTo>
                  <a:pt x="446181" y="69858"/>
                </a:lnTo>
                <a:lnTo>
                  <a:pt x="446186" y="69658"/>
                </a:lnTo>
                <a:lnTo>
                  <a:pt x="446190" y="69453"/>
                </a:lnTo>
                <a:lnTo>
                  <a:pt x="446193" y="69244"/>
                </a:lnTo>
                <a:lnTo>
                  <a:pt x="446197" y="69030"/>
                </a:lnTo>
                <a:lnTo>
                  <a:pt x="446199" y="68810"/>
                </a:lnTo>
                <a:lnTo>
                  <a:pt x="446201" y="68586"/>
                </a:lnTo>
                <a:lnTo>
                  <a:pt x="446203" y="68357"/>
                </a:lnTo>
                <a:lnTo>
                  <a:pt x="446204" y="68123"/>
                </a:lnTo>
                <a:lnTo>
                  <a:pt x="446205" y="67885"/>
                </a:lnTo>
                <a:lnTo>
                  <a:pt x="446205" y="67641"/>
                </a:lnTo>
                <a:lnTo>
                  <a:pt x="446190" y="66179"/>
                </a:lnTo>
                <a:lnTo>
                  <a:pt x="446143" y="64745"/>
                </a:lnTo>
                <a:lnTo>
                  <a:pt x="446065" y="63341"/>
                </a:lnTo>
                <a:lnTo>
                  <a:pt x="445955" y="61965"/>
                </a:lnTo>
                <a:close/>
                <a:moveTo>
                  <a:pt x="395057" y="57770"/>
                </a:moveTo>
                <a:lnTo>
                  <a:pt x="395178" y="57221"/>
                </a:lnTo>
                <a:lnTo>
                  <a:pt x="395317" y="56681"/>
                </a:lnTo>
                <a:lnTo>
                  <a:pt x="395471" y="56149"/>
                </a:lnTo>
                <a:lnTo>
                  <a:pt x="395643" y="55625"/>
                </a:lnTo>
                <a:lnTo>
                  <a:pt x="395831" y="55110"/>
                </a:lnTo>
                <a:lnTo>
                  <a:pt x="396035" y="54602"/>
                </a:lnTo>
                <a:lnTo>
                  <a:pt x="396256" y="54104"/>
                </a:lnTo>
                <a:lnTo>
                  <a:pt x="396494" y="53613"/>
                </a:lnTo>
                <a:lnTo>
                  <a:pt x="396748" y="53131"/>
                </a:lnTo>
                <a:lnTo>
                  <a:pt x="397019" y="52657"/>
                </a:lnTo>
                <a:lnTo>
                  <a:pt x="397307" y="52191"/>
                </a:lnTo>
                <a:lnTo>
                  <a:pt x="397611" y="51734"/>
                </a:lnTo>
                <a:lnTo>
                  <a:pt x="397932" y="51285"/>
                </a:lnTo>
                <a:lnTo>
                  <a:pt x="398269" y="50844"/>
                </a:lnTo>
                <a:lnTo>
                  <a:pt x="398623" y="50412"/>
                </a:lnTo>
                <a:lnTo>
                  <a:pt x="398994" y="49988"/>
                </a:lnTo>
                <a:lnTo>
                  <a:pt x="399381" y="49572"/>
                </a:lnTo>
                <a:lnTo>
                  <a:pt x="399785" y="49164"/>
                </a:lnTo>
                <a:lnTo>
                  <a:pt x="400205" y="48765"/>
                </a:lnTo>
                <a:lnTo>
                  <a:pt x="400642" y="48374"/>
                </a:lnTo>
                <a:lnTo>
                  <a:pt x="401091" y="47995"/>
                </a:lnTo>
                <a:lnTo>
                  <a:pt x="401547" y="47633"/>
                </a:lnTo>
                <a:lnTo>
                  <a:pt x="402011" y="47286"/>
                </a:lnTo>
                <a:lnTo>
                  <a:pt x="402482" y="46956"/>
                </a:lnTo>
                <a:lnTo>
                  <a:pt x="402960" y="46642"/>
                </a:lnTo>
                <a:lnTo>
                  <a:pt x="403446" y="46344"/>
                </a:lnTo>
                <a:lnTo>
                  <a:pt x="403939" y="46062"/>
                </a:lnTo>
                <a:lnTo>
                  <a:pt x="404439" y="45796"/>
                </a:lnTo>
                <a:lnTo>
                  <a:pt x="404947" y="45546"/>
                </a:lnTo>
                <a:lnTo>
                  <a:pt x="405462" y="45312"/>
                </a:lnTo>
                <a:lnTo>
                  <a:pt x="405984" y="45095"/>
                </a:lnTo>
                <a:lnTo>
                  <a:pt x="406514" y="44893"/>
                </a:lnTo>
                <a:lnTo>
                  <a:pt x="407051" y="44708"/>
                </a:lnTo>
                <a:lnTo>
                  <a:pt x="407595" y="44539"/>
                </a:lnTo>
                <a:lnTo>
                  <a:pt x="408146" y="44386"/>
                </a:lnTo>
                <a:lnTo>
                  <a:pt x="408705" y="44249"/>
                </a:lnTo>
                <a:lnTo>
                  <a:pt x="409271" y="44128"/>
                </a:lnTo>
                <a:lnTo>
                  <a:pt x="409845" y="44023"/>
                </a:lnTo>
                <a:lnTo>
                  <a:pt x="410426" y="43934"/>
                </a:lnTo>
                <a:lnTo>
                  <a:pt x="411014" y="43862"/>
                </a:lnTo>
                <a:lnTo>
                  <a:pt x="411609" y="43805"/>
                </a:lnTo>
                <a:lnTo>
                  <a:pt x="412212" y="43765"/>
                </a:lnTo>
                <a:lnTo>
                  <a:pt x="412822" y="43741"/>
                </a:lnTo>
                <a:lnTo>
                  <a:pt x="413439" y="43733"/>
                </a:lnTo>
                <a:lnTo>
                  <a:pt x="414078" y="43741"/>
                </a:lnTo>
                <a:lnTo>
                  <a:pt x="414703" y="43765"/>
                </a:lnTo>
                <a:lnTo>
                  <a:pt x="415316" y="43805"/>
                </a:lnTo>
                <a:lnTo>
                  <a:pt x="415916" y="43862"/>
                </a:lnTo>
                <a:lnTo>
                  <a:pt x="416504" y="43934"/>
                </a:lnTo>
                <a:lnTo>
                  <a:pt x="417078" y="44023"/>
                </a:lnTo>
                <a:lnTo>
                  <a:pt x="417640" y="44128"/>
                </a:lnTo>
                <a:lnTo>
                  <a:pt x="418190" y="44249"/>
                </a:lnTo>
                <a:lnTo>
                  <a:pt x="418726" y="44386"/>
                </a:lnTo>
                <a:lnTo>
                  <a:pt x="419250" y="44539"/>
                </a:lnTo>
                <a:lnTo>
                  <a:pt x="419762" y="44708"/>
                </a:lnTo>
                <a:lnTo>
                  <a:pt x="420260" y="44893"/>
                </a:lnTo>
                <a:lnTo>
                  <a:pt x="420746" y="45095"/>
                </a:lnTo>
                <a:lnTo>
                  <a:pt x="421219" y="45312"/>
                </a:lnTo>
                <a:lnTo>
                  <a:pt x="421680" y="45546"/>
                </a:lnTo>
                <a:lnTo>
                  <a:pt x="422127" y="45796"/>
                </a:lnTo>
                <a:lnTo>
                  <a:pt x="422562" y="46062"/>
                </a:lnTo>
                <a:lnTo>
                  <a:pt x="422985" y="46344"/>
                </a:lnTo>
                <a:lnTo>
                  <a:pt x="423394" y="46642"/>
                </a:lnTo>
                <a:lnTo>
                  <a:pt x="423791" y="46956"/>
                </a:lnTo>
                <a:lnTo>
                  <a:pt x="424175" y="47286"/>
                </a:lnTo>
                <a:lnTo>
                  <a:pt x="424547" y="47633"/>
                </a:lnTo>
                <a:lnTo>
                  <a:pt x="424906" y="47995"/>
                </a:lnTo>
                <a:lnTo>
                  <a:pt x="425252" y="48374"/>
                </a:lnTo>
                <a:lnTo>
                  <a:pt x="425585" y="48765"/>
                </a:lnTo>
                <a:lnTo>
                  <a:pt x="425903" y="49164"/>
                </a:lnTo>
                <a:lnTo>
                  <a:pt x="426208" y="49572"/>
                </a:lnTo>
                <a:lnTo>
                  <a:pt x="426498" y="49988"/>
                </a:lnTo>
                <a:lnTo>
                  <a:pt x="426774" y="50412"/>
                </a:lnTo>
                <a:lnTo>
                  <a:pt x="427036" y="50844"/>
                </a:lnTo>
                <a:lnTo>
                  <a:pt x="427284" y="51285"/>
                </a:lnTo>
                <a:lnTo>
                  <a:pt x="427518" y="51734"/>
                </a:lnTo>
                <a:lnTo>
                  <a:pt x="427738" y="52191"/>
                </a:lnTo>
                <a:lnTo>
                  <a:pt x="427943" y="52657"/>
                </a:lnTo>
                <a:lnTo>
                  <a:pt x="428134" y="53131"/>
                </a:lnTo>
                <a:lnTo>
                  <a:pt x="428311" y="53613"/>
                </a:lnTo>
                <a:lnTo>
                  <a:pt x="428474" y="54104"/>
                </a:lnTo>
                <a:lnTo>
                  <a:pt x="428623" y="54602"/>
                </a:lnTo>
                <a:lnTo>
                  <a:pt x="428757" y="55110"/>
                </a:lnTo>
                <a:lnTo>
                  <a:pt x="428878" y="55625"/>
                </a:lnTo>
                <a:lnTo>
                  <a:pt x="428984" y="56149"/>
                </a:lnTo>
                <a:lnTo>
                  <a:pt x="429076" y="56681"/>
                </a:lnTo>
                <a:lnTo>
                  <a:pt x="429154" y="57221"/>
                </a:lnTo>
                <a:lnTo>
                  <a:pt x="429218" y="57770"/>
                </a:lnTo>
                <a:lnTo>
                  <a:pt x="429267" y="58327"/>
                </a:lnTo>
                <a:lnTo>
                  <a:pt x="429303" y="58892"/>
                </a:lnTo>
                <a:lnTo>
                  <a:pt x="429324" y="59465"/>
                </a:lnTo>
                <a:lnTo>
                  <a:pt x="429331" y="60047"/>
                </a:lnTo>
                <a:lnTo>
                  <a:pt x="394737" y="60047"/>
                </a:lnTo>
                <a:lnTo>
                  <a:pt x="394792" y="59465"/>
                </a:lnTo>
                <a:lnTo>
                  <a:pt x="394864" y="58892"/>
                </a:lnTo>
                <a:lnTo>
                  <a:pt x="394952" y="58327"/>
                </a:lnTo>
                <a:lnTo>
                  <a:pt x="395057" y="57770"/>
                </a:lnTo>
                <a:close/>
                <a:moveTo>
                  <a:pt x="509076" y="39765"/>
                </a:moveTo>
                <a:lnTo>
                  <a:pt x="508702" y="39390"/>
                </a:lnTo>
                <a:lnTo>
                  <a:pt x="508317" y="39023"/>
                </a:lnTo>
                <a:lnTo>
                  <a:pt x="507923" y="38664"/>
                </a:lnTo>
                <a:lnTo>
                  <a:pt x="507518" y="38312"/>
                </a:lnTo>
                <a:lnTo>
                  <a:pt x="507102" y="37969"/>
                </a:lnTo>
                <a:lnTo>
                  <a:pt x="506677" y="37633"/>
                </a:lnTo>
                <a:lnTo>
                  <a:pt x="506241" y="37305"/>
                </a:lnTo>
                <a:lnTo>
                  <a:pt x="505795" y="36984"/>
                </a:lnTo>
                <a:lnTo>
                  <a:pt x="505339" y="36672"/>
                </a:lnTo>
                <a:lnTo>
                  <a:pt x="504872" y="36367"/>
                </a:lnTo>
                <a:lnTo>
                  <a:pt x="504395" y="36071"/>
                </a:lnTo>
                <a:lnTo>
                  <a:pt x="503908" y="35782"/>
                </a:lnTo>
                <a:lnTo>
                  <a:pt x="503411" y="35500"/>
                </a:lnTo>
                <a:lnTo>
                  <a:pt x="502904" y="35227"/>
                </a:lnTo>
                <a:lnTo>
                  <a:pt x="502386" y="34962"/>
                </a:lnTo>
                <a:lnTo>
                  <a:pt x="501858" y="34704"/>
                </a:lnTo>
                <a:lnTo>
                  <a:pt x="501320" y="34454"/>
                </a:lnTo>
                <a:lnTo>
                  <a:pt x="500771" y="34212"/>
                </a:lnTo>
                <a:lnTo>
                  <a:pt x="500212" y="33977"/>
                </a:lnTo>
                <a:lnTo>
                  <a:pt x="499643" y="33751"/>
                </a:lnTo>
                <a:lnTo>
                  <a:pt x="499068" y="33533"/>
                </a:lnTo>
                <a:lnTo>
                  <a:pt x="498490" y="33324"/>
                </a:lnTo>
                <a:lnTo>
                  <a:pt x="497910" y="33124"/>
                </a:lnTo>
                <a:lnTo>
                  <a:pt x="497327" y="32934"/>
                </a:lnTo>
                <a:lnTo>
                  <a:pt x="496742" y="32753"/>
                </a:lnTo>
                <a:lnTo>
                  <a:pt x="496154" y="32581"/>
                </a:lnTo>
                <a:lnTo>
                  <a:pt x="495564" y="32419"/>
                </a:lnTo>
                <a:lnTo>
                  <a:pt x="494972" y="32265"/>
                </a:lnTo>
                <a:lnTo>
                  <a:pt x="494377" y="32122"/>
                </a:lnTo>
                <a:lnTo>
                  <a:pt x="493779" y="31987"/>
                </a:lnTo>
                <a:lnTo>
                  <a:pt x="493179" y="31862"/>
                </a:lnTo>
                <a:lnTo>
                  <a:pt x="492577" y="31746"/>
                </a:lnTo>
                <a:lnTo>
                  <a:pt x="491972" y="31639"/>
                </a:lnTo>
                <a:lnTo>
                  <a:pt x="491365" y="31541"/>
                </a:lnTo>
                <a:lnTo>
                  <a:pt x="490756" y="31453"/>
                </a:lnTo>
                <a:lnTo>
                  <a:pt x="490143" y="31374"/>
                </a:lnTo>
                <a:lnTo>
                  <a:pt x="489529" y="31305"/>
                </a:lnTo>
                <a:lnTo>
                  <a:pt x="488912" y="31244"/>
                </a:lnTo>
                <a:lnTo>
                  <a:pt x="488293" y="31193"/>
                </a:lnTo>
                <a:lnTo>
                  <a:pt x="487671" y="31151"/>
                </a:lnTo>
                <a:lnTo>
                  <a:pt x="487047" y="31119"/>
                </a:lnTo>
                <a:lnTo>
                  <a:pt x="486420" y="31096"/>
                </a:lnTo>
                <a:lnTo>
                  <a:pt x="485791" y="31082"/>
                </a:lnTo>
                <a:lnTo>
                  <a:pt x="485159" y="31077"/>
                </a:lnTo>
                <a:lnTo>
                  <a:pt x="484239" y="31087"/>
                </a:lnTo>
                <a:lnTo>
                  <a:pt x="483330" y="31115"/>
                </a:lnTo>
                <a:lnTo>
                  <a:pt x="482432" y="31163"/>
                </a:lnTo>
                <a:lnTo>
                  <a:pt x="481546" y="31230"/>
                </a:lnTo>
                <a:lnTo>
                  <a:pt x="480671" y="31315"/>
                </a:lnTo>
                <a:lnTo>
                  <a:pt x="479807" y="31420"/>
                </a:lnTo>
                <a:lnTo>
                  <a:pt x="478954" y="31544"/>
                </a:lnTo>
                <a:lnTo>
                  <a:pt x="478113" y="31687"/>
                </a:lnTo>
                <a:lnTo>
                  <a:pt x="477282" y="31848"/>
                </a:lnTo>
                <a:lnTo>
                  <a:pt x="476463" y="32029"/>
                </a:lnTo>
                <a:lnTo>
                  <a:pt x="475655" y="32229"/>
                </a:lnTo>
                <a:lnTo>
                  <a:pt x="474859" y="32448"/>
                </a:lnTo>
                <a:lnTo>
                  <a:pt x="474073" y="32686"/>
                </a:lnTo>
                <a:lnTo>
                  <a:pt x="473299" y="32943"/>
                </a:lnTo>
                <a:lnTo>
                  <a:pt x="472536" y="33220"/>
                </a:lnTo>
                <a:lnTo>
                  <a:pt x="471785" y="33515"/>
                </a:lnTo>
                <a:lnTo>
                  <a:pt x="471044" y="33829"/>
                </a:lnTo>
                <a:lnTo>
                  <a:pt x="470315" y="34162"/>
                </a:lnTo>
                <a:lnTo>
                  <a:pt x="469597" y="34515"/>
                </a:lnTo>
                <a:lnTo>
                  <a:pt x="468890" y="34886"/>
                </a:lnTo>
                <a:lnTo>
                  <a:pt x="468195" y="35276"/>
                </a:lnTo>
                <a:lnTo>
                  <a:pt x="467510" y="35686"/>
                </a:lnTo>
                <a:lnTo>
                  <a:pt x="466837" y="36114"/>
                </a:lnTo>
                <a:lnTo>
                  <a:pt x="466175" y="36562"/>
                </a:lnTo>
                <a:lnTo>
                  <a:pt x="465533" y="37028"/>
                </a:lnTo>
                <a:lnTo>
                  <a:pt x="464918" y="37511"/>
                </a:lnTo>
                <a:lnTo>
                  <a:pt x="464330" y="38012"/>
                </a:lnTo>
                <a:lnTo>
                  <a:pt x="463769" y="38531"/>
                </a:lnTo>
                <a:lnTo>
                  <a:pt x="463236" y="39067"/>
                </a:lnTo>
                <a:lnTo>
                  <a:pt x="462730" y="39620"/>
                </a:lnTo>
                <a:lnTo>
                  <a:pt x="462252" y="40192"/>
                </a:lnTo>
                <a:lnTo>
                  <a:pt x="461800" y="40781"/>
                </a:lnTo>
                <a:lnTo>
                  <a:pt x="461377" y="41387"/>
                </a:lnTo>
                <a:lnTo>
                  <a:pt x="460980" y="42011"/>
                </a:lnTo>
                <a:lnTo>
                  <a:pt x="460611" y="42653"/>
                </a:lnTo>
                <a:lnTo>
                  <a:pt x="460269" y="43312"/>
                </a:lnTo>
                <a:lnTo>
                  <a:pt x="459955" y="43989"/>
                </a:lnTo>
                <a:lnTo>
                  <a:pt x="459668" y="44683"/>
                </a:lnTo>
                <a:lnTo>
                  <a:pt x="459408" y="45395"/>
                </a:lnTo>
                <a:lnTo>
                  <a:pt x="459175" y="46124"/>
                </a:lnTo>
                <a:lnTo>
                  <a:pt x="458970" y="46871"/>
                </a:lnTo>
                <a:lnTo>
                  <a:pt x="458793" y="47636"/>
                </a:lnTo>
                <a:lnTo>
                  <a:pt x="458642" y="48418"/>
                </a:lnTo>
                <a:lnTo>
                  <a:pt x="458519" y="49218"/>
                </a:lnTo>
                <a:lnTo>
                  <a:pt x="458423" y="50035"/>
                </a:lnTo>
                <a:lnTo>
                  <a:pt x="458355" y="50870"/>
                </a:lnTo>
                <a:lnTo>
                  <a:pt x="458314" y="51723"/>
                </a:lnTo>
                <a:lnTo>
                  <a:pt x="458300" y="52593"/>
                </a:lnTo>
                <a:lnTo>
                  <a:pt x="458310" y="53300"/>
                </a:lnTo>
                <a:lnTo>
                  <a:pt x="458338" y="53992"/>
                </a:lnTo>
                <a:lnTo>
                  <a:pt x="458385" y="54668"/>
                </a:lnTo>
                <a:lnTo>
                  <a:pt x="458451" y="55329"/>
                </a:lnTo>
                <a:lnTo>
                  <a:pt x="458535" y="55975"/>
                </a:lnTo>
                <a:lnTo>
                  <a:pt x="458639" y="56605"/>
                </a:lnTo>
                <a:lnTo>
                  <a:pt x="458761" y="57220"/>
                </a:lnTo>
                <a:lnTo>
                  <a:pt x="458902" y="57820"/>
                </a:lnTo>
                <a:lnTo>
                  <a:pt x="459062" y="58404"/>
                </a:lnTo>
                <a:lnTo>
                  <a:pt x="459240" y="58973"/>
                </a:lnTo>
                <a:lnTo>
                  <a:pt x="459438" y="59526"/>
                </a:lnTo>
                <a:lnTo>
                  <a:pt x="459654" y="60064"/>
                </a:lnTo>
                <a:lnTo>
                  <a:pt x="459889" y="60587"/>
                </a:lnTo>
                <a:lnTo>
                  <a:pt x="460143" y="61094"/>
                </a:lnTo>
                <a:lnTo>
                  <a:pt x="460415" y="61586"/>
                </a:lnTo>
                <a:lnTo>
                  <a:pt x="460706" y="62063"/>
                </a:lnTo>
                <a:lnTo>
                  <a:pt x="461017" y="62524"/>
                </a:lnTo>
                <a:lnTo>
                  <a:pt x="461346" y="62970"/>
                </a:lnTo>
                <a:lnTo>
                  <a:pt x="461693" y="63400"/>
                </a:lnTo>
                <a:lnTo>
                  <a:pt x="462060" y="63815"/>
                </a:lnTo>
                <a:lnTo>
                  <a:pt x="462445" y="64215"/>
                </a:lnTo>
                <a:lnTo>
                  <a:pt x="462849" y="64599"/>
                </a:lnTo>
                <a:lnTo>
                  <a:pt x="463272" y="64968"/>
                </a:lnTo>
                <a:lnTo>
                  <a:pt x="463714" y="65321"/>
                </a:lnTo>
                <a:lnTo>
                  <a:pt x="464172" y="65664"/>
                </a:lnTo>
                <a:lnTo>
                  <a:pt x="464642" y="66000"/>
                </a:lnTo>
                <a:lnTo>
                  <a:pt x="465126" y="66329"/>
                </a:lnTo>
                <a:lnTo>
                  <a:pt x="465622" y="66651"/>
                </a:lnTo>
                <a:lnTo>
                  <a:pt x="466132" y="66967"/>
                </a:lnTo>
                <a:lnTo>
                  <a:pt x="466654" y="67277"/>
                </a:lnTo>
                <a:lnTo>
                  <a:pt x="467189" y="67579"/>
                </a:lnTo>
                <a:lnTo>
                  <a:pt x="467737" y="67876"/>
                </a:lnTo>
                <a:lnTo>
                  <a:pt x="468299" y="68165"/>
                </a:lnTo>
                <a:lnTo>
                  <a:pt x="468873" y="68448"/>
                </a:lnTo>
                <a:lnTo>
                  <a:pt x="469460" y="68725"/>
                </a:lnTo>
                <a:lnTo>
                  <a:pt x="470060" y="68995"/>
                </a:lnTo>
                <a:lnTo>
                  <a:pt x="470673" y="69258"/>
                </a:lnTo>
                <a:lnTo>
                  <a:pt x="471299" y="69514"/>
                </a:lnTo>
                <a:lnTo>
                  <a:pt x="471937" y="69764"/>
                </a:lnTo>
                <a:lnTo>
                  <a:pt x="472589" y="70008"/>
                </a:lnTo>
                <a:lnTo>
                  <a:pt x="473254" y="70245"/>
                </a:lnTo>
                <a:lnTo>
                  <a:pt x="473931" y="70475"/>
                </a:lnTo>
                <a:lnTo>
                  <a:pt x="474622" y="70699"/>
                </a:lnTo>
                <a:lnTo>
                  <a:pt x="475326" y="70916"/>
                </a:lnTo>
                <a:lnTo>
                  <a:pt x="476042" y="71126"/>
                </a:lnTo>
                <a:lnTo>
                  <a:pt x="476771" y="71330"/>
                </a:lnTo>
                <a:lnTo>
                  <a:pt x="477514" y="71527"/>
                </a:lnTo>
                <a:lnTo>
                  <a:pt x="478269" y="71718"/>
                </a:lnTo>
                <a:lnTo>
                  <a:pt x="478975" y="71882"/>
                </a:lnTo>
                <a:lnTo>
                  <a:pt x="479663" y="72046"/>
                </a:lnTo>
                <a:lnTo>
                  <a:pt x="480333" y="72209"/>
                </a:lnTo>
                <a:lnTo>
                  <a:pt x="480985" y="72373"/>
                </a:lnTo>
                <a:lnTo>
                  <a:pt x="481620" y="72536"/>
                </a:lnTo>
                <a:lnTo>
                  <a:pt x="482237" y="72699"/>
                </a:lnTo>
                <a:lnTo>
                  <a:pt x="482836" y="72861"/>
                </a:lnTo>
                <a:lnTo>
                  <a:pt x="483417" y="73023"/>
                </a:lnTo>
                <a:lnTo>
                  <a:pt x="483980" y="73185"/>
                </a:lnTo>
                <a:lnTo>
                  <a:pt x="484525" y="73347"/>
                </a:lnTo>
                <a:lnTo>
                  <a:pt x="485053" y="73509"/>
                </a:lnTo>
                <a:lnTo>
                  <a:pt x="485563" y="73670"/>
                </a:lnTo>
                <a:lnTo>
                  <a:pt x="486055" y="73831"/>
                </a:lnTo>
                <a:lnTo>
                  <a:pt x="486529" y="73992"/>
                </a:lnTo>
                <a:lnTo>
                  <a:pt x="486986" y="74153"/>
                </a:lnTo>
                <a:lnTo>
                  <a:pt x="487424" y="74313"/>
                </a:lnTo>
                <a:lnTo>
                  <a:pt x="487845" y="74473"/>
                </a:lnTo>
                <a:lnTo>
                  <a:pt x="488248" y="74633"/>
                </a:lnTo>
                <a:lnTo>
                  <a:pt x="488633" y="74793"/>
                </a:lnTo>
                <a:lnTo>
                  <a:pt x="489001" y="74952"/>
                </a:lnTo>
                <a:lnTo>
                  <a:pt x="489350" y="75111"/>
                </a:lnTo>
                <a:lnTo>
                  <a:pt x="489682" y="75270"/>
                </a:lnTo>
                <a:lnTo>
                  <a:pt x="489996" y="75428"/>
                </a:lnTo>
                <a:lnTo>
                  <a:pt x="490292" y="75587"/>
                </a:lnTo>
                <a:lnTo>
                  <a:pt x="490573" y="75748"/>
                </a:lnTo>
                <a:lnTo>
                  <a:pt x="490842" y="75917"/>
                </a:lnTo>
                <a:lnTo>
                  <a:pt x="491099" y="76093"/>
                </a:lnTo>
                <a:lnTo>
                  <a:pt x="491345" y="76276"/>
                </a:lnTo>
                <a:lnTo>
                  <a:pt x="491578" y="76466"/>
                </a:lnTo>
                <a:lnTo>
                  <a:pt x="491799" y="76663"/>
                </a:lnTo>
                <a:lnTo>
                  <a:pt x="492009" y="76867"/>
                </a:lnTo>
                <a:lnTo>
                  <a:pt x="492206" y="77078"/>
                </a:lnTo>
                <a:lnTo>
                  <a:pt x="492392" y="77296"/>
                </a:lnTo>
                <a:lnTo>
                  <a:pt x="492565" y="77522"/>
                </a:lnTo>
                <a:lnTo>
                  <a:pt x="492727" y="77754"/>
                </a:lnTo>
                <a:lnTo>
                  <a:pt x="492876" y="77994"/>
                </a:lnTo>
                <a:lnTo>
                  <a:pt x="493014" y="78240"/>
                </a:lnTo>
                <a:lnTo>
                  <a:pt x="493140" y="78494"/>
                </a:lnTo>
                <a:lnTo>
                  <a:pt x="493253" y="78755"/>
                </a:lnTo>
                <a:lnTo>
                  <a:pt x="493355" y="79023"/>
                </a:lnTo>
                <a:lnTo>
                  <a:pt x="493445" y="79298"/>
                </a:lnTo>
                <a:lnTo>
                  <a:pt x="493523" y="79580"/>
                </a:lnTo>
                <a:lnTo>
                  <a:pt x="493588" y="79869"/>
                </a:lnTo>
                <a:lnTo>
                  <a:pt x="493642" y="80165"/>
                </a:lnTo>
                <a:lnTo>
                  <a:pt x="493684" y="80469"/>
                </a:lnTo>
                <a:lnTo>
                  <a:pt x="493714" y="80779"/>
                </a:lnTo>
                <a:lnTo>
                  <a:pt x="493732" y="81097"/>
                </a:lnTo>
                <a:lnTo>
                  <a:pt x="493738" y="81421"/>
                </a:lnTo>
                <a:lnTo>
                  <a:pt x="493732" y="81757"/>
                </a:lnTo>
                <a:lnTo>
                  <a:pt x="493715" y="82086"/>
                </a:lnTo>
                <a:lnTo>
                  <a:pt x="493687" y="82408"/>
                </a:lnTo>
                <a:lnTo>
                  <a:pt x="493648" y="82722"/>
                </a:lnTo>
                <a:lnTo>
                  <a:pt x="493597" y="83029"/>
                </a:lnTo>
                <a:lnTo>
                  <a:pt x="493536" y="83329"/>
                </a:lnTo>
                <a:lnTo>
                  <a:pt x="493463" y="83621"/>
                </a:lnTo>
                <a:lnTo>
                  <a:pt x="493378" y="83906"/>
                </a:lnTo>
                <a:lnTo>
                  <a:pt x="493283" y="84184"/>
                </a:lnTo>
                <a:lnTo>
                  <a:pt x="493176" y="84454"/>
                </a:lnTo>
                <a:lnTo>
                  <a:pt x="493058" y="84717"/>
                </a:lnTo>
                <a:lnTo>
                  <a:pt x="492929" y="84973"/>
                </a:lnTo>
                <a:lnTo>
                  <a:pt x="492789" y="85221"/>
                </a:lnTo>
                <a:lnTo>
                  <a:pt x="492637" y="85462"/>
                </a:lnTo>
                <a:lnTo>
                  <a:pt x="492474" y="85696"/>
                </a:lnTo>
                <a:lnTo>
                  <a:pt x="492300" y="85923"/>
                </a:lnTo>
                <a:lnTo>
                  <a:pt x="492114" y="86142"/>
                </a:lnTo>
                <a:lnTo>
                  <a:pt x="491918" y="86353"/>
                </a:lnTo>
                <a:lnTo>
                  <a:pt x="491710" y="86558"/>
                </a:lnTo>
                <a:lnTo>
                  <a:pt x="491491" y="86755"/>
                </a:lnTo>
                <a:lnTo>
                  <a:pt x="491260" y="86945"/>
                </a:lnTo>
                <a:lnTo>
                  <a:pt x="491019" y="87127"/>
                </a:lnTo>
                <a:lnTo>
                  <a:pt x="490766" y="87302"/>
                </a:lnTo>
                <a:lnTo>
                  <a:pt x="490502" y="87470"/>
                </a:lnTo>
                <a:lnTo>
                  <a:pt x="490231" y="87631"/>
                </a:lnTo>
                <a:lnTo>
                  <a:pt x="489955" y="87784"/>
                </a:lnTo>
                <a:lnTo>
                  <a:pt x="489676" y="87931"/>
                </a:lnTo>
                <a:lnTo>
                  <a:pt x="489393" y="88071"/>
                </a:lnTo>
                <a:lnTo>
                  <a:pt x="489106" y="88205"/>
                </a:lnTo>
                <a:lnTo>
                  <a:pt x="488815" y="88331"/>
                </a:lnTo>
                <a:lnTo>
                  <a:pt x="488520" y="88451"/>
                </a:lnTo>
                <a:lnTo>
                  <a:pt x="488221" y="88563"/>
                </a:lnTo>
                <a:lnTo>
                  <a:pt x="487918" y="88669"/>
                </a:lnTo>
                <a:lnTo>
                  <a:pt x="487612" y="88768"/>
                </a:lnTo>
                <a:lnTo>
                  <a:pt x="487301" y="88860"/>
                </a:lnTo>
                <a:lnTo>
                  <a:pt x="486987" y="88946"/>
                </a:lnTo>
                <a:lnTo>
                  <a:pt x="486668" y="89024"/>
                </a:lnTo>
                <a:lnTo>
                  <a:pt x="486346" y="89096"/>
                </a:lnTo>
                <a:lnTo>
                  <a:pt x="486020" y="89161"/>
                </a:lnTo>
                <a:lnTo>
                  <a:pt x="485690" y="89219"/>
                </a:lnTo>
                <a:lnTo>
                  <a:pt x="485356" y="89270"/>
                </a:lnTo>
                <a:lnTo>
                  <a:pt x="485018" y="89315"/>
                </a:lnTo>
                <a:lnTo>
                  <a:pt x="484676" y="89352"/>
                </a:lnTo>
                <a:lnTo>
                  <a:pt x="484330" y="89383"/>
                </a:lnTo>
                <a:lnTo>
                  <a:pt x="483981" y="89407"/>
                </a:lnTo>
                <a:lnTo>
                  <a:pt x="483627" y="89424"/>
                </a:lnTo>
                <a:lnTo>
                  <a:pt x="483270" y="89434"/>
                </a:lnTo>
                <a:lnTo>
                  <a:pt x="482908" y="89438"/>
                </a:lnTo>
                <a:lnTo>
                  <a:pt x="482013" y="89423"/>
                </a:lnTo>
                <a:lnTo>
                  <a:pt x="481134" y="89379"/>
                </a:lnTo>
                <a:lnTo>
                  <a:pt x="480269" y="89306"/>
                </a:lnTo>
                <a:lnTo>
                  <a:pt x="479420" y="89203"/>
                </a:lnTo>
                <a:lnTo>
                  <a:pt x="478586" y="89071"/>
                </a:lnTo>
                <a:lnTo>
                  <a:pt x="477767" y="88910"/>
                </a:lnTo>
                <a:lnTo>
                  <a:pt x="476963" y="88720"/>
                </a:lnTo>
                <a:lnTo>
                  <a:pt x="476174" y="88500"/>
                </a:lnTo>
                <a:lnTo>
                  <a:pt x="475400" y="88251"/>
                </a:lnTo>
                <a:lnTo>
                  <a:pt x="474642" y="87973"/>
                </a:lnTo>
                <a:lnTo>
                  <a:pt x="473898" y="87665"/>
                </a:lnTo>
                <a:lnTo>
                  <a:pt x="473170" y="87328"/>
                </a:lnTo>
                <a:lnTo>
                  <a:pt x="472457" y="86962"/>
                </a:lnTo>
                <a:lnTo>
                  <a:pt x="471759" y="86566"/>
                </a:lnTo>
                <a:lnTo>
                  <a:pt x="471076" y="86141"/>
                </a:lnTo>
                <a:lnTo>
                  <a:pt x="470408" y="85687"/>
                </a:lnTo>
                <a:lnTo>
                  <a:pt x="469756" y="85203"/>
                </a:lnTo>
                <a:lnTo>
                  <a:pt x="469118" y="84691"/>
                </a:lnTo>
                <a:lnTo>
                  <a:pt x="468496" y="84149"/>
                </a:lnTo>
                <a:lnTo>
                  <a:pt x="467889" y="83577"/>
                </a:lnTo>
                <a:lnTo>
                  <a:pt x="467296" y="82976"/>
                </a:lnTo>
                <a:lnTo>
                  <a:pt x="466720" y="82346"/>
                </a:lnTo>
                <a:lnTo>
                  <a:pt x="466158" y="81687"/>
                </a:lnTo>
                <a:lnTo>
                  <a:pt x="465611" y="80998"/>
                </a:lnTo>
                <a:lnTo>
                  <a:pt x="454502" y="91405"/>
                </a:lnTo>
                <a:lnTo>
                  <a:pt x="454905" y="91835"/>
                </a:lnTo>
                <a:lnTo>
                  <a:pt x="455318" y="92257"/>
                </a:lnTo>
                <a:lnTo>
                  <a:pt x="455739" y="92671"/>
                </a:lnTo>
                <a:lnTo>
                  <a:pt x="456170" y="93077"/>
                </a:lnTo>
                <a:lnTo>
                  <a:pt x="456610" y="93476"/>
                </a:lnTo>
                <a:lnTo>
                  <a:pt x="457060" y="93867"/>
                </a:lnTo>
                <a:lnTo>
                  <a:pt x="457518" y="94250"/>
                </a:lnTo>
                <a:lnTo>
                  <a:pt x="457986" y="94625"/>
                </a:lnTo>
                <a:lnTo>
                  <a:pt x="458464" y="94992"/>
                </a:lnTo>
                <a:lnTo>
                  <a:pt x="458950" y="95351"/>
                </a:lnTo>
                <a:lnTo>
                  <a:pt x="459446" y="95703"/>
                </a:lnTo>
                <a:lnTo>
                  <a:pt x="459951" y="96047"/>
                </a:lnTo>
                <a:lnTo>
                  <a:pt x="460465" y="96383"/>
                </a:lnTo>
                <a:lnTo>
                  <a:pt x="460989" y="96711"/>
                </a:lnTo>
                <a:lnTo>
                  <a:pt x="461522" y="97031"/>
                </a:lnTo>
                <a:lnTo>
                  <a:pt x="462064" y="97344"/>
                </a:lnTo>
                <a:lnTo>
                  <a:pt x="462615" y="97649"/>
                </a:lnTo>
                <a:lnTo>
                  <a:pt x="463176" y="97946"/>
                </a:lnTo>
                <a:lnTo>
                  <a:pt x="463746" y="98235"/>
                </a:lnTo>
                <a:lnTo>
                  <a:pt x="464326" y="98516"/>
                </a:lnTo>
                <a:lnTo>
                  <a:pt x="464914" y="98790"/>
                </a:lnTo>
                <a:lnTo>
                  <a:pt x="465512" y="99056"/>
                </a:lnTo>
                <a:lnTo>
                  <a:pt x="466119" y="99314"/>
                </a:lnTo>
                <a:lnTo>
                  <a:pt x="466735" y="99564"/>
                </a:lnTo>
                <a:lnTo>
                  <a:pt x="467358" y="99805"/>
                </a:lnTo>
                <a:lnTo>
                  <a:pt x="467982" y="100035"/>
                </a:lnTo>
                <a:lnTo>
                  <a:pt x="468608" y="100256"/>
                </a:lnTo>
                <a:lnTo>
                  <a:pt x="469236" y="100466"/>
                </a:lnTo>
                <a:lnTo>
                  <a:pt x="469866" y="100666"/>
                </a:lnTo>
                <a:lnTo>
                  <a:pt x="470498" y="100855"/>
                </a:lnTo>
                <a:lnTo>
                  <a:pt x="471132" y="101035"/>
                </a:lnTo>
                <a:lnTo>
                  <a:pt x="471767" y="101204"/>
                </a:lnTo>
                <a:lnTo>
                  <a:pt x="472405" y="101363"/>
                </a:lnTo>
                <a:lnTo>
                  <a:pt x="473045" y="101512"/>
                </a:lnTo>
                <a:lnTo>
                  <a:pt x="473687" y="101650"/>
                </a:lnTo>
                <a:lnTo>
                  <a:pt x="474330" y="101778"/>
                </a:lnTo>
                <a:lnTo>
                  <a:pt x="474976" y="101896"/>
                </a:lnTo>
                <a:lnTo>
                  <a:pt x="475624" y="102004"/>
                </a:lnTo>
                <a:lnTo>
                  <a:pt x="476273" y="102101"/>
                </a:lnTo>
                <a:lnTo>
                  <a:pt x="476925" y="102188"/>
                </a:lnTo>
                <a:lnTo>
                  <a:pt x="477578" y="102265"/>
                </a:lnTo>
                <a:lnTo>
                  <a:pt x="478233" y="102332"/>
                </a:lnTo>
                <a:lnTo>
                  <a:pt x="478891" y="102388"/>
                </a:lnTo>
                <a:lnTo>
                  <a:pt x="479550" y="102434"/>
                </a:lnTo>
                <a:lnTo>
                  <a:pt x="480211" y="102470"/>
                </a:lnTo>
                <a:lnTo>
                  <a:pt x="480874" y="102496"/>
                </a:lnTo>
                <a:lnTo>
                  <a:pt x="481539" y="102511"/>
                </a:lnTo>
                <a:lnTo>
                  <a:pt x="482206" y="102516"/>
                </a:lnTo>
                <a:lnTo>
                  <a:pt x="483218" y="102507"/>
                </a:lnTo>
                <a:lnTo>
                  <a:pt x="484216" y="102478"/>
                </a:lnTo>
                <a:lnTo>
                  <a:pt x="485198" y="102431"/>
                </a:lnTo>
                <a:lnTo>
                  <a:pt x="486165" y="102364"/>
                </a:lnTo>
                <a:lnTo>
                  <a:pt x="487118" y="102278"/>
                </a:lnTo>
                <a:lnTo>
                  <a:pt x="488055" y="102173"/>
                </a:lnTo>
                <a:lnTo>
                  <a:pt x="488978" y="102050"/>
                </a:lnTo>
                <a:lnTo>
                  <a:pt x="489886" y="101907"/>
                </a:lnTo>
                <a:lnTo>
                  <a:pt x="490778" y="101745"/>
                </a:lnTo>
                <a:lnTo>
                  <a:pt x="491656" y="101564"/>
                </a:lnTo>
                <a:lnTo>
                  <a:pt x="492520" y="101364"/>
                </a:lnTo>
                <a:lnTo>
                  <a:pt x="493368" y="101145"/>
                </a:lnTo>
                <a:lnTo>
                  <a:pt x="494201" y="100907"/>
                </a:lnTo>
                <a:lnTo>
                  <a:pt x="495020" y="100650"/>
                </a:lnTo>
                <a:lnTo>
                  <a:pt x="495823" y="100374"/>
                </a:lnTo>
                <a:lnTo>
                  <a:pt x="496612" y="100079"/>
                </a:lnTo>
                <a:lnTo>
                  <a:pt x="497386" y="99764"/>
                </a:lnTo>
                <a:lnTo>
                  <a:pt x="498145" y="99431"/>
                </a:lnTo>
                <a:lnTo>
                  <a:pt x="498889" y="99079"/>
                </a:lnTo>
                <a:lnTo>
                  <a:pt x="499618" y="98707"/>
                </a:lnTo>
                <a:lnTo>
                  <a:pt x="500332" y="98317"/>
                </a:lnTo>
                <a:lnTo>
                  <a:pt x="501031" y="97908"/>
                </a:lnTo>
                <a:lnTo>
                  <a:pt x="501716" y="97479"/>
                </a:lnTo>
                <a:lnTo>
                  <a:pt x="502385" y="97032"/>
                </a:lnTo>
                <a:lnTo>
                  <a:pt x="503034" y="96564"/>
                </a:lnTo>
                <a:lnTo>
                  <a:pt x="503655" y="96076"/>
                </a:lnTo>
                <a:lnTo>
                  <a:pt x="504248" y="95566"/>
                </a:lnTo>
                <a:lnTo>
                  <a:pt x="504813" y="95035"/>
                </a:lnTo>
                <a:lnTo>
                  <a:pt x="505351" y="94484"/>
                </a:lnTo>
                <a:lnTo>
                  <a:pt x="505862" y="93911"/>
                </a:lnTo>
                <a:lnTo>
                  <a:pt x="506345" y="93318"/>
                </a:lnTo>
                <a:lnTo>
                  <a:pt x="506800" y="92703"/>
                </a:lnTo>
                <a:lnTo>
                  <a:pt x="507227" y="92068"/>
                </a:lnTo>
                <a:lnTo>
                  <a:pt x="507627" y="91411"/>
                </a:lnTo>
                <a:lnTo>
                  <a:pt x="508000" y="90734"/>
                </a:lnTo>
                <a:lnTo>
                  <a:pt x="508345" y="90035"/>
                </a:lnTo>
                <a:lnTo>
                  <a:pt x="508662" y="89316"/>
                </a:lnTo>
                <a:lnTo>
                  <a:pt x="508952" y="88575"/>
                </a:lnTo>
                <a:lnTo>
                  <a:pt x="509214" y="87814"/>
                </a:lnTo>
                <a:lnTo>
                  <a:pt x="509448" y="87031"/>
                </a:lnTo>
                <a:lnTo>
                  <a:pt x="509655" y="86228"/>
                </a:lnTo>
                <a:lnTo>
                  <a:pt x="509835" y="85403"/>
                </a:lnTo>
                <a:lnTo>
                  <a:pt x="509986" y="84558"/>
                </a:lnTo>
                <a:lnTo>
                  <a:pt x="510111" y="83692"/>
                </a:lnTo>
                <a:lnTo>
                  <a:pt x="510207" y="82804"/>
                </a:lnTo>
                <a:lnTo>
                  <a:pt x="510276" y="81896"/>
                </a:lnTo>
                <a:lnTo>
                  <a:pt x="510317" y="80966"/>
                </a:lnTo>
                <a:lnTo>
                  <a:pt x="510331" y="80016"/>
                </a:lnTo>
                <a:lnTo>
                  <a:pt x="510328" y="79631"/>
                </a:lnTo>
                <a:lnTo>
                  <a:pt x="510318" y="79249"/>
                </a:lnTo>
                <a:lnTo>
                  <a:pt x="510302" y="78871"/>
                </a:lnTo>
                <a:lnTo>
                  <a:pt x="510278" y="78496"/>
                </a:lnTo>
                <a:lnTo>
                  <a:pt x="510249" y="78125"/>
                </a:lnTo>
                <a:lnTo>
                  <a:pt x="510213" y="77757"/>
                </a:lnTo>
                <a:lnTo>
                  <a:pt x="510170" y="77392"/>
                </a:lnTo>
                <a:lnTo>
                  <a:pt x="510120" y="77031"/>
                </a:lnTo>
                <a:lnTo>
                  <a:pt x="510064" y="76673"/>
                </a:lnTo>
                <a:lnTo>
                  <a:pt x="510002" y="76319"/>
                </a:lnTo>
                <a:lnTo>
                  <a:pt x="509932" y="75968"/>
                </a:lnTo>
                <a:lnTo>
                  <a:pt x="509856" y="75621"/>
                </a:lnTo>
                <a:lnTo>
                  <a:pt x="509774" y="75277"/>
                </a:lnTo>
                <a:lnTo>
                  <a:pt x="509685" y="74936"/>
                </a:lnTo>
                <a:lnTo>
                  <a:pt x="509589" y="74599"/>
                </a:lnTo>
                <a:lnTo>
                  <a:pt x="509487" y="74265"/>
                </a:lnTo>
                <a:lnTo>
                  <a:pt x="509378" y="73935"/>
                </a:lnTo>
                <a:lnTo>
                  <a:pt x="509263" y="73608"/>
                </a:lnTo>
                <a:lnTo>
                  <a:pt x="509141" y="73284"/>
                </a:lnTo>
                <a:lnTo>
                  <a:pt x="509012" y="72964"/>
                </a:lnTo>
                <a:lnTo>
                  <a:pt x="508877" y="72648"/>
                </a:lnTo>
                <a:lnTo>
                  <a:pt x="508736" y="72334"/>
                </a:lnTo>
                <a:lnTo>
                  <a:pt x="508587" y="72024"/>
                </a:lnTo>
                <a:lnTo>
                  <a:pt x="508432" y="71718"/>
                </a:lnTo>
                <a:lnTo>
                  <a:pt x="508271" y="71416"/>
                </a:lnTo>
                <a:lnTo>
                  <a:pt x="508105" y="71118"/>
                </a:lnTo>
                <a:lnTo>
                  <a:pt x="507933" y="70826"/>
                </a:lnTo>
                <a:lnTo>
                  <a:pt x="507756" y="70538"/>
                </a:lnTo>
                <a:lnTo>
                  <a:pt x="507574" y="70256"/>
                </a:lnTo>
                <a:lnTo>
                  <a:pt x="507386" y="69978"/>
                </a:lnTo>
                <a:lnTo>
                  <a:pt x="507193" y="69705"/>
                </a:lnTo>
                <a:lnTo>
                  <a:pt x="506994" y="69437"/>
                </a:lnTo>
                <a:lnTo>
                  <a:pt x="506790" y="69174"/>
                </a:lnTo>
                <a:lnTo>
                  <a:pt x="506581" y="68915"/>
                </a:lnTo>
                <a:lnTo>
                  <a:pt x="506366" y="68662"/>
                </a:lnTo>
                <a:lnTo>
                  <a:pt x="506146" y="68414"/>
                </a:lnTo>
                <a:lnTo>
                  <a:pt x="505921" y="68170"/>
                </a:lnTo>
                <a:lnTo>
                  <a:pt x="505690" y="67931"/>
                </a:lnTo>
                <a:lnTo>
                  <a:pt x="505454" y="67697"/>
                </a:lnTo>
                <a:lnTo>
                  <a:pt x="505213" y="67468"/>
                </a:lnTo>
                <a:lnTo>
                  <a:pt x="504966" y="67244"/>
                </a:lnTo>
                <a:lnTo>
                  <a:pt x="504713" y="67025"/>
                </a:lnTo>
                <a:lnTo>
                  <a:pt x="504456" y="66811"/>
                </a:lnTo>
                <a:lnTo>
                  <a:pt x="504193" y="66602"/>
                </a:lnTo>
                <a:lnTo>
                  <a:pt x="503924" y="66397"/>
                </a:lnTo>
                <a:lnTo>
                  <a:pt x="503651" y="66197"/>
                </a:lnTo>
                <a:lnTo>
                  <a:pt x="503372" y="66003"/>
                </a:lnTo>
                <a:lnTo>
                  <a:pt x="503087" y="65813"/>
                </a:lnTo>
                <a:lnTo>
                  <a:pt x="502800" y="65627"/>
                </a:lnTo>
                <a:lnTo>
                  <a:pt x="502514" y="65444"/>
                </a:lnTo>
                <a:lnTo>
                  <a:pt x="502227" y="65264"/>
                </a:lnTo>
                <a:lnTo>
                  <a:pt x="501941" y="65088"/>
                </a:lnTo>
                <a:lnTo>
                  <a:pt x="501655" y="64915"/>
                </a:lnTo>
                <a:lnTo>
                  <a:pt x="501369" y="64745"/>
                </a:lnTo>
                <a:lnTo>
                  <a:pt x="501084" y="64578"/>
                </a:lnTo>
                <a:lnTo>
                  <a:pt x="500799" y="64414"/>
                </a:lnTo>
                <a:lnTo>
                  <a:pt x="500514" y="64254"/>
                </a:lnTo>
                <a:lnTo>
                  <a:pt x="500229" y="64096"/>
                </a:lnTo>
                <a:lnTo>
                  <a:pt x="499945" y="63942"/>
                </a:lnTo>
                <a:lnTo>
                  <a:pt x="499660" y="63791"/>
                </a:lnTo>
                <a:lnTo>
                  <a:pt x="499376" y="63643"/>
                </a:lnTo>
                <a:lnTo>
                  <a:pt x="499092" y="63499"/>
                </a:lnTo>
                <a:lnTo>
                  <a:pt x="498809" y="63357"/>
                </a:lnTo>
                <a:lnTo>
                  <a:pt x="498526" y="63219"/>
                </a:lnTo>
                <a:lnTo>
                  <a:pt x="498243" y="63084"/>
                </a:lnTo>
                <a:lnTo>
                  <a:pt x="497960" y="62952"/>
                </a:lnTo>
                <a:lnTo>
                  <a:pt x="497677" y="62823"/>
                </a:lnTo>
                <a:lnTo>
                  <a:pt x="497395" y="62698"/>
                </a:lnTo>
                <a:lnTo>
                  <a:pt x="497113" y="62575"/>
                </a:lnTo>
                <a:lnTo>
                  <a:pt x="496831" y="62456"/>
                </a:lnTo>
                <a:lnTo>
                  <a:pt x="496549" y="62340"/>
                </a:lnTo>
                <a:lnTo>
                  <a:pt x="496268" y="62227"/>
                </a:lnTo>
                <a:lnTo>
                  <a:pt x="495985" y="62116"/>
                </a:lnTo>
                <a:lnTo>
                  <a:pt x="495698" y="62007"/>
                </a:lnTo>
                <a:lnTo>
                  <a:pt x="495409" y="61899"/>
                </a:lnTo>
                <a:lnTo>
                  <a:pt x="495115" y="61791"/>
                </a:lnTo>
                <a:lnTo>
                  <a:pt x="494819" y="61686"/>
                </a:lnTo>
                <a:lnTo>
                  <a:pt x="494519" y="61581"/>
                </a:lnTo>
                <a:lnTo>
                  <a:pt x="494215" y="61477"/>
                </a:lnTo>
                <a:lnTo>
                  <a:pt x="493908" y="61375"/>
                </a:lnTo>
                <a:lnTo>
                  <a:pt x="493598" y="61274"/>
                </a:lnTo>
                <a:lnTo>
                  <a:pt x="493284" y="61174"/>
                </a:lnTo>
                <a:lnTo>
                  <a:pt x="492967" y="61076"/>
                </a:lnTo>
                <a:lnTo>
                  <a:pt x="492647" y="60978"/>
                </a:lnTo>
                <a:lnTo>
                  <a:pt x="492323" y="60882"/>
                </a:lnTo>
                <a:lnTo>
                  <a:pt x="491996" y="60787"/>
                </a:lnTo>
                <a:lnTo>
                  <a:pt x="491665" y="60694"/>
                </a:lnTo>
                <a:lnTo>
                  <a:pt x="491331" y="60601"/>
                </a:lnTo>
                <a:lnTo>
                  <a:pt x="490993" y="60510"/>
                </a:lnTo>
                <a:lnTo>
                  <a:pt x="490652" y="60420"/>
                </a:lnTo>
                <a:lnTo>
                  <a:pt x="490308" y="60331"/>
                </a:lnTo>
                <a:lnTo>
                  <a:pt x="489960" y="60244"/>
                </a:lnTo>
                <a:lnTo>
                  <a:pt x="489609" y="60157"/>
                </a:lnTo>
                <a:lnTo>
                  <a:pt x="489254" y="60072"/>
                </a:lnTo>
                <a:lnTo>
                  <a:pt x="488896" y="59988"/>
                </a:lnTo>
                <a:lnTo>
                  <a:pt x="488534" y="59906"/>
                </a:lnTo>
                <a:lnTo>
                  <a:pt x="487863" y="59742"/>
                </a:lnTo>
                <a:lnTo>
                  <a:pt x="487209" y="59580"/>
                </a:lnTo>
                <a:lnTo>
                  <a:pt x="486572" y="59418"/>
                </a:lnTo>
                <a:lnTo>
                  <a:pt x="485952" y="59257"/>
                </a:lnTo>
                <a:lnTo>
                  <a:pt x="485350" y="59098"/>
                </a:lnTo>
                <a:lnTo>
                  <a:pt x="484764" y="58939"/>
                </a:lnTo>
                <a:lnTo>
                  <a:pt x="484195" y="58782"/>
                </a:lnTo>
                <a:lnTo>
                  <a:pt x="483644" y="58625"/>
                </a:lnTo>
                <a:lnTo>
                  <a:pt x="483109" y="58469"/>
                </a:lnTo>
                <a:lnTo>
                  <a:pt x="482592" y="58315"/>
                </a:lnTo>
                <a:lnTo>
                  <a:pt x="482092" y="58161"/>
                </a:lnTo>
                <a:lnTo>
                  <a:pt x="481608" y="58008"/>
                </a:lnTo>
                <a:lnTo>
                  <a:pt x="481142" y="57856"/>
                </a:lnTo>
                <a:lnTo>
                  <a:pt x="480693" y="57706"/>
                </a:lnTo>
                <a:lnTo>
                  <a:pt x="480261" y="57556"/>
                </a:lnTo>
                <a:lnTo>
                  <a:pt x="479846" y="57407"/>
                </a:lnTo>
                <a:lnTo>
                  <a:pt x="479449" y="57259"/>
                </a:lnTo>
                <a:lnTo>
                  <a:pt x="479068" y="57112"/>
                </a:lnTo>
                <a:lnTo>
                  <a:pt x="478704" y="56966"/>
                </a:lnTo>
                <a:lnTo>
                  <a:pt x="478358" y="56821"/>
                </a:lnTo>
                <a:lnTo>
                  <a:pt x="478028" y="56677"/>
                </a:lnTo>
                <a:lnTo>
                  <a:pt x="477716" y="56534"/>
                </a:lnTo>
                <a:lnTo>
                  <a:pt x="477421" y="56392"/>
                </a:lnTo>
                <a:lnTo>
                  <a:pt x="477142" y="56251"/>
                </a:lnTo>
                <a:lnTo>
                  <a:pt x="476879" y="56107"/>
                </a:lnTo>
                <a:lnTo>
                  <a:pt x="476626" y="55957"/>
                </a:lnTo>
                <a:lnTo>
                  <a:pt x="476385" y="55801"/>
                </a:lnTo>
                <a:lnTo>
                  <a:pt x="476154" y="55638"/>
                </a:lnTo>
                <a:lnTo>
                  <a:pt x="475935" y="55468"/>
                </a:lnTo>
                <a:lnTo>
                  <a:pt x="475728" y="55293"/>
                </a:lnTo>
                <a:lnTo>
                  <a:pt x="475531" y="55111"/>
                </a:lnTo>
                <a:lnTo>
                  <a:pt x="475346" y="54922"/>
                </a:lnTo>
                <a:lnTo>
                  <a:pt x="475172" y="54728"/>
                </a:lnTo>
                <a:lnTo>
                  <a:pt x="475009" y="54527"/>
                </a:lnTo>
                <a:lnTo>
                  <a:pt x="474858" y="54319"/>
                </a:lnTo>
                <a:lnTo>
                  <a:pt x="474717" y="54106"/>
                </a:lnTo>
                <a:lnTo>
                  <a:pt x="474588" y="53885"/>
                </a:lnTo>
                <a:lnTo>
                  <a:pt x="474470" y="53659"/>
                </a:lnTo>
                <a:lnTo>
                  <a:pt x="474363" y="53426"/>
                </a:lnTo>
                <a:lnTo>
                  <a:pt x="474268" y="53187"/>
                </a:lnTo>
                <a:lnTo>
                  <a:pt x="474184" y="52942"/>
                </a:lnTo>
                <a:lnTo>
                  <a:pt x="474111" y="52690"/>
                </a:lnTo>
                <a:lnTo>
                  <a:pt x="474049" y="52432"/>
                </a:lnTo>
                <a:lnTo>
                  <a:pt x="473999" y="52167"/>
                </a:lnTo>
                <a:lnTo>
                  <a:pt x="473959" y="51896"/>
                </a:lnTo>
                <a:lnTo>
                  <a:pt x="473931" y="51619"/>
                </a:lnTo>
                <a:lnTo>
                  <a:pt x="473914" y="51336"/>
                </a:lnTo>
                <a:lnTo>
                  <a:pt x="473909" y="51046"/>
                </a:lnTo>
                <a:lnTo>
                  <a:pt x="473914" y="50744"/>
                </a:lnTo>
                <a:lnTo>
                  <a:pt x="473931" y="50449"/>
                </a:lnTo>
                <a:lnTo>
                  <a:pt x="473958" y="50160"/>
                </a:lnTo>
                <a:lnTo>
                  <a:pt x="473997" y="49878"/>
                </a:lnTo>
                <a:lnTo>
                  <a:pt x="474046" y="49602"/>
                </a:lnTo>
                <a:lnTo>
                  <a:pt x="474106" y="49332"/>
                </a:lnTo>
                <a:lnTo>
                  <a:pt x="474178" y="49068"/>
                </a:lnTo>
                <a:lnTo>
                  <a:pt x="474260" y="48811"/>
                </a:lnTo>
                <a:lnTo>
                  <a:pt x="474354" y="48560"/>
                </a:lnTo>
                <a:lnTo>
                  <a:pt x="474458" y="48316"/>
                </a:lnTo>
                <a:lnTo>
                  <a:pt x="474573" y="48078"/>
                </a:lnTo>
                <a:lnTo>
                  <a:pt x="474699" y="47846"/>
                </a:lnTo>
                <a:lnTo>
                  <a:pt x="474837" y="47621"/>
                </a:lnTo>
                <a:lnTo>
                  <a:pt x="474985" y="47402"/>
                </a:lnTo>
                <a:lnTo>
                  <a:pt x="475144" y="47189"/>
                </a:lnTo>
                <a:lnTo>
                  <a:pt x="475314" y="46983"/>
                </a:lnTo>
                <a:lnTo>
                  <a:pt x="475496" y="46783"/>
                </a:lnTo>
                <a:lnTo>
                  <a:pt x="475688" y="46589"/>
                </a:lnTo>
                <a:lnTo>
                  <a:pt x="475891" y="46402"/>
                </a:lnTo>
                <a:lnTo>
                  <a:pt x="476105" y="46221"/>
                </a:lnTo>
                <a:lnTo>
                  <a:pt x="476330" y="46047"/>
                </a:lnTo>
                <a:lnTo>
                  <a:pt x="476566" y="45878"/>
                </a:lnTo>
                <a:lnTo>
                  <a:pt x="476814" y="45717"/>
                </a:lnTo>
                <a:lnTo>
                  <a:pt x="477072" y="45561"/>
                </a:lnTo>
                <a:lnTo>
                  <a:pt x="477338" y="45412"/>
                </a:lnTo>
                <a:lnTo>
                  <a:pt x="477608" y="45269"/>
                </a:lnTo>
                <a:lnTo>
                  <a:pt x="477884" y="45133"/>
                </a:lnTo>
                <a:lnTo>
                  <a:pt x="478164" y="45002"/>
                </a:lnTo>
                <a:lnTo>
                  <a:pt x="478448" y="44879"/>
                </a:lnTo>
                <a:lnTo>
                  <a:pt x="478738" y="44761"/>
                </a:lnTo>
                <a:lnTo>
                  <a:pt x="479031" y="44650"/>
                </a:lnTo>
                <a:lnTo>
                  <a:pt x="479330" y="44545"/>
                </a:lnTo>
                <a:lnTo>
                  <a:pt x="479633" y="44447"/>
                </a:lnTo>
                <a:lnTo>
                  <a:pt x="479941" y="44355"/>
                </a:lnTo>
                <a:lnTo>
                  <a:pt x="480253" y="44269"/>
                </a:lnTo>
                <a:lnTo>
                  <a:pt x="480570" y="44190"/>
                </a:lnTo>
                <a:lnTo>
                  <a:pt x="480892" y="44117"/>
                </a:lnTo>
                <a:lnTo>
                  <a:pt x="481218" y="44050"/>
                </a:lnTo>
                <a:lnTo>
                  <a:pt x="481549" y="43990"/>
                </a:lnTo>
                <a:lnTo>
                  <a:pt x="481885" y="43936"/>
                </a:lnTo>
                <a:lnTo>
                  <a:pt x="482225" y="43888"/>
                </a:lnTo>
                <a:lnTo>
                  <a:pt x="482570" y="43847"/>
                </a:lnTo>
                <a:lnTo>
                  <a:pt x="482919" y="43812"/>
                </a:lnTo>
                <a:lnTo>
                  <a:pt x="483274" y="43784"/>
                </a:lnTo>
                <a:lnTo>
                  <a:pt x="483632" y="43761"/>
                </a:lnTo>
                <a:lnTo>
                  <a:pt x="483996" y="43746"/>
                </a:lnTo>
                <a:lnTo>
                  <a:pt x="484364" y="43736"/>
                </a:lnTo>
                <a:lnTo>
                  <a:pt x="484736" y="43733"/>
                </a:lnTo>
                <a:lnTo>
                  <a:pt x="485110" y="43737"/>
                </a:lnTo>
                <a:lnTo>
                  <a:pt x="485482" y="43748"/>
                </a:lnTo>
                <a:lnTo>
                  <a:pt x="485853" y="43766"/>
                </a:lnTo>
                <a:lnTo>
                  <a:pt x="486221" y="43792"/>
                </a:lnTo>
                <a:lnTo>
                  <a:pt x="486587" y="43825"/>
                </a:lnTo>
                <a:lnTo>
                  <a:pt x="486951" y="43865"/>
                </a:lnTo>
                <a:lnTo>
                  <a:pt x="487313" y="43913"/>
                </a:lnTo>
                <a:lnTo>
                  <a:pt x="487674" y="43968"/>
                </a:lnTo>
                <a:lnTo>
                  <a:pt x="488032" y="44030"/>
                </a:lnTo>
                <a:lnTo>
                  <a:pt x="488389" y="44099"/>
                </a:lnTo>
                <a:lnTo>
                  <a:pt x="488743" y="44176"/>
                </a:lnTo>
                <a:lnTo>
                  <a:pt x="489096" y="44261"/>
                </a:lnTo>
                <a:lnTo>
                  <a:pt x="489446" y="44352"/>
                </a:lnTo>
                <a:lnTo>
                  <a:pt x="489795" y="44451"/>
                </a:lnTo>
                <a:lnTo>
                  <a:pt x="490141" y="44558"/>
                </a:lnTo>
                <a:lnTo>
                  <a:pt x="490486" y="44671"/>
                </a:lnTo>
                <a:lnTo>
                  <a:pt x="490829" y="44792"/>
                </a:lnTo>
                <a:lnTo>
                  <a:pt x="491170" y="44921"/>
                </a:lnTo>
                <a:lnTo>
                  <a:pt x="491509" y="45056"/>
                </a:lnTo>
                <a:lnTo>
                  <a:pt x="491845" y="45199"/>
                </a:lnTo>
                <a:lnTo>
                  <a:pt x="492180" y="45349"/>
                </a:lnTo>
                <a:lnTo>
                  <a:pt x="492513" y="45507"/>
                </a:lnTo>
                <a:lnTo>
                  <a:pt x="492844" y="45672"/>
                </a:lnTo>
                <a:lnTo>
                  <a:pt x="493174" y="45844"/>
                </a:lnTo>
                <a:lnTo>
                  <a:pt x="493499" y="46022"/>
                </a:lnTo>
                <a:lnTo>
                  <a:pt x="493819" y="46203"/>
                </a:lnTo>
                <a:lnTo>
                  <a:pt x="494134" y="46387"/>
                </a:lnTo>
                <a:lnTo>
                  <a:pt x="494443" y="46575"/>
                </a:lnTo>
                <a:lnTo>
                  <a:pt x="494747" y="46766"/>
                </a:lnTo>
                <a:lnTo>
                  <a:pt x="495046" y="46960"/>
                </a:lnTo>
                <a:lnTo>
                  <a:pt x="495339" y="47158"/>
                </a:lnTo>
                <a:lnTo>
                  <a:pt x="495627" y="47360"/>
                </a:lnTo>
                <a:lnTo>
                  <a:pt x="495909" y="47565"/>
                </a:lnTo>
                <a:lnTo>
                  <a:pt x="496187" y="47773"/>
                </a:lnTo>
                <a:lnTo>
                  <a:pt x="496458" y="47984"/>
                </a:lnTo>
                <a:lnTo>
                  <a:pt x="496725" y="48199"/>
                </a:lnTo>
                <a:lnTo>
                  <a:pt x="496986" y="48418"/>
                </a:lnTo>
                <a:lnTo>
                  <a:pt x="497242" y="48640"/>
                </a:lnTo>
                <a:lnTo>
                  <a:pt x="497492" y="48865"/>
                </a:lnTo>
                <a:lnTo>
                  <a:pt x="497737" y="49094"/>
                </a:lnTo>
                <a:lnTo>
                  <a:pt x="497977" y="49326"/>
                </a:lnTo>
                <a:lnTo>
                  <a:pt x="498211" y="49561"/>
                </a:lnTo>
                <a:lnTo>
                  <a:pt x="498440" y="49800"/>
                </a:lnTo>
                <a:lnTo>
                  <a:pt x="498663" y="50042"/>
                </a:lnTo>
                <a:lnTo>
                  <a:pt x="498881" y="50288"/>
                </a:lnTo>
                <a:lnTo>
                  <a:pt x="499094" y="50537"/>
                </a:lnTo>
                <a:lnTo>
                  <a:pt x="499302" y="50790"/>
                </a:lnTo>
                <a:lnTo>
                  <a:pt x="499504" y="51046"/>
                </a:lnTo>
                <a:lnTo>
                  <a:pt x="510471" y="41343"/>
                </a:lnTo>
                <a:lnTo>
                  <a:pt x="510137" y="40936"/>
                </a:lnTo>
                <a:lnTo>
                  <a:pt x="509794" y="40538"/>
                </a:lnTo>
                <a:lnTo>
                  <a:pt x="509440" y="40148"/>
                </a:lnTo>
                <a:lnTo>
                  <a:pt x="509076" y="39765"/>
                </a:ln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264FE-A46C-4DF7-BFE2-7EE72020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17" y="818494"/>
            <a:ext cx="841189" cy="465334"/>
          </a:xfrm>
          <a:custGeom xmlns:a="http://schemas.openxmlformats.org/drawingml/2006/main">
            <a:pathLst>
              <a:path w="841189" h="465334">
                <a:moveTo>
                  <a:pt x="0" y="98302"/>
                </a:moveTo>
                <a:cubicBezTo>
                  <a:pt x="0" y="44019"/>
                  <a:pt x="44019" y="0"/>
                  <a:pt x="98298" y="0"/>
                </a:cubicBezTo>
                <a:lnTo>
                  <a:pt x="742887" y="0"/>
                </a:lnTo>
                <a:cubicBezTo>
                  <a:pt x="797170" y="0"/>
                  <a:pt x="841189" y="44019"/>
                  <a:pt x="841189" y="98302"/>
                </a:cubicBezTo>
                <a:lnTo>
                  <a:pt x="841189" y="367019"/>
                </a:lnTo>
                <a:cubicBezTo>
                  <a:pt x="841189" y="421302"/>
                  <a:pt x="797170" y="465334"/>
                  <a:pt x="742887" y="465334"/>
                </a:cubicBezTo>
                <a:lnTo>
                  <a:pt x="98298" y="465334"/>
                </a:lnTo>
                <a:cubicBezTo>
                  <a:pt x="44019" y="465334"/>
                  <a:pt x="0" y="421302"/>
                  <a:pt x="0" y="367019"/>
                </a:cubicBezTo>
                <a:lnTo>
                  <a:pt x="0" y="98302"/>
                </a:lnTo>
                <a:close/>
                <a:moveTo>
                  <a:pt x="0" y="983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Intersect">
            <a:extLst xmlns:a="http://schemas.openxmlformats.org/drawingml/2006/main">
              <a:ext uri="{FF2B5EF4-FFF2-40B4-BE49-F238E27FC236}">
                <a16:creationId xmlns:a16="http://schemas.microsoft.com/office/drawing/2014/main" id="{C9F1FE77-67DF-41A5-9B7C-704EA70A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228" y="915803"/>
            <a:ext cx="547738" cy="101531"/>
          </a:xfrm>
          <a:custGeom xmlns:a="http://schemas.openxmlformats.org/drawingml/2006/main">
            <a:pathLst>
              <a:path w="547738" h="101531">
                <a:moveTo>
                  <a:pt x="0" y="99562"/>
                </a:moveTo>
                <a:lnTo>
                  <a:pt x="0" y="0"/>
                </a:lnTo>
                <a:lnTo>
                  <a:pt x="17718" y="0"/>
                </a:lnTo>
                <a:lnTo>
                  <a:pt x="17718" y="99562"/>
                </a:lnTo>
                <a:lnTo>
                  <a:pt x="0" y="99562"/>
                </a:lnTo>
                <a:close/>
                <a:moveTo>
                  <a:pt x="38814" y="99562"/>
                </a:moveTo>
                <a:lnTo>
                  <a:pt x="38814" y="32062"/>
                </a:lnTo>
                <a:lnTo>
                  <a:pt x="54845" y="32062"/>
                </a:lnTo>
                <a:lnTo>
                  <a:pt x="54845" y="42890"/>
                </a:lnTo>
                <a:lnTo>
                  <a:pt x="55126" y="42890"/>
                </a:lnTo>
                <a:cubicBezTo>
                  <a:pt x="56719" y="39328"/>
                  <a:pt x="59415" y="36304"/>
                  <a:pt x="63211" y="33819"/>
                </a:cubicBezTo>
                <a:cubicBezTo>
                  <a:pt x="67008" y="31335"/>
                  <a:pt x="71297" y="30092"/>
                  <a:pt x="76079" y="30092"/>
                </a:cubicBezTo>
                <a:cubicBezTo>
                  <a:pt x="84329" y="30092"/>
                  <a:pt x="90540" y="32741"/>
                  <a:pt x="94711" y="38038"/>
                </a:cubicBezTo>
                <a:cubicBezTo>
                  <a:pt x="98884" y="43335"/>
                  <a:pt x="100971" y="49780"/>
                  <a:pt x="100971" y="57374"/>
                </a:cubicBezTo>
                <a:lnTo>
                  <a:pt x="100971" y="99562"/>
                </a:lnTo>
                <a:lnTo>
                  <a:pt x="84094" y="99562"/>
                </a:lnTo>
                <a:lnTo>
                  <a:pt x="84094" y="62154"/>
                </a:lnTo>
                <a:cubicBezTo>
                  <a:pt x="84094" y="50155"/>
                  <a:pt x="79875" y="44156"/>
                  <a:pt x="71438" y="44156"/>
                </a:cubicBezTo>
                <a:cubicBezTo>
                  <a:pt x="66376" y="44156"/>
                  <a:pt x="62484" y="45960"/>
                  <a:pt x="59765" y="49569"/>
                </a:cubicBezTo>
                <a:cubicBezTo>
                  <a:pt x="57047" y="53179"/>
                  <a:pt x="55688" y="57467"/>
                  <a:pt x="55688" y="62435"/>
                </a:cubicBezTo>
                <a:lnTo>
                  <a:pt x="55688" y="99562"/>
                </a:lnTo>
                <a:lnTo>
                  <a:pt x="38814" y="99562"/>
                </a:lnTo>
                <a:close/>
                <a:moveTo>
                  <a:pt x="122767" y="45561"/>
                </a:moveTo>
                <a:lnTo>
                  <a:pt x="110955" y="45561"/>
                </a:lnTo>
                <a:lnTo>
                  <a:pt x="110955" y="32062"/>
                </a:lnTo>
                <a:lnTo>
                  <a:pt x="122767" y="32062"/>
                </a:lnTo>
                <a:lnTo>
                  <a:pt x="122767" y="12514"/>
                </a:lnTo>
                <a:lnTo>
                  <a:pt x="139361" y="12514"/>
                </a:lnTo>
                <a:lnTo>
                  <a:pt x="139361" y="32062"/>
                </a:lnTo>
                <a:lnTo>
                  <a:pt x="156235" y="32062"/>
                </a:lnTo>
                <a:lnTo>
                  <a:pt x="156235" y="45561"/>
                </a:lnTo>
                <a:lnTo>
                  <a:pt x="139361" y="45561"/>
                </a:lnTo>
                <a:lnTo>
                  <a:pt x="139361" y="76922"/>
                </a:lnTo>
                <a:cubicBezTo>
                  <a:pt x="139361" y="80296"/>
                  <a:pt x="139970" y="82874"/>
                  <a:pt x="141189" y="84655"/>
                </a:cubicBezTo>
                <a:cubicBezTo>
                  <a:pt x="142408" y="86436"/>
                  <a:pt x="144752" y="87326"/>
                  <a:pt x="148221" y="87326"/>
                </a:cubicBezTo>
                <a:cubicBezTo>
                  <a:pt x="151126" y="87326"/>
                  <a:pt x="153517" y="86858"/>
                  <a:pt x="155392" y="85921"/>
                </a:cubicBezTo>
                <a:lnTo>
                  <a:pt x="155954" y="99139"/>
                </a:lnTo>
                <a:cubicBezTo>
                  <a:pt x="152767" y="100358"/>
                  <a:pt x="149017" y="100967"/>
                  <a:pt x="144704" y="100967"/>
                </a:cubicBezTo>
                <a:cubicBezTo>
                  <a:pt x="136454" y="100967"/>
                  <a:pt x="130735" y="98835"/>
                  <a:pt x="127548" y="94570"/>
                </a:cubicBezTo>
                <a:cubicBezTo>
                  <a:pt x="124361" y="90305"/>
                  <a:pt x="122767" y="84468"/>
                  <a:pt x="122767" y="77061"/>
                </a:cubicBezTo>
                <a:lnTo>
                  <a:pt x="122767" y="45561"/>
                </a:lnTo>
                <a:close/>
                <a:moveTo>
                  <a:pt x="181408" y="59062"/>
                </a:moveTo>
                <a:lnTo>
                  <a:pt x="216002" y="59062"/>
                </a:lnTo>
                <a:cubicBezTo>
                  <a:pt x="216002" y="54374"/>
                  <a:pt x="214642" y="50483"/>
                  <a:pt x="211923" y="47389"/>
                </a:cubicBezTo>
                <a:cubicBezTo>
                  <a:pt x="209205" y="44295"/>
                  <a:pt x="205267" y="42748"/>
                  <a:pt x="200110" y="42748"/>
                </a:cubicBezTo>
                <a:cubicBezTo>
                  <a:pt x="195142" y="42748"/>
                  <a:pt x="190876" y="44295"/>
                  <a:pt x="187313" y="47389"/>
                </a:cubicBezTo>
                <a:cubicBezTo>
                  <a:pt x="183751" y="50483"/>
                  <a:pt x="181782" y="54374"/>
                  <a:pt x="181408" y="59062"/>
                </a:cubicBezTo>
                <a:moveTo>
                  <a:pt x="232876" y="66656"/>
                </a:moveTo>
                <a:cubicBezTo>
                  <a:pt x="232876" y="68625"/>
                  <a:pt x="232830" y="70124"/>
                  <a:pt x="232737" y="71156"/>
                </a:cubicBezTo>
                <a:lnTo>
                  <a:pt x="181408" y="71156"/>
                </a:lnTo>
                <a:cubicBezTo>
                  <a:pt x="181782" y="75844"/>
                  <a:pt x="183845" y="79781"/>
                  <a:pt x="187594" y="82968"/>
                </a:cubicBezTo>
                <a:cubicBezTo>
                  <a:pt x="191345" y="86155"/>
                  <a:pt x="195704" y="87749"/>
                  <a:pt x="200672" y="87749"/>
                </a:cubicBezTo>
                <a:cubicBezTo>
                  <a:pt x="208455" y="87749"/>
                  <a:pt x="214408" y="84843"/>
                  <a:pt x="218532" y="79031"/>
                </a:cubicBezTo>
                <a:lnTo>
                  <a:pt x="229782" y="88030"/>
                </a:lnTo>
                <a:cubicBezTo>
                  <a:pt x="223126" y="97031"/>
                  <a:pt x="213470" y="101531"/>
                  <a:pt x="200814" y="101531"/>
                </a:cubicBezTo>
                <a:cubicBezTo>
                  <a:pt x="190220" y="101531"/>
                  <a:pt x="181524" y="98344"/>
                  <a:pt x="174728" y="91970"/>
                </a:cubicBezTo>
                <a:cubicBezTo>
                  <a:pt x="167931" y="85594"/>
                  <a:pt x="164533" y="77015"/>
                  <a:pt x="164533" y="66233"/>
                </a:cubicBezTo>
                <a:cubicBezTo>
                  <a:pt x="164533" y="55452"/>
                  <a:pt x="167908" y="46733"/>
                  <a:pt x="174657" y="40077"/>
                </a:cubicBezTo>
                <a:cubicBezTo>
                  <a:pt x="181408" y="33420"/>
                  <a:pt x="189939" y="30092"/>
                  <a:pt x="200252" y="30092"/>
                </a:cubicBezTo>
                <a:cubicBezTo>
                  <a:pt x="210001" y="30092"/>
                  <a:pt x="217875" y="33233"/>
                  <a:pt x="223875" y="39514"/>
                </a:cubicBezTo>
                <a:cubicBezTo>
                  <a:pt x="229876" y="45796"/>
                  <a:pt x="232876" y="54843"/>
                  <a:pt x="232876" y="66656"/>
                </a:cubicBezTo>
                <a:close/>
                <a:moveTo>
                  <a:pt x="249190" y="99562"/>
                </a:moveTo>
                <a:lnTo>
                  <a:pt x="249190" y="32062"/>
                </a:lnTo>
                <a:lnTo>
                  <a:pt x="265361" y="32062"/>
                </a:lnTo>
                <a:lnTo>
                  <a:pt x="265361" y="43312"/>
                </a:lnTo>
                <a:lnTo>
                  <a:pt x="265642" y="43312"/>
                </a:lnTo>
                <a:cubicBezTo>
                  <a:pt x="267517" y="39281"/>
                  <a:pt x="270190" y="36070"/>
                  <a:pt x="273659" y="33680"/>
                </a:cubicBezTo>
                <a:cubicBezTo>
                  <a:pt x="277128" y="31288"/>
                  <a:pt x="281018" y="30092"/>
                  <a:pt x="285329" y="30092"/>
                </a:cubicBezTo>
                <a:cubicBezTo>
                  <a:pt x="286923" y="30092"/>
                  <a:pt x="288283" y="30233"/>
                  <a:pt x="289409" y="30515"/>
                </a:cubicBezTo>
                <a:lnTo>
                  <a:pt x="289409" y="45984"/>
                </a:lnTo>
                <a:cubicBezTo>
                  <a:pt x="287533" y="45515"/>
                  <a:pt x="285799" y="45280"/>
                  <a:pt x="284205" y="45280"/>
                </a:cubicBezTo>
                <a:cubicBezTo>
                  <a:pt x="281298" y="45280"/>
                  <a:pt x="278720" y="45749"/>
                  <a:pt x="276470" y="46688"/>
                </a:cubicBezTo>
                <a:cubicBezTo>
                  <a:pt x="274221" y="47625"/>
                  <a:pt x="272463" y="48796"/>
                  <a:pt x="271197" y="50202"/>
                </a:cubicBezTo>
                <a:cubicBezTo>
                  <a:pt x="269931" y="51609"/>
                  <a:pt x="268900" y="53179"/>
                  <a:pt x="268103" y="54915"/>
                </a:cubicBezTo>
                <a:cubicBezTo>
                  <a:pt x="267306" y="56648"/>
                  <a:pt x="266767" y="58218"/>
                  <a:pt x="266485" y="59624"/>
                </a:cubicBezTo>
                <a:cubicBezTo>
                  <a:pt x="266205" y="61031"/>
                  <a:pt x="266065" y="62296"/>
                  <a:pt x="266065" y="63420"/>
                </a:cubicBezTo>
                <a:lnTo>
                  <a:pt x="266065" y="99562"/>
                </a:lnTo>
                <a:lnTo>
                  <a:pt x="249190" y="99562"/>
                </a:lnTo>
                <a:close/>
                <a:moveTo>
                  <a:pt x="348330" y="40358"/>
                </a:moveTo>
                <a:lnTo>
                  <a:pt x="337363" y="50061"/>
                </a:lnTo>
                <a:cubicBezTo>
                  <a:pt x="335768" y="47999"/>
                  <a:pt x="333658" y="46266"/>
                  <a:pt x="331033" y="44859"/>
                </a:cubicBezTo>
                <a:cubicBezTo>
                  <a:pt x="328408" y="43452"/>
                  <a:pt x="325595" y="42748"/>
                  <a:pt x="322595" y="42748"/>
                </a:cubicBezTo>
                <a:cubicBezTo>
                  <a:pt x="319596" y="42748"/>
                  <a:pt x="317041" y="43357"/>
                  <a:pt x="314931" y="44576"/>
                </a:cubicBezTo>
                <a:cubicBezTo>
                  <a:pt x="312822" y="45795"/>
                  <a:pt x="311768" y="47623"/>
                  <a:pt x="311768" y="50061"/>
                </a:cubicBezTo>
                <a:cubicBezTo>
                  <a:pt x="311768" y="52405"/>
                  <a:pt x="312846" y="54141"/>
                  <a:pt x="315002" y="55266"/>
                </a:cubicBezTo>
                <a:cubicBezTo>
                  <a:pt x="317159" y="56391"/>
                  <a:pt x="320956" y="57609"/>
                  <a:pt x="326394" y="58921"/>
                </a:cubicBezTo>
                <a:cubicBezTo>
                  <a:pt x="329299" y="59577"/>
                  <a:pt x="331877" y="60351"/>
                  <a:pt x="334127" y="61242"/>
                </a:cubicBezTo>
                <a:cubicBezTo>
                  <a:pt x="336377" y="62132"/>
                  <a:pt x="338650" y="63327"/>
                  <a:pt x="340946" y="64828"/>
                </a:cubicBezTo>
                <a:cubicBezTo>
                  <a:pt x="343244" y="66327"/>
                  <a:pt x="345025" y="68296"/>
                  <a:pt x="346291" y="70733"/>
                </a:cubicBezTo>
                <a:cubicBezTo>
                  <a:pt x="347557" y="73171"/>
                  <a:pt x="348190" y="75937"/>
                  <a:pt x="348190" y="79031"/>
                </a:cubicBezTo>
                <a:cubicBezTo>
                  <a:pt x="348190" y="86718"/>
                  <a:pt x="345542" y="92390"/>
                  <a:pt x="340245" y="96047"/>
                </a:cubicBezTo>
                <a:cubicBezTo>
                  <a:pt x="334947" y="99703"/>
                  <a:pt x="328221" y="101531"/>
                  <a:pt x="320066" y="101531"/>
                </a:cubicBezTo>
                <a:cubicBezTo>
                  <a:pt x="314721" y="101531"/>
                  <a:pt x="309564" y="100547"/>
                  <a:pt x="304595" y="98579"/>
                </a:cubicBezTo>
                <a:cubicBezTo>
                  <a:pt x="299626" y="96609"/>
                  <a:pt x="295549" y="93890"/>
                  <a:pt x="292361" y="90421"/>
                </a:cubicBezTo>
                <a:lnTo>
                  <a:pt x="303470" y="80014"/>
                </a:lnTo>
                <a:cubicBezTo>
                  <a:pt x="307783" y="85640"/>
                  <a:pt x="313549" y="88453"/>
                  <a:pt x="320767" y="88453"/>
                </a:cubicBezTo>
                <a:cubicBezTo>
                  <a:pt x="323674" y="88453"/>
                  <a:pt x="326205" y="87797"/>
                  <a:pt x="328361" y="86485"/>
                </a:cubicBezTo>
                <a:cubicBezTo>
                  <a:pt x="330518" y="85172"/>
                  <a:pt x="331597" y="83156"/>
                  <a:pt x="331597" y="80436"/>
                </a:cubicBezTo>
                <a:cubicBezTo>
                  <a:pt x="331597" y="77811"/>
                  <a:pt x="330448" y="75867"/>
                  <a:pt x="328151" y="74602"/>
                </a:cubicBezTo>
                <a:cubicBezTo>
                  <a:pt x="325854" y="73336"/>
                  <a:pt x="321846" y="72046"/>
                  <a:pt x="316128" y="70733"/>
                </a:cubicBezTo>
                <a:cubicBezTo>
                  <a:pt x="310034" y="69234"/>
                  <a:pt x="305182" y="67102"/>
                  <a:pt x="301573" y="64337"/>
                </a:cubicBezTo>
                <a:cubicBezTo>
                  <a:pt x="297964" y="61570"/>
                  <a:pt x="296159" y="57327"/>
                  <a:pt x="296159" y="51608"/>
                </a:cubicBezTo>
                <a:cubicBezTo>
                  <a:pt x="296159" y="44577"/>
                  <a:pt x="298784" y="39233"/>
                  <a:pt x="304034" y="35577"/>
                </a:cubicBezTo>
                <a:cubicBezTo>
                  <a:pt x="309284" y="31920"/>
                  <a:pt x="315612" y="30092"/>
                  <a:pt x="323018" y="30092"/>
                </a:cubicBezTo>
                <a:cubicBezTo>
                  <a:pt x="328081" y="30092"/>
                  <a:pt x="332909" y="30983"/>
                  <a:pt x="337502" y="32766"/>
                </a:cubicBezTo>
                <a:cubicBezTo>
                  <a:pt x="342096" y="34547"/>
                  <a:pt x="345705" y="37077"/>
                  <a:pt x="348330" y="40358"/>
                </a:cubicBezTo>
                <a:close/>
                <a:moveTo>
                  <a:pt x="375753" y="59062"/>
                </a:moveTo>
                <a:lnTo>
                  <a:pt x="410347" y="59062"/>
                </a:lnTo>
                <a:cubicBezTo>
                  <a:pt x="410347" y="54374"/>
                  <a:pt x="408988" y="50483"/>
                  <a:pt x="406268" y="47389"/>
                </a:cubicBezTo>
                <a:cubicBezTo>
                  <a:pt x="403550" y="44295"/>
                  <a:pt x="399613" y="42748"/>
                  <a:pt x="394456" y="42748"/>
                </a:cubicBezTo>
                <a:cubicBezTo>
                  <a:pt x="389488" y="42748"/>
                  <a:pt x="385222" y="44295"/>
                  <a:pt x="381658" y="47389"/>
                </a:cubicBezTo>
                <a:cubicBezTo>
                  <a:pt x="378096" y="50483"/>
                  <a:pt x="376128" y="54374"/>
                  <a:pt x="375753" y="59062"/>
                </a:cubicBezTo>
                <a:moveTo>
                  <a:pt x="427222" y="66656"/>
                </a:moveTo>
                <a:cubicBezTo>
                  <a:pt x="427222" y="68625"/>
                  <a:pt x="427175" y="70124"/>
                  <a:pt x="427082" y="71156"/>
                </a:cubicBezTo>
                <a:lnTo>
                  <a:pt x="375753" y="71156"/>
                </a:lnTo>
                <a:cubicBezTo>
                  <a:pt x="376128" y="75844"/>
                  <a:pt x="378190" y="79781"/>
                  <a:pt x="381939" y="82968"/>
                </a:cubicBezTo>
                <a:cubicBezTo>
                  <a:pt x="385690" y="86155"/>
                  <a:pt x="390050" y="87749"/>
                  <a:pt x="395018" y="87749"/>
                </a:cubicBezTo>
                <a:cubicBezTo>
                  <a:pt x="402800" y="87749"/>
                  <a:pt x="408753" y="84843"/>
                  <a:pt x="412877" y="79031"/>
                </a:cubicBezTo>
                <a:lnTo>
                  <a:pt x="424128" y="88030"/>
                </a:lnTo>
                <a:cubicBezTo>
                  <a:pt x="417471" y="97031"/>
                  <a:pt x="407815" y="101531"/>
                  <a:pt x="395160" y="101531"/>
                </a:cubicBezTo>
                <a:cubicBezTo>
                  <a:pt x="384565" y="101531"/>
                  <a:pt x="375870" y="98344"/>
                  <a:pt x="369073" y="91970"/>
                </a:cubicBezTo>
                <a:cubicBezTo>
                  <a:pt x="362277" y="85594"/>
                  <a:pt x="358879" y="77015"/>
                  <a:pt x="358879" y="66233"/>
                </a:cubicBezTo>
                <a:cubicBezTo>
                  <a:pt x="358879" y="55452"/>
                  <a:pt x="362253" y="46733"/>
                  <a:pt x="369002" y="40077"/>
                </a:cubicBezTo>
                <a:cubicBezTo>
                  <a:pt x="375753" y="33420"/>
                  <a:pt x="384285" y="30092"/>
                  <a:pt x="394597" y="30092"/>
                </a:cubicBezTo>
                <a:cubicBezTo>
                  <a:pt x="404346" y="30092"/>
                  <a:pt x="412221" y="33233"/>
                  <a:pt x="418220" y="39514"/>
                </a:cubicBezTo>
                <a:cubicBezTo>
                  <a:pt x="424221" y="45796"/>
                  <a:pt x="427222" y="54843"/>
                  <a:pt x="427222" y="66656"/>
                </a:cubicBezTo>
                <a:close/>
                <a:moveTo>
                  <a:pt x="501191" y="40639"/>
                </a:moveTo>
                <a:lnTo>
                  <a:pt x="489659" y="50765"/>
                </a:lnTo>
                <a:cubicBezTo>
                  <a:pt x="488347" y="48889"/>
                  <a:pt x="486379" y="47319"/>
                  <a:pt x="483754" y="46055"/>
                </a:cubicBezTo>
                <a:cubicBezTo>
                  <a:pt x="481129" y="44789"/>
                  <a:pt x="478457" y="44156"/>
                  <a:pt x="475737" y="44156"/>
                </a:cubicBezTo>
                <a:cubicBezTo>
                  <a:pt x="469925" y="44156"/>
                  <a:pt x="465378" y="46336"/>
                  <a:pt x="462097" y="50696"/>
                </a:cubicBezTo>
                <a:cubicBezTo>
                  <a:pt x="458817" y="55055"/>
                  <a:pt x="457176" y="60093"/>
                  <a:pt x="457176" y="65811"/>
                </a:cubicBezTo>
                <a:cubicBezTo>
                  <a:pt x="457176" y="71624"/>
                  <a:pt x="458864" y="76688"/>
                  <a:pt x="462238" y="81001"/>
                </a:cubicBezTo>
                <a:cubicBezTo>
                  <a:pt x="465613" y="85312"/>
                  <a:pt x="470300" y="87468"/>
                  <a:pt x="476300" y="87468"/>
                </a:cubicBezTo>
                <a:cubicBezTo>
                  <a:pt x="482488" y="87468"/>
                  <a:pt x="487223" y="85452"/>
                  <a:pt x="490505" y="81421"/>
                </a:cubicBezTo>
                <a:lnTo>
                  <a:pt x="501051" y="92109"/>
                </a:lnTo>
                <a:cubicBezTo>
                  <a:pt x="495239" y="98391"/>
                  <a:pt x="486942" y="101531"/>
                  <a:pt x="476160" y="101531"/>
                </a:cubicBezTo>
                <a:cubicBezTo>
                  <a:pt x="465848" y="101531"/>
                  <a:pt x="457176" y="98297"/>
                  <a:pt x="450145" y="91828"/>
                </a:cubicBezTo>
                <a:cubicBezTo>
                  <a:pt x="443114" y="85359"/>
                  <a:pt x="439598" y="76687"/>
                  <a:pt x="439598" y="65811"/>
                </a:cubicBezTo>
                <a:cubicBezTo>
                  <a:pt x="439598" y="55123"/>
                  <a:pt x="443066" y="46499"/>
                  <a:pt x="450003" y="39937"/>
                </a:cubicBezTo>
                <a:cubicBezTo>
                  <a:pt x="456941" y="33374"/>
                  <a:pt x="465519" y="30092"/>
                  <a:pt x="475737" y="30092"/>
                </a:cubicBezTo>
                <a:cubicBezTo>
                  <a:pt x="480707" y="30092"/>
                  <a:pt x="485535" y="31030"/>
                  <a:pt x="490221" y="32905"/>
                </a:cubicBezTo>
                <a:cubicBezTo>
                  <a:pt x="494909" y="34781"/>
                  <a:pt x="498566" y="37359"/>
                  <a:pt x="501191" y="40639"/>
                </a:cubicBezTo>
                <a:close/>
                <a:moveTo>
                  <a:pt x="514271" y="45561"/>
                </a:moveTo>
                <a:lnTo>
                  <a:pt x="502458" y="45561"/>
                </a:lnTo>
                <a:lnTo>
                  <a:pt x="502458" y="32062"/>
                </a:lnTo>
                <a:lnTo>
                  <a:pt x="514271" y="32062"/>
                </a:lnTo>
                <a:lnTo>
                  <a:pt x="514271" y="12514"/>
                </a:lnTo>
                <a:lnTo>
                  <a:pt x="530864" y="12514"/>
                </a:lnTo>
                <a:lnTo>
                  <a:pt x="530864" y="32062"/>
                </a:lnTo>
                <a:lnTo>
                  <a:pt x="547738" y="32062"/>
                </a:lnTo>
                <a:lnTo>
                  <a:pt x="547738" y="45561"/>
                </a:lnTo>
                <a:lnTo>
                  <a:pt x="530864" y="45561"/>
                </a:lnTo>
                <a:lnTo>
                  <a:pt x="530864" y="76922"/>
                </a:lnTo>
                <a:cubicBezTo>
                  <a:pt x="530864" y="80296"/>
                  <a:pt x="531473" y="82874"/>
                  <a:pt x="532692" y="84655"/>
                </a:cubicBezTo>
                <a:cubicBezTo>
                  <a:pt x="533911" y="86436"/>
                  <a:pt x="536255" y="87326"/>
                  <a:pt x="539724" y="87326"/>
                </a:cubicBezTo>
                <a:cubicBezTo>
                  <a:pt x="542629" y="87326"/>
                  <a:pt x="545020" y="86858"/>
                  <a:pt x="546895" y="85921"/>
                </a:cubicBezTo>
                <a:lnTo>
                  <a:pt x="547457" y="99139"/>
                </a:lnTo>
                <a:cubicBezTo>
                  <a:pt x="544270" y="100358"/>
                  <a:pt x="540520" y="100967"/>
                  <a:pt x="536207" y="100967"/>
                </a:cubicBezTo>
                <a:cubicBezTo>
                  <a:pt x="527957" y="100967"/>
                  <a:pt x="522239" y="98835"/>
                  <a:pt x="519052" y="94570"/>
                </a:cubicBezTo>
                <a:cubicBezTo>
                  <a:pt x="515864" y="90305"/>
                  <a:pt x="514271" y="84468"/>
                  <a:pt x="514271" y="77061"/>
                </a:cubicBezTo>
                <a:lnTo>
                  <a:pt x="514271" y="45561"/>
                </a:ln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Text Flags">
            <a:extLst xmlns:a="http://schemas.openxmlformats.org/drawingml/2006/main">
              <a:ext uri="{FF2B5EF4-FFF2-40B4-BE49-F238E27FC236}">
                <a16:creationId xmlns:a16="http://schemas.microsoft.com/office/drawing/2014/main" id="{CB6E16F9-82F7-451F-BAD2-32CB7EA5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155" y="1077802"/>
            <a:ext cx="331595" cy="140063"/>
          </a:xfrm>
          <a:custGeom xmlns:a="http://schemas.openxmlformats.org/drawingml/2006/main">
            <a:pathLst>
              <a:path w="331595" h="140063">
                <a:moveTo>
                  <a:pt x="0" y="106312"/>
                </a:moveTo>
                <a:lnTo>
                  <a:pt x="0" y="6751"/>
                </a:lnTo>
                <a:lnTo>
                  <a:pt x="64266" y="6751"/>
                </a:lnTo>
                <a:lnTo>
                  <a:pt x="64266" y="22217"/>
                </a:lnTo>
                <a:lnTo>
                  <a:pt x="17718" y="22217"/>
                </a:lnTo>
                <a:lnTo>
                  <a:pt x="17718" y="49499"/>
                </a:lnTo>
                <a:lnTo>
                  <a:pt x="61595" y="49499"/>
                </a:lnTo>
                <a:lnTo>
                  <a:pt x="61595" y="64405"/>
                </a:lnTo>
                <a:lnTo>
                  <a:pt x="17718" y="64405"/>
                </a:lnTo>
                <a:lnTo>
                  <a:pt x="17718" y="106312"/>
                </a:lnTo>
                <a:lnTo>
                  <a:pt x="0" y="106312"/>
                </a:lnTo>
                <a:close/>
                <a:moveTo>
                  <a:pt x="80016" y="106312"/>
                </a:moveTo>
                <a:lnTo>
                  <a:pt x="80016" y="0"/>
                </a:lnTo>
                <a:lnTo>
                  <a:pt x="96891" y="0"/>
                </a:lnTo>
                <a:lnTo>
                  <a:pt x="96891" y="106312"/>
                </a:lnTo>
                <a:lnTo>
                  <a:pt x="80016" y="106312"/>
                </a:lnTo>
                <a:close/>
                <a:moveTo>
                  <a:pt x="159328" y="106312"/>
                </a:moveTo>
                <a:lnTo>
                  <a:pt x="159328" y="97733"/>
                </a:lnTo>
                <a:lnTo>
                  <a:pt x="158908" y="97733"/>
                </a:lnTo>
                <a:cubicBezTo>
                  <a:pt x="157220" y="100733"/>
                  <a:pt x="154477" y="103194"/>
                  <a:pt x="150681" y="105117"/>
                </a:cubicBezTo>
                <a:cubicBezTo>
                  <a:pt x="146884" y="107038"/>
                  <a:pt x="142642" y="107999"/>
                  <a:pt x="137954" y="107999"/>
                </a:cubicBezTo>
                <a:cubicBezTo>
                  <a:pt x="131485" y="107999"/>
                  <a:pt x="125649" y="106288"/>
                  <a:pt x="120444" y="102866"/>
                </a:cubicBezTo>
                <a:cubicBezTo>
                  <a:pt x="115242" y="99444"/>
                  <a:pt x="112640" y="94171"/>
                  <a:pt x="112640" y="87047"/>
                </a:cubicBezTo>
                <a:cubicBezTo>
                  <a:pt x="112640" y="83204"/>
                  <a:pt x="113601" y="79852"/>
                  <a:pt x="115522" y="76992"/>
                </a:cubicBezTo>
                <a:cubicBezTo>
                  <a:pt x="117445" y="74133"/>
                  <a:pt x="119859" y="71906"/>
                  <a:pt x="122766" y="70313"/>
                </a:cubicBezTo>
                <a:cubicBezTo>
                  <a:pt x="125673" y="68719"/>
                  <a:pt x="129306" y="67430"/>
                  <a:pt x="133665" y="66446"/>
                </a:cubicBezTo>
                <a:cubicBezTo>
                  <a:pt x="138023" y="65460"/>
                  <a:pt x="142148" y="64827"/>
                  <a:pt x="146039" y="64547"/>
                </a:cubicBezTo>
                <a:cubicBezTo>
                  <a:pt x="149930" y="64265"/>
                  <a:pt x="154266" y="64124"/>
                  <a:pt x="159047" y="64124"/>
                </a:cubicBezTo>
                <a:lnTo>
                  <a:pt x="159047" y="62438"/>
                </a:lnTo>
                <a:cubicBezTo>
                  <a:pt x="159047" y="58499"/>
                  <a:pt x="157594" y="55452"/>
                  <a:pt x="154687" y="53297"/>
                </a:cubicBezTo>
                <a:cubicBezTo>
                  <a:pt x="151781" y="51141"/>
                  <a:pt x="148079" y="50063"/>
                  <a:pt x="143578" y="50063"/>
                </a:cubicBezTo>
                <a:cubicBezTo>
                  <a:pt x="136454" y="50063"/>
                  <a:pt x="130314" y="52641"/>
                  <a:pt x="125157" y="57796"/>
                </a:cubicBezTo>
                <a:lnTo>
                  <a:pt x="116438" y="47531"/>
                </a:lnTo>
                <a:cubicBezTo>
                  <a:pt x="124126" y="40406"/>
                  <a:pt x="133642" y="36843"/>
                  <a:pt x="144986" y="36843"/>
                </a:cubicBezTo>
                <a:cubicBezTo>
                  <a:pt x="150798" y="36843"/>
                  <a:pt x="155743" y="37663"/>
                  <a:pt x="159822" y="39304"/>
                </a:cubicBezTo>
                <a:cubicBezTo>
                  <a:pt x="163900" y="40945"/>
                  <a:pt x="167017" y="43195"/>
                  <a:pt x="169173" y="46055"/>
                </a:cubicBezTo>
                <a:cubicBezTo>
                  <a:pt x="171329" y="48914"/>
                  <a:pt x="172852" y="51915"/>
                  <a:pt x="173741" y="55056"/>
                </a:cubicBezTo>
                <a:cubicBezTo>
                  <a:pt x="174633" y="58196"/>
                  <a:pt x="175078" y="61594"/>
                  <a:pt x="175078" y="65249"/>
                </a:cubicBezTo>
                <a:lnTo>
                  <a:pt x="175078" y="106312"/>
                </a:lnTo>
                <a:lnTo>
                  <a:pt x="159328" y="106312"/>
                </a:lnTo>
                <a:moveTo>
                  <a:pt x="159047" y="77906"/>
                </a:moveTo>
                <a:lnTo>
                  <a:pt x="159047" y="75516"/>
                </a:lnTo>
                <a:lnTo>
                  <a:pt x="155251" y="75516"/>
                </a:lnTo>
                <a:cubicBezTo>
                  <a:pt x="138095" y="75516"/>
                  <a:pt x="129517" y="79265"/>
                  <a:pt x="129517" y="86764"/>
                </a:cubicBezTo>
                <a:cubicBezTo>
                  <a:pt x="129517" y="89765"/>
                  <a:pt x="130665" y="91923"/>
                  <a:pt x="132961" y="93236"/>
                </a:cubicBezTo>
                <a:cubicBezTo>
                  <a:pt x="135258" y="94548"/>
                  <a:pt x="138048" y="95203"/>
                  <a:pt x="141329" y="95203"/>
                </a:cubicBezTo>
                <a:cubicBezTo>
                  <a:pt x="147047" y="95203"/>
                  <a:pt x="151430" y="93680"/>
                  <a:pt x="154477" y="90633"/>
                </a:cubicBezTo>
                <a:cubicBezTo>
                  <a:pt x="157524" y="87586"/>
                  <a:pt x="159047" y="83344"/>
                  <a:pt x="159047" y="77906"/>
                </a:cubicBezTo>
                <a:close/>
                <a:moveTo>
                  <a:pt x="247361" y="38813"/>
                </a:moveTo>
                <a:lnTo>
                  <a:pt x="263392" y="38813"/>
                </a:lnTo>
                <a:lnTo>
                  <a:pt x="263392" y="100265"/>
                </a:lnTo>
                <a:cubicBezTo>
                  <a:pt x="263392" y="112828"/>
                  <a:pt x="260227" y="122601"/>
                  <a:pt x="253899" y="129585"/>
                </a:cubicBezTo>
                <a:cubicBezTo>
                  <a:pt x="247572" y="136570"/>
                  <a:pt x="238033" y="140063"/>
                  <a:pt x="225283" y="140063"/>
                </a:cubicBezTo>
                <a:cubicBezTo>
                  <a:pt x="219563" y="140063"/>
                  <a:pt x="213610" y="139078"/>
                  <a:pt x="207421" y="137108"/>
                </a:cubicBezTo>
                <a:cubicBezTo>
                  <a:pt x="201234" y="135140"/>
                  <a:pt x="196031" y="132421"/>
                  <a:pt x="191813" y="128952"/>
                </a:cubicBezTo>
                <a:lnTo>
                  <a:pt x="201516" y="115874"/>
                </a:lnTo>
                <a:cubicBezTo>
                  <a:pt x="208172" y="122249"/>
                  <a:pt x="216047" y="125437"/>
                  <a:pt x="225141" y="125437"/>
                </a:cubicBezTo>
                <a:cubicBezTo>
                  <a:pt x="239392" y="125437"/>
                  <a:pt x="246517" y="117703"/>
                  <a:pt x="246517" y="102233"/>
                </a:cubicBezTo>
                <a:lnTo>
                  <a:pt x="246517" y="97313"/>
                </a:lnTo>
                <a:lnTo>
                  <a:pt x="246236" y="97313"/>
                </a:lnTo>
                <a:cubicBezTo>
                  <a:pt x="241174" y="104062"/>
                  <a:pt x="233814" y="107436"/>
                  <a:pt x="224158" y="107436"/>
                </a:cubicBezTo>
                <a:cubicBezTo>
                  <a:pt x="214313" y="107436"/>
                  <a:pt x="206297" y="104038"/>
                  <a:pt x="200110" y="97242"/>
                </a:cubicBezTo>
                <a:cubicBezTo>
                  <a:pt x="193923" y="90446"/>
                  <a:pt x="190830" y="82125"/>
                  <a:pt x="190830" y="72280"/>
                </a:cubicBezTo>
                <a:cubicBezTo>
                  <a:pt x="190830" y="62249"/>
                  <a:pt x="193853" y="53836"/>
                  <a:pt x="199900" y="47040"/>
                </a:cubicBezTo>
                <a:cubicBezTo>
                  <a:pt x="205947" y="40242"/>
                  <a:pt x="213939" y="36843"/>
                  <a:pt x="223877" y="36843"/>
                </a:cubicBezTo>
                <a:cubicBezTo>
                  <a:pt x="234470" y="36843"/>
                  <a:pt x="242204" y="40874"/>
                  <a:pt x="247079" y="48936"/>
                </a:cubicBezTo>
                <a:lnTo>
                  <a:pt x="247361" y="48936"/>
                </a:lnTo>
                <a:lnTo>
                  <a:pt x="247361" y="38813"/>
                </a:lnTo>
                <a:moveTo>
                  <a:pt x="227392" y="50625"/>
                </a:moveTo>
                <a:cubicBezTo>
                  <a:pt x="221485" y="50625"/>
                  <a:pt x="216774" y="52664"/>
                  <a:pt x="213258" y="56743"/>
                </a:cubicBezTo>
                <a:cubicBezTo>
                  <a:pt x="209743" y="60820"/>
                  <a:pt x="207985" y="65952"/>
                  <a:pt x="207985" y="72141"/>
                </a:cubicBezTo>
                <a:cubicBezTo>
                  <a:pt x="207985" y="77858"/>
                  <a:pt x="209743" y="82850"/>
                  <a:pt x="213258" y="87116"/>
                </a:cubicBezTo>
                <a:cubicBezTo>
                  <a:pt x="216774" y="91382"/>
                  <a:pt x="221438" y="93515"/>
                  <a:pt x="227250" y="93515"/>
                </a:cubicBezTo>
                <a:cubicBezTo>
                  <a:pt x="233251" y="93515"/>
                  <a:pt x="238103" y="91429"/>
                  <a:pt x="241805" y="87258"/>
                </a:cubicBezTo>
                <a:cubicBezTo>
                  <a:pt x="245509" y="83086"/>
                  <a:pt x="247361" y="78047"/>
                  <a:pt x="247361" y="72141"/>
                </a:cubicBezTo>
                <a:cubicBezTo>
                  <a:pt x="247361" y="66140"/>
                  <a:pt x="245532" y="61054"/>
                  <a:pt x="241876" y="56882"/>
                </a:cubicBezTo>
                <a:cubicBezTo>
                  <a:pt x="238220" y="52711"/>
                  <a:pt x="233392" y="50625"/>
                  <a:pt x="227392" y="50625"/>
                </a:cubicBezTo>
                <a:close/>
                <a:moveTo>
                  <a:pt x="331595" y="47108"/>
                </a:moveTo>
                <a:lnTo>
                  <a:pt x="320628" y="56811"/>
                </a:lnTo>
                <a:cubicBezTo>
                  <a:pt x="319032" y="54750"/>
                  <a:pt x="316922" y="53016"/>
                  <a:pt x="314297" y="51610"/>
                </a:cubicBezTo>
                <a:cubicBezTo>
                  <a:pt x="311672" y="50202"/>
                  <a:pt x="308860" y="49499"/>
                  <a:pt x="305860" y="49499"/>
                </a:cubicBezTo>
                <a:cubicBezTo>
                  <a:pt x="302860" y="49499"/>
                  <a:pt x="300306" y="50108"/>
                  <a:pt x="298196" y="51327"/>
                </a:cubicBezTo>
                <a:cubicBezTo>
                  <a:pt x="296087" y="52546"/>
                  <a:pt x="295033" y="54374"/>
                  <a:pt x="295033" y="56811"/>
                </a:cubicBezTo>
                <a:cubicBezTo>
                  <a:pt x="295033" y="59156"/>
                  <a:pt x="296111" y="60891"/>
                  <a:pt x="298266" y="62017"/>
                </a:cubicBezTo>
                <a:cubicBezTo>
                  <a:pt x="300424" y="63141"/>
                  <a:pt x="304221" y="64359"/>
                  <a:pt x="309658" y="65671"/>
                </a:cubicBezTo>
                <a:cubicBezTo>
                  <a:pt x="312564" y="66328"/>
                  <a:pt x="315141" y="67102"/>
                  <a:pt x="317392" y="67993"/>
                </a:cubicBezTo>
                <a:cubicBezTo>
                  <a:pt x="319642" y="68883"/>
                  <a:pt x="321915" y="70078"/>
                  <a:pt x="324211" y="71579"/>
                </a:cubicBezTo>
                <a:cubicBezTo>
                  <a:pt x="326508" y="73078"/>
                  <a:pt x="328290" y="75046"/>
                  <a:pt x="329556" y="77484"/>
                </a:cubicBezTo>
                <a:cubicBezTo>
                  <a:pt x="330822" y="79921"/>
                  <a:pt x="331455" y="82687"/>
                  <a:pt x="331455" y="85781"/>
                </a:cubicBezTo>
                <a:cubicBezTo>
                  <a:pt x="331455" y="93469"/>
                  <a:pt x="328807" y="99141"/>
                  <a:pt x="323509" y="102797"/>
                </a:cubicBezTo>
                <a:cubicBezTo>
                  <a:pt x="318212" y="106454"/>
                  <a:pt x="311486" y="108282"/>
                  <a:pt x="303330" y="108282"/>
                </a:cubicBezTo>
                <a:cubicBezTo>
                  <a:pt x="297986" y="108282"/>
                  <a:pt x="292829" y="107298"/>
                  <a:pt x="287859" y="105329"/>
                </a:cubicBezTo>
                <a:cubicBezTo>
                  <a:pt x="282891" y="103360"/>
                  <a:pt x="278813" y="100640"/>
                  <a:pt x="275626" y="97171"/>
                </a:cubicBezTo>
                <a:lnTo>
                  <a:pt x="286735" y="86764"/>
                </a:lnTo>
                <a:cubicBezTo>
                  <a:pt x="291048" y="92390"/>
                  <a:pt x="296814" y="95203"/>
                  <a:pt x="304032" y="95203"/>
                </a:cubicBezTo>
                <a:cubicBezTo>
                  <a:pt x="306939" y="95203"/>
                  <a:pt x="309470" y="94548"/>
                  <a:pt x="311626" y="93236"/>
                </a:cubicBezTo>
                <a:cubicBezTo>
                  <a:pt x="313783" y="91923"/>
                  <a:pt x="314862" y="89906"/>
                  <a:pt x="314862" y="87187"/>
                </a:cubicBezTo>
                <a:cubicBezTo>
                  <a:pt x="314862" y="84562"/>
                  <a:pt x="313713" y="82617"/>
                  <a:pt x="311416" y="81353"/>
                </a:cubicBezTo>
                <a:cubicBezTo>
                  <a:pt x="309118" y="80087"/>
                  <a:pt x="305111" y="78797"/>
                  <a:pt x="299393" y="77484"/>
                </a:cubicBezTo>
                <a:cubicBezTo>
                  <a:pt x="293299" y="75985"/>
                  <a:pt x="288447" y="73852"/>
                  <a:pt x="284838" y="71087"/>
                </a:cubicBezTo>
                <a:cubicBezTo>
                  <a:pt x="281229" y="68321"/>
                  <a:pt x="279424" y="64078"/>
                  <a:pt x="279424" y="58358"/>
                </a:cubicBezTo>
                <a:cubicBezTo>
                  <a:pt x="279424" y="51327"/>
                  <a:pt x="282049" y="45984"/>
                  <a:pt x="287299" y="42327"/>
                </a:cubicBezTo>
                <a:cubicBezTo>
                  <a:pt x="292549" y="38671"/>
                  <a:pt x="298877" y="36843"/>
                  <a:pt x="306283" y="36843"/>
                </a:cubicBezTo>
                <a:cubicBezTo>
                  <a:pt x="311346" y="36843"/>
                  <a:pt x="316174" y="37734"/>
                  <a:pt x="320767" y="39516"/>
                </a:cubicBezTo>
                <a:cubicBezTo>
                  <a:pt x="325360" y="41297"/>
                  <a:pt x="328970" y="43828"/>
                  <a:pt x="331595" y="47108"/>
                </a:cubicBez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72956-01B8-4B77-AC84-1771D55A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17" y="1357984"/>
            <a:ext cx="841189" cy="465331"/>
          </a:xfrm>
          <a:custGeom xmlns:a="http://schemas.openxmlformats.org/drawingml/2006/main">
            <a:pathLst>
              <a:path w="841189" h="465331">
                <a:moveTo>
                  <a:pt x="0" y="98298"/>
                </a:moveTo>
                <a:cubicBezTo>
                  <a:pt x="0" y="44019"/>
                  <a:pt x="44019" y="0"/>
                  <a:pt x="98298" y="0"/>
                </a:cubicBezTo>
                <a:lnTo>
                  <a:pt x="742887" y="0"/>
                </a:lnTo>
                <a:cubicBezTo>
                  <a:pt x="797170" y="0"/>
                  <a:pt x="841189" y="44019"/>
                  <a:pt x="841189" y="98298"/>
                </a:cubicBezTo>
                <a:lnTo>
                  <a:pt x="841189" y="367005"/>
                </a:lnTo>
                <a:cubicBezTo>
                  <a:pt x="841189" y="421312"/>
                  <a:pt x="797170" y="465331"/>
                  <a:pt x="742887" y="465331"/>
                </a:cubicBezTo>
                <a:lnTo>
                  <a:pt x="98298" y="465331"/>
                </a:lnTo>
                <a:cubicBezTo>
                  <a:pt x="44019" y="465331"/>
                  <a:pt x="0" y="421312"/>
                  <a:pt x="0" y="367005"/>
                </a:cubicBezTo>
                <a:lnTo>
                  <a:pt x="0" y="98298"/>
                </a:lnTo>
                <a:close/>
                <a:moveTo>
                  <a:pt x="0" y="982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Splitting">
            <a:extLst xmlns:a="http://schemas.openxmlformats.org/drawingml/2006/main">
              <a:ext uri="{FF2B5EF4-FFF2-40B4-BE49-F238E27FC236}">
                <a16:creationId xmlns:a16="http://schemas.microsoft.com/office/drawing/2014/main" id="{6E04AC7F-5100-4874-AF02-C033FBAE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993" y="1448541"/>
            <a:ext cx="533395" cy="140063"/>
          </a:xfrm>
          <a:custGeom xmlns:a="http://schemas.openxmlformats.org/drawingml/2006/main">
            <a:pathLst>
              <a:path w="533395" h="140063">
                <a:moveTo>
                  <a:pt x="69751" y="14907"/>
                </a:moveTo>
                <a:lnTo>
                  <a:pt x="58219" y="27562"/>
                </a:lnTo>
                <a:cubicBezTo>
                  <a:pt x="56345" y="25030"/>
                  <a:pt x="53697" y="22968"/>
                  <a:pt x="50274" y="21374"/>
                </a:cubicBezTo>
                <a:cubicBezTo>
                  <a:pt x="46852" y="19780"/>
                  <a:pt x="43407" y="18984"/>
                  <a:pt x="39939" y="18984"/>
                </a:cubicBezTo>
                <a:cubicBezTo>
                  <a:pt x="35345" y="18984"/>
                  <a:pt x="31266" y="20132"/>
                  <a:pt x="27704" y="22430"/>
                </a:cubicBezTo>
                <a:cubicBezTo>
                  <a:pt x="24142" y="24726"/>
                  <a:pt x="22361" y="28124"/>
                  <a:pt x="22361" y="32624"/>
                </a:cubicBezTo>
                <a:cubicBezTo>
                  <a:pt x="22361" y="34874"/>
                  <a:pt x="22760" y="36773"/>
                  <a:pt x="23556" y="38321"/>
                </a:cubicBezTo>
                <a:cubicBezTo>
                  <a:pt x="24353" y="39868"/>
                  <a:pt x="25759" y="41250"/>
                  <a:pt x="27775" y="42469"/>
                </a:cubicBezTo>
                <a:cubicBezTo>
                  <a:pt x="29791" y="43688"/>
                  <a:pt x="31689" y="44626"/>
                  <a:pt x="33470" y="45282"/>
                </a:cubicBezTo>
                <a:cubicBezTo>
                  <a:pt x="35251" y="45937"/>
                  <a:pt x="37876" y="46828"/>
                  <a:pt x="41345" y="47954"/>
                </a:cubicBezTo>
                <a:cubicBezTo>
                  <a:pt x="44627" y="48984"/>
                  <a:pt x="47322" y="49874"/>
                  <a:pt x="49430" y="50625"/>
                </a:cubicBezTo>
                <a:cubicBezTo>
                  <a:pt x="51540" y="51375"/>
                  <a:pt x="54072" y="52570"/>
                  <a:pt x="57024" y="54211"/>
                </a:cubicBezTo>
                <a:cubicBezTo>
                  <a:pt x="59978" y="55851"/>
                  <a:pt x="62322" y="57610"/>
                  <a:pt x="64056" y="59485"/>
                </a:cubicBezTo>
                <a:cubicBezTo>
                  <a:pt x="65790" y="61359"/>
                  <a:pt x="67290" y="63819"/>
                  <a:pt x="68556" y="66866"/>
                </a:cubicBezTo>
                <a:cubicBezTo>
                  <a:pt x="69822" y="69913"/>
                  <a:pt x="70455" y="73312"/>
                  <a:pt x="70455" y="77063"/>
                </a:cubicBezTo>
                <a:cubicBezTo>
                  <a:pt x="70455" y="87281"/>
                  <a:pt x="67009" y="95133"/>
                  <a:pt x="60118" y="100617"/>
                </a:cubicBezTo>
                <a:cubicBezTo>
                  <a:pt x="53228" y="106102"/>
                  <a:pt x="44579" y="108844"/>
                  <a:pt x="34174" y="108844"/>
                </a:cubicBezTo>
                <a:cubicBezTo>
                  <a:pt x="27518" y="108844"/>
                  <a:pt x="21119" y="107602"/>
                  <a:pt x="14978" y="105117"/>
                </a:cubicBezTo>
                <a:cubicBezTo>
                  <a:pt x="8836" y="102632"/>
                  <a:pt x="3844" y="99140"/>
                  <a:pt x="0" y="94641"/>
                </a:cubicBezTo>
                <a:lnTo>
                  <a:pt x="12658" y="82827"/>
                </a:lnTo>
                <a:cubicBezTo>
                  <a:pt x="15096" y="86108"/>
                  <a:pt x="18330" y="88757"/>
                  <a:pt x="22361" y="90772"/>
                </a:cubicBezTo>
                <a:cubicBezTo>
                  <a:pt x="26392" y="92788"/>
                  <a:pt x="30424" y="93796"/>
                  <a:pt x="34455" y="93796"/>
                </a:cubicBezTo>
                <a:cubicBezTo>
                  <a:pt x="39236" y="93796"/>
                  <a:pt x="43431" y="92577"/>
                  <a:pt x="47040" y="90139"/>
                </a:cubicBezTo>
                <a:cubicBezTo>
                  <a:pt x="50649" y="87702"/>
                  <a:pt x="52454" y="83999"/>
                  <a:pt x="52454" y="79031"/>
                </a:cubicBezTo>
                <a:cubicBezTo>
                  <a:pt x="52454" y="77343"/>
                  <a:pt x="52219" y="75819"/>
                  <a:pt x="51750" y="74460"/>
                </a:cubicBezTo>
                <a:cubicBezTo>
                  <a:pt x="51282" y="73101"/>
                  <a:pt x="50415" y="71860"/>
                  <a:pt x="49149" y="70735"/>
                </a:cubicBezTo>
                <a:cubicBezTo>
                  <a:pt x="47883" y="69609"/>
                  <a:pt x="46782" y="68695"/>
                  <a:pt x="45845" y="67993"/>
                </a:cubicBezTo>
                <a:cubicBezTo>
                  <a:pt x="44908" y="67289"/>
                  <a:pt x="43243" y="66492"/>
                  <a:pt x="40851" y="65603"/>
                </a:cubicBezTo>
                <a:cubicBezTo>
                  <a:pt x="38461" y="64711"/>
                  <a:pt x="36750" y="64078"/>
                  <a:pt x="35719" y="63704"/>
                </a:cubicBezTo>
                <a:cubicBezTo>
                  <a:pt x="34689" y="63327"/>
                  <a:pt x="32627" y="62671"/>
                  <a:pt x="29532" y="61734"/>
                </a:cubicBezTo>
                <a:cubicBezTo>
                  <a:pt x="25970" y="60609"/>
                  <a:pt x="22923" y="59438"/>
                  <a:pt x="20391" y="58219"/>
                </a:cubicBezTo>
                <a:cubicBezTo>
                  <a:pt x="17861" y="57000"/>
                  <a:pt x="15259" y="55337"/>
                  <a:pt x="12587" y="53228"/>
                </a:cubicBezTo>
                <a:cubicBezTo>
                  <a:pt x="9915" y="51118"/>
                  <a:pt x="7876" y="48399"/>
                  <a:pt x="6470" y="45072"/>
                </a:cubicBezTo>
                <a:cubicBezTo>
                  <a:pt x="5063" y="41743"/>
                  <a:pt x="4360" y="37875"/>
                  <a:pt x="4360" y="33468"/>
                </a:cubicBezTo>
                <a:cubicBezTo>
                  <a:pt x="4360" y="23999"/>
                  <a:pt x="7946" y="16757"/>
                  <a:pt x="15117" y="11742"/>
                </a:cubicBezTo>
                <a:cubicBezTo>
                  <a:pt x="22290" y="6726"/>
                  <a:pt x="30845" y="4219"/>
                  <a:pt x="40783" y="4219"/>
                </a:cubicBezTo>
                <a:cubicBezTo>
                  <a:pt x="46033" y="4219"/>
                  <a:pt x="51259" y="5133"/>
                  <a:pt x="56462" y="6961"/>
                </a:cubicBezTo>
                <a:cubicBezTo>
                  <a:pt x="61665" y="8789"/>
                  <a:pt x="66094" y="11438"/>
                  <a:pt x="69751" y="14907"/>
                </a:cubicBezTo>
                <a:close/>
                <a:moveTo>
                  <a:pt x="87330" y="38813"/>
                </a:moveTo>
                <a:lnTo>
                  <a:pt x="103501" y="38813"/>
                </a:lnTo>
                <a:lnTo>
                  <a:pt x="103501" y="48235"/>
                </a:lnTo>
                <a:lnTo>
                  <a:pt x="103923" y="48235"/>
                </a:lnTo>
                <a:cubicBezTo>
                  <a:pt x="105892" y="45141"/>
                  <a:pt x="108868" y="42468"/>
                  <a:pt x="112852" y="40218"/>
                </a:cubicBezTo>
                <a:cubicBezTo>
                  <a:pt x="116837" y="37968"/>
                  <a:pt x="121643" y="36843"/>
                  <a:pt x="127267" y="36843"/>
                </a:cubicBezTo>
                <a:cubicBezTo>
                  <a:pt x="136829" y="36843"/>
                  <a:pt x="144680" y="40218"/>
                  <a:pt x="150822" y="46969"/>
                </a:cubicBezTo>
                <a:cubicBezTo>
                  <a:pt x="156963" y="53718"/>
                  <a:pt x="160033" y="62155"/>
                  <a:pt x="160033" y="72280"/>
                </a:cubicBezTo>
                <a:cubicBezTo>
                  <a:pt x="160033" y="82405"/>
                  <a:pt x="157010" y="90937"/>
                  <a:pt x="150963" y="97875"/>
                </a:cubicBezTo>
                <a:cubicBezTo>
                  <a:pt x="144916" y="104813"/>
                  <a:pt x="136877" y="108282"/>
                  <a:pt x="126845" y="108282"/>
                </a:cubicBezTo>
                <a:cubicBezTo>
                  <a:pt x="122157" y="108282"/>
                  <a:pt x="117797" y="107298"/>
                  <a:pt x="113766" y="105329"/>
                </a:cubicBezTo>
                <a:cubicBezTo>
                  <a:pt x="109735" y="103360"/>
                  <a:pt x="106641" y="100687"/>
                  <a:pt x="104486" y="97313"/>
                </a:cubicBezTo>
                <a:lnTo>
                  <a:pt x="104205" y="97313"/>
                </a:lnTo>
                <a:lnTo>
                  <a:pt x="104205" y="140063"/>
                </a:lnTo>
                <a:lnTo>
                  <a:pt x="87330" y="140063"/>
                </a:lnTo>
                <a:lnTo>
                  <a:pt x="87330" y="38813"/>
                </a:lnTo>
                <a:moveTo>
                  <a:pt x="137743" y="87610"/>
                </a:moveTo>
                <a:cubicBezTo>
                  <a:pt x="141165" y="83204"/>
                  <a:pt x="142876" y="78095"/>
                  <a:pt x="142876" y="72282"/>
                </a:cubicBezTo>
                <a:cubicBezTo>
                  <a:pt x="142876" y="66469"/>
                  <a:pt x="141165" y="61406"/>
                  <a:pt x="137743" y="57095"/>
                </a:cubicBezTo>
                <a:cubicBezTo>
                  <a:pt x="134321" y="52782"/>
                  <a:pt x="129563" y="50625"/>
                  <a:pt x="123469" y="50625"/>
                </a:cubicBezTo>
                <a:cubicBezTo>
                  <a:pt x="117564" y="50625"/>
                  <a:pt x="112783" y="52875"/>
                  <a:pt x="109127" y="57376"/>
                </a:cubicBezTo>
                <a:cubicBezTo>
                  <a:pt x="105471" y="61875"/>
                  <a:pt x="103642" y="66937"/>
                  <a:pt x="103642" y="72563"/>
                </a:cubicBezTo>
                <a:cubicBezTo>
                  <a:pt x="103642" y="78188"/>
                  <a:pt x="105471" y="83204"/>
                  <a:pt x="109127" y="87610"/>
                </a:cubicBezTo>
                <a:cubicBezTo>
                  <a:pt x="112783" y="92016"/>
                  <a:pt x="117564" y="94219"/>
                  <a:pt x="123469" y="94219"/>
                </a:cubicBezTo>
                <a:cubicBezTo>
                  <a:pt x="129563" y="94219"/>
                  <a:pt x="134321" y="92016"/>
                  <a:pt x="137743" y="87610"/>
                </a:cubicBezTo>
                <a:close/>
                <a:moveTo>
                  <a:pt x="176627" y="106312"/>
                </a:moveTo>
                <a:lnTo>
                  <a:pt x="176627" y="0"/>
                </a:lnTo>
                <a:lnTo>
                  <a:pt x="193502" y="0"/>
                </a:lnTo>
                <a:lnTo>
                  <a:pt x="193502" y="106312"/>
                </a:lnTo>
                <a:lnTo>
                  <a:pt x="176627" y="106312"/>
                </a:lnTo>
                <a:close/>
                <a:moveTo>
                  <a:pt x="214316" y="106312"/>
                </a:moveTo>
                <a:lnTo>
                  <a:pt x="214316" y="38813"/>
                </a:lnTo>
                <a:lnTo>
                  <a:pt x="231190" y="38813"/>
                </a:lnTo>
                <a:lnTo>
                  <a:pt x="231190" y="106312"/>
                </a:lnTo>
                <a:lnTo>
                  <a:pt x="214316" y="106312"/>
                </a:lnTo>
                <a:moveTo>
                  <a:pt x="215017" y="22992"/>
                </a:moveTo>
                <a:cubicBezTo>
                  <a:pt x="212956" y="20976"/>
                  <a:pt x="211925" y="18610"/>
                  <a:pt x="211925" y="15892"/>
                </a:cubicBezTo>
                <a:cubicBezTo>
                  <a:pt x="211925" y="13172"/>
                  <a:pt x="212956" y="10805"/>
                  <a:pt x="215017" y="8789"/>
                </a:cubicBezTo>
                <a:cubicBezTo>
                  <a:pt x="217080" y="6773"/>
                  <a:pt x="219611" y="5766"/>
                  <a:pt x="222611" y="5766"/>
                </a:cubicBezTo>
                <a:cubicBezTo>
                  <a:pt x="225705" y="5766"/>
                  <a:pt x="228307" y="6727"/>
                  <a:pt x="230415" y="8650"/>
                </a:cubicBezTo>
                <a:cubicBezTo>
                  <a:pt x="232525" y="10571"/>
                  <a:pt x="233580" y="12985"/>
                  <a:pt x="233580" y="15892"/>
                </a:cubicBezTo>
                <a:cubicBezTo>
                  <a:pt x="233580" y="18797"/>
                  <a:pt x="232525" y="21211"/>
                  <a:pt x="230415" y="23134"/>
                </a:cubicBezTo>
                <a:cubicBezTo>
                  <a:pt x="228307" y="25055"/>
                  <a:pt x="225705" y="26015"/>
                  <a:pt x="222611" y="26015"/>
                </a:cubicBezTo>
                <a:cubicBezTo>
                  <a:pt x="219611" y="26015"/>
                  <a:pt x="217080" y="25007"/>
                  <a:pt x="215017" y="22992"/>
                </a:cubicBezTo>
                <a:close/>
                <a:moveTo>
                  <a:pt x="253832" y="52312"/>
                </a:moveTo>
                <a:lnTo>
                  <a:pt x="242019" y="52312"/>
                </a:lnTo>
                <a:lnTo>
                  <a:pt x="242019" y="38813"/>
                </a:lnTo>
                <a:lnTo>
                  <a:pt x="253832" y="38813"/>
                </a:lnTo>
                <a:lnTo>
                  <a:pt x="253832" y="19265"/>
                </a:lnTo>
                <a:lnTo>
                  <a:pt x="270425" y="19265"/>
                </a:lnTo>
                <a:lnTo>
                  <a:pt x="270425" y="38813"/>
                </a:lnTo>
                <a:lnTo>
                  <a:pt x="287299" y="38813"/>
                </a:lnTo>
                <a:lnTo>
                  <a:pt x="287299" y="52312"/>
                </a:lnTo>
                <a:lnTo>
                  <a:pt x="270425" y="52312"/>
                </a:lnTo>
                <a:lnTo>
                  <a:pt x="270425" y="83672"/>
                </a:lnTo>
                <a:cubicBezTo>
                  <a:pt x="270425" y="87047"/>
                  <a:pt x="271034" y="89624"/>
                  <a:pt x="272253" y="91405"/>
                </a:cubicBezTo>
                <a:cubicBezTo>
                  <a:pt x="273472" y="93186"/>
                  <a:pt x="275816" y="94077"/>
                  <a:pt x="279285" y="94077"/>
                </a:cubicBezTo>
                <a:cubicBezTo>
                  <a:pt x="282190" y="94077"/>
                  <a:pt x="284581" y="93608"/>
                  <a:pt x="286456" y="92671"/>
                </a:cubicBezTo>
                <a:lnTo>
                  <a:pt x="287018" y="105889"/>
                </a:lnTo>
                <a:cubicBezTo>
                  <a:pt x="283831" y="107108"/>
                  <a:pt x="280081" y="107718"/>
                  <a:pt x="275768" y="107718"/>
                </a:cubicBezTo>
                <a:cubicBezTo>
                  <a:pt x="267518" y="107718"/>
                  <a:pt x="261800" y="105585"/>
                  <a:pt x="258612" y="101321"/>
                </a:cubicBezTo>
                <a:cubicBezTo>
                  <a:pt x="255425" y="97055"/>
                  <a:pt x="253832" y="91219"/>
                  <a:pt x="253832" y="83812"/>
                </a:cubicBezTo>
                <a:lnTo>
                  <a:pt x="253832" y="52312"/>
                </a:lnTo>
                <a:close/>
                <a:moveTo>
                  <a:pt x="299535" y="52312"/>
                </a:moveTo>
                <a:lnTo>
                  <a:pt x="287723" y="52312"/>
                </a:lnTo>
                <a:lnTo>
                  <a:pt x="287723" y="38813"/>
                </a:lnTo>
                <a:lnTo>
                  <a:pt x="299535" y="38813"/>
                </a:lnTo>
                <a:lnTo>
                  <a:pt x="299535" y="19265"/>
                </a:lnTo>
                <a:lnTo>
                  <a:pt x="316128" y="19265"/>
                </a:lnTo>
                <a:lnTo>
                  <a:pt x="316128" y="38813"/>
                </a:lnTo>
                <a:lnTo>
                  <a:pt x="333003" y="38813"/>
                </a:lnTo>
                <a:lnTo>
                  <a:pt x="333003" y="52312"/>
                </a:lnTo>
                <a:lnTo>
                  <a:pt x="316128" y="52312"/>
                </a:lnTo>
                <a:lnTo>
                  <a:pt x="316128" y="83672"/>
                </a:lnTo>
                <a:cubicBezTo>
                  <a:pt x="316128" y="87047"/>
                  <a:pt x="316738" y="89624"/>
                  <a:pt x="317957" y="91405"/>
                </a:cubicBezTo>
                <a:cubicBezTo>
                  <a:pt x="319175" y="93186"/>
                  <a:pt x="321519" y="94077"/>
                  <a:pt x="324988" y="94077"/>
                </a:cubicBezTo>
                <a:cubicBezTo>
                  <a:pt x="327894" y="94077"/>
                  <a:pt x="330284" y="93608"/>
                  <a:pt x="332160" y="92671"/>
                </a:cubicBezTo>
                <a:lnTo>
                  <a:pt x="332722" y="105889"/>
                </a:lnTo>
                <a:cubicBezTo>
                  <a:pt x="329535" y="107108"/>
                  <a:pt x="325784" y="107718"/>
                  <a:pt x="321471" y="107718"/>
                </a:cubicBezTo>
                <a:cubicBezTo>
                  <a:pt x="313222" y="107718"/>
                  <a:pt x="307503" y="105585"/>
                  <a:pt x="304316" y="101321"/>
                </a:cubicBezTo>
                <a:cubicBezTo>
                  <a:pt x="301129" y="97055"/>
                  <a:pt x="299535" y="91219"/>
                  <a:pt x="299535" y="83812"/>
                </a:cubicBezTo>
                <a:lnTo>
                  <a:pt x="299535" y="52312"/>
                </a:lnTo>
                <a:close/>
                <a:moveTo>
                  <a:pt x="345520" y="106312"/>
                </a:moveTo>
                <a:lnTo>
                  <a:pt x="345520" y="38813"/>
                </a:lnTo>
                <a:lnTo>
                  <a:pt x="362394" y="38813"/>
                </a:lnTo>
                <a:lnTo>
                  <a:pt x="362394" y="106312"/>
                </a:lnTo>
                <a:lnTo>
                  <a:pt x="345520" y="106312"/>
                </a:lnTo>
                <a:moveTo>
                  <a:pt x="346221" y="22992"/>
                </a:moveTo>
                <a:cubicBezTo>
                  <a:pt x="344160" y="20976"/>
                  <a:pt x="343129" y="18610"/>
                  <a:pt x="343129" y="15892"/>
                </a:cubicBezTo>
                <a:cubicBezTo>
                  <a:pt x="343129" y="13172"/>
                  <a:pt x="344160" y="10805"/>
                  <a:pt x="346221" y="8789"/>
                </a:cubicBezTo>
                <a:cubicBezTo>
                  <a:pt x="348284" y="6773"/>
                  <a:pt x="350816" y="5766"/>
                  <a:pt x="353815" y="5766"/>
                </a:cubicBezTo>
                <a:cubicBezTo>
                  <a:pt x="356910" y="5766"/>
                  <a:pt x="359511" y="6727"/>
                  <a:pt x="361620" y="8650"/>
                </a:cubicBezTo>
                <a:cubicBezTo>
                  <a:pt x="363730" y="10571"/>
                  <a:pt x="364785" y="12985"/>
                  <a:pt x="364785" y="15892"/>
                </a:cubicBezTo>
                <a:cubicBezTo>
                  <a:pt x="364785" y="18797"/>
                  <a:pt x="363730" y="21211"/>
                  <a:pt x="361620" y="23134"/>
                </a:cubicBezTo>
                <a:cubicBezTo>
                  <a:pt x="359511" y="25055"/>
                  <a:pt x="356910" y="26015"/>
                  <a:pt x="353815" y="26015"/>
                </a:cubicBezTo>
                <a:cubicBezTo>
                  <a:pt x="350816" y="26015"/>
                  <a:pt x="348284" y="25007"/>
                  <a:pt x="346221" y="22992"/>
                </a:cubicBezTo>
                <a:close/>
                <a:moveTo>
                  <a:pt x="382926" y="106312"/>
                </a:moveTo>
                <a:lnTo>
                  <a:pt x="382926" y="38813"/>
                </a:lnTo>
                <a:lnTo>
                  <a:pt x="398958" y="38813"/>
                </a:lnTo>
                <a:lnTo>
                  <a:pt x="398958" y="49640"/>
                </a:lnTo>
                <a:lnTo>
                  <a:pt x="399239" y="49640"/>
                </a:lnTo>
                <a:cubicBezTo>
                  <a:pt x="400832" y="46078"/>
                  <a:pt x="403527" y="43055"/>
                  <a:pt x="407324" y="40570"/>
                </a:cubicBezTo>
                <a:cubicBezTo>
                  <a:pt x="411121" y="38085"/>
                  <a:pt x="415410" y="36843"/>
                  <a:pt x="420192" y="36843"/>
                </a:cubicBezTo>
                <a:cubicBezTo>
                  <a:pt x="428442" y="36843"/>
                  <a:pt x="434653" y="39491"/>
                  <a:pt x="438824" y="44789"/>
                </a:cubicBezTo>
                <a:cubicBezTo>
                  <a:pt x="442997" y="50086"/>
                  <a:pt x="445083" y="56531"/>
                  <a:pt x="445083" y="64124"/>
                </a:cubicBezTo>
                <a:lnTo>
                  <a:pt x="445083" y="106312"/>
                </a:lnTo>
                <a:lnTo>
                  <a:pt x="428207" y="106312"/>
                </a:lnTo>
                <a:lnTo>
                  <a:pt x="428207" y="68905"/>
                </a:lnTo>
                <a:cubicBezTo>
                  <a:pt x="428207" y="56906"/>
                  <a:pt x="423988" y="50906"/>
                  <a:pt x="415551" y="50906"/>
                </a:cubicBezTo>
                <a:cubicBezTo>
                  <a:pt x="410488" y="50906"/>
                  <a:pt x="406597" y="52711"/>
                  <a:pt x="403878" y="56320"/>
                </a:cubicBezTo>
                <a:cubicBezTo>
                  <a:pt x="401160" y="59929"/>
                  <a:pt x="399801" y="64218"/>
                  <a:pt x="399801" y="69186"/>
                </a:cubicBezTo>
                <a:lnTo>
                  <a:pt x="399801" y="106312"/>
                </a:lnTo>
                <a:lnTo>
                  <a:pt x="382926" y="106312"/>
                </a:lnTo>
                <a:close/>
                <a:moveTo>
                  <a:pt x="517364" y="38813"/>
                </a:moveTo>
                <a:lnTo>
                  <a:pt x="533395" y="38813"/>
                </a:lnTo>
                <a:lnTo>
                  <a:pt x="533395" y="100265"/>
                </a:lnTo>
                <a:cubicBezTo>
                  <a:pt x="533395" y="112828"/>
                  <a:pt x="530231" y="122601"/>
                  <a:pt x="523902" y="129585"/>
                </a:cubicBezTo>
                <a:cubicBezTo>
                  <a:pt x="517575" y="136570"/>
                  <a:pt x="508036" y="140063"/>
                  <a:pt x="495286" y="140063"/>
                </a:cubicBezTo>
                <a:cubicBezTo>
                  <a:pt x="489567" y="140063"/>
                  <a:pt x="483613" y="139078"/>
                  <a:pt x="477424" y="137108"/>
                </a:cubicBezTo>
                <a:cubicBezTo>
                  <a:pt x="471237" y="135140"/>
                  <a:pt x="466035" y="132421"/>
                  <a:pt x="461816" y="128952"/>
                </a:cubicBezTo>
                <a:lnTo>
                  <a:pt x="471519" y="115874"/>
                </a:lnTo>
                <a:cubicBezTo>
                  <a:pt x="478175" y="122249"/>
                  <a:pt x="486050" y="125437"/>
                  <a:pt x="495144" y="125437"/>
                </a:cubicBezTo>
                <a:cubicBezTo>
                  <a:pt x="509395" y="125437"/>
                  <a:pt x="516521" y="117703"/>
                  <a:pt x="516521" y="102233"/>
                </a:cubicBezTo>
                <a:lnTo>
                  <a:pt x="516521" y="97313"/>
                </a:lnTo>
                <a:lnTo>
                  <a:pt x="516239" y="97313"/>
                </a:lnTo>
                <a:cubicBezTo>
                  <a:pt x="511177" y="104062"/>
                  <a:pt x="503817" y="107436"/>
                  <a:pt x="494161" y="107436"/>
                </a:cubicBezTo>
                <a:cubicBezTo>
                  <a:pt x="484317" y="107436"/>
                  <a:pt x="476301" y="104038"/>
                  <a:pt x="470114" y="97242"/>
                </a:cubicBezTo>
                <a:cubicBezTo>
                  <a:pt x="463927" y="90446"/>
                  <a:pt x="460833" y="82125"/>
                  <a:pt x="460833" y="72280"/>
                </a:cubicBezTo>
                <a:cubicBezTo>
                  <a:pt x="460833" y="62249"/>
                  <a:pt x="463857" y="53836"/>
                  <a:pt x="469903" y="47040"/>
                </a:cubicBezTo>
                <a:cubicBezTo>
                  <a:pt x="475950" y="40242"/>
                  <a:pt x="483943" y="36843"/>
                  <a:pt x="493880" y="36843"/>
                </a:cubicBezTo>
                <a:cubicBezTo>
                  <a:pt x="504473" y="36843"/>
                  <a:pt x="512207" y="40874"/>
                  <a:pt x="517083" y="48936"/>
                </a:cubicBezTo>
                <a:lnTo>
                  <a:pt x="517364" y="48936"/>
                </a:lnTo>
                <a:lnTo>
                  <a:pt x="517364" y="38813"/>
                </a:lnTo>
                <a:moveTo>
                  <a:pt x="497395" y="50625"/>
                </a:moveTo>
                <a:cubicBezTo>
                  <a:pt x="491489" y="50625"/>
                  <a:pt x="486777" y="52664"/>
                  <a:pt x="483261" y="56743"/>
                </a:cubicBezTo>
                <a:cubicBezTo>
                  <a:pt x="479746" y="60820"/>
                  <a:pt x="477989" y="65952"/>
                  <a:pt x="477989" y="72141"/>
                </a:cubicBezTo>
                <a:cubicBezTo>
                  <a:pt x="477989" y="77858"/>
                  <a:pt x="479746" y="82850"/>
                  <a:pt x="483261" y="87116"/>
                </a:cubicBezTo>
                <a:cubicBezTo>
                  <a:pt x="486777" y="91382"/>
                  <a:pt x="491441" y="93515"/>
                  <a:pt x="497254" y="93515"/>
                </a:cubicBezTo>
                <a:cubicBezTo>
                  <a:pt x="503255" y="93515"/>
                  <a:pt x="508106" y="91429"/>
                  <a:pt x="511808" y="87258"/>
                </a:cubicBezTo>
                <a:cubicBezTo>
                  <a:pt x="515512" y="83086"/>
                  <a:pt x="517364" y="78047"/>
                  <a:pt x="517364" y="72141"/>
                </a:cubicBezTo>
                <a:cubicBezTo>
                  <a:pt x="517364" y="66140"/>
                  <a:pt x="515536" y="61054"/>
                  <a:pt x="511879" y="56882"/>
                </a:cubicBezTo>
                <a:cubicBezTo>
                  <a:pt x="508223" y="52711"/>
                  <a:pt x="503395" y="50625"/>
                  <a:pt x="497395" y="50625"/>
                </a:cubicBez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Weights">
            <a:extLst xmlns:a="http://schemas.openxmlformats.org/drawingml/2006/main">
              <a:ext uri="{FF2B5EF4-FFF2-40B4-BE49-F238E27FC236}">
                <a16:creationId xmlns:a16="http://schemas.microsoft.com/office/drawing/2014/main" id="{494CF03E-1E75-47F8-9A76-51865C8F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409" y="1617291"/>
            <a:ext cx="530582" cy="140063"/>
          </a:xfrm>
          <a:custGeom xmlns:a="http://schemas.openxmlformats.org/drawingml/2006/main">
            <a:pathLst>
              <a:path w="530582" h="140063">
                <a:moveTo>
                  <a:pt x="29110" y="106312"/>
                </a:moveTo>
                <a:lnTo>
                  <a:pt x="0" y="6751"/>
                </a:lnTo>
                <a:lnTo>
                  <a:pt x="19406" y="6751"/>
                </a:lnTo>
                <a:lnTo>
                  <a:pt x="38673" y="79874"/>
                </a:lnTo>
                <a:lnTo>
                  <a:pt x="38955" y="79874"/>
                </a:lnTo>
                <a:lnTo>
                  <a:pt x="60891" y="6751"/>
                </a:lnTo>
                <a:lnTo>
                  <a:pt x="79173" y="6751"/>
                </a:lnTo>
                <a:lnTo>
                  <a:pt x="100689" y="79874"/>
                </a:lnTo>
                <a:lnTo>
                  <a:pt x="100970" y="79874"/>
                </a:lnTo>
                <a:lnTo>
                  <a:pt x="120657" y="6751"/>
                </a:lnTo>
                <a:lnTo>
                  <a:pt x="139502" y="6751"/>
                </a:lnTo>
                <a:lnTo>
                  <a:pt x="110392" y="106312"/>
                </a:lnTo>
                <a:lnTo>
                  <a:pt x="93236" y="106312"/>
                </a:lnTo>
                <a:lnTo>
                  <a:pt x="69892" y="31639"/>
                </a:lnTo>
                <a:lnTo>
                  <a:pt x="69611" y="31639"/>
                </a:lnTo>
                <a:lnTo>
                  <a:pt x="46267" y="106312"/>
                </a:lnTo>
                <a:lnTo>
                  <a:pt x="29110" y="106312"/>
                </a:lnTo>
                <a:close/>
                <a:moveTo>
                  <a:pt x="158345" y="65813"/>
                </a:moveTo>
                <a:lnTo>
                  <a:pt x="192940" y="65813"/>
                </a:lnTo>
                <a:cubicBezTo>
                  <a:pt x="192940" y="61125"/>
                  <a:pt x="191580" y="57234"/>
                  <a:pt x="188861" y="54140"/>
                </a:cubicBezTo>
                <a:cubicBezTo>
                  <a:pt x="186143" y="51046"/>
                  <a:pt x="182205" y="49499"/>
                  <a:pt x="177048" y="49499"/>
                </a:cubicBezTo>
                <a:cubicBezTo>
                  <a:pt x="172080" y="49499"/>
                  <a:pt x="167814" y="51046"/>
                  <a:pt x="164251" y="54140"/>
                </a:cubicBezTo>
                <a:cubicBezTo>
                  <a:pt x="160689" y="57234"/>
                  <a:pt x="158720" y="61125"/>
                  <a:pt x="158345" y="65813"/>
                </a:cubicBezTo>
                <a:moveTo>
                  <a:pt x="209814" y="73407"/>
                </a:moveTo>
                <a:cubicBezTo>
                  <a:pt x="209814" y="75375"/>
                  <a:pt x="209768" y="76875"/>
                  <a:pt x="209675" y="77906"/>
                </a:cubicBezTo>
                <a:lnTo>
                  <a:pt x="158345" y="77906"/>
                </a:lnTo>
                <a:cubicBezTo>
                  <a:pt x="158720" y="82594"/>
                  <a:pt x="160782" y="86532"/>
                  <a:pt x="164532" y="89719"/>
                </a:cubicBezTo>
                <a:cubicBezTo>
                  <a:pt x="168283" y="92906"/>
                  <a:pt x="172642" y="94500"/>
                  <a:pt x="177610" y="94500"/>
                </a:cubicBezTo>
                <a:cubicBezTo>
                  <a:pt x="185392" y="94500"/>
                  <a:pt x="191345" y="91594"/>
                  <a:pt x="195470" y="85781"/>
                </a:cubicBezTo>
                <a:lnTo>
                  <a:pt x="206720" y="94781"/>
                </a:lnTo>
                <a:cubicBezTo>
                  <a:pt x="200064" y="103782"/>
                  <a:pt x="190408" y="108282"/>
                  <a:pt x="177752" y="108282"/>
                </a:cubicBezTo>
                <a:cubicBezTo>
                  <a:pt x="167157" y="108282"/>
                  <a:pt x="158462" y="105095"/>
                  <a:pt x="151666" y="98720"/>
                </a:cubicBezTo>
                <a:cubicBezTo>
                  <a:pt x="144869" y="92345"/>
                  <a:pt x="141471" y="83766"/>
                  <a:pt x="141471" y="72984"/>
                </a:cubicBezTo>
                <a:cubicBezTo>
                  <a:pt x="141471" y="62202"/>
                  <a:pt x="144846" y="53483"/>
                  <a:pt x="151595" y="46827"/>
                </a:cubicBezTo>
                <a:cubicBezTo>
                  <a:pt x="158345" y="40171"/>
                  <a:pt x="166877" y="36843"/>
                  <a:pt x="177190" y="36843"/>
                </a:cubicBezTo>
                <a:cubicBezTo>
                  <a:pt x="186939" y="36843"/>
                  <a:pt x="194813" y="39984"/>
                  <a:pt x="200813" y="46265"/>
                </a:cubicBezTo>
                <a:cubicBezTo>
                  <a:pt x="206814" y="52546"/>
                  <a:pt x="209814" y="61594"/>
                  <a:pt x="209814" y="73407"/>
                </a:cubicBezTo>
                <a:close/>
                <a:moveTo>
                  <a:pt x="226409" y="106312"/>
                </a:moveTo>
                <a:lnTo>
                  <a:pt x="226409" y="38813"/>
                </a:lnTo>
                <a:lnTo>
                  <a:pt x="243284" y="38813"/>
                </a:lnTo>
                <a:lnTo>
                  <a:pt x="243284" y="106312"/>
                </a:lnTo>
                <a:lnTo>
                  <a:pt x="226409" y="106312"/>
                </a:lnTo>
                <a:moveTo>
                  <a:pt x="227111" y="22992"/>
                </a:moveTo>
                <a:cubicBezTo>
                  <a:pt x="225049" y="20976"/>
                  <a:pt x="224019" y="18610"/>
                  <a:pt x="224019" y="15892"/>
                </a:cubicBezTo>
                <a:cubicBezTo>
                  <a:pt x="224019" y="13172"/>
                  <a:pt x="225049" y="10805"/>
                  <a:pt x="227111" y="8789"/>
                </a:cubicBezTo>
                <a:cubicBezTo>
                  <a:pt x="229174" y="6773"/>
                  <a:pt x="231705" y="5766"/>
                  <a:pt x="234705" y="5766"/>
                </a:cubicBezTo>
                <a:cubicBezTo>
                  <a:pt x="237799" y="5766"/>
                  <a:pt x="240400" y="6727"/>
                  <a:pt x="242509" y="8650"/>
                </a:cubicBezTo>
                <a:cubicBezTo>
                  <a:pt x="244619" y="10571"/>
                  <a:pt x="245674" y="12985"/>
                  <a:pt x="245674" y="15892"/>
                </a:cubicBezTo>
                <a:cubicBezTo>
                  <a:pt x="245674" y="18797"/>
                  <a:pt x="244619" y="21211"/>
                  <a:pt x="242509" y="23134"/>
                </a:cubicBezTo>
                <a:cubicBezTo>
                  <a:pt x="240400" y="25055"/>
                  <a:pt x="237799" y="26015"/>
                  <a:pt x="234705" y="26015"/>
                </a:cubicBezTo>
                <a:cubicBezTo>
                  <a:pt x="231705" y="26015"/>
                  <a:pt x="229174" y="25007"/>
                  <a:pt x="227111" y="22992"/>
                </a:cubicBezTo>
                <a:close/>
                <a:moveTo>
                  <a:pt x="316409" y="38813"/>
                </a:moveTo>
                <a:lnTo>
                  <a:pt x="332440" y="38813"/>
                </a:lnTo>
                <a:lnTo>
                  <a:pt x="332440" y="100265"/>
                </a:lnTo>
                <a:cubicBezTo>
                  <a:pt x="332440" y="112828"/>
                  <a:pt x="329276" y="122601"/>
                  <a:pt x="322947" y="129585"/>
                </a:cubicBezTo>
                <a:cubicBezTo>
                  <a:pt x="316620" y="136570"/>
                  <a:pt x="307081" y="140063"/>
                  <a:pt x="294331" y="140063"/>
                </a:cubicBezTo>
                <a:cubicBezTo>
                  <a:pt x="288612" y="140063"/>
                  <a:pt x="282658" y="139078"/>
                  <a:pt x="276470" y="137108"/>
                </a:cubicBezTo>
                <a:cubicBezTo>
                  <a:pt x="270283" y="135140"/>
                  <a:pt x="265080" y="132421"/>
                  <a:pt x="260861" y="128952"/>
                </a:cubicBezTo>
                <a:lnTo>
                  <a:pt x="270564" y="115874"/>
                </a:lnTo>
                <a:cubicBezTo>
                  <a:pt x="277221" y="122249"/>
                  <a:pt x="285096" y="125437"/>
                  <a:pt x="294189" y="125437"/>
                </a:cubicBezTo>
                <a:cubicBezTo>
                  <a:pt x="308440" y="125437"/>
                  <a:pt x="315566" y="117703"/>
                  <a:pt x="315566" y="102233"/>
                </a:cubicBezTo>
                <a:lnTo>
                  <a:pt x="315566" y="97313"/>
                </a:lnTo>
                <a:lnTo>
                  <a:pt x="315285" y="97313"/>
                </a:lnTo>
                <a:cubicBezTo>
                  <a:pt x="310222" y="104062"/>
                  <a:pt x="302863" y="107436"/>
                  <a:pt x="293207" y="107436"/>
                </a:cubicBezTo>
                <a:cubicBezTo>
                  <a:pt x="283362" y="107436"/>
                  <a:pt x="275346" y="104038"/>
                  <a:pt x="269159" y="97242"/>
                </a:cubicBezTo>
                <a:cubicBezTo>
                  <a:pt x="262972" y="90446"/>
                  <a:pt x="259878" y="82125"/>
                  <a:pt x="259878" y="72280"/>
                </a:cubicBezTo>
                <a:cubicBezTo>
                  <a:pt x="259878" y="62249"/>
                  <a:pt x="262902" y="53836"/>
                  <a:pt x="268949" y="47040"/>
                </a:cubicBezTo>
                <a:cubicBezTo>
                  <a:pt x="274995" y="40242"/>
                  <a:pt x="282988" y="36843"/>
                  <a:pt x="292926" y="36843"/>
                </a:cubicBezTo>
                <a:cubicBezTo>
                  <a:pt x="303519" y="36843"/>
                  <a:pt x="311253" y="40874"/>
                  <a:pt x="316128" y="48936"/>
                </a:cubicBezTo>
                <a:lnTo>
                  <a:pt x="316409" y="48936"/>
                </a:lnTo>
                <a:lnTo>
                  <a:pt x="316409" y="38813"/>
                </a:lnTo>
                <a:moveTo>
                  <a:pt x="296440" y="50625"/>
                </a:moveTo>
                <a:cubicBezTo>
                  <a:pt x="290534" y="50625"/>
                  <a:pt x="285822" y="52664"/>
                  <a:pt x="282306" y="56743"/>
                </a:cubicBezTo>
                <a:cubicBezTo>
                  <a:pt x="278791" y="60820"/>
                  <a:pt x="277034" y="65952"/>
                  <a:pt x="277034" y="72141"/>
                </a:cubicBezTo>
                <a:cubicBezTo>
                  <a:pt x="277034" y="77858"/>
                  <a:pt x="278791" y="82850"/>
                  <a:pt x="282306" y="87116"/>
                </a:cubicBezTo>
                <a:cubicBezTo>
                  <a:pt x="285822" y="91382"/>
                  <a:pt x="290487" y="93515"/>
                  <a:pt x="296299" y="93515"/>
                </a:cubicBezTo>
                <a:cubicBezTo>
                  <a:pt x="302300" y="93515"/>
                  <a:pt x="307151" y="91429"/>
                  <a:pt x="310854" y="87258"/>
                </a:cubicBezTo>
                <a:cubicBezTo>
                  <a:pt x="314557" y="83086"/>
                  <a:pt x="316409" y="78047"/>
                  <a:pt x="316409" y="72141"/>
                </a:cubicBezTo>
                <a:cubicBezTo>
                  <a:pt x="316409" y="66140"/>
                  <a:pt x="314581" y="61054"/>
                  <a:pt x="310924" y="56882"/>
                </a:cubicBezTo>
                <a:cubicBezTo>
                  <a:pt x="307268" y="52711"/>
                  <a:pt x="302440" y="50625"/>
                  <a:pt x="296440" y="50625"/>
                </a:cubicBezTo>
                <a:close/>
                <a:moveTo>
                  <a:pt x="390238" y="36843"/>
                </a:moveTo>
                <a:cubicBezTo>
                  <a:pt x="398488" y="36843"/>
                  <a:pt x="404699" y="39491"/>
                  <a:pt x="408870" y="44789"/>
                </a:cubicBezTo>
                <a:cubicBezTo>
                  <a:pt x="413043" y="50086"/>
                  <a:pt x="415130" y="56531"/>
                  <a:pt x="415130" y="64124"/>
                </a:cubicBezTo>
                <a:lnTo>
                  <a:pt x="415130" y="106312"/>
                </a:lnTo>
                <a:lnTo>
                  <a:pt x="398253" y="106312"/>
                </a:lnTo>
                <a:lnTo>
                  <a:pt x="398253" y="69186"/>
                </a:lnTo>
                <a:cubicBezTo>
                  <a:pt x="398253" y="57280"/>
                  <a:pt x="394082" y="51327"/>
                  <a:pt x="385739" y="51327"/>
                </a:cubicBezTo>
                <a:cubicBezTo>
                  <a:pt x="380676" y="51327"/>
                  <a:pt x="376762" y="53132"/>
                  <a:pt x="373995" y="56743"/>
                </a:cubicBezTo>
                <a:cubicBezTo>
                  <a:pt x="371230" y="60352"/>
                  <a:pt x="369847" y="64594"/>
                  <a:pt x="369847" y="69469"/>
                </a:cubicBezTo>
                <a:lnTo>
                  <a:pt x="369847" y="106312"/>
                </a:lnTo>
                <a:lnTo>
                  <a:pt x="352973" y="106312"/>
                </a:lnTo>
                <a:lnTo>
                  <a:pt x="352973" y="0"/>
                </a:lnTo>
                <a:lnTo>
                  <a:pt x="369847" y="0"/>
                </a:lnTo>
                <a:lnTo>
                  <a:pt x="369847" y="48235"/>
                </a:lnTo>
                <a:lnTo>
                  <a:pt x="370128" y="48235"/>
                </a:lnTo>
                <a:cubicBezTo>
                  <a:pt x="371629" y="45141"/>
                  <a:pt x="374184" y="42468"/>
                  <a:pt x="377793" y="40218"/>
                </a:cubicBezTo>
                <a:cubicBezTo>
                  <a:pt x="381402" y="37968"/>
                  <a:pt x="385551" y="36843"/>
                  <a:pt x="390238" y="36843"/>
                </a:cubicBezTo>
                <a:close/>
                <a:moveTo>
                  <a:pt x="436927" y="52312"/>
                </a:moveTo>
                <a:lnTo>
                  <a:pt x="425114" y="52312"/>
                </a:lnTo>
                <a:lnTo>
                  <a:pt x="425114" y="38813"/>
                </a:lnTo>
                <a:lnTo>
                  <a:pt x="436927" y="38813"/>
                </a:lnTo>
                <a:lnTo>
                  <a:pt x="436927" y="19265"/>
                </a:lnTo>
                <a:lnTo>
                  <a:pt x="453520" y="19265"/>
                </a:lnTo>
                <a:lnTo>
                  <a:pt x="453520" y="38813"/>
                </a:lnTo>
                <a:lnTo>
                  <a:pt x="470394" y="38813"/>
                </a:lnTo>
                <a:lnTo>
                  <a:pt x="470394" y="52312"/>
                </a:lnTo>
                <a:lnTo>
                  <a:pt x="453520" y="52312"/>
                </a:lnTo>
                <a:lnTo>
                  <a:pt x="453520" y="83672"/>
                </a:lnTo>
                <a:cubicBezTo>
                  <a:pt x="453520" y="87047"/>
                  <a:pt x="454129" y="89624"/>
                  <a:pt x="455348" y="91405"/>
                </a:cubicBezTo>
                <a:cubicBezTo>
                  <a:pt x="456567" y="93186"/>
                  <a:pt x="458911" y="94077"/>
                  <a:pt x="462380" y="94077"/>
                </a:cubicBezTo>
                <a:cubicBezTo>
                  <a:pt x="465285" y="94077"/>
                  <a:pt x="467676" y="93608"/>
                  <a:pt x="469551" y="92671"/>
                </a:cubicBezTo>
                <a:lnTo>
                  <a:pt x="470113" y="105889"/>
                </a:lnTo>
                <a:cubicBezTo>
                  <a:pt x="466926" y="107108"/>
                  <a:pt x="463176" y="107718"/>
                  <a:pt x="458863" y="107718"/>
                </a:cubicBezTo>
                <a:cubicBezTo>
                  <a:pt x="450613" y="107718"/>
                  <a:pt x="444895" y="105585"/>
                  <a:pt x="441707" y="101321"/>
                </a:cubicBezTo>
                <a:cubicBezTo>
                  <a:pt x="438520" y="97055"/>
                  <a:pt x="436927" y="91219"/>
                  <a:pt x="436927" y="83812"/>
                </a:cubicBezTo>
                <a:lnTo>
                  <a:pt x="436927" y="52312"/>
                </a:lnTo>
                <a:close/>
                <a:moveTo>
                  <a:pt x="530582" y="47108"/>
                </a:moveTo>
                <a:lnTo>
                  <a:pt x="519615" y="56811"/>
                </a:lnTo>
                <a:cubicBezTo>
                  <a:pt x="518019" y="54750"/>
                  <a:pt x="515909" y="53016"/>
                  <a:pt x="513284" y="51610"/>
                </a:cubicBezTo>
                <a:cubicBezTo>
                  <a:pt x="510659" y="50202"/>
                  <a:pt x="507847" y="49499"/>
                  <a:pt x="504847" y="49499"/>
                </a:cubicBezTo>
                <a:cubicBezTo>
                  <a:pt x="501847" y="49499"/>
                  <a:pt x="499293" y="50108"/>
                  <a:pt x="497183" y="51327"/>
                </a:cubicBezTo>
                <a:cubicBezTo>
                  <a:pt x="495074" y="52546"/>
                  <a:pt x="494020" y="54374"/>
                  <a:pt x="494020" y="56811"/>
                </a:cubicBezTo>
                <a:cubicBezTo>
                  <a:pt x="494020" y="59156"/>
                  <a:pt x="495098" y="60891"/>
                  <a:pt x="497253" y="62017"/>
                </a:cubicBezTo>
                <a:cubicBezTo>
                  <a:pt x="499411" y="63141"/>
                  <a:pt x="503208" y="64359"/>
                  <a:pt x="508645" y="65671"/>
                </a:cubicBezTo>
                <a:cubicBezTo>
                  <a:pt x="511551" y="66328"/>
                  <a:pt x="514128" y="67102"/>
                  <a:pt x="516379" y="67993"/>
                </a:cubicBezTo>
                <a:cubicBezTo>
                  <a:pt x="518629" y="68883"/>
                  <a:pt x="520902" y="70078"/>
                  <a:pt x="523198" y="71579"/>
                </a:cubicBezTo>
                <a:cubicBezTo>
                  <a:pt x="525495" y="73078"/>
                  <a:pt x="527277" y="75046"/>
                  <a:pt x="528543" y="77484"/>
                </a:cubicBezTo>
                <a:cubicBezTo>
                  <a:pt x="529809" y="79921"/>
                  <a:pt x="530442" y="82687"/>
                  <a:pt x="530442" y="85781"/>
                </a:cubicBezTo>
                <a:cubicBezTo>
                  <a:pt x="530442" y="93469"/>
                  <a:pt x="527794" y="99141"/>
                  <a:pt x="522496" y="102797"/>
                </a:cubicBezTo>
                <a:cubicBezTo>
                  <a:pt x="517199" y="106454"/>
                  <a:pt x="510473" y="108282"/>
                  <a:pt x="502317" y="108282"/>
                </a:cubicBezTo>
                <a:cubicBezTo>
                  <a:pt x="496973" y="108282"/>
                  <a:pt x="491816" y="107298"/>
                  <a:pt x="486846" y="105329"/>
                </a:cubicBezTo>
                <a:cubicBezTo>
                  <a:pt x="481878" y="103360"/>
                  <a:pt x="477800" y="100640"/>
                  <a:pt x="474613" y="97171"/>
                </a:cubicBezTo>
                <a:lnTo>
                  <a:pt x="485722" y="86764"/>
                </a:lnTo>
                <a:cubicBezTo>
                  <a:pt x="490035" y="92390"/>
                  <a:pt x="495801" y="95203"/>
                  <a:pt x="503019" y="95203"/>
                </a:cubicBezTo>
                <a:cubicBezTo>
                  <a:pt x="505926" y="95203"/>
                  <a:pt x="508457" y="94548"/>
                  <a:pt x="510613" y="93236"/>
                </a:cubicBezTo>
                <a:cubicBezTo>
                  <a:pt x="512770" y="91923"/>
                  <a:pt x="513849" y="89906"/>
                  <a:pt x="513849" y="87187"/>
                </a:cubicBezTo>
                <a:cubicBezTo>
                  <a:pt x="513849" y="84562"/>
                  <a:pt x="512700" y="82617"/>
                  <a:pt x="510403" y="81353"/>
                </a:cubicBezTo>
                <a:cubicBezTo>
                  <a:pt x="508105" y="80087"/>
                  <a:pt x="504098" y="78797"/>
                  <a:pt x="498380" y="77484"/>
                </a:cubicBezTo>
                <a:cubicBezTo>
                  <a:pt x="492286" y="75985"/>
                  <a:pt x="487434" y="73852"/>
                  <a:pt x="483825" y="71087"/>
                </a:cubicBezTo>
                <a:cubicBezTo>
                  <a:pt x="480216" y="68321"/>
                  <a:pt x="478411" y="64078"/>
                  <a:pt x="478411" y="58358"/>
                </a:cubicBezTo>
                <a:cubicBezTo>
                  <a:pt x="478411" y="51327"/>
                  <a:pt x="481036" y="45984"/>
                  <a:pt x="486286" y="42327"/>
                </a:cubicBezTo>
                <a:cubicBezTo>
                  <a:pt x="491536" y="38671"/>
                  <a:pt x="497864" y="36843"/>
                  <a:pt x="505270" y="36843"/>
                </a:cubicBezTo>
                <a:cubicBezTo>
                  <a:pt x="510333" y="36843"/>
                  <a:pt x="515161" y="37734"/>
                  <a:pt x="519754" y="39516"/>
                </a:cubicBezTo>
                <a:cubicBezTo>
                  <a:pt x="524347" y="41297"/>
                  <a:pt x="527957" y="43828"/>
                  <a:pt x="530582" y="47108"/>
                </a:cubicBezTo>
                <a:close/>
              </a:path>
            </a:pathLst>
          </a:custGeom>
          <a:solidFill xmlns:a="http://schemas.openxmlformats.org/drawingml/2006/main">
            <a:srgbClr val="4D43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F7C84-9631-4163-B434-4FE817E2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2667074"/>
            <a:ext cx="439191" cy="10"/>
          </a:xfrm>
          <a:custGeom xmlns:a="http://schemas.openxmlformats.org/drawingml/2006/main">
            <a:pathLst>
              <a:path w="439191" h="1" fill="none">
                <a:moveTo>
                  <a:pt x="0" y="0"/>
                </a:moveTo>
                <a:lnTo>
                  <a:pt x="4391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156" cap="rnd">
            <a:solidFill>
              <a:srgbClr val="92D050"/>
            </a:solidFill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C3D8C-3A79-499E-A72E-45811E28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2227299"/>
            <a:ext cx="10" cy="439178"/>
          </a:xfrm>
          <a:custGeom xmlns:a="http://schemas.openxmlformats.org/drawingml/2006/main">
            <a:pathLst>
              <a:path w="1" h="439178" fill="none">
                <a:moveTo>
                  <a:pt x="0" y="4391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156" cap="rnd">
            <a:solidFill>
              <a:srgbClr val="92D050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35F04-C783-49F5-ADD4-465CD314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1943484"/>
            <a:ext cx="219604" cy="285478"/>
          </a:xfrm>
          <a:custGeom xmlns:a="http://schemas.openxmlformats.org/drawingml/2006/main">
            <a:pathLst>
              <a:path w="219604" h="285478" fill="none">
                <a:moveTo>
                  <a:pt x="0" y="285478"/>
                </a:moveTo>
                <a:lnTo>
                  <a:pt x="219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7B378-719C-442E-A416-D769D111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844" y="2380707"/>
            <a:ext cx="219601" cy="285464"/>
          </a:xfrm>
          <a:custGeom xmlns:a="http://schemas.openxmlformats.org/drawingml/2006/main">
            <a:pathLst>
              <a:path w="219601" h="285464" fill="none">
                <a:moveTo>
                  <a:pt x="0" y="285464"/>
                </a:moveTo>
                <a:lnTo>
                  <a:pt x="2196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71E1B-086C-427E-84AD-DE7C14E6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964" y="1943484"/>
            <a:ext cx="10" cy="439192"/>
          </a:xfrm>
          <a:custGeom xmlns:a="http://schemas.openxmlformats.org/drawingml/2006/main">
            <a:pathLst>
              <a:path w="1" h="439192" fill="none">
                <a:moveTo>
                  <a:pt x="0" y="43919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207486-3643-4278-A247-2A75C6D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2380707"/>
            <a:ext cx="219604" cy="285464"/>
          </a:xfrm>
          <a:custGeom xmlns:a="http://schemas.openxmlformats.org/drawingml/2006/main">
            <a:pathLst>
              <a:path w="219604" h="285464" fill="none">
                <a:moveTo>
                  <a:pt x="0" y="285464"/>
                </a:moveTo>
                <a:lnTo>
                  <a:pt x="219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156" cap="rnd">
            <a:solidFill>
              <a:srgbClr val="92D050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67C94-9034-45D2-A63D-8462D069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964" y="2380707"/>
            <a:ext cx="439188" cy="10"/>
          </a:xfrm>
          <a:custGeom xmlns:a="http://schemas.openxmlformats.org/drawingml/2006/main">
            <a:pathLst>
              <a:path w="439188" h="1" fill="none">
                <a:moveTo>
                  <a:pt x="0" y="0"/>
                </a:moveTo>
                <a:lnTo>
                  <a:pt x="439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04452-28FC-4DF3-89A8-7215D5F0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844" y="1943484"/>
            <a:ext cx="219601" cy="285478"/>
          </a:xfrm>
          <a:custGeom xmlns:a="http://schemas.openxmlformats.org/drawingml/2006/main">
            <a:pathLst>
              <a:path w="219601" h="285478" fill="none">
                <a:moveTo>
                  <a:pt x="0" y="285478"/>
                </a:moveTo>
                <a:lnTo>
                  <a:pt x="2196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948B1-53B3-4025-853E-243A651D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964" y="1943484"/>
            <a:ext cx="439188" cy="10"/>
          </a:xfrm>
          <a:custGeom xmlns:a="http://schemas.openxmlformats.org/drawingml/2006/main">
            <a:pathLst>
              <a:path w="439188" h="1" fill="none">
                <a:moveTo>
                  <a:pt x="0" y="0"/>
                </a:moveTo>
                <a:lnTo>
                  <a:pt x="439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6294C-FCD6-44C7-AC37-3794A690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844" y="2227299"/>
            <a:ext cx="10" cy="439178"/>
          </a:xfrm>
          <a:custGeom xmlns:a="http://schemas.openxmlformats.org/drawingml/2006/main">
            <a:pathLst>
              <a:path w="1" h="439178" fill="none">
                <a:moveTo>
                  <a:pt x="0" y="4391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ED24D-04E8-4DEE-B045-8D7CE15C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738" y="1943484"/>
            <a:ext cx="10" cy="439192"/>
          </a:xfrm>
          <a:custGeom xmlns:a="http://schemas.openxmlformats.org/drawingml/2006/main">
            <a:pathLst>
              <a:path w="1" h="439192" fill="none">
                <a:moveTo>
                  <a:pt x="0" y="43919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2548F-CD33-4DF6-8653-0FE6D246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562" y="2119907"/>
            <a:ext cx="56252" cy="56252"/>
          </a:xfrm>
          <a:custGeom xmlns:a="http://schemas.openxmlformats.org/drawingml/2006/main">
            <a:pathLst>
              <a:path w="56252" h="56252">
                <a:moveTo>
                  <a:pt x="0" y="28126"/>
                </a:moveTo>
                <a:cubicBezTo>
                  <a:pt x="0" y="12581"/>
                  <a:pt x="12581" y="0"/>
                  <a:pt x="28126" y="0"/>
                </a:cubicBezTo>
                <a:cubicBezTo>
                  <a:pt x="43648" y="0"/>
                  <a:pt x="56252" y="12581"/>
                  <a:pt x="56252" y="28126"/>
                </a:cubicBezTo>
                <a:cubicBezTo>
                  <a:pt x="56252" y="43647"/>
                  <a:pt x="43648" y="56252"/>
                  <a:pt x="28126" y="56252"/>
                </a:cubicBezTo>
                <a:cubicBezTo>
                  <a:pt x="12581" y="56252"/>
                  <a:pt x="0" y="43647"/>
                  <a:pt x="0" y="28126"/>
                </a:cubicBezTo>
                <a:close/>
                <a:moveTo>
                  <a:pt x="0" y="28126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D52B9-EAFC-4936-989D-2556975F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562" y="2119907"/>
            <a:ext cx="56252" cy="56252"/>
          </a:xfrm>
          <a:custGeom xmlns:a="http://schemas.openxmlformats.org/drawingml/2006/main">
            <a:pathLst>
              <a:path w="56252" h="56252" fill="none">
                <a:moveTo>
                  <a:pt x="0" y="28126"/>
                </a:moveTo>
                <a:cubicBezTo>
                  <a:pt x="0" y="12581"/>
                  <a:pt x="12581" y="0"/>
                  <a:pt x="28126" y="0"/>
                </a:cubicBezTo>
                <a:cubicBezTo>
                  <a:pt x="43648" y="0"/>
                  <a:pt x="56252" y="12581"/>
                  <a:pt x="56252" y="28126"/>
                </a:cubicBezTo>
                <a:cubicBezTo>
                  <a:pt x="56252" y="43647"/>
                  <a:pt x="43648" y="56252"/>
                  <a:pt x="28126" y="56252"/>
                </a:cubicBezTo>
                <a:cubicBezTo>
                  <a:pt x="12581" y="56252"/>
                  <a:pt x="0" y="43647"/>
                  <a:pt x="0" y="28126"/>
                </a:cubicBezTo>
                <a:close/>
                <a:moveTo>
                  <a:pt x="0" y="28126"/>
                </a:move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0C3844"/>
            </a:solidFill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62BD0-2639-4316-85F8-CED1E3C3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67" y="2227299"/>
            <a:ext cx="439191" cy="10"/>
          </a:xfrm>
          <a:custGeom xmlns:a="http://schemas.openxmlformats.org/drawingml/2006/main">
            <a:pathLst>
              <a:path w="439191" h="1" fill="none">
                <a:moveTo>
                  <a:pt x="0" y="0"/>
                </a:moveTo>
                <a:lnTo>
                  <a:pt x="4391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rnd">
            <a:solidFill>
              <a:srgbClr val="000000"/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21FFE-A44B-4707-90E5-C4BFCED6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722" y="309676"/>
            <a:ext cx="66471" cy="66488"/>
          </a:xfrm>
          <a:custGeom xmlns:a="http://schemas.openxmlformats.org/drawingml/2006/main">
            <a:pathLst>
              <a:path w="66471" h="66488">
                <a:moveTo>
                  <a:pt x="0" y="33251"/>
                </a:moveTo>
                <a:cubicBezTo>
                  <a:pt x="0" y="14881"/>
                  <a:pt x="14881" y="0"/>
                  <a:pt x="33234" y="0"/>
                </a:cubicBezTo>
                <a:cubicBezTo>
                  <a:pt x="51591" y="0"/>
                  <a:pt x="66471" y="14881"/>
                  <a:pt x="66471" y="33251"/>
                </a:cubicBezTo>
                <a:cubicBezTo>
                  <a:pt x="66471" y="51608"/>
                  <a:pt x="51591" y="66488"/>
                  <a:pt x="33234" y="66488"/>
                </a:cubicBezTo>
                <a:cubicBezTo>
                  <a:pt x="14881" y="66488"/>
                  <a:pt x="0" y="51608"/>
                  <a:pt x="0" y="33251"/>
                </a:cubicBezTo>
                <a:close/>
                <a:moveTo>
                  <a:pt x="0" y="33251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1F2B1-7DB3-4792-834E-CC76A076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722" y="851731"/>
            <a:ext cx="66471" cy="66475"/>
          </a:xfrm>
          <a:custGeom xmlns:a="http://schemas.openxmlformats.org/drawingml/2006/main">
            <a:pathLst>
              <a:path w="66471" h="66475">
                <a:moveTo>
                  <a:pt x="0" y="33237"/>
                </a:moveTo>
                <a:cubicBezTo>
                  <a:pt x="0" y="14884"/>
                  <a:pt x="14881" y="0"/>
                  <a:pt x="33234" y="0"/>
                </a:cubicBezTo>
                <a:cubicBezTo>
                  <a:pt x="51591" y="0"/>
                  <a:pt x="66471" y="14884"/>
                  <a:pt x="66471" y="33237"/>
                </a:cubicBezTo>
                <a:cubicBezTo>
                  <a:pt x="66471" y="51594"/>
                  <a:pt x="51591" y="66475"/>
                  <a:pt x="33234" y="66475"/>
                </a:cubicBezTo>
                <a:cubicBezTo>
                  <a:pt x="14881" y="66475"/>
                  <a:pt x="0" y="51594"/>
                  <a:pt x="0" y="33237"/>
                </a:cubicBezTo>
                <a:close/>
                <a:moveTo>
                  <a:pt x="0" y="33237"/>
                </a:moveTo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F4642-AEEB-4469-8525-2C5B63E4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4" y="4980986"/>
            <a:ext cx="4500039" cy="966485"/>
          </a:xfrm>
          <a:custGeom xmlns:a="http://schemas.openxmlformats.org/drawingml/2006/main">
            <a:pathLst>
              <a:path w="4500039" h="966485">
                <a:moveTo>
                  <a:pt x="4500039" y="241620"/>
                </a:moveTo>
                <a:lnTo>
                  <a:pt x="4500039" y="724868"/>
                </a:lnTo>
                <a:lnTo>
                  <a:pt x="263592" y="724868"/>
                </a:lnTo>
                <a:lnTo>
                  <a:pt x="263592" y="966485"/>
                </a:lnTo>
                <a:lnTo>
                  <a:pt x="0" y="483251"/>
                </a:lnTo>
                <a:lnTo>
                  <a:pt x="263592" y="0"/>
                </a:lnTo>
                <a:lnTo>
                  <a:pt x="263592" y="241620"/>
                </a:lnTo>
                <a:lnTo>
                  <a:pt x="4500039" y="241620"/>
                </a:lnTo>
                <a:close/>
                <a:moveTo>
                  <a:pt x="4500039" y="241620"/>
                </a:moveTo>
              </a:path>
            </a:pathLst>
          </a:custGeom>
          <a:solidFill xmlns:a="http://schemas.openxmlformats.org/drawingml/2006/main">
            <a:srgbClr val="D8D2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A9ACC-B610-4C8D-980D-69983CAE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6" y="3584962"/>
            <a:ext cx="4745493" cy="2682105"/>
          </a:xfrm>
          <a:custGeom xmlns:a="http://schemas.openxmlformats.org/drawingml/2006/main">
            <a:pathLst>
              <a:path w="4745493" h="2682105" fill="none">
                <a:moveTo>
                  <a:pt x="0" y="188322"/>
                </a:moveTo>
                <a:cubicBezTo>
                  <a:pt x="0" y="84299"/>
                  <a:pt x="84310" y="0"/>
                  <a:pt x="188323" y="0"/>
                </a:cubicBezTo>
                <a:lnTo>
                  <a:pt x="4557184" y="0"/>
                </a:lnTo>
                <a:cubicBezTo>
                  <a:pt x="4661196" y="0"/>
                  <a:pt x="4745493" y="84299"/>
                  <a:pt x="4745493" y="188322"/>
                </a:cubicBezTo>
                <a:lnTo>
                  <a:pt x="4745493" y="2493797"/>
                </a:lnTo>
                <a:cubicBezTo>
                  <a:pt x="4745493" y="2597806"/>
                  <a:pt x="4661196" y="2682105"/>
                  <a:pt x="4557184" y="2682105"/>
                </a:cubicBezTo>
                <a:lnTo>
                  <a:pt x="188323" y="2682105"/>
                </a:lnTo>
                <a:cubicBezTo>
                  <a:pt x="84310" y="2682105"/>
                  <a:pt x="0" y="2597806"/>
                  <a:pt x="0" y="2493797"/>
                </a:cubicBezTo>
                <a:lnTo>
                  <a:pt x="0" y="188322"/>
                </a:lnTo>
                <a:close/>
                <a:moveTo>
                  <a:pt x="0" y="188322"/>
                </a:move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80719B"/>
            </a:solidFill>
            <a:custDash>
              <a:ds d="400000" sp="300000"/>
            </a:custDash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9A584-23CE-4F74-A084-525ED889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75" y="4348178"/>
            <a:ext cx="332385" cy="332386"/>
          </a:xfrm>
          <a:custGeom xmlns:a="http://schemas.openxmlformats.org/drawingml/2006/main">
            <a:pathLst>
              <a:path w="332385" h="332386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96192-0AB9-4F43-80C5-DFBDFB8B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75" y="4348178"/>
            <a:ext cx="332385" cy="332386"/>
          </a:xfrm>
          <a:custGeom xmlns:a="http://schemas.openxmlformats.org/drawingml/2006/main">
            <a:pathLst>
              <a:path w="332385" h="332386" fill="none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89686-645F-4FB9-88B1-68B41A02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60" y="4348178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0CD8E-7179-4636-8C7B-7A56A601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60" y="4348178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7B158-5A2D-4FB1-BA6B-F956B3E4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60" y="4015795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BC37C-090E-4464-9CD1-3669BD56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60" y="4015795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6FC7F-224A-4589-A0F1-3771F3A0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77" y="3680854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411FA-2204-40E2-B7DA-8EA6A33A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77" y="3680854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DE0EA-D904-4FA7-AA2B-3DD5F6E8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77" y="4348178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D3113-A6E1-4875-B300-DD7A38A7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77" y="4348178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B8D00-BAAA-4A04-8C9F-58063351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77" y="4015795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E8FCE-6418-4E7B-ABD5-154D441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77" y="4015795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AE174-5A85-475F-8B4D-2B1C98A0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75" y="4015795"/>
            <a:ext cx="332385" cy="332386"/>
          </a:xfrm>
          <a:custGeom xmlns:a="http://schemas.openxmlformats.org/drawingml/2006/main">
            <a:pathLst>
              <a:path w="332385" h="332386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8C2EB-2032-4C7B-8AC3-502CCC68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75" y="4015795"/>
            <a:ext cx="332385" cy="332386"/>
          </a:xfrm>
          <a:custGeom xmlns:a="http://schemas.openxmlformats.org/drawingml/2006/main">
            <a:pathLst>
              <a:path w="332385" h="332386" fill="none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BB2B1-F81E-45FB-9111-B8F96AF2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75" y="3680854"/>
            <a:ext cx="332385" cy="332386"/>
          </a:xfrm>
          <a:custGeom xmlns:a="http://schemas.openxmlformats.org/drawingml/2006/main">
            <a:pathLst>
              <a:path w="332385" h="332386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2B107-060C-498B-8B4B-6FD27B85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75" y="3680854"/>
            <a:ext cx="332385" cy="332386"/>
          </a:xfrm>
          <a:custGeom xmlns:a="http://schemas.openxmlformats.org/drawingml/2006/main">
            <a:pathLst>
              <a:path w="332385" h="332386" fill="none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1C4B0-F3A4-4AAA-8730-C24920A0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60" y="3680854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F576C-A887-4319-8B5E-EDCC9B6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60" y="3680854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2A78C-7192-47E5-AE17-6B664399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45" y="3739116"/>
            <a:ext cx="998806" cy="991668"/>
          </a:xfrm>
          <a:custGeom xmlns:a="http://schemas.openxmlformats.org/drawingml/2006/main">
            <a:pathLst>
              <a:path w="998806" h="991668" fill="none">
                <a:moveTo>
                  <a:pt x="0" y="991668"/>
                </a:moveTo>
                <a:cubicBezTo>
                  <a:pt x="67075" y="471629"/>
                  <a:pt x="478310" y="63333"/>
                  <a:pt x="99880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42535C"/>
            </a:solidFill>
            <a:miter/>
          </a:ln>
        </p:spPr>
      </p:sp>
      <p:sp>
        <p:nvSpPr>
          <p:cNvPr id="326" name="Text 1.V">
            <a:extLst xmlns:a="http://schemas.openxmlformats.org/drawingml/2006/main">
              <a:ext uri="{FF2B5EF4-FFF2-40B4-BE49-F238E27FC236}">
                <a16:creationId xmlns:a16="http://schemas.microsoft.com/office/drawing/2014/main" id="{E398E322-E6D5-461B-9A35-3C3A33AB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3" y="4765789"/>
            <a:ext cx="221454" cy="97092"/>
          </a:xfrm>
          <a:custGeom xmlns:a="http://schemas.openxmlformats.org/drawingml/2006/main">
            <a:pathLst>
              <a:path w="221454" h="97092">
                <a:moveTo>
                  <a:pt x="0" y="11055"/>
                </a:moveTo>
                <a:lnTo>
                  <a:pt x="22659" y="0"/>
                </a:lnTo>
                <a:lnTo>
                  <a:pt x="24925" y="0"/>
                </a:lnTo>
                <a:lnTo>
                  <a:pt x="24925" y="78621"/>
                </a:lnTo>
                <a:cubicBezTo>
                  <a:pt x="24925" y="83839"/>
                  <a:pt x="25143" y="87090"/>
                  <a:pt x="25578" y="88371"/>
                </a:cubicBezTo>
                <a:cubicBezTo>
                  <a:pt x="26013" y="89653"/>
                  <a:pt x="26917" y="90637"/>
                  <a:pt x="28290" y="91324"/>
                </a:cubicBezTo>
                <a:cubicBezTo>
                  <a:pt x="29663" y="92011"/>
                  <a:pt x="32456" y="92400"/>
                  <a:pt x="36667" y="92491"/>
                </a:cubicBezTo>
                <a:lnTo>
                  <a:pt x="36667" y="95032"/>
                </a:lnTo>
                <a:lnTo>
                  <a:pt x="1648" y="95032"/>
                </a:lnTo>
                <a:lnTo>
                  <a:pt x="1648" y="92491"/>
                </a:lnTo>
                <a:cubicBezTo>
                  <a:pt x="6043" y="92400"/>
                  <a:pt x="8881" y="92022"/>
                  <a:pt x="10162" y="91358"/>
                </a:cubicBezTo>
                <a:cubicBezTo>
                  <a:pt x="11444" y="90694"/>
                  <a:pt x="12337" y="89802"/>
                  <a:pt x="12840" y="88680"/>
                </a:cubicBezTo>
                <a:cubicBezTo>
                  <a:pt x="13344" y="87559"/>
                  <a:pt x="13596" y="84206"/>
                  <a:pt x="13596" y="78621"/>
                </a:cubicBezTo>
                <a:lnTo>
                  <a:pt x="13596" y="28358"/>
                </a:lnTo>
                <a:cubicBezTo>
                  <a:pt x="13596" y="21584"/>
                  <a:pt x="13367" y="17235"/>
                  <a:pt x="12909" y="15312"/>
                </a:cubicBezTo>
                <a:cubicBezTo>
                  <a:pt x="12589" y="13847"/>
                  <a:pt x="12005" y="12772"/>
                  <a:pt x="11158" y="12085"/>
                </a:cubicBezTo>
                <a:cubicBezTo>
                  <a:pt x="10311" y="11398"/>
                  <a:pt x="9293" y="11055"/>
                  <a:pt x="8102" y="11055"/>
                </a:cubicBezTo>
                <a:cubicBezTo>
                  <a:pt x="6409" y="11055"/>
                  <a:pt x="4051" y="11765"/>
                  <a:pt x="1030" y="13184"/>
                </a:cubicBezTo>
                <a:lnTo>
                  <a:pt x="0" y="11055"/>
                </a:lnTo>
                <a:close/>
                <a:moveTo>
                  <a:pt x="71412" y="81711"/>
                </a:moveTo>
                <a:cubicBezTo>
                  <a:pt x="73563" y="81711"/>
                  <a:pt x="75371" y="82455"/>
                  <a:pt x="76836" y="83942"/>
                </a:cubicBezTo>
                <a:cubicBezTo>
                  <a:pt x="78301" y="85430"/>
                  <a:pt x="79033" y="87227"/>
                  <a:pt x="79033" y="89333"/>
                </a:cubicBezTo>
                <a:cubicBezTo>
                  <a:pt x="79033" y="91438"/>
                  <a:pt x="78290" y="93235"/>
                  <a:pt x="76802" y="94723"/>
                </a:cubicBezTo>
                <a:cubicBezTo>
                  <a:pt x="75314" y="96211"/>
                  <a:pt x="73517" y="96954"/>
                  <a:pt x="71412" y="96954"/>
                </a:cubicBezTo>
                <a:cubicBezTo>
                  <a:pt x="69306" y="96954"/>
                  <a:pt x="67509" y="96211"/>
                  <a:pt x="66021" y="94723"/>
                </a:cubicBezTo>
                <a:cubicBezTo>
                  <a:pt x="64534" y="93235"/>
                  <a:pt x="63790" y="91438"/>
                  <a:pt x="63790" y="89333"/>
                </a:cubicBezTo>
                <a:cubicBezTo>
                  <a:pt x="63790" y="87181"/>
                  <a:pt x="64534" y="85373"/>
                  <a:pt x="66021" y="83908"/>
                </a:cubicBezTo>
                <a:cubicBezTo>
                  <a:pt x="67509" y="82443"/>
                  <a:pt x="69306" y="81711"/>
                  <a:pt x="71412" y="81711"/>
                </a:cubicBezTo>
                <a:close/>
                <a:moveTo>
                  <a:pt x="221454" y="1923"/>
                </a:moveTo>
                <a:lnTo>
                  <a:pt x="221454" y="4463"/>
                </a:lnTo>
                <a:cubicBezTo>
                  <a:pt x="218158" y="5058"/>
                  <a:pt x="215663" y="6110"/>
                  <a:pt x="213970" y="7620"/>
                </a:cubicBezTo>
                <a:cubicBezTo>
                  <a:pt x="211543" y="9861"/>
                  <a:pt x="209392" y="13292"/>
                  <a:pt x="207515" y="17911"/>
                </a:cubicBezTo>
                <a:lnTo>
                  <a:pt x="175036" y="97092"/>
                </a:lnTo>
                <a:lnTo>
                  <a:pt x="172496" y="97092"/>
                </a:lnTo>
                <a:lnTo>
                  <a:pt x="137614" y="16883"/>
                </a:lnTo>
                <a:cubicBezTo>
                  <a:pt x="135829" y="12766"/>
                  <a:pt x="134570" y="10250"/>
                  <a:pt x="133837" y="9334"/>
                </a:cubicBezTo>
                <a:cubicBezTo>
                  <a:pt x="132693" y="7916"/>
                  <a:pt x="131285" y="6808"/>
                  <a:pt x="129615" y="6008"/>
                </a:cubicBezTo>
                <a:cubicBezTo>
                  <a:pt x="127944" y="5207"/>
                  <a:pt x="125689" y="4692"/>
                  <a:pt x="122851" y="4463"/>
                </a:cubicBezTo>
                <a:lnTo>
                  <a:pt x="122851" y="1923"/>
                </a:lnTo>
                <a:lnTo>
                  <a:pt x="160891" y="1923"/>
                </a:lnTo>
                <a:lnTo>
                  <a:pt x="160891" y="4463"/>
                </a:lnTo>
                <a:cubicBezTo>
                  <a:pt x="156588" y="4875"/>
                  <a:pt x="153796" y="5608"/>
                  <a:pt x="152514" y="6660"/>
                </a:cubicBezTo>
                <a:cubicBezTo>
                  <a:pt x="151233" y="7712"/>
                  <a:pt x="150592" y="9061"/>
                  <a:pt x="150592" y="10707"/>
                </a:cubicBezTo>
                <a:cubicBezTo>
                  <a:pt x="150592" y="12995"/>
                  <a:pt x="151645" y="16562"/>
                  <a:pt x="153750" y="21410"/>
                </a:cubicBezTo>
                <a:lnTo>
                  <a:pt x="177440" y="75958"/>
                </a:lnTo>
                <a:lnTo>
                  <a:pt x="199413" y="22097"/>
                </a:lnTo>
                <a:cubicBezTo>
                  <a:pt x="201564" y="16791"/>
                  <a:pt x="202640" y="13109"/>
                  <a:pt x="202640" y="11051"/>
                </a:cubicBezTo>
                <a:cubicBezTo>
                  <a:pt x="202640" y="9723"/>
                  <a:pt x="201976" y="8454"/>
                  <a:pt x="200649" y="7242"/>
                </a:cubicBezTo>
                <a:cubicBezTo>
                  <a:pt x="199321" y="6030"/>
                  <a:pt x="197078" y="5173"/>
                  <a:pt x="193919" y="4669"/>
                </a:cubicBezTo>
                <a:cubicBezTo>
                  <a:pt x="193690" y="4623"/>
                  <a:pt x="193301" y="4555"/>
                  <a:pt x="192752" y="4463"/>
                </a:cubicBezTo>
                <a:lnTo>
                  <a:pt x="192752" y="1923"/>
                </a:lnTo>
                <a:lnTo>
                  <a:pt x="221454" y="19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Text oxelf">
            <a:extLst xmlns:a="http://schemas.openxmlformats.org/drawingml/2006/main">
              <a:ext uri="{FF2B5EF4-FFF2-40B4-BE49-F238E27FC236}">
                <a16:creationId xmlns:a16="http://schemas.microsoft.com/office/drawing/2014/main" id="{071EAE8F-12FA-4C4B-849C-687538E1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68" y="4763180"/>
            <a:ext cx="333688" cy="99564"/>
          </a:xfrm>
          <a:custGeom xmlns:a="http://schemas.openxmlformats.org/drawingml/2006/main">
            <a:pathLst>
              <a:path w="333688" h="99564">
                <a:moveTo>
                  <a:pt x="30419" y="32959"/>
                </a:moveTo>
                <a:cubicBezTo>
                  <a:pt x="39940" y="32959"/>
                  <a:pt x="47585" y="36572"/>
                  <a:pt x="53353" y="43797"/>
                </a:cubicBezTo>
                <a:cubicBezTo>
                  <a:pt x="58251" y="49970"/>
                  <a:pt x="60700" y="57058"/>
                  <a:pt x="60700" y="65062"/>
                </a:cubicBezTo>
                <a:cubicBezTo>
                  <a:pt x="60700" y="70687"/>
                  <a:pt x="59349" y="76380"/>
                  <a:pt x="56649" y="82142"/>
                </a:cubicBezTo>
                <a:cubicBezTo>
                  <a:pt x="53948" y="87903"/>
                  <a:pt x="50228" y="92247"/>
                  <a:pt x="45491" y="95173"/>
                </a:cubicBezTo>
                <a:cubicBezTo>
                  <a:pt x="40753" y="98100"/>
                  <a:pt x="35477" y="99564"/>
                  <a:pt x="29663" y="99564"/>
                </a:cubicBezTo>
                <a:cubicBezTo>
                  <a:pt x="20188" y="99564"/>
                  <a:pt x="12657" y="95791"/>
                  <a:pt x="7072" y="88245"/>
                </a:cubicBezTo>
                <a:cubicBezTo>
                  <a:pt x="2357" y="81889"/>
                  <a:pt x="0" y="74756"/>
                  <a:pt x="0" y="66845"/>
                </a:cubicBezTo>
                <a:cubicBezTo>
                  <a:pt x="0" y="61083"/>
                  <a:pt x="1431" y="55355"/>
                  <a:pt x="4292" y="49662"/>
                </a:cubicBezTo>
                <a:cubicBezTo>
                  <a:pt x="7153" y="43968"/>
                  <a:pt x="10918" y="39761"/>
                  <a:pt x="15587" y="37040"/>
                </a:cubicBezTo>
                <a:cubicBezTo>
                  <a:pt x="20256" y="34319"/>
                  <a:pt x="25200" y="32959"/>
                  <a:pt x="30419" y="32959"/>
                </a:cubicBezTo>
                <a:moveTo>
                  <a:pt x="28290" y="37491"/>
                </a:moveTo>
                <a:cubicBezTo>
                  <a:pt x="25864" y="37491"/>
                  <a:pt x="23426" y="38211"/>
                  <a:pt x="20977" y="39652"/>
                </a:cubicBezTo>
                <a:cubicBezTo>
                  <a:pt x="18528" y="41092"/>
                  <a:pt x="16548" y="43618"/>
                  <a:pt x="15038" y="47231"/>
                </a:cubicBezTo>
                <a:cubicBezTo>
                  <a:pt x="13527" y="50843"/>
                  <a:pt x="12772" y="55483"/>
                  <a:pt x="12772" y="61152"/>
                </a:cubicBezTo>
                <a:cubicBezTo>
                  <a:pt x="12772" y="70296"/>
                  <a:pt x="14591" y="78183"/>
                  <a:pt x="18231" y="84814"/>
                </a:cubicBezTo>
                <a:cubicBezTo>
                  <a:pt x="21870" y="91443"/>
                  <a:pt x="26665" y="94757"/>
                  <a:pt x="32616" y="94757"/>
                </a:cubicBezTo>
                <a:cubicBezTo>
                  <a:pt x="37056" y="94757"/>
                  <a:pt x="40718" y="92928"/>
                  <a:pt x="43602" y="89270"/>
                </a:cubicBezTo>
                <a:cubicBezTo>
                  <a:pt x="46486" y="85613"/>
                  <a:pt x="47928" y="79326"/>
                  <a:pt x="47928" y="70411"/>
                </a:cubicBezTo>
                <a:cubicBezTo>
                  <a:pt x="47928" y="59255"/>
                  <a:pt x="45525" y="50476"/>
                  <a:pt x="40718" y="44074"/>
                </a:cubicBezTo>
                <a:cubicBezTo>
                  <a:pt x="37468" y="39685"/>
                  <a:pt x="33325" y="37491"/>
                  <a:pt x="28290" y="37491"/>
                </a:cubicBezTo>
                <a:close/>
                <a:moveTo>
                  <a:pt x="67429" y="34744"/>
                </a:moveTo>
                <a:lnTo>
                  <a:pt x="97024" y="34744"/>
                </a:lnTo>
                <a:lnTo>
                  <a:pt x="97024" y="37285"/>
                </a:lnTo>
                <a:cubicBezTo>
                  <a:pt x="95147" y="37285"/>
                  <a:pt x="93831" y="37605"/>
                  <a:pt x="93075" y="38246"/>
                </a:cubicBezTo>
                <a:cubicBezTo>
                  <a:pt x="92320" y="38887"/>
                  <a:pt x="91942" y="39734"/>
                  <a:pt x="91942" y="40787"/>
                </a:cubicBezTo>
                <a:cubicBezTo>
                  <a:pt x="91942" y="41885"/>
                  <a:pt x="92744" y="43579"/>
                  <a:pt x="94346" y="45868"/>
                </a:cubicBezTo>
                <a:cubicBezTo>
                  <a:pt x="94849" y="46600"/>
                  <a:pt x="95605" y="47745"/>
                  <a:pt x="96612" y="49301"/>
                </a:cubicBezTo>
                <a:lnTo>
                  <a:pt x="101075" y="56442"/>
                </a:lnTo>
                <a:lnTo>
                  <a:pt x="106225" y="49301"/>
                </a:lnTo>
                <a:cubicBezTo>
                  <a:pt x="109521" y="44769"/>
                  <a:pt x="111169" y="41908"/>
                  <a:pt x="111169" y="40718"/>
                </a:cubicBezTo>
                <a:cubicBezTo>
                  <a:pt x="111169" y="39757"/>
                  <a:pt x="110780" y="38944"/>
                  <a:pt x="110001" y="38281"/>
                </a:cubicBezTo>
                <a:cubicBezTo>
                  <a:pt x="109223" y="37617"/>
                  <a:pt x="107964" y="37285"/>
                  <a:pt x="106225" y="37285"/>
                </a:cubicBezTo>
                <a:lnTo>
                  <a:pt x="106225" y="34744"/>
                </a:lnTo>
                <a:lnTo>
                  <a:pt x="127511" y="34744"/>
                </a:lnTo>
                <a:lnTo>
                  <a:pt x="127511" y="37285"/>
                </a:lnTo>
                <a:cubicBezTo>
                  <a:pt x="125268" y="37422"/>
                  <a:pt x="123322" y="38040"/>
                  <a:pt x="121674" y="39139"/>
                </a:cubicBezTo>
                <a:cubicBezTo>
                  <a:pt x="119431" y="40695"/>
                  <a:pt x="116364" y="44083"/>
                  <a:pt x="112473" y="49301"/>
                </a:cubicBezTo>
                <a:lnTo>
                  <a:pt x="103890" y="60768"/>
                </a:lnTo>
                <a:lnTo>
                  <a:pt x="119546" y="83245"/>
                </a:lnTo>
                <a:cubicBezTo>
                  <a:pt x="123391" y="88773"/>
                  <a:pt x="126138" y="92096"/>
                  <a:pt x="127786" y="93216"/>
                </a:cubicBezTo>
                <a:cubicBezTo>
                  <a:pt x="129434" y="94335"/>
                  <a:pt x="131562" y="94963"/>
                  <a:pt x="134171" y="95100"/>
                </a:cubicBezTo>
                <a:lnTo>
                  <a:pt x="134171" y="97641"/>
                </a:lnTo>
                <a:lnTo>
                  <a:pt x="104508" y="97641"/>
                </a:lnTo>
                <a:lnTo>
                  <a:pt x="104508" y="95100"/>
                </a:lnTo>
                <a:cubicBezTo>
                  <a:pt x="106568" y="95100"/>
                  <a:pt x="108170" y="94644"/>
                  <a:pt x="109315" y="93731"/>
                </a:cubicBezTo>
                <a:cubicBezTo>
                  <a:pt x="110184" y="93092"/>
                  <a:pt x="110619" y="92247"/>
                  <a:pt x="110619" y="91197"/>
                </a:cubicBezTo>
                <a:cubicBezTo>
                  <a:pt x="110619" y="90147"/>
                  <a:pt x="109154" y="87499"/>
                  <a:pt x="106225" y="83254"/>
                </a:cubicBezTo>
                <a:lnTo>
                  <a:pt x="97024" y="69832"/>
                </a:lnTo>
                <a:lnTo>
                  <a:pt x="86930" y="83254"/>
                </a:lnTo>
                <a:cubicBezTo>
                  <a:pt x="83817" y="87408"/>
                  <a:pt x="82261" y="89873"/>
                  <a:pt x="82261" y="90650"/>
                </a:cubicBezTo>
                <a:cubicBezTo>
                  <a:pt x="82261" y="91746"/>
                  <a:pt x="82776" y="92739"/>
                  <a:pt x="83806" y="93628"/>
                </a:cubicBezTo>
                <a:cubicBezTo>
                  <a:pt x="84836" y="94518"/>
                  <a:pt x="86381" y="95009"/>
                  <a:pt x="88440" y="95100"/>
                </a:cubicBezTo>
                <a:lnTo>
                  <a:pt x="88440" y="97641"/>
                </a:lnTo>
                <a:lnTo>
                  <a:pt x="67910" y="97641"/>
                </a:lnTo>
                <a:lnTo>
                  <a:pt x="67910" y="95100"/>
                </a:lnTo>
                <a:cubicBezTo>
                  <a:pt x="69558" y="94872"/>
                  <a:pt x="71000" y="94301"/>
                  <a:pt x="72236" y="93388"/>
                </a:cubicBezTo>
                <a:cubicBezTo>
                  <a:pt x="73975" y="92063"/>
                  <a:pt x="76905" y="88684"/>
                  <a:pt x="81025" y="83249"/>
                </a:cubicBezTo>
                <a:lnTo>
                  <a:pt x="94208" y="65781"/>
                </a:lnTo>
                <a:lnTo>
                  <a:pt x="82261" y="48477"/>
                </a:lnTo>
                <a:cubicBezTo>
                  <a:pt x="78873" y="43533"/>
                  <a:pt x="76252" y="40432"/>
                  <a:pt x="74398" y="39173"/>
                </a:cubicBezTo>
                <a:cubicBezTo>
                  <a:pt x="72545" y="37914"/>
                  <a:pt x="70221" y="37285"/>
                  <a:pt x="67429" y="37285"/>
                </a:cubicBezTo>
                <a:lnTo>
                  <a:pt x="67429" y="34744"/>
                </a:lnTo>
                <a:close/>
                <a:moveTo>
                  <a:pt x="150857" y="58502"/>
                </a:moveTo>
                <a:cubicBezTo>
                  <a:pt x="150811" y="67819"/>
                  <a:pt x="153077" y="75127"/>
                  <a:pt x="157655" y="80426"/>
                </a:cubicBezTo>
                <a:cubicBezTo>
                  <a:pt x="162233" y="85723"/>
                  <a:pt x="167611" y="88371"/>
                  <a:pt x="173791" y="88371"/>
                </a:cubicBezTo>
                <a:cubicBezTo>
                  <a:pt x="177911" y="88371"/>
                  <a:pt x="181493" y="87238"/>
                  <a:pt x="184537" y="84972"/>
                </a:cubicBezTo>
                <a:cubicBezTo>
                  <a:pt x="187581" y="82706"/>
                  <a:pt x="190133" y="78827"/>
                  <a:pt x="192193" y="73334"/>
                </a:cubicBezTo>
                <a:lnTo>
                  <a:pt x="194322" y="74707"/>
                </a:lnTo>
                <a:cubicBezTo>
                  <a:pt x="193361" y="80978"/>
                  <a:pt x="190568" y="86689"/>
                  <a:pt x="185945" y="91839"/>
                </a:cubicBezTo>
                <a:cubicBezTo>
                  <a:pt x="181321" y="96989"/>
                  <a:pt x="175531" y="99564"/>
                  <a:pt x="168573" y="99564"/>
                </a:cubicBezTo>
                <a:cubicBezTo>
                  <a:pt x="161019" y="99564"/>
                  <a:pt x="154554" y="96629"/>
                  <a:pt x="149175" y="90760"/>
                </a:cubicBezTo>
                <a:cubicBezTo>
                  <a:pt x="143796" y="84889"/>
                  <a:pt x="141107" y="76997"/>
                  <a:pt x="141107" y="67083"/>
                </a:cubicBezTo>
                <a:cubicBezTo>
                  <a:pt x="141107" y="56349"/>
                  <a:pt x="143865" y="47978"/>
                  <a:pt x="149381" y="41971"/>
                </a:cubicBezTo>
                <a:cubicBezTo>
                  <a:pt x="154897" y="35963"/>
                  <a:pt x="161821" y="32959"/>
                  <a:pt x="170152" y="32959"/>
                </a:cubicBezTo>
                <a:cubicBezTo>
                  <a:pt x="177202" y="32959"/>
                  <a:pt x="182992" y="35276"/>
                  <a:pt x="187524" y="39911"/>
                </a:cubicBezTo>
                <a:cubicBezTo>
                  <a:pt x="192056" y="44545"/>
                  <a:pt x="194322" y="50742"/>
                  <a:pt x="194322" y="58502"/>
                </a:cubicBezTo>
                <a:lnTo>
                  <a:pt x="150857" y="58502"/>
                </a:lnTo>
                <a:moveTo>
                  <a:pt x="150857" y="54520"/>
                </a:moveTo>
                <a:lnTo>
                  <a:pt x="179971" y="54520"/>
                </a:lnTo>
                <a:cubicBezTo>
                  <a:pt x="179742" y="50491"/>
                  <a:pt x="179261" y="47653"/>
                  <a:pt x="178529" y="46005"/>
                </a:cubicBezTo>
                <a:cubicBezTo>
                  <a:pt x="177385" y="43442"/>
                  <a:pt x="175679" y="41428"/>
                  <a:pt x="173413" y="39963"/>
                </a:cubicBezTo>
                <a:cubicBezTo>
                  <a:pt x="171148" y="38498"/>
                  <a:pt x="168779" y="37766"/>
                  <a:pt x="166307" y="37766"/>
                </a:cubicBezTo>
                <a:cubicBezTo>
                  <a:pt x="162507" y="37766"/>
                  <a:pt x="159108" y="39242"/>
                  <a:pt x="156110" y="42194"/>
                </a:cubicBezTo>
                <a:cubicBezTo>
                  <a:pt x="153112" y="45147"/>
                  <a:pt x="151361" y="49255"/>
                  <a:pt x="150857" y="54520"/>
                </a:cubicBezTo>
                <a:close/>
                <a:moveTo>
                  <a:pt x="224350" y="0"/>
                </a:moveTo>
                <a:lnTo>
                  <a:pt x="224350" y="83367"/>
                </a:lnTo>
                <a:cubicBezTo>
                  <a:pt x="224350" y="87301"/>
                  <a:pt x="224636" y="89909"/>
                  <a:pt x="225208" y="91191"/>
                </a:cubicBezTo>
                <a:cubicBezTo>
                  <a:pt x="225780" y="92471"/>
                  <a:pt x="226662" y="93443"/>
                  <a:pt x="227852" y="94107"/>
                </a:cubicBezTo>
                <a:cubicBezTo>
                  <a:pt x="229042" y="94769"/>
                  <a:pt x="231262" y="95100"/>
                  <a:pt x="234512" y="95100"/>
                </a:cubicBezTo>
                <a:lnTo>
                  <a:pt x="234512" y="97641"/>
                </a:lnTo>
                <a:lnTo>
                  <a:pt x="203682" y="97641"/>
                </a:lnTo>
                <a:lnTo>
                  <a:pt x="203682" y="95100"/>
                </a:lnTo>
                <a:cubicBezTo>
                  <a:pt x="206566" y="95100"/>
                  <a:pt x="208534" y="94804"/>
                  <a:pt x="209587" y="94210"/>
                </a:cubicBezTo>
                <a:cubicBezTo>
                  <a:pt x="210640" y="93615"/>
                  <a:pt x="211464" y="92631"/>
                  <a:pt x="212059" y="91260"/>
                </a:cubicBezTo>
                <a:cubicBezTo>
                  <a:pt x="212654" y="89886"/>
                  <a:pt x="212952" y="87256"/>
                  <a:pt x="212952" y="83367"/>
                </a:cubicBezTo>
                <a:lnTo>
                  <a:pt x="212952" y="26279"/>
                </a:lnTo>
                <a:cubicBezTo>
                  <a:pt x="212952" y="19190"/>
                  <a:pt x="212791" y="14833"/>
                  <a:pt x="212471" y="13209"/>
                </a:cubicBezTo>
                <a:cubicBezTo>
                  <a:pt x="212150" y="11584"/>
                  <a:pt x="211635" y="10475"/>
                  <a:pt x="210926" y="9881"/>
                </a:cubicBezTo>
                <a:cubicBezTo>
                  <a:pt x="210216" y="9286"/>
                  <a:pt x="209312" y="8989"/>
                  <a:pt x="208214" y="8989"/>
                </a:cubicBezTo>
                <a:cubicBezTo>
                  <a:pt x="207023" y="8989"/>
                  <a:pt x="205513" y="9355"/>
                  <a:pt x="203682" y="10087"/>
                </a:cubicBezTo>
                <a:lnTo>
                  <a:pt x="202514" y="7684"/>
                </a:lnTo>
                <a:lnTo>
                  <a:pt x="221260" y="0"/>
                </a:lnTo>
                <a:lnTo>
                  <a:pt x="224350" y="0"/>
                </a:lnTo>
                <a:close/>
                <a:moveTo>
                  <a:pt x="301553" y="39551"/>
                </a:moveTo>
                <a:lnTo>
                  <a:pt x="301553" y="80938"/>
                </a:lnTo>
                <a:cubicBezTo>
                  <a:pt x="301553" y="86805"/>
                  <a:pt x="302194" y="90517"/>
                  <a:pt x="303476" y="92075"/>
                </a:cubicBezTo>
                <a:cubicBezTo>
                  <a:pt x="305170" y="94092"/>
                  <a:pt x="307435" y="95100"/>
                  <a:pt x="310274" y="95100"/>
                </a:cubicBezTo>
                <a:lnTo>
                  <a:pt x="315973" y="95100"/>
                </a:lnTo>
                <a:lnTo>
                  <a:pt x="315973" y="97641"/>
                </a:lnTo>
                <a:lnTo>
                  <a:pt x="278413" y="97641"/>
                </a:lnTo>
                <a:lnTo>
                  <a:pt x="278413" y="95100"/>
                </a:lnTo>
                <a:lnTo>
                  <a:pt x="281228" y="95100"/>
                </a:lnTo>
                <a:cubicBezTo>
                  <a:pt x="283059" y="95100"/>
                  <a:pt x="284730" y="94642"/>
                  <a:pt x="286241" y="93725"/>
                </a:cubicBezTo>
                <a:cubicBezTo>
                  <a:pt x="287751" y="92808"/>
                  <a:pt x="288793" y="91571"/>
                  <a:pt x="289365" y="90013"/>
                </a:cubicBezTo>
                <a:cubicBezTo>
                  <a:pt x="289937" y="88455"/>
                  <a:pt x="290223" y="85430"/>
                  <a:pt x="290223" y="80938"/>
                </a:cubicBezTo>
                <a:lnTo>
                  <a:pt x="290223" y="39551"/>
                </a:lnTo>
                <a:lnTo>
                  <a:pt x="278001" y="39551"/>
                </a:lnTo>
                <a:lnTo>
                  <a:pt x="278001" y="34744"/>
                </a:lnTo>
                <a:lnTo>
                  <a:pt x="290223" y="34744"/>
                </a:lnTo>
                <a:lnTo>
                  <a:pt x="290223" y="30607"/>
                </a:lnTo>
                <a:cubicBezTo>
                  <a:pt x="290223" y="24312"/>
                  <a:pt x="291231" y="18981"/>
                  <a:pt x="293245" y="14615"/>
                </a:cubicBezTo>
                <a:cubicBezTo>
                  <a:pt x="295259" y="10249"/>
                  <a:pt x="298337" y="6722"/>
                  <a:pt x="302480" y="4034"/>
                </a:cubicBezTo>
                <a:cubicBezTo>
                  <a:pt x="306623" y="1345"/>
                  <a:pt x="311281" y="0"/>
                  <a:pt x="316453" y="0"/>
                </a:cubicBezTo>
                <a:cubicBezTo>
                  <a:pt x="321260" y="0"/>
                  <a:pt x="325677" y="1556"/>
                  <a:pt x="329706" y="4669"/>
                </a:cubicBezTo>
                <a:cubicBezTo>
                  <a:pt x="332361" y="6729"/>
                  <a:pt x="333688" y="9041"/>
                  <a:pt x="333688" y="11604"/>
                </a:cubicBezTo>
                <a:cubicBezTo>
                  <a:pt x="333688" y="12978"/>
                  <a:pt x="333093" y="14271"/>
                  <a:pt x="331903" y="15484"/>
                </a:cubicBezTo>
                <a:cubicBezTo>
                  <a:pt x="330713" y="16697"/>
                  <a:pt x="329431" y="17303"/>
                  <a:pt x="328058" y="17303"/>
                </a:cubicBezTo>
                <a:cubicBezTo>
                  <a:pt x="327005" y="17303"/>
                  <a:pt x="325895" y="16922"/>
                  <a:pt x="324728" y="16158"/>
                </a:cubicBezTo>
                <a:cubicBezTo>
                  <a:pt x="323560" y="15394"/>
                  <a:pt x="322130" y="13751"/>
                  <a:pt x="320436" y="11229"/>
                </a:cubicBezTo>
                <a:cubicBezTo>
                  <a:pt x="318742" y="8707"/>
                  <a:pt x="317186" y="7006"/>
                  <a:pt x="315767" y="6126"/>
                </a:cubicBezTo>
                <a:cubicBezTo>
                  <a:pt x="314348" y="5246"/>
                  <a:pt x="312768" y="4807"/>
                  <a:pt x="311029" y="4807"/>
                </a:cubicBezTo>
                <a:cubicBezTo>
                  <a:pt x="308923" y="4807"/>
                  <a:pt x="307138" y="5373"/>
                  <a:pt x="305673" y="6506"/>
                </a:cubicBezTo>
                <a:cubicBezTo>
                  <a:pt x="304208" y="7638"/>
                  <a:pt x="303155" y="9393"/>
                  <a:pt x="302514" y="11772"/>
                </a:cubicBezTo>
                <a:cubicBezTo>
                  <a:pt x="301874" y="14151"/>
                  <a:pt x="301553" y="20283"/>
                  <a:pt x="301553" y="30170"/>
                </a:cubicBezTo>
                <a:lnTo>
                  <a:pt x="301553" y="34744"/>
                </a:lnTo>
                <a:lnTo>
                  <a:pt x="317758" y="34744"/>
                </a:lnTo>
                <a:lnTo>
                  <a:pt x="317758" y="39551"/>
                </a:lnTo>
                <a:lnTo>
                  <a:pt x="301553" y="39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Text romFDG">
            <a:extLst xmlns:a="http://schemas.openxmlformats.org/drawingml/2006/main">
              <a:ext uri="{FF2B5EF4-FFF2-40B4-BE49-F238E27FC236}">
                <a16:creationId xmlns:a16="http://schemas.microsoft.com/office/drawing/2014/main" id="{B4B2F592-0039-45C1-9BA5-EB4EF215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65" y="4765652"/>
            <a:ext cx="540097" cy="97229"/>
          </a:xfrm>
          <a:custGeom xmlns:a="http://schemas.openxmlformats.org/drawingml/2006/main">
            <a:pathLst>
              <a:path w="540097" h="97229">
                <a:moveTo>
                  <a:pt x="21904" y="30487"/>
                </a:moveTo>
                <a:lnTo>
                  <a:pt x="21904" y="44632"/>
                </a:lnTo>
                <a:cubicBezTo>
                  <a:pt x="27168" y="35202"/>
                  <a:pt x="32570" y="30487"/>
                  <a:pt x="38109" y="30487"/>
                </a:cubicBezTo>
                <a:cubicBezTo>
                  <a:pt x="40627" y="30487"/>
                  <a:pt x="42710" y="31254"/>
                  <a:pt x="44358" y="32787"/>
                </a:cubicBezTo>
                <a:cubicBezTo>
                  <a:pt x="46006" y="34321"/>
                  <a:pt x="46830" y="36095"/>
                  <a:pt x="46830" y="38109"/>
                </a:cubicBezTo>
                <a:cubicBezTo>
                  <a:pt x="46830" y="39894"/>
                  <a:pt x="46234" y="41405"/>
                  <a:pt x="45044" y="42641"/>
                </a:cubicBezTo>
                <a:cubicBezTo>
                  <a:pt x="43854" y="43877"/>
                  <a:pt x="42435" y="44495"/>
                  <a:pt x="40787" y="44495"/>
                </a:cubicBezTo>
                <a:cubicBezTo>
                  <a:pt x="39185" y="44495"/>
                  <a:pt x="37388" y="43705"/>
                  <a:pt x="35397" y="42126"/>
                </a:cubicBezTo>
                <a:cubicBezTo>
                  <a:pt x="33406" y="40546"/>
                  <a:pt x="31929" y="39757"/>
                  <a:pt x="30968" y="39757"/>
                </a:cubicBezTo>
                <a:cubicBezTo>
                  <a:pt x="30144" y="39757"/>
                  <a:pt x="29251" y="40213"/>
                  <a:pt x="28290" y="41126"/>
                </a:cubicBezTo>
                <a:cubicBezTo>
                  <a:pt x="26230" y="42998"/>
                  <a:pt x="24101" y="46080"/>
                  <a:pt x="21904" y="50372"/>
                </a:cubicBezTo>
                <a:lnTo>
                  <a:pt x="21904" y="80438"/>
                </a:lnTo>
                <a:cubicBezTo>
                  <a:pt x="21904" y="83907"/>
                  <a:pt x="22339" y="86532"/>
                  <a:pt x="23209" y="88313"/>
                </a:cubicBezTo>
                <a:cubicBezTo>
                  <a:pt x="23804" y="89546"/>
                  <a:pt x="24857" y="90574"/>
                  <a:pt x="26367" y="91397"/>
                </a:cubicBezTo>
                <a:cubicBezTo>
                  <a:pt x="27878" y="92218"/>
                  <a:pt x="30052" y="92629"/>
                  <a:pt x="32891" y="92629"/>
                </a:cubicBezTo>
                <a:lnTo>
                  <a:pt x="32891" y="95169"/>
                </a:lnTo>
                <a:lnTo>
                  <a:pt x="687" y="95169"/>
                </a:lnTo>
                <a:lnTo>
                  <a:pt x="687" y="92629"/>
                </a:lnTo>
                <a:cubicBezTo>
                  <a:pt x="3891" y="92629"/>
                  <a:pt x="6271" y="92126"/>
                  <a:pt x="7828" y="91122"/>
                </a:cubicBezTo>
                <a:cubicBezTo>
                  <a:pt x="8972" y="90391"/>
                  <a:pt x="9773" y="89226"/>
                  <a:pt x="10231" y="87627"/>
                </a:cubicBezTo>
                <a:cubicBezTo>
                  <a:pt x="10460" y="86850"/>
                  <a:pt x="10574" y="84635"/>
                  <a:pt x="10574" y="80981"/>
                </a:cubicBezTo>
                <a:lnTo>
                  <a:pt x="10574" y="56659"/>
                </a:lnTo>
                <a:cubicBezTo>
                  <a:pt x="10574" y="49351"/>
                  <a:pt x="10426" y="45000"/>
                  <a:pt x="10128" y="43608"/>
                </a:cubicBezTo>
                <a:cubicBezTo>
                  <a:pt x="9831" y="42215"/>
                  <a:pt x="9281" y="41199"/>
                  <a:pt x="8480" y="40559"/>
                </a:cubicBezTo>
                <a:cubicBezTo>
                  <a:pt x="7679" y="39920"/>
                  <a:pt x="6683" y="39600"/>
                  <a:pt x="5493" y="39600"/>
                </a:cubicBezTo>
                <a:cubicBezTo>
                  <a:pt x="4074" y="39600"/>
                  <a:pt x="2472" y="39943"/>
                  <a:pt x="687" y="40628"/>
                </a:cubicBezTo>
                <a:lnTo>
                  <a:pt x="0" y="38160"/>
                </a:lnTo>
                <a:lnTo>
                  <a:pt x="19020" y="30487"/>
                </a:lnTo>
                <a:lnTo>
                  <a:pt x="21904" y="30487"/>
                </a:lnTo>
                <a:close/>
                <a:moveTo>
                  <a:pt x="81092" y="30487"/>
                </a:moveTo>
                <a:cubicBezTo>
                  <a:pt x="90614" y="30487"/>
                  <a:pt x="98259" y="34100"/>
                  <a:pt x="104026" y="41325"/>
                </a:cubicBezTo>
                <a:cubicBezTo>
                  <a:pt x="108924" y="47498"/>
                  <a:pt x="111374" y="54586"/>
                  <a:pt x="111374" y="62590"/>
                </a:cubicBezTo>
                <a:cubicBezTo>
                  <a:pt x="111374" y="68215"/>
                  <a:pt x="110023" y="73908"/>
                  <a:pt x="107322" y="79670"/>
                </a:cubicBezTo>
                <a:cubicBezTo>
                  <a:pt x="104621" y="85431"/>
                  <a:pt x="100902" y="89775"/>
                  <a:pt x="96164" y="92701"/>
                </a:cubicBezTo>
                <a:cubicBezTo>
                  <a:pt x="91426" y="95628"/>
                  <a:pt x="86151" y="97092"/>
                  <a:pt x="80337" y="97092"/>
                </a:cubicBezTo>
                <a:cubicBezTo>
                  <a:pt x="70861" y="97092"/>
                  <a:pt x="63331" y="93319"/>
                  <a:pt x="57746" y="85773"/>
                </a:cubicBezTo>
                <a:cubicBezTo>
                  <a:pt x="53031" y="79417"/>
                  <a:pt x="50674" y="72284"/>
                  <a:pt x="50674" y="64373"/>
                </a:cubicBezTo>
                <a:cubicBezTo>
                  <a:pt x="50674" y="58611"/>
                  <a:pt x="52104" y="52883"/>
                  <a:pt x="54965" y="47190"/>
                </a:cubicBezTo>
                <a:cubicBezTo>
                  <a:pt x="57826" y="41496"/>
                  <a:pt x="61591" y="37289"/>
                  <a:pt x="66261" y="34568"/>
                </a:cubicBezTo>
                <a:cubicBezTo>
                  <a:pt x="70930" y="31847"/>
                  <a:pt x="75874" y="30487"/>
                  <a:pt x="81092" y="30487"/>
                </a:cubicBezTo>
                <a:moveTo>
                  <a:pt x="78964" y="35019"/>
                </a:moveTo>
                <a:cubicBezTo>
                  <a:pt x="76537" y="35019"/>
                  <a:pt x="74100" y="35739"/>
                  <a:pt x="71651" y="37180"/>
                </a:cubicBezTo>
                <a:cubicBezTo>
                  <a:pt x="69202" y="38620"/>
                  <a:pt x="67222" y="41147"/>
                  <a:pt x="65711" y="44759"/>
                </a:cubicBezTo>
                <a:cubicBezTo>
                  <a:pt x="64201" y="48371"/>
                  <a:pt x="63445" y="53011"/>
                  <a:pt x="63445" y="58680"/>
                </a:cubicBezTo>
                <a:cubicBezTo>
                  <a:pt x="63445" y="67824"/>
                  <a:pt x="65265" y="75711"/>
                  <a:pt x="68904" y="82342"/>
                </a:cubicBezTo>
                <a:cubicBezTo>
                  <a:pt x="72543" y="88971"/>
                  <a:pt x="77339" y="92285"/>
                  <a:pt x="83290" y="92285"/>
                </a:cubicBezTo>
                <a:cubicBezTo>
                  <a:pt x="87730" y="92285"/>
                  <a:pt x="91392" y="90456"/>
                  <a:pt x="94276" y="86798"/>
                </a:cubicBezTo>
                <a:cubicBezTo>
                  <a:pt x="97160" y="83141"/>
                  <a:pt x="98602" y="76854"/>
                  <a:pt x="98602" y="67939"/>
                </a:cubicBezTo>
                <a:cubicBezTo>
                  <a:pt x="98602" y="56783"/>
                  <a:pt x="96199" y="48004"/>
                  <a:pt x="91392" y="41602"/>
                </a:cubicBezTo>
                <a:cubicBezTo>
                  <a:pt x="88142" y="37213"/>
                  <a:pt x="83999" y="35019"/>
                  <a:pt x="78964" y="35019"/>
                </a:cubicBezTo>
                <a:close/>
                <a:moveTo>
                  <a:pt x="139320" y="43877"/>
                </a:moveTo>
                <a:cubicBezTo>
                  <a:pt x="143898" y="39299"/>
                  <a:pt x="146599" y="36667"/>
                  <a:pt x="147423" y="35980"/>
                </a:cubicBezTo>
                <a:cubicBezTo>
                  <a:pt x="149483" y="34241"/>
                  <a:pt x="151703" y="32890"/>
                  <a:pt x="154083" y="31929"/>
                </a:cubicBezTo>
                <a:cubicBezTo>
                  <a:pt x="156464" y="30968"/>
                  <a:pt x="158821" y="30487"/>
                  <a:pt x="161156" y="30487"/>
                </a:cubicBezTo>
                <a:cubicBezTo>
                  <a:pt x="165093" y="30487"/>
                  <a:pt x="168480" y="31631"/>
                  <a:pt x="171318" y="33920"/>
                </a:cubicBezTo>
                <a:cubicBezTo>
                  <a:pt x="174156" y="36209"/>
                  <a:pt x="176056" y="39528"/>
                  <a:pt x="177017" y="43877"/>
                </a:cubicBezTo>
                <a:cubicBezTo>
                  <a:pt x="181732" y="38384"/>
                  <a:pt x="185715" y="34779"/>
                  <a:pt x="188965" y="33062"/>
                </a:cubicBezTo>
                <a:cubicBezTo>
                  <a:pt x="192215" y="31345"/>
                  <a:pt x="195557" y="30487"/>
                  <a:pt x="198990" y="30487"/>
                </a:cubicBezTo>
                <a:cubicBezTo>
                  <a:pt x="202332" y="30487"/>
                  <a:pt x="205296" y="31344"/>
                  <a:pt x="207882" y="33058"/>
                </a:cubicBezTo>
                <a:cubicBezTo>
                  <a:pt x="210469" y="34770"/>
                  <a:pt x="212517" y="37567"/>
                  <a:pt x="214028" y="41450"/>
                </a:cubicBezTo>
                <a:cubicBezTo>
                  <a:pt x="215035" y="44099"/>
                  <a:pt x="215538" y="48255"/>
                  <a:pt x="215538" y="53919"/>
                </a:cubicBezTo>
                <a:lnTo>
                  <a:pt x="215538" y="80913"/>
                </a:lnTo>
                <a:cubicBezTo>
                  <a:pt x="215538" y="84841"/>
                  <a:pt x="215836" y="87536"/>
                  <a:pt x="216431" y="88998"/>
                </a:cubicBezTo>
                <a:cubicBezTo>
                  <a:pt x="216889" y="90002"/>
                  <a:pt x="217736" y="90858"/>
                  <a:pt x="218972" y="91566"/>
                </a:cubicBezTo>
                <a:cubicBezTo>
                  <a:pt x="220208" y="92274"/>
                  <a:pt x="222222" y="92629"/>
                  <a:pt x="225014" y="92629"/>
                </a:cubicBezTo>
                <a:lnTo>
                  <a:pt x="225014" y="95169"/>
                </a:lnTo>
                <a:lnTo>
                  <a:pt x="193978" y="95169"/>
                </a:lnTo>
                <a:lnTo>
                  <a:pt x="193978" y="92629"/>
                </a:lnTo>
                <a:lnTo>
                  <a:pt x="195282" y="92629"/>
                </a:lnTo>
                <a:cubicBezTo>
                  <a:pt x="197983" y="92629"/>
                  <a:pt x="200089" y="92105"/>
                  <a:pt x="201599" y="91058"/>
                </a:cubicBezTo>
                <a:cubicBezTo>
                  <a:pt x="202652" y="90328"/>
                  <a:pt x="203408" y="89167"/>
                  <a:pt x="203865" y="87573"/>
                </a:cubicBezTo>
                <a:cubicBezTo>
                  <a:pt x="204048" y="86799"/>
                  <a:pt x="204140" y="84590"/>
                  <a:pt x="204140" y="80947"/>
                </a:cubicBezTo>
                <a:lnTo>
                  <a:pt x="204140" y="54030"/>
                </a:lnTo>
                <a:cubicBezTo>
                  <a:pt x="204140" y="48929"/>
                  <a:pt x="203522" y="45332"/>
                  <a:pt x="202286" y="43237"/>
                </a:cubicBezTo>
                <a:cubicBezTo>
                  <a:pt x="200501" y="40322"/>
                  <a:pt x="197640" y="38864"/>
                  <a:pt x="193703" y="38864"/>
                </a:cubicBezTo>
                <a:cubicBezTo>
                  <a:pt x="191277" y="38864"/>
                  <a:pt x="188839" y="39468"/>
                  <a:pt x="186390" y="40675"/>
                </a:cubicBezTo>
                <a:cubicBezTo>
                  <a:pt x="183941" y="41881"/>
                  <a:pt x="180977" y="44124"/>
                  <a:pt x="177498" y="47404"/>
                </a:cubicBezTo>
                <a:lnTo>
                  <a:pt x="177361" y="48155"/>
                </a:lnTo>
                <a:lnTo>
                  <a:pt x="177498" y="51093"/>
                </a:lnTo>
                <a:lnTo>
                  <a:pt x="177498" y="80947"/>
                </a:lnTo>
                <a:cubicBezTo>
                  <a:pt x="177498" y="85228"/>
                  <a:pt x="177738" y="87893"/>
                  <a:pt x="178219" y="88940"/>
                </a:cubicBezTo>
                <a:cubicBezTo>
                  <a:pt x="178700" y="89987"/>
                  <a:pt x="179604" y="90864"/>
                  <a:pt x="180931" y="91571"/>
                </a:cubicBezTo>
                <a:cubicBezTo>
                  <a:pt x="182259" y="92276"/>
                  <a:pt x="184525" y="92629"/>
                  <a:pt x="187729" y="92629"/>
                </a:cubicBezTo>
                <a:lnTo>
                  <a:pt x="187729" y="95169"/>
                </a:lnTo>
                <a:lnTo>
                  <a:pt x="155937" y="95169"/>
                </a:lnTo>
                <a:lnTo>
                  <a:pt x="155937" y="92629"/>
                </a:lnTo>
                <a:cubicBezTo>
                  <a:pt x="159416" y="92629"/>
                  <a:pt x="161808" y="92219"/>
                  <a:pt x="163113" y="91399"/>
                </a:cubicBezTo>
                <a:cubicBezTo>
                  <a:pt x="164417" y="90579"/>
                  <a:pt x="165321" y="89350"/>
                  <a:pt x="165825" y="87710"/>
                </a:cubicBezTo>
                <a:cubicBezTo>
                  <a:pt x="166054" y="86935"/>
                  <a:pt x="166168" y="84681"/>
                  <a:pt x="166168" y="80947"/>
                </a:cubicBezTo>
                <a:lnTo>
                  <a:pt x="166168" y="54030"/>
                </a:lnTo>
                <a:cubicBezTo>
                  <a:pt x="166168" y="48929"/>
                  <a:pt x="165413" y="45263"/>
                  <a:pt x="163902" y="43031"/>
                </a:cubicBezTo>
                <a:cubicBezTo>
                  <a:pt x="161888" y="40116"/>
                  <a:pt x="159073" y="38658"/>
                  <a:pt x="155457" y="38658"/>
                </a:cubicBezTo>
                <a:cubicBezTo>
                  <a:pt x="152985" y="38658"/>
                  <a:pt x="150536" y="39318"/>
                  <a:pt x="148109" y="40639"/>
                </a:cubicBezTo>
                <a:cubicBezTo>
                  <a:pt x="144310" y="42643"/>
                  <a:pt x="141380" y="44897"/>
                  <a:pt x="139320" y="47402"/>
                </a:cubicBezTo>
                <a:lnTo>
                  <a:pt x="139320" y="80947"/>
                </a:lnTo>
                <a:cubicBezTo>
                  <a:pt x="139320" y="85045"/>
                  <a:pt x="139606" y="87710"/>
                  <a:pt x="140179" y="88940"/>
                </a:cubicBezTo>
                <a:cubicBezTo>
                  <a:pt x="140751" y="90169"/>
                  <a:pt x="141598" y="91091"/>
                  <a:pt x="142719" y="91706"/>
                </a:cubicBezTo>
                <a:cubicBezTo>
                  <a:pt x="143841" y="92321"/>
                  <a:pt x="146118" y="92629"/>
                  <a:pt x="149551" y="92629"/>
                </a:cubicBezTo>
                <a:lnTo>
                  <a:pt x="149551" y="95169"/>
                </a:lnTo>
                <a:lnTo>
                  <a:pt x="118446" y="95169"/>
                </a:lnTo>
                <a:lnTo>
                  <a:pt x="118446" y="92629"/>
                </a:lnTo>
                <a:cubicBezTo>
                  <a:pt x="121330" y="92629"/>
                  <a:pt x="123344" y="92320"/>
                  <a:pt x="124489" y="91704"/>
                </a:cubicBezTo>
                <a:cubicBezTo>
                  <a:pt x="125633" y="91087"/>
                  <a:pt x="126503" y="90105"/>
                  <a:pt x="127098" y="88758"/>
                </a:cubicBezTo>
                <a:cubicBezTo>
                  <a:pt x="127693" y="87410"/>
                  <a:pt x="127991" y="84795"/>
                  <a:pt x="127991" y="80913"/>
                </a:cubicBezTo>
                <a:lnTo>
                  <a:pt x="127991" y="56934"/>
                </a:lnTo>
                <a:cubicBezTo>
                  <a:pt x="127991" y="50036"/>
                  <a:pt x="127785" y="45583"/>
                  <a:pt x="127373" y="43574"/>
                </a:cubicBezTo>
                <a:cubicBezTo>
                  <a:pt x="127052" y="42066"/>
                  <a:pt x="126549" y="41027"/>
                  <a:pt x="125862" y="40456"/>
                </a:cubicBezTo>
                <a:cubicBezTo>
                  <a:pt x="125175" y="39886"/>
                  <a:pt x="124237" y="39600"/>
                  <a:pt x="123047" y="39600"/>
                </a:cubicBezTo>
                <a:cubicBezTo>
                  <a:pt x="121765" y="39600"/>
                  <a:pt x="120231" y="39943"/>
                  <a:pt x="118446" y="40628"/>
                </a:cubicBezTo>
                <a:lnTo>
                  <a:pt x="117416" y="38160"/>
                </a:lnTo>
                <a:lnTo>
                  <a:pt x="136368" y="30487"/>
                </a:lnTo>
                <a:lnTo>
                  <a:pt x="139320" y="30487"/>
                </a:lnTo>
                <a:lnTo>
                  <a:pt x="139320" y="43877"/>
                </a:lnTo>
                <a:close/>
                <a:moveTo>
                  <a:pt x="289583" y="7141"/>
                </a:moveTo>
                <a:lnTo>
                  <a:pt x="289583" y="43671"/>
                </a:lnTo>
                <a:lnTo>
                  <a:pt x="306543" y="43671"/>
                </a:lnTo>
                <a:cubicBezTo>
                  <a:pt x="310434" y="43671"/>
                  <a:pt x="313284" y="42812"/>
                  <a:pt x="315092" y="41096"/>
                </a:cubicBezTo>
                <a:cubicBezTo>
                  <a:pt x="316900" y="39379"/>
                  <a:pt x="318102" y="35980"/>
                  <a:pt x="318697" y="30899"/>
                </a:cubicBezTo>
                <a:lnTo>
                  <a:pt x="321237" y="30899"/>
                </a:lnTo>
                <a:lnTo>
                  <a:pt x="321237" y="62485"/>
                </a:lnTo>
                <a:lnTo>
                  <a:pt x="318697" y="62485"/>
                </a:lnTo>
                <a:cubicBezTo>
                  <a:pt x="318651" y="58850"/>
                  <a:pt x="318182" y="56181"/>
                  <a:pt x="317289" y="54479"/>
                </a:cubicBezTo>
                <a:cubicBezTo>
                  <a:pt x="316396" y="52775"/>
                  <a:pt x="315161" y="51498"/>
                  <a:pt x="313581" y="50647"/>
                </a:cubicBezTo>
                <a:cubicBezTo>
                  <a:pt x="312002" y="49795"/>
                  <a:pt x="309656" y="49370"/>
                  <a:pt x="306543" y="49370"/>
                </a:cubicBezTo>
                <a:lnTo>
                  <a:pt x="289583" y="49370"/>
                </a:lnTo>
                <a:lnTo>
                  <a:pt x="289583" y="78668"/>
                </a:lnTo>
                <a:cubicBezTo>
                  <a:pt x="289583" y="83390"/>
                  <a:pt x="289880" y="86508"/>
                  <a:pt x="290475" y="88022"/>
                </a:cubicBezTo>
                <a:cubicBezTo>
                  <a:pt x="290933" y="89167"/>
                  <a:pt x="291895" y="90153"/>
                  <a:pt x="293359" y="90978"/>
                </a:cubicBezTo>
                <a:cubicBezTo>
                  <a:pt x="295374" y="92078"/>
                  <a:pt x="297479" y="92629"/>
                  <a:pt x="299677" y="92629"/>
                </a:cubicBezTo>
                <a:lnTo>
                  <a:pt x="303041" y="92629"/>
                </a:lnTo>
                <a:lnTo>
                  <a:pt x="303041" y="95169"/>
                </a:lnTo>
                <a:lnTo>
                  <a:pt x="263078" y="95169"/>
                </a:lnTo>
                <a:lnTo>
                  <a:pt x="263078" y="92629"/>
                </a:lnTo>
                <a:lnTo>
                  <a:pt x="266374" y="92629"/>
                </a:lnTo>
                <a:cubicBezTo>
                  <a:pt x="270219" y="92629"/>
                  <a:pt x="273012" y="91507"/>
                  <a:pt x="274751" y="89264"/>
                </a:cubicBezTo>
                <a:cubicBezTo>
                  <a:pt x="275850" y="87799"/>
                  <a:pt x="276399" y="84274"/>
                  <a:pt x="276399" y="78690"/>
                </a:cubicBezTo>
                <a:lnTo>
                  <a:pt x="276399" y="18539"/>
                </a:lnTo>
                <a:cubicBezTo>
                  <a:pt x="276399" y="13824"/>
                  <a:pt x="276102" y="10712"/>
                  <a:pt x="275506" y="9201"/>
                </a:cubicBezTo>
                <a:cubicBezTo>
                  <a:pt x="275049" y="8057"/>
                  <a:pt x="274110" y="7072"/>
                  <a:pt x="272691" y="6248"/>
                </a:cubicBezTo>
                <a:cubicBezTo>
                  <a:pt x="270723" y="5150"/>
                  <a:pt x="268617" y="4601"/>
                  <a:pt x="266374" y="4601"/>
                </a:cubicBezTo>
                <a:lnTo>
                  <a:pt x="263078" y="4601"/>
                </a:lnTo>
                <a:lnTo>
                  <a:pt x="263078" y="2060"/>
                </a:lnTo>
                <a:lnTo>
                  <a:pt x="332361" y="2060"/>
                </a:lnTo>
                <a:lnTo>
                  <a:pt x="333254" y="22522"/>
                </a:lnTo>
                <a:lnTo>
                  <a:pt x="330850" y="22522"/>
                </a:lnTo>
                <a:cubicBezTo>
                  <a:pt x="329660" y="18173"/>
                  <a:pt x="328276" y="14980"/>
                  <a:pt x="326696" y="12943"/>
                </a:cubicBezTo>
                <a:cubicBezTo>
                  <a:pt x="325117" y="10906"/>
                  <a:pt x="323171" y="9430"/>
                  <a:pt x="320860" y="8514"/>
                </a:cubicBezTo>
                <a:cubicBezTo>
                  <a:pt x="318548" y="7599"/>
                  <a:pt x="314966" y="7141"/>
                  <a:pt x="310114" y="7141"/>
                </a:cubicBezTo>
                <a:lnTo>
                  <a:pt x="289583" y="7141"/>
                </a:lnTo>
                <a:close/>
                <a:moveTo>
                  <a:pt x="341404" y="95169"/>
                </a:moveTo>
                <a:lnTo>
                  <a:pt x="341404" y="92629"/>
                </a:lnTo>
                <a:lnTo>
                  <a:pt x="344905" y="92629"/>
                </a:lnTo>
                <a:cubicBezTo>
                  <a:pt x="348842" y="92629"/>
                  <a:pt x="351635" y="91370"/>
                  <a:pt x="353283" y="88852"/>
                </a:cubicBezTo>
                <a:cubicBezTo>
                  <a:pt x="354290" y="87341"/>
                  <a:pt x="354793" y="83954"/>
                  <a:pt x="354793" y="78690"/>
                </a:cubicBezTo>
                <a:lnTo>
                  <a:pt x="354793" y="18539"/>
                </a:lnTo>
                <a:cubicBezTo>
                  <a:pt x="354793" y="12726"/>
                  <a:pt x="354152" y="9087"/>
                  <a:pt x="352871" y="7622"/>
                </a:cubicBezTo>
                <a:cubicBezTo>
                  <a:pt x="351085" y="5608"/>
                  <a:pt x="348430" y="4601"/>
                  <a:pt x="344905" y="4601"/>
                </a:cubicBezTo>
                <a:lnTo>
                  <a:pt x="341404" y="4601"/>
                </a:lnTo>
                <a:lnTo>
                  <a:pt x="341404" y="2060"/>
                </a:lnTo>
                <a:lnTo>
                  <a:pt x="379307" y="2060"/>
                </a:lnTo>
                <a:cubicBezTo>
                  <a:pt x="393223" y="2060"/>
                  <a:pt x="403809" y="3639"/>
                  <a:pt x="411064" y="6798"/>
                </a:cubicBezTo>
                <a:cubicBezTo>
                  <a:pt x="418320" y="9956"/>
                  <a:pt x="424156" y="15221"/>
                  <a:pt x="428574" y="22591"/>
                </a:cubicBezTo>
                <a:cubicBezTo>
                  <a:pt x="432991" y="29961"/>
                  <a:pt x="435200" y="38475"/>
                  <a:pt x="435200" y="48134"/>
                </a:cubicBezTo>
                <a:cubicBezTo>
                  <a:pt x="435200" y="61089"/>
                  <a:pt x="431263" y="71915"/>
                  <a:pt x="423390" y="80612"/>
                </a:cubicBezTo>
                <a:cubicBezTo>
                  <a:pt x="414555" y="90317"/>
                  <a:pt x="401096" y="95169"/>
                  <a:pt x="383015" y="95169"/>
                </a:cubicBezTo>
                <a:lnTo>
                  <a:pt x="341404" y="95169"/>
                </a:lnTo>
                <a:moveTo>
                  <a:pt x="367977" y="88509"/>
                </a:moveTo>
                <a:cubicBezTo>
                  <a:pt x="373791" y="89745"/>
                  <a:pt x="378666" y="90363"/>
                  <a:pt x="382603" y="90363"/>
                </a:cubicBezTo>
                <a:cubicBezTo>
                  <a:pt x="393223" y="90363"/>
                  <a:pt x="402035" y="86632"/>
                  <a:pt x="409039" y="79170"/>
                </a:cubicBezTo>
                <a:cubicBezTo>
                  <a:pt x="416042" y="71709"/>
                  <a:pt x="419544" y="61592"/>
                  <a:pt x="419544" y="48821"/>
                </a:cubicBezTo>
                <a:cubicBezTo>
                  <a:pt x="419544" y="35957"/>
                  <a:pt x="416042" y="25818"/>
                  <a:pt x="409039" y="18402"/>
                </a:cubicBezTo>
                <a:cubicBezTo>
                  <a:pt x="402035" y="10986"/>
                  <a:pt x="393040" y="7278"/>
                  <a:pt x="382053" y="7278"/>
                </a:cubicBezTo>
                <a:cubicBezTo>
                  <a:pt x="377933" y="7278"/>
                  <a:pt x="373241" y="7942"/>
                  <a:pt x="367977" y="9270"/>
                </a:cubicBezTo>
                <a:lnTo>
                  <a:pt x="367977" y="88509"/>
                </a:lnTo>
                <a:close/>
                <a:moveTo>
                  <a:pt x="526844" y="0"/>
                </a:moveTo>
                <a:lnTo>
                  <a:pt x="529247" y="29388"/>
                </a:lnTo>
                <a:lnTo>
                  <a:pt x="526844" y="29388"/>
                </a:lnTo>
                <a:cubicBezTo>
                  <a:pt x="524418" y="22064"/>
                  <a:pt x="521282" y="16548"/>
                  <a:pt x="517437" y="12840"/>
                </a:cubicBezTo>
                <a:cubicBezTo>
                  <a:pt x="511898" y="7484"/>
                  <a:pt x="504780" y="4807"/>
                  <a:pt x="496082" y="4807"/>
                </a:cubicBezTo>
                <a:cubicBezTo>
                  <a:pt x="484226" y="4807"/>
                  <a:pt x="475208" y="9499"/>
                  <a:pt x="469028" y="18883"/>
                </a:cubicBezTo>
                <a:cubicBezTo>
                  <a:pt x="463855" y="26802"/>
                  <a:pt x="461269" y="36232"/>
                  <a:pt x="461269" y="47173"/>
                </a:cubicBezTo>
                <a:cubicBezTo>
                  <a:pt x="461269" y="56053"/>
                  <a:pt x="462986" y="64156"/>
                  <a:pt x="466419" y="71480"/>
                </a:cubicBezTo>
                <a:cubicBezTo>
                  <a:pt x="469852" y="78804"/>
                  <a:pt x="474350" y="84171"/>
                  <a:pt x="479912" y="87582"/>
                </a:cubicBezTo>
                <a:cubicBezTo>
                  <a:pt x="485473" y="90992"/>
                  <a:pt x="491184" y="92697"/>
                  <a:pt x="497044" y="92697"/>
                </a:cubicBezTo>
                <a:cubicBezTo>
                  <a:pt x="500477" y="92697"/>
                  <a:pt x="503796" y="92261"/>
                  <a:pt x="507000" y="91388"/>
                </a:cubicBezTo>
                <a:cubicBezTo>
                  <a:pt x="510204" y="90516"/>
                  <a:pt x="513294" y="89230"/>
                  <a:pt x="516270" y="87532"/>
                </a:cubicBezTo>
                <a:lnTo>
                  <a:pt x="516270" y="60534"/>
                </a:lnTo>
                <a:cubicBezTo>
                  <a:pt x="516270" y="55851"/>
                  <a:pt x="515915" y="52786"/>
                  <a:pt x="515205" y="51340"/>
                </a:cubicBezTo>
                <a:cubicBezTo>
                  <a:pt x="514496" y="49893"/>
                  <a:pt x="513397" y="48792"/>
                  <a:pt x="511910" y="48035"/>
                </a:cubicBezTo>
                <a:cubicBezTo>
                  <a:pt x="510422" y="47277"/>
                  <a:pt x="507801" y="46898"/>
                  <a:pt x="504047" y="46898"/>
                </a:cubicBezTo>
                <a:lnTo>
                  <a:pt x="504047" y="44357"/>
                </a:lnTo>
                <a:lnTo>
                  <a:pt x="540097" y="44357"/>
                </a:lnTo>
                <a:lnTo>
                  <a:pt x="540097" y="46898"/>
                </a:lnTo>
                <a:lnTo>
                  <a:pt x="538380" y="46898"/>
                </a:lnTo>
                <a:cubicBezTo>
                  <a:pt x="534809" y="46898"/>
                  <a:pt x="532360" y="48088"/>
                  <a:pt x="531033" y="50468"/>
                </a:cubicBezTo>
                <a:cubicBezTo>
                  <a:pt x="530117" y="52162"/>
                  <a:pt x="529659" y="55504"/>
                  <a:pt x="529659" y="60494"/>
                </a:cubicBezTo>
                <a:lnTo>
                  <a:pt x="529659" y="88989"/>
                </a:lnTo>
                <a:cubicBezTo>
                  <a:pt x="524395" y="91827"/>
                  <a:pt x="519199" y="93910"/>
                  <a:pt x="514072" y="95238"/>
                </a:cubicBezTo>
                <a:cubicBezTo>
                  <a:pt x="508945" y="96565"/>
                  <a:pt x="503246" y="97229"/>
                  <a:pt x="496975" y="97229"/>
                </a:cubicBezTo>
                <a:cubicBezTo>
                  <a:pt x="478985" y="97229"/>
                  <a:pt x="465320" y="91469"/>
                  <a:pt x="455982" y="79949"/>
                </a:cubicBezTo>
                <a:cubicBezTo>
                  <a:pt x="448978" y="71310"/>
                  <a:pt x="445476" y="61345"/>
                  <a:pt x="445476" y="50054"/>
                </a:cubicBezTo>
                <a:cubicBezTo>
                  <a:pt x="445476" y="41872"/>
                  <a:pt x="447445" y="34033"/>
                  <a:pt x="451381" y="26537"/>
                </a:cubicBezTo>
                <a:cubicBezTo>
                  <a:pt x="456051" y="17622"/>
                  <a:pt x="462459" y="10765"/>
                  <a:pt x="470608" y="5965"/>
                </a:cubicBezTo>
                <a:cubicBezTo>
                  <a:pt x="477428" y="1988"/>
                  <a:pt x="485485" y="0"/>
                  <a:pt x="494778" y="0"/>
                </a:cubicBezTo>
                <a:cubicBezTo>
                  <a:pt x="498165" y="0"/>
                  <a:pt x="501244" y="275"/>
                  <a:pt x="504013" y="824"/>
                </a:cubicBezTo>
                <a:cubicBezTo>
                  <a:pt x="506783" y="1373"/>
                  <a:pt x="510708" y="2586"/>
                  <a:pt x="515789" y="4463"/>
                </a:cubicBezTo>
                <a:cubicBezTo>
                  <a:pt x="518353" y="5424"/>
                  <a:pt x="520069" y="5905"/>
                  <a:pt x="520939" y="5905"/>
                </a:cubicBezTo>
                <a:cubicBezTo>
                  <a:pt x="521809" y="5905"/>
                  <a:pt x="522553" y="5505"/>
                  <a:pt x="523171" y="4704"/>
                </a:cubicBezTo>
                <a:cubicBezTo>
                  <a:pt x="523789" y="3902"/>
                  <a:pt x="524166" y="2335"/>
                  <a:pt x="524304" y="0"/>
                </a:cubicBezTo>
                <a:lnTo>
                  <a:pt x="52684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8B341-7ECF-4E76-BED0-5FD705E7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290" y="4353289"/>
            <a:ext cx="332385" cy="332386"/>
          </a:xfrm>
          <a:custGeom xmlns:a="http://schemas.openxmlformats.org/drawingml/2006/main">
            <a:pathLst>
              <a:path w="332385" h="332386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FC253-968E-4153-820B-65753ADF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290" y="4353289"/>
            <a:ext cx="332385" cy="332386"/>
          </a:xfrm>
          <a:custGeom xmlns:a="http://schemas.openxmlformats.org/drawingml/2006/main">
            <a:pathLst>
              <a:path w="332385" h="332386" fill="none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47083-6D15-4A8D-9001-D64FBF9B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675" y="4353289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8768B-222E-4DE1-8CFC-C7E98F52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675" y="4353289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D4B9E-A01A-4E92-BCF8-A80D7CB9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675" y="4020906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C2282-798E-4DB9-849C-1B204817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675" y="4020906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401BA-C47A-4AE8-9F1D-A77286D3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448" y="3685965"/>
            <a:ext cx="329842" cy="332386"/>
          </a:xfrm>
          <a:custGeom xmlns:a="http://schemas.openxmlformats.org/drawingml/2006/main">
            <a:pathLst>
              <a:path w="329842" h="332386">
                <a:moveTo>
                  <a:pt x="0" y="0"/>
                </a:moveTo>
                <a:lnTo>
                  <a:pt x="329842" y="0"/>
                </a:lnTo>
                <a:lnTo>
                  <a:pt x="329842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638A0-BF51-4BB7-BA4B-DE97B145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448" y="3685965"/>
            <a:ext cx="329842" cy="332386"/>
          </a:xfrm>
          <a:custGeom xmlns:a="http://schemas.openxmlformats.org/drawingml/2006/main">
            <a:pathLst>
              <a:path w="329842" h="332386" fill="none">
                <a:moveTo>
                  <a:pt x="0" y="0"/>
                </a:moveTo>
                <a:lnTo>
                  <a:pt x="329842" y="0"/>
                </a:lnTo>
                <a:lnTo>
                  <a:pt x="329842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9BDA9-E73C-4328-ADD9-A2ADB02C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448" y="4353289"/>
            <a:ext cx="329842" cy="332386"/>
          </a:xfrm>
          <a:custGeom xmlns:a="http://schemas.openxmlformats.org/drawingml/2006/main">
            <a:pathLst>
              <a:path w="329842" h="332386">
                <a:moveTo>
                  <a:pt x="0" y="0"/>
                </a:moveTo>
                <a:lnTo>
                  <a:pt x="329842" y="0"/>
                </a:lnTo>
                <a:lnTo>
                  <a:pt x="329842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EE23A-8D93-4D52-B1DE-3E3C4F80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448" y="4353289"/>
            <a:ext cx="329842" cy="332386"/>
          </a:xfrm>
          <a:custGeom xmlns:a="http://schemas.openxmlformats.org/drawingml/2006/main">
            <a:pathLst>
              <a:path w="329842" h="332386" fill="none">
                <a:moveTo>
                  <a:pt x="0" y="0"/>
                </a:moveTo>
                <a:lnTo>
                  <a:pt x="329842" y="0"/>
                </a:lnTo>
                <a:lnTo>
                  <a:pt x="329842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CC09D-7B36-4C71-B329-F7F4F306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448" y="4020906"/>
            <a:ext cx="329842" cy="332386"/>
          </a:xfrm>
          <a:custGeom xmlns:a="http://schemas.openxmlformats.org/drawingml/2006/main">
            <a:pathLst>
              <a:path w="329842" h="332386">
                <a:moveTo>
                  <a:pt x="0" y="0"/>
                </a:moveTo>
                <a:lnTo>
                  <a:pt x="329842" y="0"/>
                </a:lnTo>
                <a:lnTo>
                  <a:pt x="329842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C269D-2220-411E-984E-0253565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448" y="4020906"/>
            <a:ext cx="329842" cy="332386"/>
          </a:xfrm>
          <a:custGeom xmlns:a="http://schemas.openxmlformats.org/drawingml/2006/main">
            <a:pathLst>
              <a:path w="329842" h="332386" fill="none">
                <a:moveTo>
                  <a:pt x="0" y="0"/>
                </a:moveTo>
                <a:lnTo>
                  <a:pt x="329842" y="0"/>
                </a:lnTo>
                <a:lnTo>
                  <a:pt x="329842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5F8E1-304F-4A06-9B97-876E9A3B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290" y="4020906"/>
            <a:ext cx="332385" cy="332386"/>
          </a:xfrm>
          <a:custGeom xmlns:a="http://schemas.openxmlformats.org/drawingml/2006/main">
            <a:pathLst>
              <a:path w="332385" h="332386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3A4BF-94C8-484B-BCB7-E0FBBF0E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290" y="4020906"/>
            <a:ext cx="332385" cy="332386"/>
          </a:xfrm>
          <a:custGeom xmlns:a="http://schemas.openxmlformats.org/drawingml/2006/main">
            <a:pathLst>
              <a:path w="332385" h="332386" fill="none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4732D-0D19-46D4-A8F0-37B1A667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290" y="3685965"/>
            <a:ext cx="332385" cy="332386"/>
          </a:xfrm>
          <a:custGeom xmlns:a="http://schemas.openxmlformats.org/drawingml/2006/main">
            <a:pathLst>
              <a:path w="332385" h="332386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F3356-9DD2-4D35-B7C8-06B1FFCD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290" y="3685965"/>
            <a:ext cx="332385" cy="332386"/>
          </a:xfrm>
          <a:custGeom xmlns:a="http://schemas.openxmlformats.org/drawingml/2006/main">
            <a:pathLst>
              <a:path w="332385" h="332386" fill="none">
                <a:moveTo>
                  <a:pt x="0" y="0"/>
                </a:moveTo>
                <a:lnTo>
                  <a:pt x="332385" y="0"/>
                </a:lnTo>
                <a:lnTo>
                  <a:pt x="332385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ECD84-B9F4-418F-BFBB-5F76AD51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675" y="3685965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13CB9-F150-41C8-95F5-87A932D9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675" y="3685965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7C7DD-C270-4E0A-B064-87C95858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819" y="3744227"/>
            <a:ext cx="998803" cy="991668"/>
          </a:xfrm>
          <a:custGeom xmlns:a="http://schemas.openxmlformats.org/drawingml/2006/main">
            <a:pathLst>
              <a:path w="998803" h="991668" fill="none">
                <a:moveTo>
                  <a:pt x="0" y="991668"/>
                </a:moveTo>
                <a:cubicBezTo>
                  <a:pt x="67071" y="471642"/>
                  <a:pt x="478310" y="63333"/>
                  <a:pt x="99880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42535C"/>
            </a:solidFill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2DBDA-593B-426A-BD20-31F72B9A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50" y="3847277"/>
            <a:ext cx="53005" cy="80691"/>
          </a:xfrm>
          <a:custGeom xmlns:a="http://schemas.openxmlformats.org/drawingml/2006/main">
            <a:pathLst>
              <a:path w="53005" h="80691">
                <a:moveTo>
                  <a:pt x="7466" y="0"/>
                </a:moveTo>
                <a:lnTo>
                  <a:pt x="0" y="4648"/>
                </a:lnTo>
                <a:lnTo>
                  <a:pt x="24323" y="43351"/>
                </a:lnTo>
                <a:lnTo>
                  <a:pt x="8212" y="53485"/>
                </a:lnTo>
                <a:lnTo>
                  <a:pt x="53005" y="80691"/>
                </a:lnTo>
                <a:lnTo>
                  <a:pt x="47893" y="28525"/>
                </a:lnTo>
                <a:lnTo>
                  <a:pt x="31765" y="38670"/>
                </a:lnTo>
                <a:lnTo>
                  <a:pt x="7466" y="0"/>
                </a:lnTo>
                <a:close/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1C049-D546-48A4-9CE3-FA04295F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23" y="3795912"/>
            <a:ext cx="44288" cy="77164"/>
          </a:xfrm>
          <a:custGeom xmlns:a="http://schemas.openxmlformats.org/drawingml/2006/main">
            <a:pathLst>
              <a:path w="44288" h="77164">
                <a:moveTo>
                  <a:pt x="44288" y="36604"/>
                </a:moveTo>
                <a:lnTo>
                  <a:pt x="6805" y="0"/>
                </a:lnTo>
                <a:lnTo>
                  <a:pt x="0" y="51952"/>
                </a:lnTo>
                <a:lnTo>
                  <a:pt x="17991" y="45717"/>
                </a:lnTo>
                <a:lnTo>
                  <a:pt x="28872" y="77164"/>
                </a:lnTo>
                <a:lnTo>
                  <a:pt x="37180" y="74302"/>
                </a:lnTo>
                <a:lnTo>
                  <a:pt x="26288" y="42842"/>
                </a:lnTo>
                <a:lnTo>
                  <a:pt x="44288" y="36604"/>
                </a:lnTo>
                <a:close/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A95E3-F7CC-4821-AB61-242ED7B6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417" y="4059252"/>
            <a:ext cx="128847" cy="142494"/>
          </a:xfrm>
          <a:custGeom xmlns:a="http://schemas.openxmlformats.org/drawingml/2006/main">
            <a:pathLst>
              <a:path w="128847" h="142494">
                <a:moveTo>
                  <a:pt x="48783" y="19181"/>
                </a:moveTo>
                <a:lnTo>
                  <a:pt x="0" y="0"/>
                </a:lnTo>
                <a:lnTo>
                  <a:pt x="13937" y="50527"/>
                </a:lnTo>
                <a:lnTo>
                  <a:pt x="28099" y="37788"/>
                </a:lnTo>
                <a:lnTo>
                  <a:pt x="122301" y="142494"/>
                </a:lnTo>
                <a:lnTo>
                  <a:pt x="128847" y="136637"/>
                </a:lnTo>
                <a:lnTo>
                  <a:pt x="34623" y="31919"/>
                </a:lnTo>
                <a:lnTo>
                  <a:pt x="48783" y="19181"/>
                </a:lnTo>
                <a:close/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E9050-765E-478F-AB90-5B60A3DD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043" y="4170863"/>
            <a:ext cx="82661" cy="66502"/>
          </a:xfrm>
          <a:custGeom xmlns:a="http://schemas.openxmlformats.org/drawingml/2006/main">
            <a:pathLst>
              <a:path w="82661" h="66502">
                <a:moveTo>
                  <a:pt x="5418" y="0"/>
                </a:moveTo>
                <a:lnTo>
                  <a:pt x="0" y="6911"/>
                </a:lnTo>
                <a:lnTo>
                  <a:pt x="43126" y="40911"/>
                </a:lnTo>
                <a:lnTo>
                  <a:pt x="31319" y="55867"/>
                </a:lnTo>
                <a:lnTo>
                  <a:pt x="82661" y="66502"/>
                </a:lnTo>
                <a:lnTo>
                  <a:pt x="60365" y="19076"/>
                </a:lnTo>
                <a:lnTo>
                  <a:pt x="48566" y="34021"/>
                </a:lnTo>
                <a:lnTo>
                  <a:pt x="5418" y="0"/>
                </a:lnTo>
                <a:close/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E8FC7-50F4-4066-8E76-3C5321E4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174" y="4490285"/>
            <a:ext cx="66168" cy="43259"/>
          </a:xfrm>
          <a:custGeom xmlns:a="http://schemas.openxmlformats.org/drawingml/2006/main">
            <a:pathLst>
              <a:path w="66168" h="43259">
                <a:moveTo>
                  <a:pt x="52286" y="0"/>
                </a:moveTo>
                <a:lnTo>
                  <a:pt x="0" y="3632"/>
                </a:lnTo>
                <a:lnTo>
                  <a:pt x="34287" y="43259"/>
                </a:lnTo>
                <a:lnTo>
                  <a:pt x="41595" y="25695"/>
                </a:lnTo>
                <a:lnTo>
                  <a:pt x="62801" y="34512"/>
                </a:lnTo>
                <a:lnTo>
                  <a:pt x="66168" y="26395"/>
                </a:lnTo>
                <a:lnTo>
                  <a:pt x="44974" y="17572"/>
                </a:lnTo>
                <a:lnTo>
                  <a:pt x="52286" y="0"/>
                </a:lnTo>
                <a:close/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3C800-EC3D-4EB4-B07C-C54FC071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32" y="3826594"/>
            <a:ext cx="48568" cy="48571"/>
          </a:xfrm>
          <a:custGeom xmlns:a="http://schemas.openxmlformats.org/drawingml/2006/main">
            <a:pathLst>
              <a:path w="48568" h="48571">
                <a:moveTo>
                  <a:pt x="0" y="24279"/>
                </a:moveTo>
                <a:cubicBezTo>
                  <a:pt x="0" y="10860"/>
                  <a:pt x="10860" y="0"/>
                  <a:pt x="24279" y="0"/>
                </a:cubicBezTo>
                <a:cubicBezTo>
                  <a:pt x="37708" y="0"/>
                  <a:pt x="48568" y="10860"/>
                  <a:pt x="48568" y="24279"/>
                </a:cubicBezTo>
                <a:cubicBezTo>
                  <a:pt x="48568" y="37708"/>
                  <a:pt x="37708" y="48571"/>
                  <a:pt x="24279" y="48571"/>
                </a:cubicBezTo>
                <a:cubicBezTo>
                  <a:pt x="10860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C8CC2-AA6B-4A16-AFAA-EC6FC813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32" y="3826594"/>
            <a:ext cx="48568" cy="48571"/>
          </a:xfrm>
          <a:custGeom xmlns:a="http://schemas.openxmlformats.org/drawingml/2006/main">
            <a:pathLst>
              <a:path w="48568" h="48571" fill="none">
                <a:moveTo>
                  <a:pt x="0" y="24279"/>
                </a:moveTo>
                <a:cubicBezTo>
                  <a:pt x="0" y="10860"/>
                  <a:pt x="10860" y="0"/>
                  <a:pt x="24279" y="0"/>
                </a:cubicBezTo>
                <a:cubicBezTo>
                  <a:pt x="37708" y="0"/>
                  <a:pt x="48568" y="10860"/>
                  <a:pt x="48568" y="24279"/>
                </a:cubicBezTo>
                <a:cubicBezTo>
                  <a:pt x="48568" y="37708"/>
                  <a:pt x="37708" y="48571"/>
                  <a:pt x="24279" y="48571"/>
                </a:cubicBezTo>
                <a:cubicBezTo>
                  <a:pt x="10860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E2999-624D-4A48-B2FB-0A6EC690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972" y="3826594"/>
            <a:ext cx="46026" cy="48571"/>
          </a:xfrm>
          <a:custGeom xmlns:a="http://schemas.openxmlformats.org/drawingml/2006/main">
            <a:pathLst>
              <a:path w="46026" h="48571">
                <a:moveTo>
                  <a:pt x="0" y="24279"/>
                </a:moveTo>
                <a:cubicBezTo>
                  <a:pt x="0" y="10860"/>
                  <a:pt x="10301" y="0"/>
                  <a:pt x="23011" y="0"/>
                </a:cubicBezTo>
                <a:cubicBezTo>
                  <a:pt x="35725" y="0"/>
                  <a:pt x="46026" y="10860"/>
                  <a:pt x="46026" y="24279"/>
                </a:cubicBezTo>
                <a:cubicBezTo>
                  <a:pt x="46026" y="37708"/>
                  <a:pt x="35725" y="48571"/>
                  <a:pt x="23011" y="48571"/>
                </a:cubicBezTo>
                <a:cubicBezTo>
                  <a:pt x="10301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3D30A-80B4-4BD1-A172-358991F8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972" y="3826594"/>
            <a:ext cx="46026" cy="48571"/>
          </a:xfrm>
          <a:custGeom xmlns:a="http://schemas.openxmlformats.org/drawingml/2006/main">
            <a:pathLst>
              <a:path w="46026" h="48571" fill="none">
                <a:moveTo>
                  <a:pt x="0" y="24279"/>
                </a:moveTo>
                <a:cubicBezTo>
                  <a:pt x="0" y="10860"/>
                  <a:pt x="10301" y="0"/>
                  <a:pt x="23011" y="0"/>
                </a:cubicBezTo>
                <a:cubicBezTo>
                  <a:pt x="35725" y="0"/>
                  <a:pt x="46026" y="10860"/>
                  <a:pt x="46026" y="24279"/>
                </a:cubicBezTo>
                <a:cubicBezTo>
                  <a:pt x="46026" y="37708"/>
                  <a:pt x="35725" y="48571"/>
                  <a:pt x="23011" y="48571"/>
                </a:cubicBezTo>
                <a:cubicBezTo>
                  <a:pt x="10301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380EB-CC4F-466E-A170-123142F8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32" y="4166644"/>
            <a:ext cx="48568" cy="48585"/>
          </a:xfrm>
          <a:custGeom xmlns:a="http://schemas.openxmlformats.org/drawingml/2006/main">
            <a:pathLst>
              <a:path w="48568" h="48585">
                <a:moveTo>
                  <a:pt x="0" y="24292"/>
                </a:moveTo>
                <a:cubicBezTo>
                  <a:pt x="0" y="10863"/>
                  <a:pt x="10860" y="0"/>
                  <a:pt x="24279" y="0"/>
                </a:cubicBezTo>
                <a:cubicBezTo>
                  <a:pt x="37708" y="0"/>
                  <a:pt x="48568" y="10863"/>
                  <a:pt x="48568" y="24292"/>
                </a:cubicBezTo>
                <a:cubicBezTo>
                  <a:pt x="48568" y="37711"/>
                  <a:pt x="37708" y="48585"/>
                  <a:pt x="24279" y="48585"/>
                </a:cubicBezTo>
                <a:cubicBezTo>
                  <a:pt x="10860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64B36-2D5B-4D3B-8EC2-7E07461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32" y="4166644"/>
            <a:ext cx="48568" cy="48585"/>
          </a:xfrm>
          <a:custGeom xmlns:a="http://schemas.openxmlformats.org/drawingml/2006/main">
            <a:pathLst>
              <a:path w="48568" h="48585" fill="none">
                <a:moveTo>
                  <a:pt x="0" y="24292"/>
                </a:moveTo>
                <a:cubicBezTo>
                  <a:pt x="0" y="10863"/>
                  <a:pt x="10860" y="0"/>
                  <a:pt x="24279" y="0"/>
                </a:cubicBezTo>
                <a:cubicBezTo>
                  <a:pt x="37708" y="0"/>
                  <a:pt x="48568" y="10863"/>
                  <a:pt x="48568" y="24292"/>
                </a:cubicBezTo>
                <a:cubicBezTo>
                  <a:pt x="48568" y="37711"/>
                  <a:pt x="37708" y="48585"/>
                  <a:pt x="24279" y="48585"/>
                </a:cubicBezTo>
                <a:cubicBezTo>
                  <a:pt x="10860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F6D87-4F55-43BD-BE52-6366708D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78" y="4166644"/>
            <a:ext cx="48585" cy="48585"/>
          </a:xfrm>
          <a:custGeom xmlns:a="http://schemas.openxmlformats.org/drawingml/2006/main">
            <a:pathLst>
              <a:path w="48585" h="48585">
                <a:moveTo>
                  <a:pt x="0" y="24292"/>
                </a:moveTo>
                <a:cubicBezTo>
                  <a:pt x="0" y="10863"/>
                  <a:pt x="10874" y="0"/>
                  <a:pt x="24293" y="0"/>
                </a:cubicBezTo>
                <a:cubicBezTo>
                  <a:pt x="37722" y="0"/>
                  <a:pt x="48585" y="10863"/>
                  <a:pt x="48585" y="24292"/>
                </a:cubicBezTo>
                <a:cubicBezTo>
                  <a:pt x="48585" y="37711"/>
                  <a:pt x="37722" y="48585"/>
                  <a:pt x="24293" y="48585"/>
                </a:cubicBezTo>
                <a:cubicBezTo>
                  <a:pt x="10874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26E11-337D-4735-8AD9-79F7AFFB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78" y="4166644"/>
            <a:ext cx="48585" cy="48585"/>
          </a:xfrm>
          <a:custGeom xmlns:a="http://schemas.openxmlformats.org/drawingml/2006/main">
            <a:pathLst>
              <a:path w="48585" h="48585" fill="none">
                <a:moveTo>
                  <a:pt x="0" y="24292"/>
                </a:moveTo>
                <a:cubicBezTo>
                  <a:pt x="0" y="10863"/>
                  <a:pt x="10874" y="0"/>
                  <a:pt x="24293" y="0"/>
                </a:cubicBezTo>
                <a:cubicBezTo>
                  <a:pt x="37722" y="0"/>
                  <a:pt x="48585" y="10863"/>
                  <a:pt x="48585" y="24292"/>
                </a:cubicBezTo>
                <a:cubicBezTo>
                  <a:pt x="48585" y="37711"/>
                  <a:pt x="37722" y="48585"/>
                  <a:pt x="24293" y="48585"/>
                </a:cubicBezTo>
                <a:cubicBezTo>
                  <a:pt x="10874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C0E99-9762-4501-9CAC-FA60F066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78" y="4496474"/>
            <a:ext cx="48585" cy="48585"/>
          </a:xfrm>
          <a:custGeom xmlns:a="http://schemas.openxmlformats.org/drawingml/2006/main">
            <a:pathLst>
              <a:path w="48585" h="48585">
                <a:moveTo>
                  <a:pt x="0" y="24292"/>
                </a:moveTo>
                <a:cubicBezTo>
                  <a:pt x="0" y="10863"/>
                  <a:pt x="10874" y="0"/>
                  <a:pt x="24293" y="0"/>
                </a:cubicBezTo>
                <a:cubicBezTo>
                  <a:pt x="37722" y="0"/>
                  <a:pt x="48585" y="10863"/>
                  <a:pt x="48585" y="24292"/>
                </a:cubicBezTo>
                <a:cubicBezTo>
                  <a:pt x="48585" y="37711"/>
                  <a:pt x="37722" y="48585"/>
                  <a:pt x="24293" y="48585"/>
                </a:cubicBezTo>
                <a:cubicBezTo>
                  <a:pt x="10874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06C63-F87D-4F39-BA39-5186041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78" y="4496474"/>
            <a:ext cx="48585" cy="48585"/>
          </a:xfrm>
          <a:custGeom xmlns:a="http://schemas.openxmlformats.org/drawingml/2006/main">
            <a:pathLst>
              <a:path w="48585" h="48585" fill="none">
                <a:moveTo>
                  <a:pt x="0" y="24292"/>
                </a:moveTo>
                <a:cubicBezTo>
                  <a:pt x="0" y="10863"/>
                  <a:pt x="10874" y="0"/>
                  <a:pt x="24293" y="0"/>
                </a:cubicBezTo>
                <a:cubicBezTo>
                  <a:pt x="37722" y="0"/>
                  <a:pt x="48585" y="10863"/>
                  <a:pt x="48585" y="24292"/>
                </a:cubicBezTo>
                <a:cubicBezTo>
                  <a:pt x="48585" y="37711"/>
                  <a:pt x="37722" y="48585"/>
                  <a:pt x="24293" y="48585"/>
                </a:cubicBezTo>
                <a:cubicBezTo>
                  <a:pt x="10874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363" name="Text 2.Pro">
            <a:extLst xmlns:a="http://schemas.openxmlformats.org/drawingml/2006/main">
              <a:ext uri="{FF2B5EF4-FFF2-40B4-BE49-F238E27FC236}">
                <a16:creationId xmlns:a16="http://schemas.microsoft.com/office/drawing/2014/main" id="{74522966-1977-4066-9F95-5C3DDE3B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817" y="4765789"/>
            <a:ext cx="328059" cy="96954"/>
          </a:xfrm>
          <a:custGeom xmlns:a="http://schemas.openxmlformats.org/drawingml/2006/main">
            <a:pathLst>
              <a:path w="328059" h="96954">
                <a:moveTo>
                  <a:pt x="61455" y="77042"/>
                </a:moveTo>
                <a:lnTo>
                  <a:pt x="54932" y="95032"/>
                </a:lnTo>
                <a:lnTo>
                  <a:pt x="0" y="95032"/>
                </a:lnTo>
                <a:lnTo>
                  <a:pt x="0" y="92487"/>
                </a:lnTo>
                <a:cubicBezTo>
                  <a:pt x="16159" y="77723"/>
                  <a:pt x="27535" y="65664"/>
                  <a:pt x="34127" y="56311"/>
                </a:cubicBezTo>
                <a:cubicBezTo>
                  <a:pt x="40718" y="46957"/>
                  <a:pt x="44014" y="38406"/>
                  <a:pt x="44014" y="30657"/>
                </a:cubicBezTo>
                <a:cubicBezTo>
                  <a:pt x="44014" y="24743"/>
                  <a:pt x="42206" y="19883"/>
                  <a:pt x="38590" y="16078"/>
                </a:cubicBezTo>
                <a:cubicBezTo>
                  <a:pt x="34973" y="12272"/>
                  <a:pt x="30647" y="10368"/>
                  <a:pt x="25612" y="10368"/>
                </a:cubicBezTo>
                <a:cubicBezTo>
                  <a:pt x="21034" y="10368"/>
                  <a:pt x="16926" y="11713"/>
                  <a:pt x="13287" y="14402"/>
                </a:cubicBezTo>
                <a:cubicBezTo>
                  <a:pt x="9647" y="17092"/>
                  <a:pt x="6958" y="21034"/>
                  <a:pt x="5219" y="26230"/>
                </a:cubicBezTo>
                <a:lnTo>
                  <a:pt x="2678" y="26230"/>
                </a:lnTo>
                <a:cubicBezTo>
                  <a:pt x="3822" y="17783"/>
                  <a:pt x="6764" y="11300"/>
                  <a:pt x="11501" y="6781"/>
                </a:cubicBezTo>
                <a:cubicBezTo>
                  <a:pt x="16239" y="2260"/>
                  <a:pt x="22156" y="0"/>
                  <a:pt x="29251" y="0"/>
                </a:cubicBezTo>
                <a:cubicBezTo>
                  <a:pt x="36804" y="0"/>
                  <a:pt x="43110" y="2426"/>
                  <a:pt x="48169" y="7278"/>
                </a:cubicBezTo>
                <a:cubicBezTo>
                  <a:pt x="53227" y="12131"/>
                  <a:pt x="55756" y="17853"/>
                  <a:pt x="55756" y="24445"/>
                </a:cubicBezTo>
                <a:cubicBezTo>
                  <a:pt x="55756" y="29160"/>
                  <a:pt x="54657" y="33875"/>
                  <a:pt x="52460" y="38589"/>
                </a:cubicBezTo>
                <a:cubicBezTo>
                  <a:pt x="49073" y="46005"/>
                  <a:pt x="43579" y="53856"/>
                  <a:pt x="35980" y="62141"/>
                </a:cubicBezTo>
                <a:cubicBezTo>
                  <a:pt x="24582" y="74593"/>
                  <a:pt x="17464" y="82100"/>
                  <a:pt x="14626" y="84663"/>
                </a:cubicBezTo>
                <a:lnTo>
                  <a:pt x="38933" y="84663"/>
                </a:lnTo>
                <a:cubicBezTo>
                  <a:pt x="43877" y="84663"/>
                  <a:pt x="47345" y="84479"/>
                  <a:pt x="49336" y="84110"/>
                </a:cubicBezTo>
                <a:cubicBezTo>
                  <a:pt x="51327" y="83739"/>
                  <a:pt x="53124" y="82988"/>
                  <a:pt x="54726" y="81857"/>
                </a:cubicBezTo>
                <a:cubicBezTo>
                  <a:pt x="56328" y="80725"/>
                  <a:pt x="57724" y="79120"/>
                  <a:pt x="58915" y="77042"/>
                </a:cubicBezTo>
                <a:lnTo>
                  <a:pt x="61455" y="77042"/>
                </a:lnTo>
                <a:close/>
                <a:moveTo>
                  <a:pt x="84870" y="81711"/>
                </a:moveTo>
                <a:cubicBezTo>
                  <a:pt x="87021" y="81711"/>
                  <a:pt x="88829" y="82455"/>
                  <a:pt x="90294" y="83942"/>
                </a:cubicBezTo>
                <a:cubicBezTo>
                  <a:pt x="91759" y="85430"/>
                  <a:pt x="92492" y="87227"/>
                  <a:pt x="92492" y="89333"/>
                </a:cubicBezTo>
                <a:cubicBezTo>
                  <a:pt x="92492" y="91438"/>
                  <a:pt x="91748" y="93235"/>
                  <a:pt x="90260" y="94723"/>
                </a:cubicBezTo>
                <a:cubicBezTo>
                  <a:pt x="88772" y="96211"/>
                  <a:pt x="86975" y="96954"/>
                  <a:pt x="84870" y="96954"/>
                </a:cubicBezTo>
                <a:cubicBezTo>
                  <a:pt x="82764" y="96954"/>
                  <a:pt x="80967" y="96211"/>
                  <a:pt x="79480" y="94723"/>
                </a:cubicBezTo>
                <a:cubicBezTo>
                  <a:pt x="77992" y="93235"/>
                  <a:pt x="77248" y="91438"/>
                  <a:pt x="77248" y="89333"/>
                </a:cubicBezTo>
                <a:cubicBezTo>
                  <a:pt x="77248" y="87181"/>
                  <a:pt x="77992" y="85373"/>
                  <a:pt x="79480" y="83908"/>
                </a:cubicBezTo>
                <a:cubicBezTo>
                  <a:pt x="80967" y="82443"/>
                  <a:pt x="82764" y="81711"/>
                  <a:pt x="84870" y="81711"/>
                </a:cubicBezTo>
                <a:close/>
                <a:moveTo>
                  <a:pt x="166444" y="51361"/>
                </a:moveTo>
                <a:lnTo>
                  <a:pt x="166444" y="78529"/>
                </a:lnTo>
                <a:cubicBezTo>
                  <a:pt x="166444" y="84398"/>
                  <a:pt x="167085" y="88044"/>
                  <a:pt x="168367" y="89466"/>
                </a:cubicBezTo>
                <a:cubicBezTo>
                  <a:pt x="170106" y="91483"/>
                  <a:pt x="172738" y="92491"/>
                  <a:pt x="176263" y="92491"/>
                </a:cubicBezTo>
                <a:lnTo>
                  <a:pt x="179834" y="92491"/>
                </a:lnTo>
                <a:lnTo>
                  <a:pt x="179834" y="95032"/>
                </a:lnTo>
                <a:lnTo>
                  <a:pt x="139939" y="95032"/>
                </a:lnTo>
                <a:lnTo>
                  <a:pt x="139939" y="92491"/>
                </a:lnTo>
                <a:lnTo>
                  <a:pt x="143441" y="92491"/>
                </a:lnTo>
                <a:cubicBezTo>
                  <a:pt x="147378" y="92491"/>
                  <a:pt x="150193" y="91209"/>
                  <a:pt x="151887" y="88646"/>
                </a:cubicBezTo>
                <a:cubicBezTo>
                  <a:pt x="152802" y="87227"/>
                  <a:pt x="153260" y="83862"/>
                  <a:pt x="153260" y="78552"/>
                </a:cubicBezTo>
                <a:lnTo>
                  <a:pt x="153260" y="18402"/>
                </a:lnTo>
                <a:cubicBezTo>
                  <a:pt x="153260" y="12543"/>
                  <a:pt x="152642" y="8904"/>
                  <a:pt x="151406" y="7484"/>
                </a:cubicBezTo>
                <a:cubicBezTo>
                  <a:pt x="149621" y="5470"/>
                  <a:pt x="146966" y="4463"/>
                  <a:pt x="143441" y="4463"/>
                </a:cubicBezTo>
                <a:lnTo>
                  <a:pt x="139939" y="4463"/>
                </a:lnTo>
                <a:lnTo>
                  <a:pt x="139939" y="1923"/>
                </a:lnTo>
                <a:lnTo>
                  <a:pt x="174066" y="1923"/>
                </a:lnTo>
                <a:cubicBezTo>
                  <a:pt x="182397" y="1923"/>
                  <a:pt x="188966" y="2780"/>
                  <a:pt x="193773" y="4495"/>
                </a:cubicBezTo>
                <a:cubicBezTo>
                  <a:pt x="198579" y="6209"/>
                  <a:pt x="202630" y="9100"/>
                  <a:pt x="205926" y="13169"/>
                </a:cubicBezTo>
                <a:cubicBezTo>
                  <a:pt x="209222" y="17237"/>
                  <a:pt x="210870" y="22060"/>
                  <a:pt x="210870" y="27637"/>
                </a:cubicBezTo>
                <a:cubicBezTo>
                  <a:pt x="210870" y="35226"/>
                  <a:pt x="208364" y="41398"/>
                  <a:pt x="203351" y="46153"/>
                </a:cubicBezTo>
                <a:cubicBezTo>
                  <a:pt x="198339" y="50907"/>
                  <a:pt x="191255" y="53284"/>
                  <a:pt x="182100" y="53284"/>
                </a:cubicBezTo>
                <a:cubicBezTo>
                  <a:pt x="179857" y="53284"/>
                  <a:pt x="177430" y="53124"/>
                  <a:pt x="174821" y="52803"/>
                </a:cubicBezTo>
                <a:cubicBezTo>
                  <a:pt x="172212" y="52483"/>
                  <a:pt x="169419" y="52002"/>
                  <a:pt x="166444" y="51361"/>
                </a:cubicBezTo>
                <a:moveTo>
                  <a:pt x="166444" y="47379"/>
                </a:moveTo>
                <a:cubicBezTo>
                  <a:pt x="168870" y="47836"/>
                  <a:pt x="171022" y="48180"/>
                  <a:pt x="172898" y="48409"/>
                </a:cubicBezTo>
                <a:cubicBezTo>
                  <a:pt x="174775" y="48637"/>
                  <a:pt x="176377" y="48752"/>
                  <a:pt x="177705" y="48752"/>
                </a:cubicBezTo>
                <a:cubicBezTo>
                  <a:pt x="182466" y="48752"/>
                  <a:pt x="186574" y="46909"/>
                  <a:pt x="190030" y="43224"/>
                </a:cubicBezTo>
                <a:cubicBezTo>
                  <a:pt x="193487" y="39539"/>
                  <a:pt x="195215" y="34767"/>
                  <a:pt x="195215" y="28908"/>
                </a:cubicBezTo>
                <a:cubicBezTo>
                  <a:pt x="195215" y="24879"/>
                  <a:pt x="194391" y="21137"/>
                  <a:pt x="192743" y="17681"/>
                </a:cubicBezTo>
                <a:cubicBezTo>
                  <a:pt x="191095" y="14225"/>
                  <a:pt x="188760" y="11639"/>
                  <a:pt x="185739" y="9922"/>
                </a:cubicBezTo>
                <a:cubicBezTo>
                  <a:pt x="182718" y="8205"/>
                  <a:pt x="179284" y="7347"/>
                  <a:pt x="175439" y="7347"/>
                </a:cubicBezTo>
                <a:cubicBezTo>
                  <a:pt x="173104" y="7347"/>
                  <a:pt x="170106" y="7782"/>
                  <a:pt x="166444" y="8652"/>
                </a:cubicBezTo>
                <a:lnTo>
                  <a:pt x="166444" y="47379"/>
                </a:lnTo>
                <a:close/>
                <a:moveTo>
                  <a:pt x="238589" y="30350"/>
                </a:moveTo>
                <a:lnTo>
                  <a:pt x="238589" y="44495"/>
                </a:lnTo>
                <a:cubicBezTo>
                  <a:pt x="243854" y="35065"/>
                  <a:pt x="249255" y="30350"/>
                  <a:pt x="254794" y="30350"/>
                </a:cubicBezTo>
                <a:cubicBezTo>
                  <a:pt x="257312" y="30350"/>
                  <a:pt x="259395" y="31117"/>
                  <a:pt x="261043" y="32650"/>
                </a:cubicBezTo>
                <a:cubicBezTo>
                  <a:pt x="262691" y="34184"/>
                  <a:pt x="263515" y="35957"/>
                  <a:pt x="263515" y="37972"/>
                </a:cubicBezTo>
                <a:cubicBezTo>
                  <a:pt x="263515" y="39757"/>
                  <a:pt x="262920" y="41267"/>
                  <a:pt x="261730" y="42503"/>
                </a:cubicBezTo>
                <a:cubicBezTo>
                  <a:pt x="260539" y="43739"/>
                  <a:pt x="259120" y="44357"/>
                  <a:pt x="257472" y="44357"/>
                </a:cubicBezTo>
                <a:cubicBezTo>
                  <a:pt x="255870" y="44357"/>
                  <a:pt x="254073" y="43568"/>
                  <a:pt x="252082" y="41988"/>
                </a:cubicBezTo>
                <a:cubicBezTo>
                  <a:pt x="250091" y="40409"/>
                  <a:pt x="248615" y="39619"/>
                  <a:pt x="247653" y="39619"/>
                </a:cubicBezTo>
                <a:cubicBezTo>
                  <a:pt x="246829" y="39619"/>
                  <a:pt x="245937" y="40076"/>
                  <a:pt x="244975" y="40988"/>
                </a:cubicBezTo>
                <a:cubicBezTo>
                  <a:pt x="242915" y="42861"/>
                  <a:pt x="240787" y="45943"/>
                  <a:pt x="238589" y="50235"/>
                </a:cubicBezTo>
                <a:lnTo>
                  <a:pt x="238589" y="80301"/>
                </a:lnTo>
                <a:cubicBezTo>
                  <a:pt x="238589" y="83770"/>
                  <a:pt x="239024" y="86395"/>
                  <a:pt x="239894" y="88176"/>
                </a:cubicBezTo>
                <a:cubicBezTo>
                  <a:pt x="240489" y="89409"/>
                  <a:pt x="241542" y="90437"/>
                  <a:pt x="243053" y="91260"/>
                </a:cubicBezTo>
                <a:cubicBezTo>
                  <a:pt x="244563" y="92081"/>
                  <a:pt x="246738" y="92491"/>
                  <a:pt x="249576" y="92491"/>
                </a:cubicBezTo>
                <a:lnTo>
                  <a:pt x="249576" y="95032"/>
                </a:lnTo>
                <a:lnTo>
                  <a:pt x="217372" y="95032"/>
                </a:lnTo>
                <a:lnTo>
                  <a:pt x="217372" y="92491"/>
                </a:lnTo>
                <a:cubicBezTo>
                  <a:pt x="220576" y="92491"/>
                  <a:pt x="222957" y="91989"/>
                  <a:pt x="224513" y="90985"/>
                </a:cubicBezTo>
                <a:cubicBezTo>
                  <a:pt x="225658" y="90254"/>
                  <a:pt x="226459" y="89089"/>
                  <a:pt x="226916" y="87489"/>
                </a:cubicBezTo>
                <a:cubicBezTo>
                  <a:pt x="227145" y="86713"/>
                  <a:pt x="227260" y="84497"/>
                  <a:pt x="227260" y="80844"/>
                </a:cubicBezTo>
                <a:lnTo>
                  <a:pt x="227260" y="56522"/>
                </a:lnTo>
                <a:cubicBezTo>
                  <a:pt x="227260" y="49213"/>
                  <a:pt x="227111" y="44863"/>
                  <a:pt x="226813" y="43471"/>
                </a:cubicBezTo>
                <a:cubicBezTo>
                  <a:pt x="226516" y="42078"/>
                  <a:pt x="225967" y="41061"/>
                  <a:pt x="225165" y="40422"/>
                </a:cubicBezTo>
                <a:cubicBezTo>
                  <a:pt x="224364" y="39783"/>
                  <a:pt x="223369" y="39463"/>
                  <a:pt x="222179" y="39463"/>
                </a:cubicBezTo>
                <a:cubicBezTo>
                  <a:pt x="220759" y="39463"/>
                  <a:pt x="219157" y="39805"/>
                  <a:pt x="217372" y="40491"/>
                </a:cubicBezTo>
                <a:lnTo>
                  <a:pt x="216685" y="38023"/>
                </a:lnTo>
                <a:lnTo>
                  <a:pt x="235706" y="30350"/>
                </a:lnTo>
                <a:lnTo>
                  <a:pt x="238589" y="30350"/>
                </a:lnTo>
                <a:close/>
                <a:moveTo>
                  <a:pt x="297778" y="30350"/>
                </a:moveTo>
                <a:cubicBezTo>
                  <a:pt x="307299" y="30350"/>
                  <a:pt x="314944" y="33963"/>
                  <a:pt x="320712" y="41188"/>
                </a:cubicBezTo>
                <a:cubicBezTo>
                  <a:pt x="325610" y="47361"/>
                  <a:pt x="328059" y="54449"/>
                  <a:pt x="328059" y="62453"/>
                </a:cubicBezTo>
                <a:cubicBezTo>
                  <a:pt x="328059" y="68077"/>
                  <a:pt x="326708" y="73771"/>
                  <a:pt x="324008" y="79533"/>
                </a:cubicBezTo>
                <a:cubicBezTo>
                  <a:pt x="321307" y="85294"/>
                  <a:pt x="317587" y="89637"/>
                  <a:pt x="312850" y="92564"/>
                </a:cubicBezTo>
                <a:cubicBezTo>
                  <a:pt x="308112" y="95491"/>
                  <a:pt x="302836" y="96954"/>
                  <a:pt x="297022" y="96954"/>
                </a:cubicBezTo>
                <a:cubicBezTo>
                  <a:pt x="287547" y="96954"/>
                  <a:pt x="280016" y="93181"/>
                  <a:pt x="274431" y="85635"/>
                </a:cubicBezTo>
                <a:cubicBezTo>
                  <a:pt x="269716" y="79280"/>
                  <a:pt x="267359" y="72146"/>
                  <a:pt x="267359" y="64236"/>
                </a:cubicBezTo>
                <a:cubicBezTo>
                  <a:pt x="267359" y="58474"/>
                  <a:pt x="268790" y="52746"/>
                  <a:pt x="271651" y="47052"/>
                </a:cubicBezTo>
                <a:cubicBezTo>
                  <a:pt x="274512" y="41359"/>
                  <a:pt x="278277" y="37152"/>
                  <a:pt x="282946" y="34431"/>
                </a:cubicBezTo>
                <a:cubicBezTo>
                  <a:pt x="287615" y="31710"/>
                  <a:pt x="292559" y="30350"/>
                  <a:pt x="297778" y="30350"/>
                </a:cubicBezTo>
                <a:moveTo>
                  <a:pt x="295649" y="34882"/>
                </a:moveTo>
                <a:cubicBezTo>
                  <a:pt x="293223" y="34882"/>
                  <a:pt x="290785" y="35602"/>
                  <a:pt x="288336" y="37042"/>
                </a:cubicBezTo>
                <a:cubicBezTo>
                  <a:pt x="285887" y="38483"/>
                  <a:pt x="283907" y="41009"/>
                  <a:pt x="282397" y="44621"/>
                </a:cubicBezTo>
                <a:cubicBezTo>
                  <a:pt x="280886" y="48233"/>
                  <a:pt x="280131" y="52874"/>
                  <a:pt x="280131" y="58543"/>
                </a:cubicBezTo>
                <a:cubicBezTo>
                  <a:pt x="280131" y="67687"/>
                  <a:pt x="281950" y="75574"/>
                  <a:pt x="285590" y="82204"/>
                </a:cubicBezTo>
                <a:cubicBezTo>
                  <a:pt x="289229" y="88833"/>
                  <a:pt x="294024" y="92148"/>
                  <a:pt x="299975" y="92148"/>
                </a:cubicBezTo>
                <a:cubicBezTo>
                  <a:pt x="304415" y="92148"/>
                  <a:pt x="308077" y="90319"/>
                  <a:pt x="310961" y="86661"/>
                </a:cubicBezTo>
                <a:cubicBezTo>
                  <a:pt x="313845" y="83003"/>
                  <a:pt x="315287" y="76717"/>
                  <a:pt x="315287" y="67802"/>
                </a:cubicBezTo>
                <a:cubicBezTo>
                  <a:pt x="315287" y="56645"/>
                  <a:pt x="312884" y="47866"/>
                  <a:pt x="308077" y="41465"/>
                </a:cubicBezTo>
                <a:cubicBezTo>
                  <a:pt x="304827" y="37076"/>
                  <a:pt x="300684" y="34882"/>
                  <a:pt x="295649" y="348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Text jecttosurf">
            <a:extLst xmlns:a="http://schemas.openxmlformats.org/drawingml/2006/main">
              <a:ext uri="{FF2B5EF4-FFF2-40B4-BE49-F238E27FC236}">
                <a16:creationId xmlns:a16="http://schemas.microsoft.com/office/drawing/2014/main" id="{7A8A655D-7FD8-4CEC-A59C-C9BE59F4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970" y="4763180"/>
            <a:ext cx="628631" cy="127991"/>
          </a:xfrm>
          <a:custGeom xmlns:a="http://schemas.openxmlformats.org/drawingml/2006/main">
            <a:pathLst>
              <a:path w="628631" h="127991">
                <a:moveTo>
                  <a:pt x="31105" y="0"/>
                </a:moveTo>
                <a:cubicBezTo>
                  <a:pt x="33074" y="0"/>
                  <a:pt x="34744" y="684"/>
                  <a:pt x="36118" y="2051"/>
                </a:cubicBezTo>
                <a:cubicBezTo>
                  <a:pt x="37491" y="3417"/>
                  <a:pt x="38178" y="5080"/>
                  <a:pt x="38178" y="7038"/>
                </a:cubicBezTo>
                <a:cubicBezTo>
                  <a:pt x="38178" y="8951"/>
                  <a:pt x="37491" y="10591"/>
                  <a:pt x="36118" y="11958"/>
                </a:cubicBezTo>
                <a:cubicBezTo>
                  <a:pt x="34744" y="13325"/>
                  <a:pt x="33074" y="14008"/>
                  <a:pt x="31105" y="14008"/>
                </a:cubicBezTo>
                <a:cubicBezTo>
                  <a:pt x="29183" y="14008"/>
                  <a:pt x="27535" y="13325"/>
                  <a:pt x="26161" y="11958"/>
                </a:cubicBezTo>
                <a:cubicBezTo>
                  <a:pt x="24788" y="10591"/>
                  <a:pt x="24101" y="8951"/>
                  <a:pt x="24101" y="7038"/>
                </a:cubicBezTo>
                <a:cubicBezTo>
                  <a:pt x="24101" y="5080"/>
                  <a:pt x="24788" y="3417"/>
                  <a:pt x="26161" y="2051"/>
                </a:cubicBezTo>
                <a:cubicBezTo>
                  <a:pt x="27535" y="684"/>
                  <a:pt x="29183" y="0"/>
                  <a:pt x="31105" y="0"/>
                </a:cubicBezTo>
                <a:moveTo>
                  <a:pt x="37010" y="32959"/>
                </a:moveTo>
                <a:lnTo>
                  <a:pt x="37010" y="96223"/>
                </a:lnTo>
                <a:cubicBezTo>
                  <a:pt x="37010" y="106972"/>
                  <a:pt x="34722" y="114953"/>
                  <a:pt x="30144" y="120167"/>
                </a:cubicBezTo>
                <a:cubicBezTo>
                  <a:pt x="25566" y="125383"/>
                  <a:pt x="19615" y="127991"/>
                  <a:pt x="12291" y="127991"/>
                </a:cubicBezTo>
                <a:cubicBezTo>
                  <a:pt x="8125" y="127991"/>
                  <a:pt x="5035" y="127235"/>
                  <a:pt x="3021" y="125725"/>
                </a:cubicBezTo>
                <a:cubicBezTo>
                  <a:pt x="1007" y="124214"/>
                  <a:pt x="0" y="122658"/>
                  <a:pt x="0" y="121056"/>
                </a:cubicBezTo>
                <a:cubicBezTo>
                  <a:pt x="0" y="119453"/>
                  <a:pt x="561" y="118080"/>
                  <a:pt x="1682" y="116936"/>
                </a:cubicBezTo>
                <a:cubicBezTo>
                  <a:pt x="2804" y="115791"/>
                  <a:pt x="4120" y="115219"/>
                  <a:pt x="5631" y="115219"/>
                </a:cubicBezTo>
                <a:cubicBezTo>
                  <a:pt x="6821" y="115219"/>
                  <a:pt x="8034" y="115517"/>
                  <a:pt x="9270" y="116112"/>
                </a:cubicBezTo>
                <a:cubicBezTo>
                  <a:pt x="10048" y="116432"/>
                  <a:pt x="11547" y="117588"/>
                  <a:pt x="13767" y="119579"/>
                </a:cubicBezTo>
                <a:cubicBezTo>
                  <a:pt x="15988" y="121571"/>
                  <a:pt x="17853" y="122566"/>
                  <a:pt x="19364" y="122566"/>
                </a:cubicBezTo>
                <a:cubicBezTo>
                  <a:pt x="20462" y="122566"/>
                  <a:pt x="21538" y="122143"/>
                  <a:pt x="22591" y="121296"/>
                </a:cubicBezTo>
                <a:cubicBezTo>
                  <a:pt x="23644" y="120451"/>
                  <a:pt x="24422" y="119033"/>
                  <a:pt x="24925" y="117043"/>
                </a:cubicBezTo>
                <a:cubicBezTo>
                  <a:pt x="25429" y="115053"/>
                  <a:pt x="25681" y="110742"/>
                  <a:pt x="25681" y="104111"/>
                </a:cubicBezTo>
                <a:lnTo>
                  <a:pt x="25681" y="59376"/>
                </a:lnTo>
                <a:cubicBezTo>
                  <a:pt x="25681" y="52468"/>
                  <a:pt x="25475" y="48030"/>
                  <a:pt x="25063" y="46063"/>
                </a:cubicBezTo>
                <a:cubicBezTo>
                  <a:pt x="24742" y="44554"/>
                  <a:pt x="24239" y="43514"/>
                  <a:pt x="23552" y="42943"/>
                </a:cubicBezTo>
                <a:cubicBezTo>
                  <a:pt x="22865" y="42371"/>
                  <a:pt x="21927" y="42085"/>
                  <a:pt x="20737" y="42085"/>
                </a:cubicBezTo>
                <a:cubicBezTo>
                  <a:pt x="19455" y="42085"/>
                  <a:pt x="17899" y="42428"/>
                  <a:pt x="16068" y="43113"/>
                </a:cubicBezTo>
                <a:lnTo>
                  <a:pt x="15106" y="40643"/>
                </a:lnTo>
                <a:lnTo>
                  <a:pt x="34058" y="32959"/>
                </a:lnTo>
                <a:lnTo>
                  <a:pt x="37010" y="32959"/>
                </a:lnTo>
                <a:close/>
                <a:moveTo>
                  <a:pt x="64844" y="58502"/>
                </a:moveTo>
                <a:cubicBezTo>
                  <a:pt x="64798" y="67819"/>
                  <a:pt x="67064" y="75127"/>
                  <a:pt x="71642" y="80426"/>
                </a:cubicBezTo>
                <a:cubicBezTo>
                  <a:pt x="76219" y="85723"/>
                  <a:pt x="81598" y="88371"/>
                  <a:pt x="87778" y="88371"/>
                </a:cubicBezTo>
                <a:cubicBezTo>
                  <a:pt x="91898" y="88371"/>
                  <a:pt x="95480" y="87238"/>
                  <a:pt x="98524" y="84972"/>
                </a:cubicBezTo>
                <a:cubicBezTo>
                  <a:pt x="101568" y="82706"/>
                  <a:pt x="104120" y="78827"/>
                  <a:pt x="106180" y="73334"/>
                </a:cubicBezTo>
                <a:lnTo>
                  <a:pt x="108309" y="74707"/>
                </a:lnTo>
                <a:cubicBezTo>
                  <a:pt x="107347" y="80978"/>
                  <a:pt x="104555" y="86689"/>
                  <a:pt x="99932" y="91839"/>
                </a:cubicBezTo>
                <a:cubicBezTo>
                  <a:pt x="95308" y="96989"/>
                  <a:pt x="89517" y="99564"/>
                  <a:pt x="82559" y="99564"/>
                </a:cubicBezTo>
                <a:cubicBezTo>
                  <a:pt x="75006" y="99564"/>
                  <a:pt x="68540" y="96629"/>
                  <a:pt x="63161" y="90760"/>
                </a:cubicBezTo>
                <a:cubicBezTo>
                  <a:pt x="57783" y="84889"/>
                  <a:pt x="55093" y="76997"/>
                  <a:pt x="55093" y="67083"/>
                </a:cubicBezTo>
                <a:cubicBezTo>
                  <a:pt x="55093" y="56349"/>
                  <a:pt x="57851" y="47978"/>
                  <a:pt x="63367" y="41971"/>
                </a:cubicBezTo>
                <a:cubicBezTo>
                  <a:pt x="68883" y="35963"/>
                  <a:pt x="75807" y="32959"/>
                  <a:pt x="84139" y="32959"/>
                </a:cubicBezTo>
                <a:cubicBezTo>
                  <a:pt x="91188" y="32959"/>
                  <a:pt x="96979" y="35276"/>
                  <a:pt x="101511" y="39911"/>
                </a:cubicBezTo>
                <a:cubicBezTo>
                  <a:pt x="106043" y="44545"/>
                  <a:pt x="108309" y="50742"/>
                  <a:pt x="108309" y="58502"/>
                </a:cubicBezTo>
                <a:lnTo>
                  <a:pt x="64844" y="58502"/>
                </a:lnTo>
                <a:moveTo>
                  <a:pt x="64844" y="54520"/>
                </a:moveTo>
                <a:lnTo>
                  <a:pt x="93958" y="54520"/>
                </a:lnTo>
                <a:cubicBezTo>
                  <a:pt x="93729" y="50491"/>
                  <a:pt x="93248" y="47653"/>
                  <a:pt x="92516" y="46005"/>
                </a:cubicBezTo>
                <a:cubicBezTo>
                  <a:pt x="91371" y="43442"/>
                  <a:pt x="89666" y="41428"/>
                  <a:pt x="87400" y="39963"/>
                </a:cubicBezTo>
                <a:cubicBezTo>
                  <a:pt x="85134" y="38498"/>
                  <a:pt x="82765" y="37766"/>
                  <a:pt x="80293" y="37766"/>
                </a:cubicBezTo>
                <a:cubicBezTo>
                  <a:pt x="76494" y="37766"/>
                  <a:pt x="73095" y="39242"/>
                  <a:pt x="70097" y="42194"/>
                </a:cubicBezTo>
                <a:cubicBezTo>
                  <a:pt x="67098" y="45147"/>
                  <a:pt x="65347" y="49255"/>
                  <a:pt x="64844" y="54520"/>
                </a:cubicBezTo>
                <a:close/>
                <a:moveTo>
                  <a:pt x="170128" y="73746"/>
                </a:moveTo>
                <a:cubicBezTo>
                  <a:pt x="168435" y="82031"/>
                  <a:pt x="165116" y="88406"/>
                  <a:pt x="160172" y="92869"/>
                </a:cubicBezTo>
                <a:cubicBezTo>
                  <a:pt x="155228" y="97332"/>
                  <a:pt x="149758" y="99564"/>
                  <a:pt x="143761" y="99564"/>
                </a:cubicBezTo>
                <a:cubicBezTo>
                  <a:pt x="136620" y="99564"/>
                  <a:pt x="130394" y="96569"/>
                  <a:pt x="125084" y="90579"/>
                </a:cubicBezTo>
                <a:cubicBezTo>
                  <a:pt x="119774" y="84588"/>
                  <a:pt x="117119" y="76494"/>
                  <a:pt x="117119" y="66296"/>
                </a:cubicBezTo>
                <a:cubicBezTo>
                  <a:pt x="117119" y="56418"/>
                  <a:pt x="120060" y="48393"/>
                  <a:pt x="125943" y="42220"/>
                </a:cubicBezTo>
                <a:cubicBezTo>
                  <a:pt x="131825" y="36046"/>
                  <a:pt x="138886" y="32959"/>
                  <a:pt x="147126" y="32959"/>
                </a:cubicBezTo>
                <a:cubicBezTo>
                  <a:pt x="153306" y="32959"/>
                  <a:pt x="158387" y="34591"/>
                  <a:pt x="162369" y="37854"/>
                </a:cubicBezTo>
                <a:cubicBezTo>
                  <a:pt x="166352" y="41115"/>
                  <a:pt x="168343" y="44503"/>
                  <a:pt x="168343" y="48016"/>
                </a:cubicBezTo>
                <a:cubicBezTo>
                  <a:pt x="168343" y="49750"/>
                  <a:pt x="167782" y="51153"/>
                  <a:pt x="166661" y="52226"/>
                </a:cubicBezTo>
                <a:cubicBezTo>
                  <a:pt x="165539" y="53297"/>
                  <a:pt x="163972" y="53833"/>
                  <a:pt x="161957" y="53833"/>
                </a:cubicBezTo>
                <a:cubicBezTo>
                  <a:pt x="159257" y="53833"/>
                  <a:pt x="157219" y="52963"/>
                  <a:pt x="155846" y="51224"/>
                </a:cubicBezTo>
                <a:cubicBezTo>
                  <a:pt x="155068" y="50262"/>
                  <a:pt x="154553" y="48431"/>
                  <a:pt x="154301" y="45731"/>
                </a:cubicBezTo>
                <a:cubicBezTo>
                  <a:pt x="154049" y="43030"/>
                  <a:pt x="153122" y="40970"/>
                  <a:pt x="151520" y="39551"/>
                </a:cubicBezTo>
                <a:cubicBezTo>
                  <a:pt x="149918" y="38178"/>
                  <a:pt x="147698" y="37491"/>
                  <a:pt x="144860" y="37491"/>
                </a:cubicBezTo>
                <a:cubicBezTo>
                  <a:pt x="140282" y="37491"/>
                  <a:pt x="136597" y="39185"/>
                  <a:pt x="133805" y="42572"/>
                </a:cubicBezTo>
                <a:cubicBezTo>
                  <a:pt x="130097" y="47058"/>
                  <a:pt x="128243" y="52986"/>
                  <a:pt x="128243" y="60356"/>
                </a:cubicBezTo>
                <a:cubicBezTo>
                  <a:pt x="128243" y="67864"/>
                  <a:pt x="130085" y="74490"/>
                  <a:pt x="133770" y="80235"/>
                </a:cubicBezTo>
                <a:cubicBezTo>
                  <a:pt x="137455" y="85980"/>
                  <a:pt x="142434" y="88852"/>
                  <a:pt x="148705" y="88852"/>
                </a:cubicBezTo>
                <a:cubicBezTo>
                  <a:pt x="153191" y="88852"/>
                  <a:pt x="157219" y="87318"/>
                  <a:pt x="160790" y="84251"/>
                </a:cubicBezTo>
                <a:cubicBezTo>
                  <a:pt x="163308" y="82146"/>
                  <a:pt x="165757" y="78323"/>
                  <a:pt x="168137" y="72784"/>
                </a:cubicBezTo>
                <a:lnTo>
                  <a:pt x="170128" y="73746"/>
                </a:lnTo>
                <a:close/>
                <a:moveTo>
                  <a:pt x="197410" y="14008"/>
                </a:moveTo>
                <a:lnTo>
                  <a:pt x="197410" y="34744"/>
                </a:lnTo>
                <a:lnTo>
                  <a:pt x="212104" y="34744"/>
                </a:lnTo>
                <a:lnTo>
                  <a:pt x="212104" y="39551"/>
                </a:lnTo>
                <a:lnTo>
                  <a:pt x="197410" y="39551"/>
                </a:lnTo>
                <a:lnTo>
                  <a:pt x="197410" y="80282"/>
                </a:lnTo>
                <a:cubicBezTo>
                  <a:pt x="197410" y="84352"/>
                  <a:pt x="197994" y="87095"/>
                  <a:pt x="199161" y="88513"/>
                </a:cubicBezTo>
                <a:cubicBezTo>
                  <a:pt x="200328" y="89929"/>
                  <a:pt x="201828" y="90637"/>
                  <a:pt x="203659" y="90637"/>
                </a:cubicBezTo>
                <a:cubicBezTo>
                  <a:pt x="205169" y="90637"/>
                  <a:pt x="206634" y="90168"/>
                  <a:pt x="208053" y="89230"/>
                </a:cubicBezTo>
                <a:cubicBezTo>
                  <a:pt x="209472" y="88291"/>
                  <a:pt x="210571" y="86906"/>
                  <a:pt x="211349" y="85075"/>
                </a:cubicBezTo>
                <a:lnTo>
                  <a:pt x="214027" y="85075"/>
                </a:lnTo>
                <a:cubicBezTo>
                  <a:pt x="212425" y="89574"/>
                  <a:pt x="210159" y="92977"/>
                  <a:pt x="207229" y="95283"/>
                </a:cubicBezTo>
                <a:cubicBezTo>
                  <a:pt x="204299" y="97587"/>
                  <a:pt x="201278" y="98740"/>
                  <a:pt x="198165" y="98740"/>
                </a:cubicBezTo>
                <a:cubicBezTo>
                  <a:pt x="196060" y="98740"/>
                  <a:pt x="194000" y="98155"/>
                  <a:pt x="191986" y="96987"/>
                </a:cubicBezTo>
                <a:cubicBezTo>
                  <a:pt x="189971" y="95818"/>
                  <a:pt x="188484" y="94146"/>
                  <a:pt x="187522" y="91970"/>
                </a:cubicBezTo>
                <a:cubicBezTo>
                  <a:pt x="186561" y="89793"/>
                  <a:pt x="186080" y="86435"/>
                  <a:pt x="186080" y="81898"/>
                </a:cubicBezTo>
                <a:lnTo>
                  <a:pt x="186080" y="39551"/>
                </a:lnTo>
                <a:lnTo>
                  <a:pt x="176124" y="39551"/>
                </a:lnTo>
                <a:lnTo>
                  <a:pt x="176124" y="37285"/>
                </a:lnTo>
                <a:cubicBezTo>
                  <a:pt x="178642" y="36275"/>
                  <a:pt x="181217" y="34565"/>
                  <a:pt x="183849" y="32154"/>
                </a:cubicBezTo>
                <a:cubicBezTo>
                  <a:pt x="186481" y="29744"/>
                  <a:pt x="188827" y="26886"/>
                  <a:pt x="190887" y="23580"/>
                </a:cubicBezTo>
                <a:cubicBezTo>
                  <a:pt x="191940" y="21836"/>
                  <a:pt x="193405" y="18645"/>
                  <a:pt x="195281" y="14008"/>
                </a:cubicBezTo>
                <a:lnTo>
                  <a:pt x="197410" y="14008"/>
                </a:lnTo>
                <a:close/>
                <a:moveTo>
                  <a:pt x="271660" y="14008"/>
                </a:moveTo>
                <a:lnTo>
                  <a:pt x="271660" y="34744"/>
                </a:lnTo>
                <a:lnTo>
                  <a:pt x="286355" y="34744"/>
                </a:lnTo>
                <a:lnTo>
                  <a:pt x="286355" y="39551"/>
                </a:lnTo>
                <a:lnTo>
                  <a:pt x="271660" y="39551"/>
                </a:lnTo>
                <a:lnTo>
                  <a:pt x="271660" y="80282"/>
                </a:lnTo>
                <a:cubicBezTo>
                  <a:pt x="271660" y="84352"/>
                  <a:pt x="272244" y="87095"/>
                  <a:pt x="273411" y="88513"/>
                </a:cubicBezTo>
                <a:cubicBezTo>
                  <a:pt x="274579" y="89929"/>
                  <a:pt x="276078" y="90637"/>
                  <a:pt x="277909" y="90637"/>
                </a:cubicBezTo>
                <a:cubicBezTo>
                  <a:pt x="279420" y="90637"/>
                  <a:pt x="280884" y="90168"/>
                  <a:pt x="282304" y="89230"/>
                </a:cubicBezTo>
                <a:cubicBezTo>
                  <a:pt x="283723" y="88291"/>
                  <a:pt x="284821" y="86906"/>
                  <a:pt x="285599" y="85075"/>
                </a:cubicBezTo>
                <a:lnTo>
                  <a:pt x="288277" y="85075"/>
                </a:lnTo>
                <a:cubicBezTo>
                  <a:pt x="286675" y="89574"/>
                  <a:pt x="284409" y="92977"/>
                  <a:pt x="281480" y="95283"/>
                </a:cubicBezTo>
                <a:cubicBezTo>
                  <a:pt x="278550" y="97587"/>
                  <a:pt x="275529" y="98740"/>
                  <a:pt x="272416" y="98740"/>
                </a:cubicBezTo>
                <a:cubicBezTo>
                  <a:pt x="270310" y="98740"/>
                  <a:pt x="268250" y="98155"/>
                  <a:pt x="266236" y="96987"/>
                </a:cubicBezTo>
                <a:cubicBezTo>
                  <a:pt x="264222" y="95818"/>
                  <a:pt x="262734" y="94146"/>
                  <a:pt x="261773" y="91970"/>
                </a:cubicBezTo>
                <a:cubicBezTo>
                  <a:pt x="260811" y="89793"/>
                  <a:pt x="260331" y="86435"/>
                  <a:pt x="260331" y="81898"/>
                </a:cubicBezTo>
                <a:lnTo>
                  <a:pt x="260331" y="39551"/>
                </a:lnTo>
                <a:lnTo>
                  <a:pt x="250374" y="39551"/>
                </a:lnTo>
                <a:lnTo>
                  <a:pt x="250374" y="37285"/>
                </a:lnTo>
                <a:cubicBezTo>
                  <a:pt x="252892" y="36275"/>
                  <a:pt x="255467" y="34565"/>
                  <a:pt x="258099" y="32154"/>
                </a:cubicBezTo>
                <a:cubicBezTo>
                  <a:pt x="260731" y="29744"/>
                  <a:pt x="263077" y="26886"/>
                  <a:pt x="265137" y="23580"/>
                </a:cubicBezTo>
                <a:cubicBezTo>
                  <a:pt x="266190" y="21836"/>
                  <a:pt x="267655" y="18645"/>
                  <a:pt x="269532" y="14008"/>
                </a:cubicBezTo>
                <a:lnTo>
                  <a:pt x="271660" y="14008"/>
                </a:lnTo>
                <a:close/>
                <a:moveTo>
                  <a:pt x="323252" y="32959"/>
                </a:moveTo>
                <a:cubicBezTo>
                  <a:pt x="332773" y="32959"/>
                  <a:pt x="340418" y="36572"/>
                  <a:pt x="346186" y="43797"/>
                </a:cubicBezTo>
                <a:cubicBezTo>
                  <a:pt x="351084" y="49970"/>
                  <a:pt x="353533" y="57058"/>
                  <a:pt x="353533" y="65062"/>
                </a:cubicBezTo>
                <a:cubicBezTo>
                  <a:pt x="353533" y="70687"/>
                  <a:pt x="352183" y="76380"/>
                  <a:pt x="349482" y="82142"/>
                </a:cubicBezTo>
                <a:cubicBezTo>
                  <a:pt x="346781" y="87903"/>
                  <a:pt x="343062" y="92247"/>
                  <a:pt x="338324" y="95173"/>
                </a:cubicBezTo>
                <a:cubicBezTo>
                  <a:pt x="333586" y="98100"/>
                  <a:pt x="328310" y="99564"/>
                  <a:pt x="322496" y="99564"/>
                </a:cubicBezTo>
                <a:cubicBezTo>
                  <a:pt x="313021" y="99564"/>
                  <a:pt x="305490" y="95791"/>
                  <a:pt x="299906" y="88245"/>
                </a:cubicBezTo>
                <a:cubicBezTo>
                  <a:pt x="295191" y="81889"/>
                  <a:pt x="292833" y="74756"/>
                  <a:pt x="292833" y="66845"/>
                </a:cubicBezTo>
                <a:cubicBezTo>
                  <a:pt x="292833" y="61083"/>
                  <a:pt x="294264" y="55355"/>
                  <a:pt x="297125" y="49662"/>
                </a:cubicBezTo>
                <a:cubicBezTo>
                  <a:pt x="299986" y="43968"/>
                  <a:pt x="303751" y="39761"/>
                  <a:pt x="308420" y="37040"/>
                </a:cubicBezTo>
                <a:cubicBezTo>
                  <a:pt x="313089" y="34319"/>
                  <a:pt x="318033" y="32959"/>
                  <a:pt x="323252" y="32959"/>
                </a:cubicBezTo>
                <a:moveTo>
                  <a:pt x="321123" y="37491"/>
                </a:moveTo>
                <a:cubicBezTo>
                  <a:pt x="318697" y="37491"/>
                  <a:pt x="316259" y="38211"/>
                  <a:pt x="313810" y="39652"/>
                </a:cubicBezTo>
                <a:cubicBezTo>
                  <a:pt x="311361" y="41092"/>
                  <a:pt x="309381" y="43618"/>
                  <a:pt x="307871" y="47231"/>
                </a:cubicBezTo>
                <a:cubicBezTo>
                  <a:pt x="306360" y="50843"/>
                  <a:pt x="305605" y="55483"/>
                  <a:pt x="305605" y="61152"/>
                </a:cubicBezTo>
                <a:cubicBezTo>
                  <a:pt x="305605" y="70296"/>
                  <a:pt x="307424" y="78183"/>
                  <a:pt x="311064" y="84814"/>
                </a:cubicBezTo>
                <a:cubicBezTo>
                  <a:pt x="314703" y="91443"/>
                  <a:pt x="319498" y="94757"/>
                  <a:pt x="325449" y="94757"/>
                </a:cubicBezTo>
                <a:cubicBezTo>
                  <a:pt x="329889" y="94757"/>
                  <a:pt x="333552" y="92928"/>
                  <a:pt x="336435" y="89270"/>
                </a:cubicBezTo>
                <a:cubicBezTo>
                  <a:pt x="339319" y="85613"/>
                  <a:pt x="340761" y="79326"/>
                  <a:pt x="340761" y="70411"/>
                </a:cubicBezTo>
                <a:cubicBezTo>
                  <a:pt x="340761" y="59255"/>
                  <a:pt x="338358" y="50476"/>
                  <a:pt x="333552" y="44074"/>
                </a:cubicBezTo>
                <a:cubicBezTo>
                  <a:pt x="330301" y="39685"/>
                  <a:pt x="326159" y="37491"/>
                  <a:pt x="321123" y="37491"/>
                </a:cubicBezTo>
                <a:close/>
                <a:moveTo>
                  <a:pt x="440718" y="32959"/>
                </a:moveTo>
                <a:lnTo>
                  <a:pt x="440718" y="54245"/>
                </a:lnTo>
                <a:lnTo>
                  <a:pt x="438452" y="54245"/>
                </a:lnTo>
                <a:cubicBezTo>
                  <a:pt x="436713" y="47569"/>
                  <a:pt x="434481" y="43028"/>
                  <a:pt x="431757" y="40622"/>
                </a:cubicBezTo>
                <a:cubicBezTo>
                  <a:pt x="429034" y="38214"/>
                  <a:pt x="425566" y="37010"/>
                  <a:pt x="421355" y="37010"/>
                </a:cubicBezTo>
                <a:cubicBezTo>
                  <a:pt x="418150" y="37010"/>
                  <a:pt x="415564" y="37856"/>
                  <a:pt x="413596" y="39549"/>
                </a:cubicBezTo>
                <a:cubicBezTo>
                  <a:pt x="411627" y="41240"/>
                  <a:pt x="410643" y="43114"/>
                  <a:pt x="410643" y="45173"/>
                </a:cubicBezTo>
                <a:cubicBezTo>
                  <a:pt x="410643" y="47733"/>
                  <a:pt x="411375" y="49928"/>
                  <a:pt x="412840" y="51756"/>
                </a:cubicBezTo>
                <a:cubicBezTo>
                  <a:pt x="414259" y="53631"/>
                  <a:pt x="417143" y="55620"/>
                  <a:pt x="421492" y="57723"/>
                </a:cubicBezTo>
                <a:lnTo>
                  <a:pt x="431517" y="62594"/>
                </a:lnTo>
                <a:cubicBezTo>
                  <a:pt x="440810" y="67120"/>
                  <a:pt x="445456" y="73088"/>
                  <a:pt x="445456" y="80496"/>
                </a:cubicBezTo>
                <a:cubicBezTo>
                  <a:pt x="445456" y="86211"/>
                  <a:pt x="443293" y="90818"/>
                  <a:pt x="438967" y="94317"/>
                </a:cubicBezTo>
                <a:cubicBezTo>
                  <a:pt x="434641" y="97815"/>
                  <a:pt x="429800" y="99564"/>
                  <a:pt x="424445" y="99564"/>
                </a:cubicBezTo>
                <a:cubicBezTo>
                  <a:pt x="420599" y="99564"/>
                  <a:pt x="416205" y="98877"/>
                  <a:pt x="411261" y="97504"/>
                </a:cubicBezTo>
                <a:cubicBezTo>
                  <a:pt x="409750" y="97046"/>
                  <a:pt x="408514" y="96817"/>
                  <a:pt x="407553" y="96817"/>
                </a:cubicBezTo>
                <a:cubicBezTo>
                  <a:pt x="406500" y="96817"/>
                  <a:pt x="405676" y="97412"/>
                  <a:pt x="405081" y="98602"/>
                </a:cubicBezTo>
                <a:lnTo>
                  <a:pt x="402815" y="98602"/>
                </a:lnTo>
                <a:lnTo>
                  <a:pt x="402815" y="76080"/>
                </a:lnTo>
                <a:lnTo>
                  <a:pt x="405081" y="76080"/>
                </a:lnTo>
                <a:cubicBezTo>
                  <a:pt x="406363" y="82512"/>
                  <a:pt x="408812" y="87359"/>
                  <a:pt x="412428" y="90620"/>
                </a:cubicBezTo>
                <a:cubicBezTo>
                  <a:pt x="416045" y="93882"/>
                  <a:pt x="420096" y="95512"/>
                  <a:pt x="424582" y="95512"/>
                </a:cubicBezTo>
                <a:cubicBezTo>
                  <a:pt x="427741" y="95512"/>
                  <a:pt x="430315" y="94587"/>
                  <a:pt x="432307" y="92736"/>
                </a:cubicBezTo>
                <a:cubicBezTo>
                  <a:pt x="434298" y="90883"/>
                  <a:pt x="435294" y="88654"/>
                  <a:pt x="435294" y="86047"/>
                </a:cubicBezTo>
                <a:cubicBezTo>
                  <a:pt x="435294" y="82892"/>
                  <a:pt x="434184" y="80240"/>
                  <a:pt x="431963" y="78091"/>
                </a:cubicBezTo>
                <a:cubicBezTo>
                  <a:pt x="429743" y="75942"/>
                  <a:pt x="425314" y="73222"/>
                  <a:pt x="418677" y="69931"/>
                </a:cubicBezTo>
                <a:cubicBezTo>
                  <a:pt x="412039" y="66638"/>
                  <a:pt x="407690" y="63665"/>
                  <a:pt x="405630" y="61013"/>
                </a:cubicBezTo>
                <a:cubicBezTo>
                  <a:pt x="403570" y="58406"/>
                  <a:pt x="402540" y="55114"/>
                  <a:pt x="402540" y="51136"/>
                </a:cubicBezTo>
                <a:cubicBezTo>
                  <a:pt x="402540" y="45969"/>
                  <a:pt x="404314" y="41648"/>
                  <a:pt x="407862" y="38173"/>
                </a:cubicBezTo>
                <a:cubicBezTo>
                  <a:pt x="411410" y="34697"/>
                  <a:pt x="415999" y="32959"/>
                  <a:pt x="421629" y="32959"/>
                </a:cubicBezTo>
                <a:cubicBezTo>
                  <a:pt x="424101" y="32959"/>
                  <a:pt x="427100" y="33485"/>
                  <a:pt x="430624" y="34538"/>
                </a:cubicBezTo>
                <a:cubicBezTo>
                  <a:pt x="432959" y="35225"/>
                  <a:pt x="434515" y="35568"/>
                  <a:pt x="435294" y="35568"/>
                </a:cubicBezTo>
                <a:cubicBezTo>
                  <a:pt x="436026" y="35568"/>
                  <a:pt x="436598" y="35408"/>
                  <a:pt x="437010" y="35088"/>
                </a:cubicBezTo>
                <a:cubicBezTo>
                  <a:pt x="437422" y="34767"/>
                  <a:pt x="437903" y="34058"/>
                  <a:pt x="438452" y="32959"/>
                </a:cubicBezTo>
                <a:lnTo>
                  <a:pt x="440718" y="32959"/>
                </a:lnTo>
                <a:close/>
                <a:moveTo>
                  <a:pt x="509910" y="34744"/>
                </a:moveTo>
                <a:lnTo>
                  <a:pt x="509910" y="72853"/>
                </a:lnTo>
                <a:cubicBezTo>
                  <a:pt x="509910" y="80132"/>
                  <a:pt x="510082" y="84583"/>
                  <a:pt x="510425" y="86208"/>
                </a:cubicBezTo>
                <a:cubicBezTo>
                  <a:pt x="510768" y="87833"/>
                  <a:pt x="511318" y="88966"/>
                  <a:pt x="512073" y="89607"/>
                </a:cubicBezTo>
                <a:cubicBezTo>
                  <a:pt x="512828" y="90248"/>
                  <a:pt x="513709" y="90569"/>
                  <a:pt x="514716" y="90569"/>
                </a:cubicBezTo>
                <a:cubicBezTo>
                  <a:pt x="516136" y="90569"/>
                  <a:pt x="517738" y="90179"/>
                  <a:pt x="519523" y="89401"/>
                </a:cubicBezTo>
                <a:lnTo>
                  <a:pt x="520484" y="91805"/>
                </a:lnTo>
                <a:lnTo>
                  <a:pt x="501670" y="99564"/>
                </a:lnTo>
                <a:lnTo>
                  <a:pt x="498580" y="99564"/>
                </a:lnTo>
                <a:lnTo>
                  <a:pt x="498580" y="86243"/>
                </a:lnTo>
                <a:cubicBezTo>
                  <a:pt x="493179" y="92102"/>
                  <a:pt x="489059" y="95787"/>
                  <a:pt x="486220" y="97298"/>
                </a:cubicBezTo>
                <a:cubicBezTo>
                  <a:pt x="483382" y="98808"/>
                  <a:pt x="480384" y="99564"/>
                  <a:pt x="477225" y="99564"/>
                </a:cubicBezTo>
                <a:cubicBezTo>
                  <a:pt x="473701" y="99564"/>
                  <a:pt x="470645" y="98545"/>
                  <a:pt x="468059" y="96508"/>
                </a:cubicBezTo>
                <a:cubicBezTo>
                  <a:pt x="465472" y="94471"/>
                  <a:pt x="463675" y="91850"/>
                  <a:pt x="462668" y="88646"/>
                </a:cubicBezTo>
                <a:cubicBezTo>
                  <a:pt x="461661" y="85442"/>
                  <a:pt x="461158" y="80910"/>
                  <a:pt x="461158" y="75050"/>
                </a:cubicBezTo>
                <a:lnTo>
                  <a:pt x="461158" y="46967"/>
                </a:lnTo>
                <a:cubicBezTo>
                  <a:pt x="461158" y="43991"/>
                  <a:pt x="460837" y="41931"/>
                  <a:pt x="460196" y="40787"/>
                </a:cubicBezTo>
                <a:cubicBezTo>
                  <a:pt x="459556" y="39642"/>
                  <a:pt x="458606" y="38761"/>
                  <a:pt x="457347" y="38143"/>
                </a:cubicBezTo>
                <a:cubicBezTo>
                  <a:pt x="456088" y="37525"/>
                  <a:pt x="453811" y="37239"/>
                  <a:pt x="450515" y="37285"/>
                </a:cubicBezTo>
                <a:lnTo>
                  <a:pt x="450515" y="34744"/>
                </a:lnTo>
                <a:lnTo>
                  <a:pt x="472556" y="34744"/>
                </a:lnTo>
                <a:lnTo>
                  <a:pt x="472556" y="76733"/>
                </a:lnTo>
                <a:cubicBezTo>
                  <a:pt x="472556" y="82578"/>
                  <a:pt x="473575" y="86414"/>
                  <a:pt x="475612" y="88240"/>
                </a:cubicBezTo>
                <a:cubicBezTo>
                  <a:pt x="477649" y="90067"/>
                  <a:pt x="480109" y="90981"/>
                  <a:pt x="482993" y="90981"/>
                </a:cubicBezTo>
                <a:cubicBezTo>
                  <a:pt x="484962" y="90981"/>
                  <a:pt x="487193" y="90364"/>
                  <a:pt x="489688" y="89131"/>
                </a:cubicBezTo>
                <a:cubicBezTo>
                  <a:pt x="492183" y="87898"/>
                  <a:pt x="495147" y="85547"/>
                  <a:pt x="498580" y="82078"/>
                </a:cubicBezTo>
                <a:lnTo>
                  <a:pt x="498580" y="46531"/>
                </a:lnTo>
                <a:cubicBezTo>
                  <a:pt x="498580" y="42969"/>
                  <a:pt x="497928" y="40561"/>
                  <a:pt x="496623" y="39306"/>
                </a:cubicBezTo>
                <a:cubicBezTo>
                  <a:pt x="495319" y="38050"/>
                  <a:pt x="492606" y="37376"/>
                  <a:pt x="488486" y="37285"/>
                </a:cubicBezTo>
                <a:lnTo>
                  <a:pt x="488486" y="34744"/>
                </a:lnTo>
                <a:lnTo>
                  <a:pt x="509910" y="34744"/>
                </a:lnTo>
                <a:close/>
                <a:moveTo>
                  <a:pt x="543487" y="32959"/>
                </a:moveTo>
                <a:lnTo>
                  <a:pt x="543487" y="47104"/>
                </a:lnTo>
                <a:cubicBezTo>
                  <a:pt x="548752" y="37674"/>
                  <a:pt x="554153" y="32959"/>
                  <a:pt x="559692" y="32959"/>
                </a:cubicBezTo>
                <a:cubicBezTo>
                  <a:pt x="562210" y="32959"/>
                  <a:pt x="564293" y="33726"/>
                  <a:pt x="565941" y="35259"/>
                </a:cubicBezTo>
                <a:cubicBezTo>
                  <a:pt x="567589" y="36793"/>
                  <a:pt x="568413" y="38567"/>
                  <a:pt x="568413" y="40581"/>
                </a:cubicBezTo>
                <a:cubicBezTo>
                  <a:pt x="568413" y="42366"/>
                  <a:pt x="567818" y="43877"/>
                  <a:pt x="566627" y="45113"/>
                </a:cubicBezTo>
                <a:cubicBezTo>
                  <a:pt x="565437" y="46349"/>
                  <a:pt x="564018" y="46967"/>
                  <a:pt x="562370" y="46967"/>
                </a:cubicBezTo>
                <a:cubicBezTo>
                  <a:pt x="560768" y="46967"/>
                  <a:pt x="558971" y="46177"/>
                  <a:pt x="556980" y="44598"/>
                </a:cubicBezTo>
                <a:cubicBezTo>
                  <a:pt x="554989" y="43018"/>
                  <a:pt x="553512" y="42229"/>
                  <a:pt x="552551" y="42229"/>
                </a:cubicBezTo>
                <a:cubicBezTo>
                  <a:pt x="551727" y="42229"/>
                  <a:pt x="550834" y="42685"/>
                  <a:pt x="549873" y="43598"/>
                </a:cubicBezTo>
                <a:cubicBezTo>
                  <a:pt x="547813" y="45470"/>
                  <a:pt x="545684" y="48552"/>
                  <a:pt x="543487" y="52844"/>
                </a:cubicBezTo>
                <a:lnTo>
                  <a:pt x="543487" y="82910"/>
                </a:lnTo>
                <a:cubicBezTo>
                  <a:pt x="543487" y="86379"/>
                  <a:pt x="543922" y="89004"/>
                  <a:pt x="544792" y="90785"/>
                </a:cubicBezTo>
                <a:cubicBezTo>
                  <a:pt x="545387" y="92018"/>
                  <a:pt x="546440" y="93046"/>
                  <a:pt x="547950" y="93869"/>
                </a:cubicBezTo>
                <a:cubicBezTo>
                  <a:pt x="549461" y="94690"/>
                  <a:pt x="551635" y="95100"/>
                  <a:pt x="554474" y="95100"/>
                </a:cubicBezTo>
                <a:lnTo>
                  <a:pt x="554474" y="97641"/>
                </a:lnTo>
                <a:lnTo>
                  <a:pt x="522270" y="97641"/>
                </a:lnTo>
                <a:lnTo>
                  <a:pt x="522270" y="95100"/>
                </a:lnTo>
                <a:cubicBezTo>
                  <a:pt x="525474" y="95100"/>
                  <a:pt x="527854" y="94598"/>
                  <a:pt x="529411" y="93594"/>
                </a:cubicBezTo>
                <a:cubicBezTo>
                  <a:pt x="530555" y="92863"/>
                  <a:pt x="531356" y="91698"/>
                  <a:pt x="531814" y="90099"/>
                </a:cubicBezTo>
                <a:cubicBezTo>
                  <a:pt x="532043" y="89322"/>
                  <a:pt x="532157" y="87107"/>
                  <a:pt x="532157" y="83453"/>
                </a:cubicBezTo>
                <a:lnTo>
                  <a:pt x="532157" y="59131"/>
                </a:lnTo>
                <a:cubicBezTo>
                  <a:pt x="532157" y="51822"/>
                  <a:pt x="532009" y="47472"/>
                  <a:pt x="531711" y="46080"/>
                </a:cubicBezTo>
                <a:cubicBezTo>
                  <a:pt x="531414" y="44687"/>
                  <a:pt x="530864" y="43671"/>
                  <a:pt x="530063" y="43031"/>
                </a:cubicBezTo>
                <a:cubicBezTo>
                  <a:pt x="529262" y="42392"/>
                  <a:pt x="528266" y="42072"/>
                  <a:pt x="527076" y="42072"/>
                </a:cubicBezTo>
                <a:cubicBezTo>
                  <a:pt x="525657" y="42072"/>
                  <a:pt x="524055" y="42415"/>
                  <a:pt x="522270" y="43100"/>
                </a:cubicBezTo>
                <a:lnTo>
                  <a:pt x="521583" y="40632"/>
                </a:lnTo>
                <a:lnTo>
                  <a:pt x="540603" y="32959"/>
                </a:lnTo>
                <a:lnTo>
                  <a:pt x="543487" y="32959"/>
                </a:lnTo>
                <a:close/>
                <a:moveTo>
                  <a:pt x="596496" y="39551"/>
                </a:moveTo>
                <a:lnTo>
                  <a:pt x="596496" y="80938"/>
                </a:lnTo>
                <a:cubicBezTo>
                  <a:pt x="596496" y="86805"/>
                  <a:pt x="597137" y="90517"/>
                  <a:pt x="598418" y="92075"/>
                </a:cubicBezTo>
                <a:cubicBezTo>
                  <a:pt x="600112" y="94092"/>
                  <a:pt x="602378" y="95100"/>
                  <a:pt x="605216" y="95100"/>
                </a:cubicBezTo>
                <a:lnTo>
                  <a:pt x="610915" y="95100"/>
                </a:lnTo>
                <a:lnTo>
                  <a:pt x="610915" y="97641"/>
                </a:lnTo>
                <a:lnTo>
                  <a:pt x="573356" y="97641"/>
                </a:lnTo>
                <a:lnTo>
                  <a:pt x="573356" y="95100"/>
                </a:lnTo>
                <a:lnTo>
                  <a:pt x="576171" y="95100"/>
                </a:lnTo>
                <a:cubicBezTo>
                  <a:pt x="578002" y="95100"/>
                  <a:pt x="579673" y="94642"/>
                  <a:pt x="581183" y="93725"/>
                </a:cubicBezTo>
                <a:cubicBezTo>
                  <a:pt x="582694" y="92808"/>
                  <a:pt x="583735" y="91571"/>
                  <a:pt x="584308" y="90013"/>
                </a:cubicBezTo>
                <a:cubicBezTo>
                  <a:pt x="584880" y="88455"/>
                  <a:pt x="585166" y="85430"/>
                  <a:pt x="585166" y="80938"/>
                </a:cubicBezTo>
                <a:lnTo>
                  <a:pt x="585166" y="39551"/>
                </a:lnTo>
                <a:lnTo>
                  <a:pt x="572944" y="39551"/>
                </a:lnTo>
                <a:lnTo>
                  <a:pt x="572944" y="34744"/>
                </a:lnTo>
                <a:lnTo>
                  <a:pt x="585166" y="34744"/>
                </a:lnTo>
                <a:lnTo>
                  <a:pt x="585166" y="30607"/>
                </a:lnTo>
                <a:cubicBezTo>
                  <a:pt x="585166" y="24312"/>
                  <a:pt x="586173" y="18981"/>
                  <a:pt x="588187" y="14615"/>
                </a:cubicBezTo>
                <a:cubicBezTo>
                  <a:pt x="590201" y="10249"/>
                  <a:pt x="593280" y="6722"/>
                  <a:pt x="597423" y="4034"/>
                </a:cubicBezTo>
                <a:cubicBezTo>
                  <a:pt x="601565" y="1345"/>
                  <a:pt x="606223" y="0"/>
                  <a:pt x="611396" y="0"/>
                </a:cubicBezTo>
                <a:cubicBezTo>
                  <a:pt x="616203" y="0"/>
                  <a:pt x="620620" y="1556"/>
                  <a:pt x="624648" y="4669"/>
                </a:cubicBezTo>
                <a:cubicBezTo>
                  <a:pt x="627303" y="6729"/>
                  <a:pt x="628631" y="9041"/>
                  <a:pt x="628631" y="11604"/>
                </a:cubicBezTo>
                <a:cubicBezTo>
                  <a:pt x="628631" y="12978"/>
                  <a:pt x="628036" y="14271"/>
                  <a:pt x="626846" y="15484"/>
                </a:cubicBezTo>
                <a:cubicBezTo>
                  <a:pt x="625655" y="16697"/>
                  <a:pt x="624374" y="17303"/>
                  <a:pt x="623000" y="17303"/>
                </a:cubicBezTo>
                <a:cubicBezTo>
                  <a:pt x="621948" y="17303"/>
                  <a:pt x="620837" y="16922"/>
                  <a:pt x="619670" y="16158"/>
                </a:cubicBezTo>
                <a:cubicBezTo>
                  <a:pt x="618503" y="15394"/>
                  <a:pt x="617072" y="13751"/>
                  <a:pt x="615379" y="11229"/>
                </a:cubicBezTo>
                <a:cubicBezTo>
                  <a:pt x="613685" y="8707"/>
                  <a:pt x="612128" y="7006"/>
                  <a:pt x="610709" y="6126"/>
                </a:cubicBezTo>
                <a:cubicBezTo>
                  <a:pt x="609290" y="5246"/>
                  <a:pt x="607711" y="4807"/>
                  <a:pt x="605971" y="4807"/>
                </a:cubicBezTo>
                <a:cubicBezTo>
                  <a:pt x="603866" y="4807"/>
                  <a:pt x="602080" y="5373"/>
                  <a:pt x="600616" y="6506"/>
                </a:cubicBezTo>
                <a:cubicBezTo>
                  <a:pt x="599151" y="7638"/>
                  <a:pt x="598098" y="9393"/>
                  <a:pt x="597457" y="11772"/>
                </a:cubicBezTo>
                <a:cubicBezTo>
                  <a:pt x="596816" y="14151"/>
                  <a:pt x="596496" y="20283"/>
                  <a:pt x="596496" y="30170"/>
                </a:cubicBezTo>
                <a:lnTo>
                  <a:pt x="596496" y="34744"/>
                </a:lnTo>
                <a:lnTo>
                  <a:pt x="612701" y="34744"/>
                </a:lnTo>
                <a:lnTo>
                  <a:pt x="612701" y="39551"/>
                </a:lnTo>
                <a:lnTo>
                  <a:pt x="596496" y="39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Text ace">
            <a:extLst xmlns:a="http://schemas.openxmlformats.org/drawingml/2006/main">
              <a:ext uri="{FF2B5EF4-FFF2-40B4-BE49-F238E27FC236}">
                <a16:creationId xmlns:a16="http://schemas.microsoft.com/office/drawing/2014/main" id="{D868BF5E-B11A-4A4D-980E-34F11C9D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330" y="4796139"/>
            <a:ext cx="178297" cy="66605"/>
          </a:xfrm>
          <a:custGeom xmlns:a="http://schemas.openxmlformats.org/drawingml/2006/main">
            <a:pathLst>
              <a:path w="178297" h="66605">
                <a:moveTo>
                  <a:pt x="35019" y="55618"/>
                </a:moveTo>
                <a:cubicBezTo>
                  <a:pt x="28565" y="60608"/>
                  <a:pt x="24513" y="63492"/>
                  <a:pt x="22865" y="64270"/>
                </a:cubicBezTo>
                <a:cubicBezTo>
                  <a:pt x="20394" y="65460"/>
                  <a:pt x="17761" y="66055"/>
                  <a:pt x="14969" y="66055"/>
                </a:cubicBezTo>
                <a:cubicBezTo>
                  <a:pt x="10620" y="66055"/>
                  <a:pt x="7038" y="64568"/>
                  <a:pt x="4223" y="61592"/>
                </a:cubicBezTo>
                <a:cubicBezTo>
                  <a:pt x="1408" y="58617"/>
                  <a:pt x="0" y="54703"/>
                  <a:pt x="0" y="49850"/>
                </a:cubicBezTo>
                <a:cubicBezTo>
                  <a:pt x="0" y="46783"/>
                  <a:pt x="687" y="44128"/>
                  <a:pt x="2060" y="41885"/>
                </a:cubicBezTo>
                <a:cubicBezTo>
                  <a:pt x="3937" y="38773"/>
                  <a:pt x="7198" y="35843"/>
                  <a:pt x="11845" y="33096"/>
                </a:cubicBezTo>
                <a:cubicBezTo>
                  <a:pt x="16491" y="30350"/>
                  <a:pt x="24216" y="27008"/>
                  <a:pt x="35019" y="23071"/>
                </a:cubicBezTo>
                <a:lnTo>
                  <a:pt x="35019" y="20599"/>
                </a:lnTo>
                <a:cubicBezTo>
                  <a:pt x="35019" y="14328"/>
                  <a:pt x="34024" y="10025"/>
                  <a:pt x="32032" y="7690"/>
                </a:cubicBezTo>
                <a:cubicBezTo>
                  <a:pt x="30041" y="5356"/>
                  <a:pt x="27146" y="4189"/>
                  <a:pt x="23346" y="4189"/>
                </a:cubicBezTo>
                <a:cubicBezTo>
                  <a:pt x="20462" y="4189"/>
                  <a:pt x="18173" y="4964"/>
                  <a:pt x="16480" y="6515"/>
                </a:cubicBezTo>
                <a:cubicBezTo>
                  <a:pt x="14740" y="8065"/>
                  <a:pt x="13870" y="9844"/>
                  <a:pt x="13870" y="11851"/>
                </a:cubicBezTo>
                <a:lnTo>
                  <a:pt x="14008" y="15819"/>
                </a:lnTo>
                <a:cubicBezTo>
                  <a:pt x="14008" y="17916"/>
                  <a:pt x="13470" y="19534"/>
                  <a:pt x="12394" y="20674"/>
                </a:cubicBezTo>
                <a:cubicBezTo>
                  <a:pt x="11318" y="21815"/>
                  <a:pt x="9911" y="22385"/>
                  <a:pt x="8171" y="22385"/>
                </a:cubicBezTo>
                <a:cubicBezTo>
                  <a:pt x="6477" y="22385"/>
                  <a:pt x="5093" y="21792"/>
                  <a:pt x="4017" y="20606"/>
                </a:cubicBezTo>
                <a:cubicBezTo>
                  <a:pt x="2941" y="19418"/>
                  <a:pt x="2403" y="17798"/>
                  <a:pt x="2403" y="15744"/>
                </a:cubicBezTo>
                <a:cubicBezTo>
                  <a:pt x="2403" y="11820"/>
                  <a:pt x="4417" y="8215"/>
                  <a:pt x="8446" y="4929"/>
                </a:cubicBezTo>
                <a:cubicBezTo>
                  <a:pt x="12474" y="1643"/>
                  <a:pt x="18128" y="0"/>
                  <a:pt x="25406" y="0"/>
                </a:cubicBezTo>
                <a:cubicBezTo>
                  <a:pt x="30991" y="0"/>
                  <a:pt x="35568" y="937"/>
                  <a:pt x="39139" y="2811"/>
                </a:cubicBezTo>
                <a:cubicBezTo>
                  <a:pt x="41840" y="4229"/>
                  <a:pt x="43831" y="6447"/>
                  <a:pt x="45113" y="9465"/>
                </a:cubicBezTo>
                <a:cubicBezTo>
                  <a:pt x="45937" y="11431"/>
                  <a:pt x="46349" y="15454"/>
                  <a:pt x="46349" y="21535"/>
                </a:cubicBezTo>
                <a:lnTo>
                  <a:pt x="46349" y="42864"/>
                </a:lnTo>
                <a:cubicBezTo>
                  <a:pt x="46349" y="48853"/>
                  <a:pt x="46463" y="52523"/>
                  <a:pt x="46692" y="53872"/>
                </a:cubicBezTo>
                <a:cubicBezTo>
                  <a:pt x="46921" y="55221"/>
                  <a:pt x="47299" y="56124"/>
                  <a:pt x="47825" y="56582"/>
                </a:cubicBezTo>
                <a:cubicBezTo>
                  <a:pt x="48352" y="57038"/>
                  <a:pt x="48958" y="57266"/>
                  <a:pt x="49645" y="57266"/>
                </a:cubicBezTo>
                <a:cubicBezTo>
                  <a:pt x="50377" y="57266"/>
                  <a:pt x="51018" y="57106"/>
                  <a:pt x="51567" y="56786"/>
                </a:cubicBezTo>
                <a:cubicBezTo>
                  <a:pt x="52529" y="56191"/>
                  <a:pt x="54383" y="54520"/>
                  <a:pt x="57129" y="51773"/>
                </a:cubicBezTo>
                <a:lnTo>
                  <a:pt x="57129" y="55618"/>
                </a:lnTo>
                <a:cubicBezTo>
                  <a:pt x="52002" y="62485"/>
                  <a:pt x="47104" y="65918"/>
                  <a:pt x="42435" y="65918"/>
                </a:cubicBezTo>
                <a:cubicBezTo>
                  <a:pt x="40192" y="65918"/>
                  <a:pt x="38407" y="65140"/>
                  <a:pt x="37079" y="63583"/>
                </a:cubicBezTo>
                <a:cubicBezTo>
                  <a:pt x="35752" y="62027"/>
                  <a:pt x="35065" y="59372"/>
                  <a:pt x="35019" y="55618"/>
                </a:cubicBezTo>
                <a:moveTo>
                  <a:pt x="35019" y="51116"/>
                </a:moveTo>
                <a:lnTo>
                  <a:pt x="35019" y="27260"/>
                </a:lnTo>
                <a:cubicBezTo>
                  <a:pt x="28107" y="29994"/>
                  <a:pt x="23644" y="31930"/>
                  <a:pt x="21629" y="33071"/>
                </a:cubicBezTo>
                <a:cubicBezTo>
                  <a:pt x="18013" y="35076"/>
                  <a:pt x="15427" y="37173"/>
                  <a:pt x="13870" y="39360"/>
                </a:cubicBezTo>
                <a:cubicBezTo>
                  <a:pt x="12314" y="41547"/>
                  <a:pt x="11536" y="43940"/>
                  <a:pt x="11536" y="46537"/>
                </a:cubicBezTo>
                <a:cubicBezTo>
                  <a:pt x="11536" y="49819"/>
                  <a:pt x="12520" y="52542"/>
                  <a:pt x="14488" y="54706"/>
                </a:cubicBezTo>
                <a:cubicBezTo>
                  <a:pt x="16457" y="56871"/>
                  <a:pt x="18723" y="57953"/>
                  <a:pt x="21286" y="57953"/>
                </a:cubicBezTo>
                <a:cubicBezTo>
                  <a:pt x="24765" y="57953"/>
                  <a:pt x="29343" y="55674"/>
                  <a:pt x="35019" y="51116"/>
                </a:cubicBezTo>
                <a:close/>
                <a:moveTo>
                  <a:pt x="115241" y="40787"/>
                </a:moveTo>
                <a:cubicBezTo>
                  <a:pt x="113548" y="49072"/>
                  <a:pt x="110229" y="55447"/>
                  <a:pt x="105285" y="59910"/>
                </a:cubicBezTo>
                <a:cubicBezTo>
                  <a:pt x="100341" y="64373"/>
                  <a:pt x="94871" y="66605"/>
                  <a:pt x="88874" y="66605"/>
                </a:cubicBezTo>
                <a:cubicBezTo>
                  <a:pt x="81733" y="66605"/>
                  <a:pt x="75507" y="63610"/>
                  <a:pt x="70197" y="57620"/>
                </a:cubicBezTo>
                <a:cubicBezTo>
                  <a:pt x="64887" y="51629"/>
                  <a:pt x="62232" y="43535"/>
                  <a:pt x="62232" y="33337"/>
                </a:cubicBezTo>
                <a:cubicBezTo>
                  <a:pt x="62232" y="23459"/>
                  <a:pt x="65173" y="15434"/>
                  <a:pt x="71056" y="9261"/>
                </a:cubicBezTo>
                <a:cubicBezTo>
                  <a:pt x="76938" y="3087"/>
                  <a:pt x="83999" y="0"/>
                  <a:pt x="92239" y="0"/>
                </a:cubicBezTo>
                <a:cubicBezTo>
                  <a:pt x="98419" y="0"/>
                  <a:pt x="103500" y="1632"/>
                  <a:pt x="107482" y="4894"/>
                </a:cubicBezTo>
                <a:cubicBezTo>
                  <a:pt x="111465" y="8156"/>
                  <a:pt x="113456" y="11544"/>
                  <a:pt x="113456" y="15057"/>
                </a:cubicBezTo>
                <a:cubicBezTo>
                  <a:pt x="113456" y="16791"/>
                  <a:pt x="112895" y="18194"/>
                  <a:pt x="111774" y="19267"/>
                </a:cubicBezTo>
                <a:cubicBezTo>
                  <a:pt x="110652" y="20338"/>
                  <a:pt x="109085" y="20874"/>
                  <a:pt x="107070" y="20874"/>
                </a:cubicBezTo>
                <a:cubicBezTo>
                  <a:pt x="104370" y="20874"/>
                  <a:pt x="102332" y="20004"/>
                  <a:pt x="100959" y="18265"/>
                </a:cubicBezTo>
                <a:cubicBezTo>
                  <a:pt x="100181" y="17303"/>
                  <a:pt x="99666" y="15472"/>
                  <a:pt x="99414" y="12772"/>
                </a:cubicBezTo>
                <a:cubicBezTo>
                  <a:pt x="99162" y="10071"/>
                  <a:pt x="98235" y="8011"/>
                  <a:pt x="96633" y="6592"/>
                </a:cubicBezTo>
                <a:cubicBezTo>
                  <a:pt x="95031" y="5219"/>
                  <a:pt x="92811" y="4532"/>
                  <a:pt x="89973" y="4532"/>
                </a:cubicBezTo>
                <a:cubicBezTo>
                  <a:pt x="85395" y="4532"/>
                  <a:pt x="81710" y="6226"/>
                  <a:pt x="78918" y="9613"/>
                </a:cubicBezTo>
                <a:cubicBezTo>
                  <a:pt x="75210" y="14099"/>
                  <a:pt x="73356" y="20027"/>
                  <a:pt x="73356" y="27397"/>
                </a:cubicBezTo>
                <a:cubicBezTo>
                  <a:pt x="73356" y="34905"/>
                  <a:pt x="75198" y="41531"/>
                  <a:pt x="78883" y="47276"/>
                </a:cubicBezTo>
                <a:cubicBezTo>
                  <a:pt x="82568" y="53021"/>
                  <a:pt x="87547" y="55893"/>
                  <a:pt x="93818" y="55893"/>
                </a:cubicBezTo>
                <a:cubicBezTo>
                  <a:pt x="98304" y="55893"/>
                  <a:pt x="102332" y="54359"/>
                  <a:pt x="105903" y="51292"/>
                </a:cubicBezTo>
                <a:cubicBezTo>
                  <a:pt x="108421" y="49187"/>
                  <a:pt x="110870" y="45364"/>
                  <a:pt x="113250" y="39825"/>
                </a:cubicBezTo>
                <a:lnTo>
                  <a:pt x="115241" y="40787"/>
                </a:lnTo>
                <a:close/>
                <a:moveTo>
                  <a:pt x="134832" y="25543"/>
                </a:moveTo>
                <a:cubicBezTo>
                  <a:pt x="134787" y="34860"/>
                  <a:pt x="137052" y="42168"/>
                  <a:pt x="141630" y="47467"/>
                </a:cubicBezTo>
                <a:cubicBezTo>
                  <a:pt x="146208" y="52764"/>
                  <a:pt x="151587" y="55412"/>
                  <a:pt x="157766" y="55412"/>
                </a:cubicBezTo>
                <a:cubicBezTo>
                  <a:pt x="161886" y="55412"/>
                  <a:pt x="165468" y="54279"/>
                  <a:pt x="168513" y="52013"/>
                </a:cubicBezTo>
                <a:cubicBezTo>
                  <a:pt x="171557" y="49747"/>
                  <a:pt x="174109" y="45868"/>
                  <a:pt x="176169" y="40375"/>
                </a:cubicBezTo>
                <a:lnTo>
                  <a:pt x="178297" y="41748"/>
                </a:lnTo>
                <a:cubicBezTo>
                  <a:pt x="177336" y="48019"/>
                  <a:pt x="174544" y="53730"/>
                  <a:pt x="169920" y="58880"/>
                </a:cubicBezTo>
                <a:cubicBezTo>
                  <a:pt x="165297" y="64030"/>
                  <a:pt x="159506" y="66605"/>
                  <a:pt x="152548" y="66605"/>
                </a:cubicBezTo>
                <a:cubicBezTo>
                  <a:pt x="144995" y="66605"/>
                  <a:pt x="138529" y="63670"/>
                  <a:pt x="133150" y="57801"/>
                </a:cubicBezTo>
                <a:cubicBezTo>
                  <a:pt x="127771" y="51930"/>
                  <a:pt x="125082" y="44038"/>
                  <a:pt x="125082" y="34124"/>
                </a:cubicBezTo>
                <a:cubicBezTo>
                  <a:pt x="125082" y="23390"/>
                  <a:pt x="127840" y="15019"/>
                  <a:pt x="133356" y="9012"/>
                </a:cubicBezTo>
                <a:cubicBezTo>
                  <a:pt x="138872" y="3004"/>
                  <a:pt x="145796" y="0"/>
                  <a:pt x="154127" y="0"/>
                </a:cubicBezTo>
                <a:cubicBezTo>
                  <a:pt x="161177" y="0"/>
                  <a:pt x="166968" y="2317"/>
                  <a:pt x="171499" y="6952"/>
                </a:cubicBezTo>
                <a:cubicBezTo>
                  <a:pt x="176031" y="11586"/>
                  <a:pt x="178297" y="17783"/>
                  <a:pt x="178297" y="25543"/>
                </a:cubicBezTo>
                <a:lnTo>
                  <a:pt x="134832" y="25543"/>
                </a:lnTo>
                <a:moveTo>
                  <a:pt x="134832" y="21561"/>
                </a:moveTo>
                <a:lnTo>
                  <a:pt x="163946" y="21561"/>
                </a:lnTo>
                <a:cubicBezTo>
                  <a:pt x="163717" y="17532"/>
                  <a:pt x="163237" y="14694"/>
                  <a:pt x="162504" y="13046"/>
                </a:cubicBezTo>
                <a:cubicBezTo>
                  <a:pt x="161360" y="10483"/>
                  <a:pt x="159655" y="8469"/>
                  <a:pt x="157389" y="7004"/>
                </a:cubicBezTo>
                <a:cubicBezTo>
                  <a:pt x="155123" y="5539"/>
                  <a:pt x="152754" y="4807"/>
                  <a:pt x="150282" y="4807"/>
                </a:cubicBezTo>
                <a:cubicBezTo>
                  <a:pt x="146482" y="4807"/>
                  <a:pt x="143084" y="6283"/>
                  <a:pt x="140085" y="9235"/>
                </a:cubicBezTo>
                <a:cubicBezTo>
                  <a:pt x="137087" y="12188"/>
                  <a:pt x="135336" y="16296"/>
                  <a:pt x="134832" y="215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BA64A-7422-472A-B5B2-B9B39FC6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31" y="5652158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559EB-C45D-4C9E-ADDB-96F90307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31" y="5652158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ED109-2653-42BF-9BEF-31DF71FB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16" y="5652158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5C75F-121A-4FA2-B466-5BC58517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16" y="5652158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DE276-C23B-4519-90E1-73089D34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16" y="5319775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2ECF8-E0F5-40C1-B587-DC8610B7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16" y="5319775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BFBFBF"/>
            </a:solidFill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8F3FC-784F-4555-863B-1DF0BBD1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33" y="4984820"/>
            <a:ext cx="332398" cy="332396"/>
          </a:xfrm>
          <a:custGeom xmlns:a="http://schemas.openxmlformats.org/drawingml/2006/main">
            <a:pathLst>
              <a:path w="332398" h="332396">
                <a:moveTo>
                  <a:pt x="0" y="0"/>
                </a:moveTo>
                <a:lnTo>
                  <a:pt x="332398" y="0"/>
                </a:lnTo>
                <a:lnTo>
                  <a:pt x="332398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933EB-4C1E-47D9-B5F0-1B75E220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33" y="4984820"/>
            <a:ext cx="332398" cy="332396"/>
          </a:xfrm>
          <a:custGeom xmlns:a="http://schemas.openxmlformats.org/drawingml/2006/main">
            <a:pathLst>
              <a:path w="332398" h="332396" fill="none">
                <a:moveTo>
                  <a:pt x="0" y="0"/>
                </a:moveTo>
                <a:lnTo>
                  <a:pt x="332398" y="0"/>
                </a:lnTo>
                <a:lnTo>
                  <a:pt x="332398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1171F-8823-4D50-AA31-EB6F73DF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33" y="5652158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E17D2-827D-4B9C-8412-F8E614A7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33" y="5652158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9363B-6182-46FC-9C44-64E434DF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33" y="5319775"/>
            <a:ext cx="332398" cy="332386"/>
          </a:xfrm>
          <a:custGeom xmlns:a="http://schemas.openxmlformats.org/drawingml/2006/main">
            <a:pathLst>
              <a:path w="332398" h="332386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2DFC7-5C98-44C6-9F0F-AE02FA81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33" y="5319775"/>
            <a:ext cx="332398" cy="332386"/>
          </a:xfrm>
          <a:custGeom xmlns:a="http://schemas.openxmlformats.org/drawingml/2006/main">
            <a:pathLst>
              <a:path w="332398" h="332386" fill="none">
                <a:moveTo>
                  <a:pt x="0" y="0"/>
                </a:moveTo>
                <a:lnTo>
                  <a:pt x="332398" y="0"/>
                </a:lnTo>
                <a:lnTo>
                  <a:pt x="332398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3C212-9A15-4EFD-970C-5809A06B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31" y="5319775"/>
            <a:ext cx="332384" cy="332386"/>
          </a:xfrm>
          <a:custGeom xmlns:a="http://schemas.openxmlformats.org/drawingml/2006/main">
            <a:pathLst>
              <a:path w="332384" h="332386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4130A-DD3A-4AF7-A313-2DF0ACFF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31" y="5319775"/>
            <a:ext cx="332384" cy="332386"/>
          </a:xfrm>
          <a:custGeom xmlns:a="http://schemas.openxmlformats.org/drawingml/2006/main">
            <a:pathLst>
              <a:path w="332384" h="332386" fill="none">
                <a:moveTo>
                  <a:pt x="0" y="0"/>
                </a:moveTo>
                <a:lnTo>
                  <a:pt x="332384" y="0"/>
                </a:lnTo>
                <a:lnTo>
                  <a:pt x="332384" y="332386"/>
                </a:lnTo>
                <a:lnTo>
                  <a:pt x="0" y="332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9EDB5-977C-44DB-9A16-5266E79E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31" y="4984820"/>
            <a:ext cx="332384" cy="332396"/>
          </a:xfrm>
          <a:custGeom xmlns:a="http://schemas.openxmlformats.org/drawingml/2006/main">
            <a:pathLst>
              <a:path w="332384" h="332396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7F0A2-D76E-498D-BF03-A5993E0B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31" y="4984820"/>
            <a:ext cx="332384" cy="332396"/>
          </a:xfrm>
          <a:custGeom xmlns:a="http://schemas.openxmlformats.org/drawingml/2006/main">
            <a:pathLst>
              <a:path w="332384" h="332396" fill="none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06309-B550-47F6-A84E-2D1F453E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16" y="4984820"/>
            <a:ext cx="332384" cy="332396"/>
          </a:xfrm>
          <a:custGeom xmlns:a="http://schemas.openxmlformats.org/drawingml/2006/main">
            <a:pathLst>
              <a:path w="332384" h="332396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7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DEF91-B36F-481B-8A3D-65E40B5A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16" y="4984820"/>
            <a:ext cx="332384" cy="332396"/>
          </a:xfrm>
          <a:custGeom xmlns:a="http://schemas.openxmlformats.org/drawingml/2006/main">
            <a:pathLst>
              <a:path w="332384" h="332396" fill="none">
                <a:moveTo>
                  <a:pt x="0" y="0"/>
                </a:moveTo>
                <a:lnTo>
                  <a:pt x="332384" y="0"/>
                </a:lnTo>
                <a:lnTo>
                  <a:pt x="332384" y="332396"/>
                </a:lnTo>
                <a:lnTo>
                  <a:pt x="0" y="332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00000"/>
            </a:solidFill>
            <a:miter/>
          </a:ln>
        </p:spPr>
      </p:sp>
      <p:sp>
        <p:nvSpPr>
          <p:cNvPr id="384" name="Text 1.Queryf">
            <a:extLst xmlns:a="http://schemas.openxmlformats.org/drawingml/2006/main">
              <a:ext uri="{FF2B5EF4-FFF2-40B4-BE49-F238E27FC236}">
                <a16:creationId xmlns:a16="http://schemas.microsoft.com/office/drawing/2014/main" id="{5A2802EB-9274-44C6-8A1F-20FD3E73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31" y="6072271"/>
            <a:ext cx="571839" cy="127991"/>
          </a:xfrm>
          <a:custGeom xmlns:a="http://schemas.openxmlformats.org/drawingml/2006/main">
            <a:pathLst>
              <a:path w="571839" h="127991">
                <a:moveTo>
                  <a:pt x="0" y="13664"/>
                </a:moveTo>
                <a:lnTo>
                  <a:pt x="22659" y="2609"/>
                </a:lnTo>
                <a:lnTo>
                  <a:pt x="24925" y="2609"/>
                </a:lnTo>
                <a:lnTo>
                  <a:pt x="24925" y="81230"/>
                </a:lnTo>
                <a:cubicBezTo>
                  <a:pt x="24925" y="86449"/>
                  <a:pt x="25143" y="89699"/>
                  <a:pt x="25578" y="90981"/>
                </a:cubicBezTo>
                <a:cubicBezTo>
                  <a:pt x="26013" y="92262"/>
                  <a:pt x="26917" y="93247"/>
                  <a:pt x="28290" y="93933"/>
                </a:cubicBezTo>
                <a:cubicBezTo>
                  <a:pt x="29663" y="94620"/>
                  <a:pt x="32456" y="95009"/>
                  <a:pt x="36667" y="95100"/>
                </a:cubicBezTo>
                <a:lnTo>
                  <a:pt x="36667" y="97641"/>
                </a:lnTo>
                <a:lnTo>
                  <a:pt x="1648" y="97641"/>
                </a:lnTo>
                <a:lnTo>
                  <a:pt x="1648" y="95100"/>
                </a:lnTo>
                <a:cubicBezTo>
                  <a:pt x="6043" y="95009"/>
                  <a:pt x="8881" y="94631"/>
                  <a:pt x="10162" y="93967"/>
                </a:cubicBezTo>
                <a:cubicBezTo>
                  <a:pt x="11444" y="93304"/>
                  <a:pt x="12337" y="92411"/>
                  <a:pt x="12840" y="91290"/>
                </a:cubicBezTo>
                <a:cubicBezTo>
                  <a:pt x="13344" y="90168"/>
                  <a:pt x="13596" y="86815"/>
                  <a:pt x="13596" y="81230"/>
                </a:cubicBezTo>
                <a:lnTo>
                  <a:pt x="13596" y="30968"/>
                </a:lnTo>
                <a:cubicBezTo>
                  <a:pt x="13596" y="24193"/>
                  <a:pt x="13367" y="19844"/>
                  <a:pt x="12909" y="17921"/>
                </a:cubicBezTo>
                <a:cubicBezTo>
                  <a:pt x="12589" y="16457"/>
                  <a:pt x="12005" y="15381"/>
                  <a:pt x="11158" y="14694"/>
                </a:cubicBezTo>
                <a:cubicBezTo>
                  <a:pt x="10311" y="14008"/>
                  <a:pt x="9293" y="13664"/>
                  <a:pt x="8102" y="13664"/>
                </a:cubicBezTo>
                <a:cubicBezTo>
                  <a:pt x="6409" y="13664"/>
                  <a:pt x="4051" y="14374"/>
                  <a:pt x="1030" y="15793"/>
                </a:cubicBezTo>
                <a:lnTo>
                  <a:pt x="0" y="13664"/>
                </a:lnTo>
                <a:close/>
                <a:moveTo>
                  <a:pt x="71411" y="84320"/>
                </a:moveTo>
                <a:cubicBezTo>
                  <a:pt x="73563" y="84320"/>
                  <a:pt x="75371" y="85064"/>
                  <a:pt x="76836" y="86552"/>
                </a:cubicBezTo>
                <a:cubicBezTo>
                  <a:pt x="78301" y="88039"/>
                  <a:pt x="79033" y="89836"/>
                  <a:pt x="79033" y="91942"/>
                </a:cubicBezTo>
                <a:cubicBezTo>
                  <a:pt x="79033" y="94048"/>
                  <a:pt x="78289" y="95844"/>
                  <a:pt x="76802" y="97332"/>
                </a:cubicBezTo>
                <a:cubicBezTo>
                  <a:pt x="75314" y="98820"/>
                  <a:pt x="73517" y="99564"/>
                  <a:pt x="71411" y="99564"/>
                </a:cubicBezTo>
                <a:cubicBezTo>
                  <a:pt x="69306" y="99564"/>
                  <a:pt x="67509" y="98820"/>
                  <a:pt x="66021" y="97332"/>
                </a:cubicBezTo>
                <a:cubicBezTo>
                  <a:pt x="64533" y="95844"/>
                  <a:pt x="63790" y="94048"/>
                  <a:pt x="63790" y="91942"/>
                </a:cubicBezTo>
                <a:cubicBezTo>
                  <a:pt x="63790" y="89790"/>
                  <a:pt x="64533" y="87982"/>
                  <a:pt x="66021" y="86517"/>
                </a:cubicBezTo>
                <a:cubicBezTo>
                  <a:pt x="67509" y="85053"/>
                  <a:pt x="69306" y="84320"/>
                  <a:pt x="71411" y="84320"/>
                </a:cubicBezTo>
                <a:close/>
                <a:moveTo>
                  <a:pt x="186082" y="98740"/>
                </a:moveTo>
                <a:cubicBezTo>
                  <a:pt x="190752" y="106773"/>
                  <a:pt x="195798" y="112684"/>
                  <a:pt x="201223" y="116472"/>
                </a:cubicBezTo>
                <a:cubicBezTo>
                  <a:pt x="206648" y="120262"/>
                  <a:pt x="212816" y="122430"/>
                  <a:pt x="219728" y="122978"/>
                </a:cubicBezTo>
                <a:lnTo>
                  <a:pt x="219728" y="125244"/>
                </a:lnTo>
                <a:cubicBezTo>
                  <a:pt x="213411" y="125015"/>
                  <a:pt x="206659" y="123745"/>
                  <a:pt x="199472" y="121433"/>
                </a:cubicBezTo>
                <a:cubicBezTo>
                  <a:pt x="192285" y="119122"/>
                  <a:pt x="185476" y="115917"/>
                  <a:pt x="179044" y="111820"/>
                </a:cubicBezTo>
                <a:cubicBezTo>
                  <a:pt x="172613" y="107723"/>
                  <a:pt x="167062" y="103363"/>
                  <a:pt x="162393" y="98740"/>
                </a:cubicBezTo>
                <a:cubicBezTo>
                  <a:pt x="155801" y="96085"/>
                  <a:pt x="150583" y="93269"/>
                  <a:pt x="146737" y="90294"/>
                </a:cubicBezTo>
                <a:cubicBezTo>
                  <a:pt x="141153" y="85854"/>
                  <a:pt x="136815" y="80395"/>
                  <a:pt x="133725" y="73917"/>
                </a:cubicBezTo>
                <a:cubicBezTo>
                  <a:pt x="130635" y="67440"/>
                  <a:pt x="129090" y="59784"/>
                  <a:pt x="129090" y="50949"/>
                </a:cubicBezTo>
                <a:cubicBezTo>
                  <a:pt x="129090" y="37033"/>
                  <a:pt x="133599" y="25475"/>
                  <a:pt x="142617" y="16274"/>
                </a:cubicBezTo>
                <a:cubicBezTo>
                  <a:pt x="151635" y="7072"/>
                  <a:pt x="162553" y="2472"/>
                  <a:pt x="175371" y="2472"/>
                </a:cubicBezTo>
                <a:cubicBezTo>
                  <a:pt x="187547" y="2472"/>
                  <a:pt x="198087" y="7084"/>
                  <a:pt x="206991" y="16308"/>
                </a:cubicBezTo>
                <a:cubicBezTo>
                  <a:pt x="215894" y="25532"/>
                  <a:pt x="220346" y="37170"/>
                  <a:pt x="220346" y="51224"/>
                </a:cubicBezTo>
                <a:cubicBezTo>
                  <a:pt x="220346" y="62622"/>
                  <a:pt x="217176" y="72624"/>
                  <a:pt x="210836" y="81230"/>
                </a:cubicBezTo>
                <a:cubicBezTo>
                  <a:pt x="204496" y="89836"/>
                  <a:pt x="196245" y="95673"/>
                  <a:pt x="186082" y="98740"/>
                </a:cubicBezTo>
                <a:moveTo>
                  <a:pt x="174547" y="7759"/>
                </a:moveTo>
                <a:cubicBezTo>
                  <a:pt x="166215" y="7759"/>
                  <a:pt x="159509" y="10735"/>
                  <a:pt x="154428" y="16685"/>
                </a:cubicBezTo>
                <a:cubicBezTo>
                  <a:pt x="148019" y="24147"/>
                  <a:pt x="144815" y="35568"/>
                  <a:pt x="144815" y="50949"/>
                </a:cubicBezTo>
                <a:cubicBezTo>
                  <a:pt x="144815" y="66010"/>
                  <a:pt x="148065" y="77614"/>
                  <a:pt x="154565" y="85762"/>
                </a:cubicBezTo>
                <a:cubicBezTo>
                  <a:pt x="159601" y="92033"/>
                  <a:pt x="166261" y="95169"/>
                  <a:pt x="174547" y="95169"/>
                </a:cubicBezTo>
                <a:cubicBezTo>
                  <a:pt x="183153" y="95169"/>
                  <a:pt x="190088" y="92033"/>
                  <a:pt x="195352" y="85762"/>
                </a:cubicBezTo>
                <a:cubicBezTo>
                  <a:pt x="201532" y="78346"/>
                  <a:pt x="204622" y="67406"/>
                  <a:pt x="204622" y="52940"/>
                </a:cubicBezTo>
                <a:cubicBezTo>
                  <a:pt x="204622" y="41817"/>
                  <a:pt x="202928" y="32455"/>
                  <a:pt x="199541" y="24857"/>
                </a:cubicBezTo>
                <a:cubicBezTo>
                  <a:pt x="196931" y="18997"/>
                  <a:pt x="193464" y="14683"/>
                  <a:pt x="189138" y="11913"/>
                </a:cubicBezTo>
                <a:cubicBezTo>
                  <a:pt x="184812" y="9144"/>
                  <a:pt x="179948" y="7759"/>
                  <a:pt x="174547" y="7759"/>
                </a:cubicBezTo>
                <a:close/>
                <a:moveTo>
                  <a:pt x="285211" y="34744"/>
                </a:moveTo>
                <a:lnTo>
                  <a:pt x="285211" y="72853"/>
                </a:lnTo>
                <a:cubicBezTo>
                  <a:pt x="285211" y="80132"/>
                  <a:pt x="285383" y="84583"/>
                  <a:pt x="285726" y="86208"/>
                </a:cubicBezTo>
                <a:cubicBezTo>
                  <a:pt x="286069" y="87833"/>
                  <a:pt x="286619" y="88966"/>
                  <a:pt x="287374" y="89607"/>
                </a:cubicBezTo>
                <a:cubicBezTo>
                  <a:pt x="288129" y="90248"/>
                  <a:pt x="289011" y="90569"/>
                  <a:pt x="290018" y="90569"/>
                </a:cubicBezTo>
                <a:cubicBezTo>
                  <a:pt x="291437" y="90569"/>
                  <a:pt x="293039" y="90179"/>
                  <a:pt x="294824" y="89401"/>
                </a:cubicBezTo>
                <a:lnTo>
                  <a:pt x="295786" y="91805"/>
                </a:lnTo>
                <a:lnTo>
                  <a:pt x="276971" y="99564"/>
                </a:lnTo>
                <a:lnTo>
                  <a:pt x="273881" y="99564"/>
                </a:lnTo>
                <a:lnTo>
                  <a:pt x="273881" y="86243"/>
                </a:lnTo>
                <a:cubicBezTo>
                  <a:pt x="268480" y="92102"/>
                  <a:pt x="264360" y="95787"/>
                  <a:pt x="261522" y="97298"/>
                </a:cubicBezTo>
                <a:cubicBezTo>
                  <a:pt x="258684" y="98808"/>
                  <a:pt x="255685" y="99564"/>
                  <a:pt x="252527" y="99564"/>
                </a:cubicBezTo>
                <a:cubicBezTo>
                  <a:pt x="249002" y="99564"/>
                  <a:pt x="245946" y="98545"/>
                  <a:pt x="243360" y="96508"/>
                </a:cubicBezTo>
                <a:cubicBezTo>
                  <a:pt x="240773" y="94471"/>
                  <a:pt x="238977" y="91850"/>
                  <a:pt x="237970" y="88646"/>
                </a:cubicBezTo>
                <a:cubicBezTo>
                  <a:pt x="236963" y="85442"/>
                  <a:pt x="236459" y="80910"/>
                  <a:pt x="236459" y="75050"/>
                </a:cubicBezTo>
                <a:lnTo>
                  <a:pt x="236459" y="46967"/>
                </a:lnTo>
                <a:cubicBezTo>
                  <a:pt x="236459" y="43991"/>
                  <a:pt x="236139" y="41931"/>
                  <a:pt x="235498" y="40787"/>
                </a:cubicBezTo>
                <a:cubicBezTo>
                  <a:pt x="234857" y="39642"/>
                  <a:pt x="233907" y="38761"/>
                  <a:pt x="232648" y="38143"/>
                </a:cubicBezTo>
                <a:cubicBezTo>
                  <a:pt x="231389" y="37525"/>
                  <a:pt x="229112" y="37239"/>
                  <a:pt x="225816" y="37285"/>
                </a:cubicBezTo>
                <a:lnTo>
                  <a:pt x="225816" y="34744"/>
                </a:lnTo>
                <a:lnTo>
                  <a:pt x="247857" y="34744"/>
                </a:lnTo>
                <a:lnTo>
                  <a:pt x="247857" y="76733"/>
                </a:lnTo>
                <a:cubicBezTo>
                  <a:pt x="247857" y="82578"/>
                  <a:pt x="248876" y="86414"/>
                  <a:pt x="250913" y="88240"/>
                </a:cubicBezTo>
                <a:cubicBezTo>
                  <a:pt x="252950" y="90067"/>
                  <a:pt x="255411" y="90981"/>
                  <a:pt x="258294" y="90981"/>
                </a:cubicBezTo>
                <a:cubicBezTo>
                  <a:pt x="260263" y="90981"/>
                  <a:pt x="262494" y="90364"/>
                  <a:pt x="264989" y="89131"/>
                </a:cubicBezTo>
                <a:cubicBezTo>
                  <a:pt x="267484" y="87898"/>
                  <a:pt x="270448" y="85547"/>
                  <a:pt x="273881" y="82078"/>
                </a:cubicBezTo>
                <a:lnTo>
                  <a:pt x="273881" y="46531"/>
                </a:lnTo>
                <a:cubicBezTo>
                  <a:pt x="273881" y="42969"/>
                  <a:pt x="273229" y="40561"/>
                  <a:pt x="271924" y="39306"/>
                </a:cubicBezTo>
                <a:cubicBezTo>
                  <a:pt x="270620" y="38050"/>
                  <a:pt x="267908" y="37376"/>
                  <a:pt x="263788" y="37285"/>
                </a:cubicBezTo>
                <a:lnTo>
                  <a:pt x="263788" y="34744"/>
                </a:lnTo>
                <a:lnTo>
                  <a:pt x="285211" y="34744"/>
                </a:lnTo>
                <a:close/>
                <a:moveTo>
                  <a:pt x="310960" y="58502"/>
                </a:moveTo>
                <a:cubicBezTo>
                  <a:pt x="310915" y="67819"/>
                  <a:pt x="313181" y="75127"/>
                  <a:pt x="317758" y="80426"/>
                </a:cubicBezTo>
                <a:cubicBezTo>
                  <a:pt x="322336" y="85723"/>
                  <a:pt x="327715" y="88371"/>
                  <a:pt x="333894" y="88371"/>
                </a:cubicBezTo>
                <a:cubicBezTo>
                  <a:pt x="338014" y="88371"/>
                  <a:pt x="341596" y="87238"/>
                  <a:pt x="344641" y="84972"/>
                </a:cubicBezTo>
                <a:cubicBezTo>
                  <a:pt x="347685" y="82706"/>
                  <a:pt x="350237" y="78827"/>
                  <a:pt x="352297" y="73334"/>
                </a:cubicBezTo>
                <a:lnTo>
                  <a:pt x="354425" y="74707"/>
                </a:lnTo>
                <a:cubicBezTo>
                  <a:pt x="353464" y="80978"/>
                  <a:pt x="350672" y="86689"/>
                  <a:pt x="346048" y="91839"/>
                </a:cubicBezTo>
                <a:cubicBezTo>
                  <a:pt x="341425" y="96989"/>
                  <a:pt x="335634" y="99564"/>
                  <a:pt x="328676" y="99564"/>
                </a:cubicBezTo>
                <a:cubicBezTo>
                  <a:pt x="321123" y="99564"/>
                  <a:pt x="314657" y="96629"/>
                  <a:pt x="309278" y="90760"/>
                </a:cubicBezTo>
                <a:cubicBezTo>
                  <a:pt x="303899" y="84889"/>
                  <a:pt x="301210" y="76997"/>
                  <a:pt x="301210" y="67083"/>
                </a:cubicBezTo>
                <a:cubicBezTo>
                  <a:pt x="301210" y="56349"/>
                  <a:pt x="303968" y="47978"/>
                  <a:pt x="309484" y="41971"/>
                </a:cubicBezTo>
                <a:cubicBezTo>
                  <a:pt x="315000" y="35963"/>
                  <a:pt x="321924" y="32959"/>
                  <a:pt x="330255" y="32959"/>
                </a:cubicBezTo>
                <a:cubicBezTo>
                  <a:pt x="337305" y="32959"/>
                  <a:pt x="343096" y="35276"/>
                  <a:pt x="347627" y="39911"/>
                </a:cubicBezTo>
                <a:cubicBezTo>
                  <a:pt x="352159" y="44545"/>
                  <a:pt x="354425" y="50742"/>
                  <a:pt x="354425" y="58502"/>
                </a:cubicBezTo>
                <a:lnTo>
                  <a:pt x="310960" y="58502"/>
                </a:lnTo>
                <a:moveTo>
                  <a:pt x="310960" y="54520"/>
                </a:moveTo>
                <a:lnTo>
                  <a:pt x="340074" y="54520"/>
                </a:lnTo>
                <a:cubicBezTo>
                  <a:pt x="339845" y="50491"/>
                  <a:pt x="339365" y="47653"/>
                  <a:pt x="338632" y="46005"/>
                </a:cubicBezTo>
                <a:cubicBezTo>
                  <a:pt x="337488" y="43442"/>
                  <a:pt x="335783" y="41428"/>
                  <a:pt x="333517" y="39963"/>
                </a:cubicBezTo>
                <a:cubicBezTo>
                  <a:pt x="331251" y="38498"/>
                  <a:pt x="328882" y="37766"/>
                  <a:pt x="326410" y="37766"/>
                </a:cubicBezTo>
                <a:cubicBezTo>
                  <a:pt x="322611" y="37766"/>
                  <a:pt x="319212" y="39242"/>
                  <a:pt x="316213" y="42194"/>
                </a:cubicBezTo>
                <a:cubicBezTo>
                  <a:pt x="313215" y="45147"/>
                  <a:pt x="311464" y="49255"/>
                  <a:pt x="310960" y="54520"/>
                </a:cubicBezTo>
                <a:close/>
                <a:moveTo>
                  <a:pt x="381226" y="32959"/>
                </a:moveTo>
                <a:lnTo>
                  <a:pt x="381226" y="47104"/>
                </a:lnTo>
                <a:cubicBezTo>
                  <a:pt x="386490" y="37674"/>
                  <a:pt x="391892" y="32959"/>
                  <a:pt x="397431" y="32959"/>
                </a:cubicBezTo>
                <a:cubicBezTo>
                  <a:pt x="399949" y="32959"/>
                  <a:pt x="402032" y="33726"/>
                  <a:pt x="403679" y="35259"/>
                </a:cubicBezTo>
                <a:cubicBezTo>
                  <a:pt x="405327" y="36793"/>
                  <a:pt x="406151" y="38567"/>
                  <a:pt x="406151" y="40581"/>
                </a:cubicBezTo>
                <a:cubicBezTo>
                  <a:pt x="406151" y="42366"/>
                  <a:pt x="405556" y="43877"/>
                  <a:pt x="404366" y="45113"/>
                </a:cubicBezTo>
                <a:cubicBezTo>
                  <a:pt x="403176" y="46349"/>
                  <a:pt x="401757" y="46967"/>
                  <a:pt x="400109" y="46967"/>
                </a:cubicBezTo>
                <a:cubicBezTo>
                  <a:pt x="398507" y="46967"/>
                  <a:pt x="396710" y="46177"/>
                  <a:pt x="394719" y="44598"/>
                </a:cubicBezTo>
                <a:cubicBezTo>
                  <a:pt x="392727" y="43018"/>
                  <a:pt x="391251" y="42229"/>
                  <a:pt x="390290" y="42229"/>
                </a:cubicBezTo>
                <a:cubicBezTo>
                  <a:pt x="389466" y="42229"/>
                  <a:pt x="388573" y="42685"/>
                  <a:pt x="387612" y="43598"/>
                </a:cubicBezTo>
                <a:cubicBezTo>
                  <a:pt x="385552" y="45470"/>
                  <a:pt x="383423" y="48552"/>
                  <a:pt x="381226" y="52844"/>
                </a:cubicBezTo>
                <a:lnTo>
                  <a:pt x="381226" y="82910"/>
                </a:lnTo>
                <a:cubicBezTo>
                  <a:pt x="381226" y="86379"/>
                  <a:pt x="381661" y="89004"/>
                  <a:pt x="382531" y="90785"/>
                </a:cubicBezTo>
                <a:cubicBezTo>
                  <a:pt x="383126" y="92018"/>
                  <a:pt x="384179" y="93046"/>
                  <a:pt x="385689" y="93869"/>
                </a:cubicBezTo>
                <a:cubicBezTo>
                  <a:pt x="387200" y="94690"/>
                  <a:pt x="389374" y="95100"/>
                  <a:pt x="392212" y="95100"/>
                </a:cubicBezTo>
                <a:lnTo>
                  <a:pt x="392212" y="97641"/>
                </a:lnTo>
                <a:lnTo>
                  <a:pt x="360009" y="97641"/>
                </a:lnTo>
                <a:lnTo>
                  <a:pt x="360009" y="95100"/>
                </a:lnTo>
                <a:cubicBezTo>
                  <a:pt x="363213" y="95100"/>
                  <a:pt x="365593" y="94598"/>
                  <a:pt x="367150" y="93594"/>
                </a:cubicBezTo>
                <a:cubicBezTo>
                  <a:pt x="368294" y="92863"/>
                  <a:pt x="369095" y="91698"/>
                  <a:pt x="369553" y="90099"/>
                </a:cubicBezTo>
                <a:cubicBezTo>
                  <a:pt x="369782" y="89322"/>
                  <a:pt x="369896" y="87107"/>
                  <a:pt x="369896" y="83453"/>
                </a:cubicBezTo>
                <a:lnTo>
                  <a:pt x="369896" y="59131"/>
                </a:lnTo>
                <a:cubicBezTo>
                  <a:pt x="369896" y="51822"/>
                  <a:pt x="369748" y="47472"/>
                  <a:pt x="369450" y="46080"/>
                </a:cubicBezTo>
                <a:cubicBezTo>
                  <a:pt x="369152" y="44687"/>
                  <a:pt x="368603" y="43671"/>
                  <a:pt x="367802" y="43031"/>
                </a:cubicBezTo>
                <a:cubicBezTo>
                  <a:pt x="367001" y="42392"/>
                  <a:pt x="366005" y="42072"/>
                  <a:pt x="364815" y="42072"/>
                </a:cubicBezTo>
                <a:cubicBezTo>
                  <a:pt x="363396" y="42072"/>
                  <a:pt x="361794" y="42415"/>
                  <a:pt x="360009" y="43100"/>
                </a:cubicBezTo>
                <a:lnTo>
                  <a:pt x="359322" y="40632"/>
                </a:lnTo>
                <a:lnTo>
                  <a:pt x="378342" y="32959"/>
                </a:lnTo>
                <a:lnTo>
                  <a:pt x="381226" y="32959"/>
                </a:lnTo>
                <a:close/>
                <a:moveTo>
                  <a:pt x="406082" y="34744"/>
                </a:moveTo>
                <a:lnTo>
                  <a:pt x="435402" y="34744"/>
                </a:lnTo>
                <a:lnTo>
                  <a:pt x="435402" y="37285"/>
                </a:lnTo>
                <a:lnTo>
                  <a:pt x="433960" y="37285"/>
                </a:lnTo>
                <a:cubicBezTo>
                  <a:pt x="431900" y="37285"/>
                  <a:pt x="430355" y="37731"/>
                  <a:pt x="429325" y="38624"/>
                </a:cubicBezTo>
                <a:cubicBezTo>
                  <a:pt x="428295" y="39516"/>
                  <a:pt x="427780" y="40627"/>
                  <a:pt x="427780" y="41954"/>
                </a:cubicBezTo>
                <a:cubicBezTo>
                  <a:pt x="427780" y="43739"/>
                  <a:pt x="428535" y="46211"/>
                  <a:pt x="430046" y="49370"/>
                </a:cubicBezTo>
                <a:lnTo>
                  <a:pt x="445358" y="81093"/>
                </a:lnTo>
                <a:lnTo>
                  <a:pt x="459434" y="46349"/>
                </a:lnTo>
                <a:cubicBezTo>
                  <a:pt x="460213" y="44472"/>
                  <a:pt x="460602" y="42618"/>
                  <a:pt x="460602" y="40787"/>
                </a:cubicBezTo>
                <a:cubicBezTo>
                  <a:pt x="460602" y="39963"/>
                  <a:pt x="460441" y="39345"/>
                  <a:pt x="460121" y="38933"/>
                </a:cubicBezTo>
                <a:cubicBezTo>
                  <a:pt x="459755" y="38429"/>
                  <a:pt x="459183" y="38029"/>
                  <a:pt x="458404" y="37731"/>
                </a:cubicBezTo>
                <a:cubicBezTo>
                  <a:pt x="457626" y="37434"/>
                  <a:pt x="456253" y="37285"/>
                  <a:pt x="454284" y="37285"/>
                </a:cubicBezTo>
                <a:lnTo>
                  <a:pt x="454284" y="34744"/>
                </a:lnTo>
                <a:lnTo>
                  <a:pt x="474747" y="34744"/>
                </a:lnTo>
                <a:lnTo>
                  <a:pt x="474747" y="37285"/>
                </a:lnTo>
                <a:cubicBezTo>
                  <a:pt x="473053" y="37468"/>
                  <a:pt x="471748" y="37834"/>
                  <a:pt x="470833" y="38384"/>
                </a:cubicBezTo>
                <a:cubicBezTo>
                  <a:pt x="469917" y="38933"/>
                  <a:pt x="468910" y="39963"/>
                  <a:pt x="467812" y="41473"/>
                </a:cubicBezTo>
                <a:cubicBezTo>
                  <a:pt x="467400" y="42114"/>
                  <a:pt x="466621" y="43877"/>
                  <a:pt x="465477" y="46761"/>
                </a:cubicBezTo>
                <a:lnTo>
                  <a:pt x="439865" y="109520"/>
                </a:lnTo>
                <a:cubicBezTo>
                  <a:pt x="437393" y="115608"/>
                  <a:pt x="434154" y="120209"/>
                  <a:pt x="430149" y="123322"/>
                </a:cubicBezTo>
                <a:cubicBezTo>
                  <a:pt x="426143" y="126434"/>
                  <a:pt x="422287" y="127991"/>
                  <a:pt x="418579" y="127991"/>
                </a:cubicBezTo>
                <a:cubicBezTo>
                  <a:pt x="415878" y="127991"/>
                  <a:pt x="413658" y="127222"/>
                  <a:pt x="411918" y="125684"/>
                </a:cubicBezTo>
                <a:cubicBezTo>
                  <a:pt x="410179" y="124146"/>
                  <a:pt x="409309" y="122382"/>
                  <a:pt x="409309" y="120393"/>
                </a:cubicBezTo>
                <a:cubicBezTo>
                  <a:pt x="409309" y="118493"/>
                  <a:pt x="409938" y="116961"/>
                  <a:pt x="411197" y="115796"/>
                </a:cubicBezTo>
                <a:cubicBezTo>
                  <a:pt x="412456" y="114633"/>
                  <a:pt x="414184" y="114052"/>
                  <a:pt x="416381" y="114052"/>
                </a:cubicBezTo>
                <a:cubicBezTo>
                  <a:pt x="417892" y="114052"/>
                  <a:pt x="419952" y="114555"/>
                  <a:pt x="422561" y="115563"/>
                </a:cubicBezTo>
                <a:cubicBezTo>
                  <a:pt x="424392" y="116249"/>
                  <a:pt x="425537" y="116592"/>
                  <a:pt x="425995" y="116592"/>
                </a:cubicBezTo>
                <a:cubicBezTo>
                  <a:pt x="427368" y="116592"/>
                  <a:pt x="428867" y="115878"/>
                  <a:pt x="430492" y="114449"/>
                </a:cubicBezTo>
                <a:cubicBezTo>
                  <a:pt x="432117" y="113021"/>
                  <a:pt x="433754" y="110257"/>
                  <a:pt x="435402" y="106158"/>
                </a:cubicBezTo>
                <a:lnTo>
                  <a:pt x="439865" y="95169"/>
                </a:lnTo>
                <a:lnTo>
                  <a:pt x="417274" y="47722"/>
                </a:lnTo>
                <a:cubicBezTo>
                  <a:pt x="416587" y="46303"/>
                  <a:pt x="415489" y="44540"/>
                  <a:pt x="413978" y="42435"/>
                </a:cubicBezTo>
                <a:cubicBezTo>
                  <a:pt x="412834" y="40833"/>
                  <a:pt x="411895" y="39757"/>
                  <a:pt x="411163" y="39207"/>
                </a:cubicBezTo>
                <a:cubicBezTo>
                  <a:pt x="410110" y="38475"/>
                  <a:pt x="408416" y="37834"/>
                  <a:pt x="406082" y="37285"/>
                </a:cubicBezTo>
                <a:lnTo>
                  <a:pt x="406082" y="34744"/>
                </a:lnTo>
                <a:close/>
                <a:moveTo>
                  <a:pt x="539704" y="39551"/>
                </a:moveTo>
                <a:lnTo>
                  <a:pt x="539704" y="80938"/>
                </a:lnTo>
                <a:cubicBezTo>
                  <a:pt x="539704" y="86805"/>
                  <a:pt x="540345" y="90517"/>
                  <a:pt x="541626" y="92075"/>
                </a:cubicBezTo>
                <a:cubicBezTo>
                  <a:pt x="543320" y="94092"/>
                  <a:pt x="545586" y="95100"/>
                  <a:pt x="548424" y="95100"/>
                </a:cubicBezTo>
                <a:lnTo>
                  <a:pt x="554123" y="95100"/>
                </a:lnTo>
                <a:lnTo>
                  <a:pt x="554123" y="97641"/>
                </a:lnTo>
                <a:lnTo>
                  <a:pt x="516564" y="97641"/>
                </a:lnTo>
                <a:lnTo>
                  <a:pt x="516564" y="95100"/>
                </a:lnTo>
                <a:lnTo>
                  <a:pt x="519379" y="95100"/>
                </a:lnTo>
                <a:cubicBezTo>
                  <a:pt x="521210" y="95100"/>
                  <a:pt x="522881" y="94642"/>
                  <a:pt x="524391" y="93725"/>
                </a:cubicBezTo>
                <a:cubicBezTo>
                  <a:pt x="525902" y="92808"/>
                  <a:pt x="526944" y="91571"/>
                  <a:pt x="527516" y="90013"/>
                </a:cubicBezTo>
                <a:cubicBezTo>
                  <a:pt x="528088" y="88455"/>
                  <a:pt x="528374" y="85430"/>
                  <a:pt x="528374" y="80938"/>
                </a:cubicBezTo>
                <a:lnTo>
                  <a:pt x="528374" y="39551"/>
                </a:lnTo>
                <a:lnTo>
                  <a:pt x="516152" y="39551"/>
                </a:lnTo>
                <a:lnTo>
                  <a:pt x="516152" y="34744"/>
                </a:lnTo>
                <a:lnTo>
                  <a:pt x="528374" y="34744"/>
                </a:lnTo>
                <a:lnTo>
                  <a:pt x="528374" y="30607"/>
                </a:lnTo>
                <a:cubicBezTo>
                  <a:pt x="528374" y="24312"/>
                  <a:pt x="529381" y="18981"/>
                  <a:pt x="531395" y="14615"/>
                </a:cubicBezTo>
                <a:cubicBezTo>
                  <a:pt x="533409" y="10249"/>
                  <a:pt x="536488" y="6722"/>
                  <a:pt x="540631" y="4034"/>
                </a:cubicBezTo>
                <a:cubicBezTo>
                  <a:pt x="544774" y="1345"/>
                  <a:pt x="549431" y="0"/>
                  <a:pt x="554604" y="0"/>
                </a:cubicBezTo>
                <a:cubicBezTo>
                  <a:pt x="559411" y="0"/>
                  <a:pt x="563828" y="1556"/>
                  <a:pt x="567856" y="4669"/>
                </a:cubicBezTo>
                <a:cubicBezTo>
                  <a:pt x="570511" y="6729"/>
                  <a:pt x="571839" y="9041"/>
                  <a:pt x="571839" y="11604"/>
                </a:cubicBezTo>
                <a:cubicBezTo>
                  <a:pt x="571839" y="12978"/>
                  <a:pt x="571244" y="14271"/>
                  <a:pt x="570054" y="15484"/>
                </a:cubicBezTo>
                <a:cubicBezTo>
                  <a:pt x="568864" y="16697"/>
                  <a:pt x="567582" y="17303"/>
                  <a:pt x="566208" y="17303"/>
                </a:cubicBezTo>
                <a:cubicBezTo>
                  <a:pt x="565156" y="17303"/>
                  <a:pt x="564046" y="16922"/>
                  <a:pt x="562878" y="16158"/>
                </a:cubicBezTo>
                <a:cubicBezTo>
                  <a:pt x="561711" y="15394"/>
                  <a:pt x="560280" y="13751"/>
                  <a:pt x="558587" y="11229"/>
                </a:cubicBezTo>
                <a:cubicBezTo>
                  <a:pt x="556893" y="8707"/>
                  <a:pt x="555337" y="7006"/>
                  <a:pt x="553917" y="6126"/>
                </a:cubicBezTo>
                <a:cubicBezTo>
                  <a:pt x="552498" y="5246"/>
                  <a:pt x="550919" y="4807"/>
                  <a:pt x="549180" y="4807"/>
                </a:cubicBezTo>
                <a:cubicBezTo>
                  <a:pt x="547074" y="4807"/>
                  <a:pt x="545289" y="5373"/>
                  <a:pt x="543824" y="6506"/>
                </a:cubicBezTo>
                <a:cubicBezTo>
                  <a:pt x="542359" y="7638"/>
                  <a:pt x="541306" y="9393"/>
                  <a:pt x="540665" y="11772"/>
                </a:cubicBezTo>
                <a:cubicBezTo>
                  <a:pt x="540024" y="14151"/>
                  <a:pt x="539704" y="20283"/>
                  <a:pt x="539704" y="30170"/>
                </a:cubicBezTo>
                <a:lnTo>
                  <a:pt x="539704" y="34744"/>
                </a:lnTo>
                <a:lnTo>
                  <a:pt x="555909" y="34744"/>
                </a:lnTo>
                <a:lnTo>
                  <a:pt x="555909" y="39551"/>
                </a:lnTo>
                <a:lnTo>
                  <a:pt x="539704" y="39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Text romtexel/vertices">
            <a:extLst xmlns:a="http://schemas.openxmlformats.org/drawingml/2006/main">
              <a:ext uri="{FF2B5EF4-FFF2-40B4-BE49-F238E27FC236}">
                <a16:creationId xmlns:a16="http://schemas.microsoft.com/office/drawing/2014/main" id="{E8A6DA14-9FB2-43EE-ABA8-7B92BE5B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779" y="6072271"/>
            <a:ext cx="1005709" cy="99564"/>
          </a:xfrm>
          <a:custGeom xmlns:a="http://schemas.openxmlformats.org/drawingml/2006/main">
            <a:pathLst>
              <a:path w="1005709" h="99564">
                <a:moveTo>
                  <a:pt x="21904" y="32959"/>
                </a:moveTo>
                <a:lnTo>
                  <a:pt x="21904" y="47104"/>
                </a:lnTo>
                <a:cubicBezTo>
                  <a:pt x="27168" y="37674"/>
                  <a:pt x="32570" y="32959"/>
                  <a:pt x="38109" y="32959"/>
                </a:cubicBezTo>
                <a:cubicBezTo>
                  <a:pt x="40627" y="32959"/>
                  <a:pt x="42710" y="33726"/>
                  <a:pt x="44358" y="35259"/>
                </a:cubicBezTo>
                <a:cubicBezTo>
                  <a:pt x="46006" y="36793"/>
                  <a:pt x="46830" y="38567"/>
                  <a:pt x="46830" y="40581"/>
                </a:cubicBezTo>
                <a:cubicBezTo>
                  <a:pt x="46830" y="42366"/>
                  <a:pt x="46234" y="43877"/>
                  <a:pt x="45044" y="45113"/>
                </a:cubicBezTo>
                <a:cubicBezTo>
                  <a:pt x="43854" y="46349"/>
                  <a:pt x="42435" y="46967"/>
                  <a:pt x="40787" y="46967"/>
                </a:cubicBezTo>
                <a:cubicBezTo>
                  <a:pt x="39185" y="46967"/>
                  <a:pt x="37388" y="46177"/>
                  <a:pt x="35397" y="44598"/>
                </a:cubicBezTo>
                <a:cubicBezTo>
                  <a:pt x="33406" y="43018"/>
                  <a:pt x="31929" y="42229"/>
                  <a:pt x="30968" y="42229"/>
                </a:cubicBezTo>
                <a:cubicBezTo>
                  <a:pt x="30144" y="42229"/>
                  <a:pt x="29251" y="42685"/>
                  <a:pt x="28290" y="43598"/>
                </a:cubicBezTo>
                <a:cubicBezTo>
                  <a:pt x="26230" y="45470"/>
                  <a:pt x="24101" y="48552"/>
                  <a:pt x="21904" y="52844"/>
                </a:cubicBezTo>
                <a:lnTo>
                  <a:pt x="21904" y="82910"/>
                </a:lnTo>
                <a:cubicBezTo>
                  <a:pt x="21904" y="86379"/>
                  <a:pt x="22339" y="89004"/>
                  <a:pt x="23209" y="90785"/>
                </a:cubicBezTo>
                <a:cubicBezTo>
                  <a:pt x="23804" y="92018"/>
                  <a:pt x="24857" y="93046"/>
                  <a:pt x="26367" y="93869"/>
                </a:cubicBezTo>
                <a:cubicBezTo>
                  <a:pt x="27878" y="94690"/>
                  <a:pt x="30052" y="95100"/>
                  <a:pt x="32891" y="95100"/>
                </a:cubicBezTo>
                <a:lnTo>
                  <a:pt x="32891" y="97641"/>
                </a:lnTo>
                <a:lnTo>
                  <a:pt x="687" y="97641"/>
                </a:lnTo>
                <a:lnTo>
                  <a:pt x="687" y="95100"/>
                </a:lnTo>
                <a:cubicBezTo>
                  <a:pt x="3891" y="95100"/>
                  <a:pt x="6271" y="94598"/>
                  <a:pt x="7828" y="93594"/>
                </a:cubicBezTo>
                <a:cubicBezTo>
                  <a:pt x="8972" y="92863"/>
                  <a:pt x="9773" y="91698"/>
                  <a:pt x="10231" y="90099"/>
                </a:cubicBezTo>
                <a:cubicBezTo>
                  <a:pt x="10460" y="89322"/>
                  <a:pt x="10574" y="87107"/>
                  <a:pt x="10574" y="83453"/>
                </a:cubicBezTo>
                <a:lnTo>
                  <a:pt x="10574" y="59131"/>
                </a:lnTo>
                <a:cubicBezTo>
                  <a:pt x="10574" y="51822"/>
                  <a:pt x="10426" y="47472"/>
                  <a:pt x="10128" y="46080"/>
                </a:cubicBezTo>
                <a:cubicBezTo>
                  <a:pt x="9831" y="44687"/>
                  <a:pt x="9281" y="43671"/>
                  <a:pt x="8480" y="43031"/>
                </a:cubicBezTo>
                <a:cubicBezTo>
                  <a:pt x="7679" y="42392"/>
                  <a:pt x="6683" y="42072"/>
                  <a:pt x="5493" y="42072"/>
                </a:cubicBezTo>
                <a:cubicBezTo>
                  <a:pt x="4074" y="42072"/>
                  <a:pt x="2472" y="42415"/>
                  <a:pt x="687" y="43100"/>
                </a:cubicBezTo>
                <a:lnTo>
                  <a:pt x="0" y="40632"/>
                </a:lnTo>
                <a:lnTo>
                  <a:pt x="19020" y="32959"/>
                </a:lnTo>
                <a:lnTo>
                  <a:pt x="21904" y="32959"/>
                </a:lnTo>
                <a:close/>
                <a:moveTo>
                  <a:pt x="81092" y="32959"/>
                </a:moveTo>
                <a:cubicBezTo>
                  <a:pt x="90614" y="32959"/>
                  <a:pt x="98259" y="36572"/>
                  <a:pt x="104026" y="43797"/>
                </a:cubicBezTo>
                <a:cubicBezTo>
                  <a:pt x="108925" y="49970"/>
                  <a:pt x="111374" y="57058"/>
                  <a:pt x="111374" y="65062"/>
                </a:cubicBezTo>
                <a:cubicBezTo>
                  <a:pt x="111374" y="70687"/>
                  <a:pt x="110023" y="76380"/>
                  <a:pt x="107322" y="82142"/>
                </a:cubicBezTo>
                <a:cubicBezTo>
                  <a:pt x="104622" y="87903"/>
                  <a:pt x="100902" y="92247"/>
                  <a:pt x="96164" y="95173"/>
                </a:cubicBezTo>
                <a:cubicBezTo>
                  <a:pt x="91426" y="98100"/>
                  <a:pt x="86151" y="99564"/>
                  <a:pt x="80337" y="99564"/>
                </a:cubicBezTo>
                <a:cubicBezTo>
                  <a:pt x="70861" y="99564"/>
                  <a:pt x="63331" y="95791"/>
                  <a:pt x="57746" y="88245"/>
                </a:cubicBezTo>
                <a:cubicBezTo>
                  <a:pt x="53031" y="81889"/>
                  <a:pt x="50674" y="74756"/>
                  <a:pt x="50674" y="66845"/>
                </a:cubicBezTo>
                <a:cubicBezTo>
                  <a:pt x="50674" y="61083"/>
                  <a:pt x="52104" y="55355"/>
                  <a:pt x="54965" y="49662"/>
                </a:cubicBezTo>
                <a:cubicBezTo>
                  <a:pt x="57826" y="43968"/>
                  <a:pt x="61591" y="39761"/>
                  <a:pt x="66261" y="37040"/>
                </a:cubicBezTo>
                <a:cubicBezTo>
                  <a:pt x="70930" y="34319"/>
                  <a:pt x="75874" y="32959"/>
                  <a:pt x="81092" y="32959"/>
                </a:cubicBezTo>
                <a:moveTo>
                  <a:pt x="78964" y="37491"/>
                </a:moveTo>
                <a:cubicBezTo>
                  <a:pt x="76538" y="37491"/>
                  <a:pt x="74100" y="38211"/>
                  <a:pt x="71651" y="39652"/>
                </a:cubicBezTo>
                <a:cubicBezTo>
                  <a:pt x="69202" y="41092"/>
                  <a:pt x="67222" y="43618"/>
                  <a:pt x="65711" y="47231"/>
                </a:cubicBezTo>
                <a:cubicBezTo>
                  <a:pt x="64201" y="50843"/>
                  <a:pt x="63445" y="55483"/>
                  <a:pt x="63445" y="61152"/>
                </a:cubicBezTo>
                <a:cubicBezTo>
                  <a:pt x="63445" y="70296"/>
                  <a:pt x="65265" y="78183"/>
                  <a:pt x="68904" y="84814"/>
                </a:cubicBezTo>
                <a:cubicBezTo>
                  <a:pt x="72544" y="91443"/>
                  <a:pt x="77339" y="94757"/>
                  <a:pt x="83290" y="94757"/>
                </a:cubicBezTo>
                <a:cubicBezTo>
                  <a:pt x="87730" y="94757"/>
                  <a:pt x="91392" y="92928"/>
                  <a:pt x="94276" y="89270"/>
                </a:cubicBezTo>
                <a:cubicBezTo>
                  <a:pt x="97160" y="85613"/>
                  <a:pt x="98602" y="79326"/>
                  <a:pt x="98602" y="70411"/>
                </a:cubicBezTo>
                <a:cubicBezTo>
                  <a:pt x="98602" y="59255"/>
                  <a:pt x="96199" y="50476"/>
                  <a:pt x="91392" y="44074"/>
                </a:cubicBezTo>
                <a:cubicBezTo>
                  <a:pt x="88142" y="39685"/>
                  <a:pt x="83999" y="37491"/>
                  <a:pt x="78964" y="37491"/>
                </a:cubicBezTo>
                <a:close/>
                <a:moveTo>
                  <a:pt x="139320" y="46349"/>
                </a:moveTo>
                <a:cubicBezTo>
                  <a:pt x="143898" y="41771"/>
                  <a:pt x="146599" y="39139"/>
                  <a:pt x="147423" y="38452"/>
                </a:cubicBezTo>
                <a:cubicBezTo>
                  <a:pt x="149482" y="36713"/>
                  <a:pt x="151703" y="35362"/>
                  <a:pt x="154083" y="34401"/>
                </a:cubicBezTo>
                <a:cubicBezTo>
                  <a:pt x="156463" y="33440"/>
                  <a:pt x="158821" y="32959"/>
                  <a:pt x="161156" y="32959"/>
                </a:cubicBezTo>
                <a:cubicBezTo>
                  <a:pt x="165092" y="32959"/>
                  <a:pt x="168480" y="34103"/>
                  <a:pt x="171318" y="36392"/>
                </a:cubicBezTo>
                <a:cubicBezTo>
                  <a:pt x="174156" y="38681"/>
                  <a:pt x="176056" y="42000"/>
                  <a:pt x="177017" y="46349"/>
                </a:cubicBezTo>
                <a:cubicBezTo>
                  <a:pt x="181732" y="40855"/>
                  <a:pt x="185715" y="37251"/>
                  <a:pt x="188965" y="35534"/>
                </a:cubicBezTo>
                <a:cubicBezTo>
                  <a:pt x="192215" y="33817"/>
                  <a:pt x="195557" y="32959"/>
                  <a:pt x="198990" y="32959"/>
                </a:cubicBezTo>
                <a:cubicBezTo>
                  <a:pt x="202332" y="32959"/>
                  <a:pt x="205296" y="33816"/>
                  <a:pt x="207882" y="35530"/>
                </a:cubicBezTo>
                <a:cubicBezTo>
                  <a:pt x="210468" y="37242"/>
                  <a:pt x="212517" y="40039"/>
                  <a:pt x="214028" y="43922"/>
                </a:cubicBezTo>
                <a:cubicBezTo>
                  <a:pt x="215035" y="46571"/>
                  <a:pt x="215538" y="50727"/>
                  <a:pt x="215538" y="56391"/>
                </a:cubicBezTo>
                <a:lnTo>
                  <a:pt x="215538" y="83385"/>
                </a:lnTo>
                <a:cubicBezTo>
                  <a:pt x="215538" y="87313"/>
                  <a:pt x="215836" y="90008"/>
                  <a:pt x="216431" y="91470"/>
                </a:cubicBezTo>
                <a:cubicBezTo>
                  <a:pt x="216889" y="92474"/>
                  <a:pt x="217736" y="93330"/>
                  <a:pt x="218971" y="94038"/>
                </a:cubicBezTo>
                <a:cubicBezTo>
                  <a:pt x="220207" y="94746"/>
                  <a:pt x="222222" y="95100"/>
                  <a:pt x="225014" y="95100"/>
                </a:cubicBezTo>
                <a:lnTo>
                  <a:pt x="225014" y="97641"/>
                </a:lnTo>
                <a:lnTo>
                  <a:pt x="193977" y="97641"/>
                </a:lnTo>
                <a:lnTo>
                  <a:pt x="193977" y="95100"/>
                </a:lnTo>
                <a:lnTo>
                  <a:pt x="195282" y="95100"/>
                </a:lnTo>
                <a:cubicBezTo>
                  <a:pt x="197983" y="95100"/>
                  <a:pt x="200089" y="94577"/>
                  <a:pt x="201599" y="93530"/>
                </a:cubicBezTo>
                <a:cubicBezTo>
                  <a:pt x="202652" y="92800"/>
                  <a:pt x="203407" y="91639"/>
                  <a:pt x="203865" y="90045"/>
                </a:cubicBezTo>
                <a:cubicBezTo>
                  <a:pt x="204048" y="89271"/>
                  <a:pt x="204140" y="87062"/>
                  <a:pt x="204140" y="83419"/>
                </a:cubicBezTo>
                <a:lnTo>
                  <a:pt x="204140" y="56502"/>
                </a:lnTo>
                <a:cubicBezTo>
                  <a:pt x="204140" y="51401"/>
                  <a:pt x="203522" y="47803"/>
                  <a:pt x="202286" y="45709"/>
                </a:cubicBezTo>
                <a:cubicBezTo>
                  <a:pt x="200501" y="42794"/>
                  <a:pt x="197640" y="41336"/>
                  <a:pt x="193703" y="41336"/>
                </a:cubicBezTo>
                <a:cubicBezTo>
                  <a:pt x="191277" y="41336"/>
                  <a:pt x="188839" y="41940"/>
                  <a:pt x="186390" y="43147"/>
                </a:cubicBezTo>
                <a:cubicBezTo>
                  <a:pt x="183941" y="44353"/>
                  <a:pt x="180977" y="46596"/>
                  <a:pt x="177498" y="49876"/>
                </a:cubicBezTo>
                <a:lnTo>
                  <a:pt x="177360" y="50627"/>
                </a:lnTo>
                <a:lnTo>
                  <a:pt x="177498" y="53565"/>
                </a:lnTo>
                <a:lnTo>
                  <a:pt x="177498" y="83419"/>
                </a:lnTo>
                <a:cubicBezTo>
                  <a:pt x="177498" y="87700"/>
                  <a:pt x="177738" y="90365"/>
                  <a:pt x="178219" y="91412"/>
                </a:cubicBezTo>
                <a:cubicBezTo>
                  <a:pt x="178699" y="92459"/>
                  <a:pt x="179604" y="93336"/>
                  <a:pt x="180931" y="94043"/>
                </a:cubicBezTo>
                <a:cubicBezTo>
                  <a:pt x="182259" y="94748"/>
                  <a:pt x="184525" y="95100"/>
                  <a:pt x="187729" y="95100"/>
                </a:cubicBezTo>
                <a:lnTo>
                  <a:pt x="187729" y="97641"/>
                </a:lnTo>
                <a:lnTo>
                  <a:pt x="155937" y="97641"/>
                </a:lnTo>
                <a:lnTo>
                  <a:pt x="155937" y="95100"/>
                </a:lnTo>
                <a:cubicBezTo>
                  <a:pt x="159416" y="95100"/>
                  <a:pt x="161808" y="94691"/>
                  <a:pt x="163112" y="93871"/>
                </a:cubicBezTo>
                <a:cubicBezTo>
                  <a:pt x="164417" y="93051"/>
                  <a:pt x="165321" y="91822"/>
                  <a:pt x="165825" y="90182"/>
                </a:cubicBezTo>
                <a:cubicBezTo>
                  <a:pt x="166054" y="89407"/>
                  <a:pt x="166168" y="87153"/>
                  <a:pt x="166168" y="83419"/>
                </a:cubicBezTo>
                <a:lnTo>
                  <a:pt x="166168" y="56502"/>
                </a:lnTo>
                <a:cubicBezTo>
                  <a:pt x="166168" y="51401"/>
                  <a:pt x="165413" y="47735"/>
                  <a:pt x="163902" y="45503"/>
                </a:cubicBezTo>
                <a:cubicBezTo>
                  <a:pt x="161888" y="42588"/>
                  <a:pt x="159073" y="41130"/>
                  <a:pt x="155456" y="41130"/>
                </a:cubicBezTo>
                <a:cubicBezTo>
                  <a:pt x="152984" y="41130"/>
                  <a:pt x="150535" y="41790"/>
                  <a:pt x="148109" y="43111"/>
                </a:cubicBezTo>
                <a:cubicBezTo>
                  <a:pt x="144310" y="45115"/>
                  <a:pt x="141380" y="47369"/>
                  <a:pt x="139320" y="49874"/>
                </a:cubicBezTo>
                <a:lnTo>
                  <a:pt x="139320" y="83419"/>
                </a:lnTo>
                <a:cubicBezTo>
                  <a:pt x="139320" y="87517"/>
                  <a:pt x="139606" y="90182"/>
                  <a:pt x="140178" y="91412"/>
                </a:cubicBezTo>
                <a:cubicBezTo>
                  <a:pt x="140751" y="92641"/>
                  <a:pt x="141597" y="93563"/>
                  <a:pt x="142719" y="94178"/>
                </a:cubicBezTo>
                <a:cubicBezTo>
                  <a:pt x="143841" y="94793"/>
                  <a:pt x="146118" y="95100"/>
                  <a:pt x="149551" y="95100"/>
                </a:cubicBezTo>
                <a:lnTo>
                  <a:pt x="149551" y="97641"/>
                </a:lnTo>
                <a:lnTo>
                  <a:pt x="118446" y="97641"/>
                </a:lnTo>
                <a:lnTo>
                  <a:pt x="118446" y="95100"/>
                </a:lnTo>
                <a:cubicBezTo>
                  <a:pt x="121330" y="95100"/>
                  <a:pt x="123344" y="94792"/>
                  <a:pt x="124488" y="94176"/>
                </a:cubicBezTo>
                <a:cubicBezTo>
                  <a:pt x="125633" y="93559"/>
                  <a:pt x="126503" y="92577"/>
                  <a:pt x="127098" y="91229"/>
                </a:cubicBezTo>
                <a:cubicBezTo>
                  <a:pt x="127693" y="89882"/>
                  <a:pt x="127990" y="87267"/>
                  <a:pt x="127990" y="83385"/>
                </a:cubicBezTo>
                <a:lnTo>
                  <a:pt x="127990" y="59406"/>
                </a:lnTo>
                <a:cubicBezTo>
                  <a:pt x="127990" y="52508"/>
                  <a:pt x="127784" y="48054"/>
                  <a:pt x="127372" y="46046"/>
                </a:cubicBezTo>
                <a:cubicBezTo>
                  <a:pt x="127052" y="44538"/>
                  <a:pt x="126548" y="43499"/>
                  <a:pt x="125862" y="42928"/>
                </a:cubicBezTo>
                <a:cubicBezTo>
                  <a:pt x="125175" y="42357"/>
                  <a:pt x="124237" y="42072"/>
                  <a:pt x="123046" y="42072"/>
                </a:cubicBezTo>
                <a:cubicBezTo>
                  <a:pt x="121765" y="42072"/>
                  <a:pt x="120231" y="42415"/>
                  <a:pt x="118446" y="43100"/>
                </a:cubicBezTo>
                <a:lnTo>
                  <a:pt x="117416" y="40632"/>
                </a:lnTo>
                <a:lnTo>
                  <a:pt x="136367" y="32959"/>
                </a:lnTo>
                <a:lnTo>
                  <a:pt x="139320" y="32959"/>
                </a:lnTo>
                <a:lnTo>
                  <a:pt x="139320" y="46349"/>
                </a:lnTo>
                <a:close/>
                <a:moveTo>
                  <a:pt x="283472" y="14008"/>
                </a:moveTo>
                <a:lnTo>
                  <a:pt x="283472" y="34744"/>
                </a:lnTo>
                <a:lnTo>
                  <a:pt x="298166" y="34744"/>
                </a:lnTo>
                <a:lnTo>
                  <a:pt x="298166" y="39551"/>
                </a:lnTo>
                <a:lnTo>
                  <a:pt x="283472" y="39551"/>
                </a:lnTo>
                <a:lnTo>
                  <a:pt x="283472" y="80282"/>
                </a:lnTo>
                <a:cubicBezTo>
                  <a:pt x="283472" y="84352"/>
                  <a:pt x="284055" y="87095"/>
                  <a:pt x="285223" y="88513"/>
                </a:cubicBezTo>
                <a:cubicBezTo>
                  <a:pt x="286390" y="89929"/>
                  <a:pt x="287889" y="90637"/>
                  <a:pt x="289720" y="90637"/>
                </a:cubicBezTo>
                <a:cubicBezTo>
                  <a:pt x="291231" y="90637"/>
                  <a:pt x="292696" y="90168"/>
                  <a:pt x="294115" y="89230"/>
                </a:cubicBezTo>
                <a:cubicBezTo>
                  <a:pt x="295534" y="88291"/>
                  <a:pt x="296633" y="86906"/>
                  <a:pt x="297411" y="85075"/>
                </a:cubicBezTo>
                <a:lnTo>
                  <a:pt x="300089" y="85075"/>
                </a:lnTo>
                <a:cubicBezTo>
                  <a:pt x="298487" y="89574"/>
                  <a:pt x="296221" y="92977"/>
                  <a:pt x="293291" y="95283"/>
                </a:cubicBezTo>
                <a:cubicBezTo>
                  <a:pt x="290361" y="97587"/>
                  <a:pt x="287340" y="98740"/>
                  <a:pt x="284227" y="98740"/>
                </a:cubicBezTo>
                <a:cubicBezTo>
                  <a:pt x="282121" y="98740"/>
                  <a:pt x="280061" y="98155"/>
                  <a:pt x="278047" y="96987"/>
                </a:cubicBezTo>
                <a:cubicBezTo>
                  <a:pt x="276033" y="95818"/>
                  <a:pt x="274545" y="94146"/>
                  <a:pt x="273584" y="91970"/>
                </a:cubicBezTo>
                <a:cubicBezTo>
                  <a:pt x="272623" y="89793"/>
                  <a:pt x="272142" y="86435"/>
                  <a:pt x="272142" y="81898"/>
                </a:cubicBezTo>
                <a:lnTo>
                  <a:pt x="272142" y="39551"/>
                </a:lnTo>
                <a:lnTo>
                  <a:pt x="262186" y="39551"/>
                </a:lnTo>
                <a:lnTo>
                  <a:pt x="262186" y="37285"/>
                </a:lnTo>
                <a:cubicBezTo>
                  <a:pt x="264703" y="36275"/>
                  <a:pt x="267278" y="34565"/>
                  <a:pt x="269910" y="32154"/>
                </a:cubicBezTo>
                <a:cubicBezTo>
                  <a:pt x="272543" y="29744"/>
                  <a:pt x="274889" y="26886"/>
                  <a:pt x="276949" y="23580"/>
                </a:cubicBezTo>
                <a:cubicBezTo>
                  <a:pt x="278002" y="21836"/>
                  <a:pt x="279466" y="18645"/>
                  <a:pt x="281343" y="14008"/>
                </a:cubicBezTo>
                <a:lnTo>
                  <a:pt x="283472" y="14008"/>
                </a:lnTo>
                <a:close/>
                <a:moveTo>
                  <a:pt x="314875" y="58502"/>
                </a:moveTo>
                <a:cubicBezTo>
                  <a:pt x="314830" y="67819"/>
                  <a:pt x="317095" y="75127"/>
                  <a:pt x="321673" y="80426"/>
                </a:cubicBezTo>
                <a:cubicBezTo>
                  <a:pt x="326251" y="85723"/>
                  <a:pt x="331630" y="88371"/>
                  <a:pt x="337809" y="88371"/>
                </a:cubicBezTo>
                <a:cubicBezTo>
                  <a:pt x="341929" y="88371"/>
                  <a:pt x="345511" y="87238"/>
                  <a:pt x="348556" y="84972"/>
                </a:cubicBezTo>
                <a:cubicBezTo>
                  <a:pt x="351600" y="82706"/>
                  <a:pt x="354152" y="78827"/>
                  <a:pt x="356212" y="73334"/>
                </a:cubicBezTo>
                <a:lnTo>
                  <a:pt x="358340" y="74707"/>
                </a:lnTo>
                <a:cubicBezTo>
                  <a:pt x="357379" y="80978"/>
                  <a:pt x="354587" y="86689"/>
                  <a:pt x="349963" y="91839"/>
                </a:cubicBezTo>
                <a:cubicBezTo>
                  <a:pt x="345340" y="96989"/>
                  <a:pt x="339549" y="99564"/>
                  <a:pt x="332591" y="99564"/>
                </a:cubicBezTo>
                <a:cubicBezTo>
                  <a:pt x="325038" y="99564"/>
                  <a:pt x="318572" y="96629"/>
                  <a:pt x="313193" y="90760"/>
                </a:cubicBezTo>
                <a:cubicBezTo>
                  <a:pt x="307814" y="84889"/>
                  <a:pt x="305125" y="76997"/>
                  <a:pt x="305125" y="67083"/>
                </a:cubicBezTo>
                <a:cubicBezTo>
                  <a:pt x="305125" y="56349"/>
                  <a:pt x="307883" y="47978"/>
                  <a:pt x="313399" y="41971"/>
                </a:cubicBezTo>
                <a:cubicBezTo>
                  <a:pt x="318915" y="35963"/>
                  <a:pt x="325839" y="32959"/>
                  <a:pt x="334170" y="32959"/>
                </a:cubicBezTo>
                <a:cubicBezTo>
                  <a:pt x="341220" y="32959"/>
                  <a:pt x="347011" y="35276"/>
                  <a:pt x="351542" y="39911"/>
                </a:cubicBezTo>
                <a:cubicBezTo>
                  <a:pt x="356074" y="44545"/>
                  <a:pt x="358340" y="50742"/>
                  <a:pt x="358340" y="58502"/>
                </a:cubicBezTo>
                <a:lnTo>
                  <a:pt x="314875" y="58502"/>
                </a:lnTo>
                <a:moveTo>
                  <a:pt x="314875" y="54520"/>
                </a:moveTo>
                <a:lnTo>
                  <a:pt x="343989" y="54520"/>
                </a:lnTo>
                <a:cubicBezTo>
                  <a:pt x="343760" y="50491"/>
                  <a:pt x="343280" y="47653"/>
                  <a:pt x="342547" y="46005"/>
                </a:cubicBezTo>
                <a:cubicBezTo>
                  <a:pt x="341403" y="43442"/>
                  <a:pt x="339698" y="41428"/>
                  <a:pt x="337432" y="39963"/>
                </a:cubicBezTo>
                <a:cubicBezTo>
                  <a:pt x="335166" y="38498"/>
                  <a:pt x="332797" y="37766"/>
                  <a:pt x="330325" y="37766"/>
                </a:cubicBezTo>
                <a:cubicBezTo>
                  <a:pt x="326525" y="37766"/>
                  <a:pt x="323127" y="39242"/>
                  <a:pt x="320128" y="42194"/>
                </a:cubicBezTo>
                <a:cubicBezTo>
                  <a:pt x="317130" y="45147"/>
                  <a:pt x="315379" y="49255"/>
                  <a:pt x="314875" y="54520"/>
                </a:cubicBezTo>
                <a:close/>
                <a:moveTo>
                  <a:pt x="364198" y="34744"/>
                </a:moveTo>
                <a:lnTo>
                  <a:pt x="393793" y="34744"/>
                </a:lnTo>
                <a:lnTo>
                  <a:pt x="393793" y="37285"/>
                </a:lnTo>
                <a:cubicBezTo>
                  <a:pt x="391916" y="37285"/>
                  <a:pt x="390600" y="37605"/>
                  <a:pt x="389845" y="38246"/>
                </a:cubicBezTo>
                <a:cubicBezTo>
                  <a:pt x="389089" y="38887"/>
                  <a:pt x="388712" y="39734"/>
                  <a:pt x="388712" y="40787"/>
                </a:cubicBezTo>
                <a:cubicBezTo>
                  <a:pt x="388712" y="41885"/>
                  <a:pt x="389513" y="43579"/>
                  <a:pt x="391115" y="45868"/>
                </a:cubicBezTo>
                <a:cubicBezTo>
                  <a:pt x="391618" y="46600"/>
                  <a:pt x="392374" y="47745"/>
                  <a:pt x="393381" y="49301"/>
                </a:cubicBezTo>
                <a:lnTo>
                  <a:pt x="397844" y="56442"/>
                </a:lnTo>
                <a:lnTo>
                  <a:pt x="402994" y="49301"/>
                </a:lnTo>
                <a:cubicBezTo>
                  <a:pt x="406290" y="44769"/>
                  <a:pt x="407938" y="41908"/>
                  <a:pt x="407938" y="40718"/>
                </a:cubicBezTo>
                <a:cubicBezTo>
                  <a:pt x="407938" y="39757"/>
                  <a:pt x="407549" y="38944"/>
                  <a:pt x="406771" y="38281"/>
                </a:cubicBezTo>
                <a:cubicBezTo>
                  <a:pt x="405992" y="37617"/>
                  <a:pt x="404733" y="37285"/>
                  <a:pt x="402994" y="37285"/>
                </a:cubicBezTo>
                <a:lnTo>
                  <a:pt x="402994" y="34744"/>
                </a:lnTo>
                <a:lnTo>
                  <a:pt x="424280" y="34744"/>
                </a:lnTo>
                <a:lnTo>
                  <a:pt x="424280" y="37285"/>
                </a:lnTo>
                <a:cubicBezTo>
                  <a:pt x="422037" y="37422"/>
                  <a:pt x="420092" y="38040"/>
                  <a:pt x="418444" y="39139"/>
                </a:cubicBezTo>
                <a:cubicBezTo>
                  <a:pt x="416200" y="40695"/>
                  <a:pt x="413133" y="44083"/>
                  <a:pt x="409242" y="49301"/>
                </a:cubicBezTo>
                <a:lnTo>
                  <a:pt x="400659" y="60768"/>
                </a:lnTo>
                <a:lnTo>
                  <a:pt x="416315" y="83245"/>
                </a:lnTo>
                <a:cubicBezTo>
                  <a:pt x="420160" y="88773"/>
                  <a:pt x="422907" y="92096"/>
                  <a:pt x="424555" y="93216"/>
                </a:cubicBezTo>
                <a:cubicBezTo>
                  <a:pt x="426203" y="94335"/>
                  <a:pt x="428331" y="94963"/>
                  <a:pt x="430941" y="95100"/>
                </a:cubicBezTo>
                <a:lnTo>
                  <a:pt x="430941" y="97641"/>
                </a:lnTo>
                <a:lnTo>
                  <a:pt x="401277" y="97641"/>
                </a:lnTo>
                <a:lnTo>
                  <a:pt x="401277" y="95100"/>
                </a:lnTo>
                <a:cubicBezTo>
                  <a:pt x="403337" y="95100"/>
                  <a:pt x="404939" y="94644"/>
                  <a:pt x="406084" y="93731"/>
                </a:cubicBezTo>
                <a:cubicBezTo>
                  <a:pt x="406954" y="93092"/>
                  <a:pt x="407388" y="92247"/>
                  <a:pt x="407388" y="91197"/>
                </a:cubicBezTo>
                <a:cubicBezTo>
                  <a:pt x="407388" y="90147"/>
                  <a:pt x="405924" y="87499"/>
                  <a:pt x="402994" y="83254"/>
                </a:cubicBezTo>
                <a:lnTo>
                  <a:pt x="393793" y="69832"/>
                </a:lnTo>
                <a:lnTo>
                  <a:pt x="383699" y="83254"/>
                </a:lnTo>
                <a:cubicBezTo>
                  <a:pt x="380586" y="87408"/>
                  <a:pt x="379030" y="89873"/>
                  <a:pt x="379030" y="90650"/>
                </a:cubicBezTo>
                <a:cubicBezTo>
                  <a:pt x="379030" y="91746"/>
                  <a:pt x="379545" y="92739"/>
                  <a:pt x="380575" y="93628"/>
                </a:cubicBezTo>
                <a:cubicBezTo>
                  <a:pt x="381605" y="94518"/>
                  <a:pt x="383150" y="95009"/>
                  <a:pt x="385210" y="95100"/>
                </a:cubicBezTo>
                <a:lnTo>
                  <a:pt x="385210" y="97641"/>
                </a:lnTo>
                <a:lnTo>
                  <a:pt x="364679" y="97641"/>
                </a:lnTo>
                <a:lnTo>
                  <a:pt x="364679" y="95100"/>
                </a:lnTo>
                <a:cubicBezTo>
                  <a:pt x="366327" y="94872"/>
                  <a:pt x="367769" y="94301"/>
                  <a:pt x="369005" y="93388"/>
                </a:cubicBezTo>
                <a:cubicBezTo>
                  <a:pt x="370744" y="92063"/>
                  <a:pt x="373674" y="88684"/>
                  <a:pt x="377794" y="83249"/>
                </a:cubicBezTo>
                <a:lnTo>
                  <a:pt x="390978" y="65781"/>
                </a:lnTo>
                <a:lnTo>
                  <a:pt x="379030" y="48477"/>
                </a:lnTo>
                <a:cubicBezTo>
                  <a:pt x="375642" y="43533"/>
                  <a:pt x="373022" y="40432"/>
                  <a:pt x="371168" y="39173"/>
                </a:cubicBezTo>
                <a:cubicBezTo>
                  <a:pt x="369314" y="37914"/>
                  <a:pt x="366991" y="37285"/>
                  <a:pt x="364198" y="37285"/>
                </a:cubicBezTo>
                <a:lnTo>
                  <a:pt x="364198" y="34744"/>
                </a:lnTo>
                <a:close/>
                <a:moveTo>
                  <a:pt x="447626" y="58502"/>
                </a:moveTo>
                <a:cubicBezTo>
                  <a:pt x="447580" y="67819"/>
                  <a:pt x="449846" y="75127"/>
                  <a:pt x="454424" y="80426"/>
                </a:cubicBezTo>
                <a:cubicBezTo>
                  <a:pt x="459002" y="85723"/>
                  <a:pt x="464380" y="88371"/>
                  <a:pt x="470560" y="88371"/>
                </a:cubicBezTo>
                <a:cubicBezTo>
                  <a:pt x="474680" y="88371"/>
                  <a:pt x="478262" y="87238"/>
                  <a:pt x="481306" y="84972"/>
                </a:cubicBezTo>
                <a:cubicBezTo>
                  <a:pt x="484350" y="82706"/>
                  <a:pt x="486902" y="78827"/>
                  <a:pt x="488962" y="73334"/>
                </a:cubicBezTo>
                <a:lnTo>
                  <a:pt x="491091" y="74707"/>
                </a:lnTo>
                <a:cubicBezTo>
                  <a:pt x="490130" y="80978"/>
                  <a:pt x="487337" y="86689"/>
                  <a:pt x="482714" y="91839"/>
                </a:cubicBezTo>
                <a:cubicBezTo>
                  <a:pt x="478090" y="96989"/>
                  <a:pt x="472300" y="99564"/>
                  <a:pt x="465342" y="99564"/>
                </a:cubicBezTo>
                <a:cubicBezTo>
                  <a:pt x="457788" y="99564"/>
                  <a:pt x="451322" y="96629"/>
                  <a:pt x="445944" y="90760"/>
                </a:cubicBezTo>
                <a:cubicBezTo>
                  <a:pt x="440565" y="84889"/>
                  <a:pt x="437876" y="76997"/>
                  <a:pt x="437876" y="67083"/>
                </a:cubicBezTo>
                <a:cubicBezTo>
                  <a:pt x="437876" y="56349"/>
                  <a:pt x="440634" y="47978"/>
                  <a:pt x="446150" y="41971"/>
                </a:cubicBezTo>
                <a:cubicBezTo>
                  <a:pt x="451666" y="35963"/>
                  <a:pt x="458590" y="32959"/>
                  <a:pt x="466921" y="32959"/>
                </a:cubicBezTo>
                <a:cubicBezTo>
                  <a:pt x="473970" y="32959"/>
                  <a:pt x="479761" y="35276"/>
                  <a:pt x="484293" y="39911"/>
                </a:cubicBezTo>
                <a:cubicBezTo>
                  <a:pt x="488825" y="44545"/>
                  <a:pt x="491091" y="50742"/>
                  <a:pt x="491091" y="58502"/>
                </a:cubicBezTo>
                <a:lnTo>
                  <a:pt x="447626" y="58502"/>
                </a:lnTo>
                <a:moveTo>
                  <a:pt x="447626" y="54520"/>
                </a:moveTo>
                <a:lnTo>
                  <a:pt x="476740" y="54520"/>
                </a:lnTo>
                <a:cubicBezTo>
                  <a:pt x="476511" y="50491"/>
                  <a:pt x="476030" y="47653"/>
                  <a:pt x="475298" y="46005"/>
                </a:cubicBezTo>
                <a:cubicBezTo>
                  <a:pt x="474154" y="43442"/>
                  <a:pt x="472448" y="41428"/>
                  <a:pt x="470182" y="39963"/>
                </a:cubicBezTo>
                <a:cubicBezTo>
                  <a:pt x="467917" y="38498"/>
                  <a:pt x="465548" y="37766"/>
                  <a:pt x="463076" y="37766"/>
                </a:cubicBezTo>
                <a:cubicBezTo>
                  <a:pt x="459276" y="37766"/>
                  <a:pt x="455877" y="39242"/>
                  <a:pt x="452879" y="42194"/>
                </a:cubicBezTo>
                <a:cubicBezTo>
                  <a:pt x="449881" y="45147"/>
                  <a:pt x="448130" y="49255"/>
                  <a:pt x="447626" y="54520"/>
                </a:cubicBezTo>
                <a:close/>
                <a:moveTo>
                  <a:pt x="521119" y="0"/>
                </a:moveTo>
                <a:lnTo>
                  <a:pt x="521119" y="83367"/>
                </a:lnTo>
                <a:cubicBezTo>
                  <a:pt x="521119" y="87301"/>
                  <a:pt x="521406" y="89909"/>
                  <a:pt x="521978" y="91191"/>
                </a:cubicBezTo>
                <a:cubicBezTo>
                  <a:pt x="522550" y="92471"/>
                  <a:pt x="523431" y="93443"/>
                  <a:pt x="524621" y="94107"/>
                </a:cubicBezTo>
                <a:cubicBezTo>
                  <a:pt x="525812" y="94769"/>
                  <a:pt x="528032" y="95100"/>
                  <a:pt x="531282" y="95100"/>
                </a:cubicBezTo>
                <a:lnTo>
                  <a:pt x="531282" y="97641"/>
                </a:lnTo>
                <a:lnTo>
                  <a:pt x="500451" y="97641"/>
                </a:lnTo>
                <a:lnTo>
                  <a:pt x="500451" y="95100"/>
                </a:lnTo>
                <a:cubicBezTo>
                  <a:pt x="503335" y="95100"/>
                  <a:pt x="505304" y="94804"/>
                  <a:pt x="506356" y="94210"/>
                </a:cubicBezTo>
                <a:cubicBezTo>
                  <a:pt x="507409" y="93615"/>
                  <a:pt x="508233" y="92631"/>
                  <a:pt x="508828" y="91260"/>
                </a:cubicBezTo>
                <a:cubicBezTo>
                  <a:pt x="509424" y="89886"/>
                  <a:pt x="509721" y="87256"/>
                  <a:pt x="509721" y="83367"/>
                </a:cubicBezTo>
                <a:lnTo>
                  <a:pt x="509721" y="26279"/>
                </a:lnTo>
                <a:cubicBezTo>
                  <a:pt x="509721" y="19190"/>
                  <a:pt x="509561" y="14833"/>
                  <a:pt x="509240" y="13209"/>
                </a:cubicBezTo>
                <a:cubicBezTo>
                  <a:pt x="508920" y="11584"/>
                  <a:pt x="508405" y="10475"/>
                  <a:pt x="507695" y="9881"/>
                </a:cubicBezTo>
                <a:cubicBezTo>
                  <a:pt x="506986" y="9286"/>
                  <a:pt x="506082" y="8989"/>
                  <a:pt x="504983" y="8989"/>
                </a:cubicBezTo>
                <a:cubicBezTo>
                  <a:pt x="503793" y="8989"/>
                  <a:pt x="502282" y="9355"/>
                  <a:pt x="500451" y="10087"/>
                </a:cubicBezTo>
                <a:lnTo>
                  <a:pt x="499284" y="7684"/>
                </a:lnTo>
                <a:lnTo>
                  <a:pt x="518030" y="0"/>
                </a:lnTo>
                <a:lnTo>
                  <a:pt x="521119" y="0"/>
                </a:lnTo>
                <a:close/>
                <a:moveTo>
                  <a:pt x="573603" y="0"/>
                </a:moveTo>
                <a:lnTo>
                  <a:pt x="539888" y="99564"/>
                </a:lnTo>
                <a:lnTo>
                  <a:pt x="534395" y="99564"/>
                </a:lnTo>
                <a:lnTo>
                  <a:pt x="568109" y="0"/>
                </a:lnTo>
                <a:lnTo>
                  <a:pt x="573603" y="0"/>
                </a:lnTo>
                <a:close/>
                <a:moveTo>
                  <a:pt x="574450" y="34744"/>
                </a:moveTo>
                <a:lnTo>
                  <a:pt x="604045" y="34744"/>
                </a:lnTo>
                <a:lnTo>
                  <a:pt x="604045" y="37285"/>
                </a:lnTo>
                <a:lnTo>
                  <a:pt x="602122" y="37285"/>
                </a:lnTo>
                <a:cubicBezTo>
                  <a:pt x="600337" y="37285"/>
                  <a:pt x="598975" y="37720"/>
                  <a:pt x="598037" y="38590"/>
                </a:cubicBezTo>
                <a:cubicBezTo>
                  <a:pt x="597098" y="39459"/>
                  <a:pt x="596629" y="40627"/>
                  <a:pt x="596629" y="42091"/>
                </a:cubicBezTo>
                <a:cubicBezTo>
                  <a:pt x="596629" y="43694"/>
                  <a:pt x="597110" y="45593"/>
                  <a:pt x="598071" y="47791"/>
                </a:cubicBezTo>
                <a:lnTo>
                  <a:pt x="612697" y="82535"/>
                </a:lnTo>
                <a:lnTo>
                  <a:pt x="627391" y="46486"/>
                </a:lnTo>
                <a:cubicBezTo>
                  <a:pt x="628444" y="43922"/>
                  <a:pt x="628970" y="41977"/>
                  <a:pt x="628970" y="40649"/>
                </a:cubicBezTo>
                <a:cubicBezTo>
                  <a:pt x="628970" y="40009"/>
                  <a:pt x="628787" y="39482"/>
                  <a:pt x="628421" y="39070"/>
                </a:cubicBezTo>
                <a:cubicBezTo>
                  <a:pt x="627917" y="38384"/>
                  <a:pt x="627276" y="37914"/>
                  <a:pt x="626498" y="37663"/>
                </a:cubicBezTo>
                <a:cubicBezTo>
                  <a:pt x="625720" y="37411"/>
                  <a:pt x="624141" y="37285"/>
                  <a:pt x="621760" y="37285"/>
                </a:cubicBezTo>
                <a:lnTo>
                  <a:pt x="621760" y="34744"/>
                </a:lnTo>
                <a:lnTo>
                  <a:pt x="642291" y="34744"/>
                </a:lnTo>
                <a:lnTo>
                  <a:pt x="642291" y="37285"/>
                </a:lnTo>
                <a:cubicBezTo>
                  <a:pt x="639911" y="37468"/>
                  <a:pt x="638263" y="37949"/>
                  <a:pt x="637347" y="38727"/>
                </a:cubicBezTo>
                <a:cubicBezTo>
                  <a:pt x="635745" y="40100"/>
                  <a:pt x="634303" y="42389"/>
                  <a:pt x="633021" y="45593"/>
                </a:cubicBezTo>
                <a:lnTo>
                  <a:pt x="610705" y="99564"/>
                </a:lnTo>
                <a:lnTo>
                  <a:pt x="607890" y="99564"/>
                </a:lnTo>
                <a:lnTo>
                  <a:pt x="585437" y="46486"/>
                </a:lnTo>
                <a:cubicBezTo>
                  <a:pt x="584430" y="44014"/>
                  <a:pt x="583468" y="42240"/>
                  <a:pt x="582553" y="41164"/>
                </a:cubicBezTo>
                <a:cubicBezTo>
                  <a:pt x="581637" y="40089"/>
                  <a:pt x="580470" y="39185"/>
                  <a:pt x="579051" y="38452"/>
                </a:cubicBezTo>
                <a:cubicBezTo>
                  <a:pt x="578273" y="38040"/>
                  <a:pt x="576739" y="37651"/>
                  <a:pt x="574450" y="37285"/>
                </a:cubicBezTo>
                <a:lnTo>
                  <a:pt x="574450" y="34744"/>
                </a:lnTo>
                <a:close/>
                <a:moveTo>
                  <a:pt x="658566" y="58502"/>
                </a:moveTo>
                <a:cubicBezTo>
                  <a:pt x="658520" y="67819"/>
                  <a:pt x="660786" y="75127"/>
                  <a:pt x="665363" y="80426"/>
                </a:cubicBezTo>
                <a:cubicBezTo>
                  <a:pt x="669941" y="85723"/>
                  <a:pt x="675320" y="88371"/>
                  <a:pt x="681500" y="88371"/>
                </a:cubicBezTo>
                <a:cubicBezTo>
                  <a:pt x="685620" y="88371"/>
                  <a:pt x="689202" y="87238"/>
                  <a:pt x="692246" y="84972"/>
                </a:cubicBezTo>
                <a:cubicBezTo>
                  <a:pt x="695290" y="82706"/>
                  <a:pt x="697842" y="78827"/>
                  <a:pt x="699902" y="73334"/>
                </a:cubicBezTo>
                <a:lnTo>
                  <a:pt x="702030" y="74707"/>
                </a:lnTo>
                <a:cubicBezTo>
                  <a:pt x="701069" y="80978"/>
                  <a:pt x="698277" y="86689"/>
                  <a:pt x="693653" y="91839"/>
                </a:cubicBezTo>
                <a:cubicBezTo>
                  <a:pt x="689030" y="96989"/>
                  <a:pt x="683239" y="99564"/>
                  <a:pt x="676281" y="99564"/>
                </a:cubicBezTo>
                <a:cubicBezTo>
                  <a:pt x="668728" y="99564"/>
                  <a:pt x="662262" y="96629"/>
                  <a:pt x="656883" y="90760"/>
                </a:cubicBezTo>
                <a:cubicBezTo>
                  <a:pt x="651504" y="84889"/>
                  <a:pt x="648815" y="76997"/>
                  <a:pt x="648815" y="67083"/>
                </a:cubicBezTo>
                <a:cubicBezTo>
                  <a:pt x="648815" y="56349"/>
                  <a:pt x="651573" y="47978"/>
                  <a:pt x="657089" y="41971"/>
                </a:cubicBezTo>
                <a:cubicBezTo>
                  <a:pt x="662605" y="35963"/>
                  <a:pt x="669529" y="32959"/>
                  <a:pt x="677860" y="32959"/>
                </a:cubicBezTo>
                <a:cubicBezTo>
                  <a:pt x="684910" y="32959"/>
                  <a:pt x="690701" y="35276"/>
                  <a:pt x="695233" y="39911"/>
                </a:cubicBezTo>
                <a:cubicBezTo>
                  <a:pt x="699765" y="44545"/>
                  <a:pt x="702030" y="50742"/>
                  <a:pt x="702030" y="58502"/>
                </a:cubicBezTo>
                <a:lnTo>
                  <a:pt x="658566" y="58502"/>
                </a:lnTo>
                <a:moveTo>
                  <a:pt x="658566" y="54520"/>
                </a:moveTo>
                <a:lnTo>
                  <a:pt x="687679" y="54520"/>
                </a:lnTo>
                <a:cubicBezTo>
                  <a:pt x="687451" y="50491"/>
                  <a:pt x="686970" y="47653"/>
                  <a:pt x="686238" y="46005"/>
                </a:cubicBezTo>
                <a:cubicBezTo>
                  <a:pt x="685093" y="43442"/>
                  <a:pt x="683388" y="41428"/>
                  <a:pt x="681122" y="39963"/>
                </a:cubicBezTo>
                <a:cubicBezTo>
                  <a:pt x="678856" y="38498"/>
                  <a:pt x="676487" y="37766"/>
                  <a:pt x="674015" y="37766"/>
                </a:cubicBezTo>
                <a:cubicBezTo>
                  <a:pt x="670216" y="37766"/>
                  <a:pt x="666817" y="39242"/>
                  <a:pt x="663818" y="42194"/>
                </a:cubicBezTo>
                <a:cubicBezTo>
                  <a:pt x="660820" y="45147"/>
                  <a:pt x="659069" y="49255"/>
                  <a:pt x="658566" y="54520"/>
                </a:cubicBezTo>
                <a:close/>
                <a:moveTo>
                  <a:pt x="728831" y="32959"/>
                </a:moveTo>
                <a:lnTo>
                  <a:pt x="728831" y="47104"/>
                </a:lnTo>
                <a:cubicBezTo>
                  <a:pt x="734095" y="37674"/>
                  <a:pt x="739497" y="32959"/>
                  <a:pt x="745036" y="32959"/>
                </a:cubicBezTo>
                <a:cubicBezTo>
                  <a:pt x="747554" y="32959"/>
                  <a:pt x="749637" y="33726"/>
                  <a:pt x="751285" y="35259"/>
                </a:cubicBezTo>
                <a:cubicBezTo>
                  <a:pt x="752933" y="36793"/>
                  <a:pt x="753757" y="38567"/>
                  <a:pt x="753757" y="40581"/>
                </a:cubicBezTo>
                <a:cubicBezTo>
                  <a:pt x="753757" y="42366"/>
                  <a:pt x="753161" y="43877"/>
                  <a:pt x="751971" y="45113"/>
                </a:cubicBezTo>
                <a:cubicBezTo>
                  <a:pt x="750781" y="46349"/>
                  <a:pt x="749362" y="46967"/>
                  <a:pt x="747714" y="46967"/>
                </a:cubicBezTo>
                <a:cubicBezTo>
                  <a:pt x="746112" y="46967"/>
                  <a:pt x="744315" y="46177"/>
                  <a:pt x="742324" y="44598"/>
                </a:cubicBezTo>
                <a:cubicBezTo>
                  <a:pt x="740333" y="43018"/>
                  <a:pt x="738856" y="42229"/>
                  <a:pt x="737895" y="42229"/>
                </a:cubicBezTo>
                <a:cubicBezTo>
                  <a:pt x="737071" y="42229"/>
                  <a:pt x="736178" y="42685"/>
                  <a:pt x="735217" y="43598"/>
                </a:cubicBezTo>
                <a:cubicBezTo>
                  <a:pt x="733157" y="45470"/>
                  <a:pt x="731028" y="48552"/>
                  <a:pt x="728831" y="52844"/>
                </a:cubicBezTo>
                <a:lnTo>
                  <a:pt x="728831" y="82910"/>
                </a:lnTo>
                <a:cubicBezTo>
                  <a:pt x="728831" y="86379"/>
                  <a:pt x="729266" y="89004"/>
                  <a:pt x="730136" y="90785"/>
                </a:cubicBezTo>
                <a:cubicBezTo>
                  <a:pt x="730731" y="92018"/>
                  <a:pt x="731784" y="93046"/>
                  <a:pt x="733294" y="93869"/>
                </a:cubicBezTo>
                <a:cubicBezTo>
                  <a:pt x="734805" y="94690"/>
                  <a:pt x="736979" y="95100"/>
                  <a:pt x="739818" y="95100"/>
                </a:cubicBezTo>
                <a:lnTo>
                  <a:pt x="739818" y="97641"/>
                </a:lnTo>
                <a:lnTo>
                  <a:pt x="707614" y="97641"/>
                </a:lnTo>
                <a:lnTo>
                  <a:pt x="707614" y="95100"/>
                </a:lnTo>
                <a:cubicBezTo>
                  <a:pt x="710818" y="95100"/>
                  <a:pt x="713198" y="94598"/>
                  <a:pt x="714755" y="93594"/>
                </a:cubicBezTo>
                <a:cubicBezTo>
                  <a:pt x="715899" y="92863"/>
                  <a:pt x="716700" y="91698"/>
                  <a:pt x="717158" y="90099"/>
                </a:cubicBezTo>
                <a:cubicBezTo>
                  <a:pt x="717387" y="89322"/>
                  <a:pt x="717501" y="87107"/>
                  <a:pt x="717501" y="83453"/>
                </a:cubicBezTo>
                <a:lnTo>
                  <a:pt x="717501" y="59131"/>
                </a:lnTo>
                <a:cubicBezTo>
                  <a:pt x="717501" y="51822"/>
                  <a:pt x="717353" y="47472"/>
                  <a:pt x="717055" y="46080"/>
                </a:cubicBezTo>
                <a:cubicBezTo>
                  <a:pt x="716758" y="44687"/>
                  <a:pt x="716208" y="43671"/>
                  <a:pt x="715407" y="43031"/>
                </a:cubicBezTo>
                <a:cubicBezTo>
                  <a:pt x="714606" y="42392"/>
                  <a:pt x="713610" y="42072"/>
                  <a:pt x="712420" y="42072"/>
                </a:cubicBezTo>
                <a:cubicBezTo>
                  <a:pt x="711001" y="42072"/>
                  <a:pt x="709399" y="42415"/>
                  <a:pt x="707614" y="43100"/>
                </a:cubicBezTo>
                <a:lnTo>
                  <a:pt x="706927" y="40632"/>
                </a:lnTo>
                <a:lnTo>
                  <a:pt x="725947" y="32959"/>
                </a:lnTo>
                <a:lnTo>
                  <a:pt x="728831" y="32959"/>
                </a:lnTo>
                <a:close/>
                <a:moveTo>
                  <a:pt x="775522" y="14008"/>
                </a:moveTo>
                <a:lnTo>
                  <a:pt x="775522" y="34744"/>
                </a:lnTo>
                <a:lnTo>
                  <a:pt x="790216" y="34744"/>
                </a:lnTo>
                <a:lnTo>
                  <a:pt x="790216" y="39551"/>
                </a:lnTo>
                <a:lnTo>
                  <a:pt x="775522" y="39551"/>
                </a:lnTo>
                <a:lnTo>
                  <a:pt x="775522" y="80282"/>
                </a:lnTo>
                <a:cubicBezTo>
                  <a:pt x="775522" y="84352"/>
                  <a:pt x="776106" y="87095"/>
                  <a:pt x="777273" y="88513"/>
                </a:cubicBezTo>
                <a:cubicBezTo>
                  <a:pt x="778440" y="89929"/>
                  <a:pt x="779939" y="90637"/>
                  <a:pt x="781770" y="90637"/>
                </a:cubicBezTo>
                <a:cubicBezTo>
                  <a:pt x="783281" y="90637"/>
                  <a:pt x="784746" y="90168"/>
                  <a:pt x="786165" y="89230"/>
                </a:cubicBezTo>
                <a:cubicBezTo>
                  <a:pt x="787584" y="88291"/>
                  <a:pt x="788683" y="86906"/>
                  <a:pt x="789461" y="85075"/>
                </a:cubicBezTo>
                <a:lnTo>
                  <a:pt x="792139" y="85075"/>
                </a:lnTo>
                <a:cubicBezTo>
                  <a:pt x="790537" y="89574"/>
                  <a:pt x="788271" y="92977"/>
                  <a:pt x="785341" y="95283"/>
                </a:cubicBezTo>
                <a:cubicBezTo>
                  <a:pt x="782411" y="97587"/>
                  <a:pt x="779390" y="98740"/>
                  <a:pt x="776277" y="98740"/>
                </a:cubicBezTo>
                <a:cubicBezTo>
                  <a:pt x="774172" y="98740"/>
                  <a:pt x="772112" y="98155"/>
                  <a:pt x="770097" y="96987"/>
                </a:cubicBezTo>
                <a:cubicBezTo>
                  <a:pt x="768083" y="95818"/>
                  <a:pt x="766595" y="94146"/>
                  <a:pt x="765634" y="91970"/>
                </a:cubicBezTo>
                <a:cubicBezTo>
                  <a:pt x="764673" y="89793"/>
                  <a:pt x="764192" y="86435"/>
                  <a:pt x="764192" y="81898"/>
                </a:cubicBezTo>
                <a:lnTo>
                  <a:pt x="764192" y="39551"/>
                </a:lnTo>
                <a:lnTo>
                  <a:pt x="754236" y="39551"/>
                </a:lnTo>
                <a:lnTo>
                  <a:pt x="754236" y="37285"/>
                </a:lnTo>
                <a:cubicBezTo>
                  <a:pt x="756753" y="36275"/>
                  <a:pt x="759328" y="34565"/>
                  <a:pt x="761961" y="32154"/>
                </a:cubicBezTo>
                <a:cubicBezTo>
                  <a:pt x="764593" y="29744"/>
                  <a:pt x="766939" y="26886"/>
                  <a:pt x="768999" y="23580"/>
                </a:cubicBezTo>
                <a:cubicBezTo>
                  <a:pt x="770052" y="21836"/>
                  <a:pt x="771516" y="18645"/>
                  <a:pt x="773393" y="14008"/>
                </a:cubicBezTo>
                <a:lnTo>
                  <a:pt x="775522" y="14008"/>
                </a:lnTo>
                <a:close/>
                <a:moveTo>
                  <a:pt x="812350" y="0"/>
                </a:moveTo>
                <a:cubicBezTo>
                  <a:pt x="814273" y="0"/>
                  <a:pt x="815909" y="679"/>
                  <a:pt x="817260" y="2036"/>
                </a:cubicBezTo>
                <a:cubicBezTo>
                  <a:pt x="818610" y="3392"/>
                  <a:pt x="819285" y="5037"/>
                  <a:pt x="819285" y="6969"/>
                </a:cubicBezTo>
                <a:cubicBezTo>
                  <a:pt x="819285" y="8902"/>
                  <a:pt x="818610" y="10559"/>
                  <a:pt x="817260" y="11939"/>
                </a:cubicBezTo>
                <a:cubicBezTo>
                  <a:pt x="815909" y="13318"/>
                  <a:pt x="814273" y="14008"/>
                  <a:pt x="812350" y="14008"/>
                </a:cubicBezTo>
                <a:cubicBezTo>
                  <a:pt x="810427" y="14008"/>
                  <a:pt x="808779" y="13318"/>
                  <a:pt x="807406" y="11939"/>
                </a:cubicBezTo>
                <a:cubicBezTo>
                  <a:pt x="806033" y="10559"/>
                  <a:pt x="805346" y="8902"/>
                  <a:pt x="805346" y="6969"/>
                </a:cubicBezTo>
                <a:cubicBezTo>
                  <a:pt x="805346" y="5037"/>
                  <a:pt x="806021" y="3392"/>
                  <a:pt x="807372" y="2036"/>
                </a:cubicBezTo>
                <a:cubicBezTo>
                  <a:pt x="808722" y="679"/>
                  <a:pt x="810382" y="0"/>
                  <a:pt x="812350" y="0"/>
                </a:cubicBezTo>
                <a:moveTo>
                  <a:pt x="818049" y="32959"/>
                </a:moveTo>
                <a:lnTo>
                  <a:pt x="818049" y="83385"/>
                </a:lnTo>
                <a:cubicBezTo>
                  <a:pt x="818049" y="87313"/>
                  <a:pt x="818335" y="89928"/>
                  <a:pt x="818908" y="91229"/>
                </a:cubicBezTo>
                <a:cubicBezTo>
                  <a:pt x="819480" y="92531"/>
                  <a:pt x="820327" y="93502"/>
                  <a:pt x="821448" y="94141"/>
                </a:cubicBezTo>
                <a:cubicBezTo>
                  <a:pt x="822570" y="94781"/>
                  <a:pt x="824618" y="95100"/>
                  <a:pt x="827594" y="95100"/>
                </a:cubicBezTo>
                <a:lnTo>
                  <a:pt x="827594" y="97641"/>
                </a:lnTo>
                <a:lnTo>
                  <a:pt x="797038" y="97641"/>
                </a:lnTo>
                <a:lnTo>
                  <a:pt x="797038" y="95100"/>
                </a:lnTo>
                <a:cubicBezTo>
                  <a:pt x="800105" y="95100"/>
                  <a:pt x="802165" y="94804"/>
                  <a:pt x="803218" y="94210"/>
                </a:cubicBezTo>
                <a:cubicBezTo>
                  <a:pt x="804270" y="93616"/>
                  <a:pt x="805106" y="92634"/>
                  <a:pt x="805724" y="91264"/>
                </a:cubicBezTo>
                <a:cubicBezTo>
                  <a:pt x="806342" y="89893"/>
                  <a:pt x="806651" y="87267"/>
                  <a:pt x="806651" y="83385"/>
                </a:cubicBezTo>
                <a:lnTo>
                  <a:pt x="806651" y="59200"/>
                </a:lnTo>
                <a:cubicBezTo>
                  <a:pt x="806651" y="52393"/>
                  <a:pt x="806445" y="47986"/>
                  <a:pt x="806033" y="45977"/>
                </a:cubicBezTo>
                <a:cubicBezTo>
                  <a:pt x="805712" y="44515"/>
                  <a:pt x="805209" y="43499"/>
                  <a:pt x="804522" y="42928"/>
                </a:cubicBezTo>
                <a:cubicBezTo>
                  <a:pt x="803836" y="42357"/>
                  <a:pt x="802897" y="42072"/>
                  <a:pt x="801707" y="42072"/>
                </a:cubicBezTo>
                <a:cubicBezTo>
                  <a:pt x="800425" y="42072"/>
                  <a:pt x="798869" y="42415"/>
                  <a:pt x="797038" y="43100"/>
                </a:cubicBezTo>
                <a:lnTo>
                  <a:pt x="796076" y="40632"/>
                </a:lnTo>
                <a:lnTo>
                  <a:pt x="815028" y="32959"/>
                </a:lnTo>
                <a:lnTo>
                  <a:pt x="818049" y="32959"/>
                </a:lnTo>
                <a:close/>
                <a:moveTo>
                  <a:pt x="888866" y="73746"/>
                </a:moveTo>
                <a:cubicBezTo>
                  <a:pt x="887173" y="82031"/>
                  <a:pt x="883854" y="88406"/>
                  <a:pt x="878910" y="92869"/>
                </a:cubicBezTo>
                <a:cubicBezTo>
                  <a:pt x="873966" y="97332"/>
                  <a:pt x="868496" y="99564"/>
                  <a:pt x="862499" y="99564"/>
                </a:cubicBezTo>
                <a:cubicBezTo>
                  <a:pt x="855358" y="99564"/>
                  <a:pt x="849132" y="96569"/>
                  <a:pt x="843822" y="90579"/>
                </a:cubicBezTo>
                <a:cubicBezTo>
                  <a:pt x="838512" y="84588"/>
                  <a:pt x="835857" y="76494"/>
                  <a:pt x="835857" y="66296"/>
                </a:cubicBezTo>
                <a:cubicBezTo>
                  <a:pt x="835857" y="56418"/>
                  <a:pt x="838798" y="48393"/>
                  <a:pt x="844681" y="42220"/>
                </a:cubicBezTo>
                <a:cubicBezTo>
                  <a:pt x="850563" y="36046"/>
                  <a:pt x="857624" y="32959"/>
                  <a:pt x="865864" y="32959"/>
                </a:cubicBezTo>
                <a:cubicBezTo>
                  <a:pt x="872044" y="32959"/>
                  <a:pt x="877125" y="34591"/>
                  <a:pt x="881107" y="37854"/>
                </a:cubicBezTo>
                <a:cubicBezTo>
                  <a:pt x="885090" y="41115"/>
                  <a:pt x="887081" y="44503"/>
                  <a:pt x="887081" y="48016"/>
                </a:cubicBezTo>
                <a:cubicBezTo>
                  <a:pt x="887081" y="49750"/>
                  <a:pt x="886520" y="51153"/>
                  <a:pt x="885399" y="52226"/>
                </a:cubicBezTo>
                <a:cubicBezTo>
                  <a:pt x="884277" y="53297"/>
                  <a:pt x="882710" y="53833"/>
                  <a:pt x="880695" y="53833"/>
                </a:cubicBezTo>
                <a:cubicBezTo>
                  <a:pt x="877995" y="53833"/>
                  <a:pt x="875957" y="52963"/>
                  <a:pt x="874584" y="51224"/>
                </a:cubicBezTo>
                <a:cubicBezTo>
                  <a:pt x="873806" y="50262"/>
                  <a:pt x="873291" y="48431"/>
                  <a:pt x="873039" y="45731"/>
                </a:cubicBezTo>
                <a:cubicBezTo>
                  <a:pt x="872787" y="43030"/>
                  <a:pt x="871860" y="40970"/>
                  <a:pt x="870258" y="39551"/>
                </a:cubicBezTo>
                <a:cubicBezTo>
                  <a:pt x="868656" y="38178"/>
                  <a:pt x="866436" y="37491"/>
                  <a:pt x="863598" y="37491"/>
                </a:cubicBezTo>
                <a:cubicBezTo>
                  <a:pt x="859020" y="37491"/>
                  <a:pt x="855335" y="39185"/>
                  <a:pt x="852543" y="42572"/>
                </a:cubicBezTo>
                <a:cubicBezTo>
                  <a:pt x="848835" y="47058"/>
                  <a:pt x="846981" y="52986"/>
                  <a:pt x="846981" y="60356"/>
                </a:cubicBezTo>
                <a:cubicBezTo>
                  <a:pt x="846981" y="67864"/>
                  <a:pt x="848823" y="74490"/>
                  <a:pt x="852508" y="80235"/>
                </a:cubicBezTo>
                <a:cubicBezTo>
                  <a:pt x="856193" y="85980"/>
                  <a:pt x="861172" y="88852"/>
                  <a:pt x="867443" y="88852"/>
                </a:cubicBezTo>
                <a:cubicBezTo>
                  <a:pt x="871929" y="88852"/>
                  <a:pt x="875957" y="87318"/>
                  <a:pt x="879528" y="84251"/>
                </a:cubicBezTo>
                <a:cubicBezTo>
                  <a:pt x="882046" y="82146"/>
                  <a:pt x="884495" y="78323"/>
                  <a:pt x="886875" y="72784"/>
                </a:cubicBezTo>
                <a:lnTo>
                  <a:pt x="888866" y="73746"/>
                </a:lnTo>
                <a:close/>
                <a:moveTo>
                  <a:pt x="908458" y="58502"/>
                </a:moveTo>
                <a:cubicBezTo>
                  <a:pt x="908412" y="67819"/>
                  <a:pt x="910678" y="75127"/>
                  <a:pt x="915255" y="80426"/>
                </a:cubicBezTo>
                <a:cubicBezTo>
                  <a:pt x="919833" y="85723"/>
                  <a:pt x="925212" y="88371"/>
                  <a:pt x="931392" y="88371"/>
                </a:cubicBezTo>
                <a:cubicBezTo>
                  <a:pt x="935512" y="88371"/>
                  <a:pt x="939094" y="87238"/>
                  <a:pt x="942138" y="84972"/>
                </a:cubicBezTo>
                <a:cubicBezTo>
                  <a:pt x="945182" y="82706"/>
                  <a:pt x="947734" y="78827"/>
                  <a:pt x="949794" y="73334"/>
                </a:cubicBezTo>
                <a:lnTo>
                  <a:pt x="951923" y="74707"/>
                </a:lnTo>
                <a:cubicBezTo>
                  <a:pt x="950961" y="80978"/>
                  <a:pt x="948169" y="86689"/>
                  <a:pt x="943545" y="91839"/>
                </a:cubicBezTo>
                <a:cubicBezTo>
                  <a:pt x="938922" y="96989"/>
                  <a:pt x="933131" y="99564"/>
                  <a:pt x="926173" y="99564"/>
                </a:cubicBezTo>
                <a:cubicBezTo>
                  <a:pt x="918620" y="99564"/>
                  <a:pt x="912154" y="96629"/>
                  <a:pt x="906775" y="90760"/>
                </a:cubicBezTo>
                <a:cubicBezTo>
                  <a:pt x="901397" y="84889"/>
                  <a:pt x="898707" y="76997"/>
                  <a:pt x="898707" y="67083"/>
                </a:cubicBezTo>
                <a:cubicBezTo>
                  <a:pt x="898707" y="56349"/>
                  <a:pt x="901465" y="47978"/>
                  <a:pt x="906981" y="41971"/>
                </a:cubicBezTo>
                <a:cubicBezTo>
                  <a:pt x="912497" y="35963"/>
                  <a:pt x="919421" y="32959"/>
                  <a:pt x="927752" y="32959"/>
                </a:cubicBezTo>
                <a:cubicBezTo>
                  <a:pt x="934802" y="32959"/>
                  <a:pt x="940593" y="35276"/>
                  <a:pt x="945125" y="39911"/>
                </a:cubicBezTo>
                <a:cubicBezTo>
                  <a:pt x="949657" y="44545"/>
                  <a:pt x="951923" y="50742"/>
                  <a:pt x="951923" y="58502"/>
                </a:cubicBezTo>
                <a:lnTo>
                  <a:pt x="908458" y="58502"/>
                </a:lnTo>
                <a:moveTo>
                  <a:pt x="908458" y="54520"/>
                </a:moveTo>
                <a:lnTo>
                  <a:pt x="937572" y="54520"/>
                </a:lnTo>
                <a:cubicBezTo>
                  <a:pt x="937343" y="50491"/>
                  <a:pt x="936862" y="47653"/>
                  <a:pt x="936130" y="46005"/>
                </a:cubicBezTo>
                <a:cubicBezTo>
                  <a:pt x="934985" y="43442"/>
                  <a:pt x="933280" y="41428"/>
                  <a:pt x="931014" y="39963"/>
                </a:cubicBezTo>
                <a:cubicBezTo>
                  <a:pt x="928748" y="38498"/>
                  <a:pt x="926379" y="37766"/>
                  <a:pt x="923907" y="37766"/>
                </a:cubicBezTo>
                <a:cubicBezTo>
                  <a:pt x="920108" y="37766"/>
                  <a:pt x="916709" y="39242"/>
                  <a:pt x="913710" y="42194"/>
                </a:cubicBezTo>
                <a:cubicBezTo>
                  <a:pt x="910712" y="45147"/>
                  <a:pt x="908961" y="49255"/>
                  <a:pt x="908458" y="54520"/>
                </a:cubicBezTo>
                <a:close/>
                <a:moveTo>
                  <a:pt x="1000971" y="32959"/>
                </a:moveTo>
                <a:lnTo>
                  <a:pt x="1000971" y="54245"/>
                </a:lnTo>
                <a:lnTo>
                  <a:pt x="998705" y="54245"/>
                </a:lnTo>
                <a:cubicBezTo>
                  <a:pt x="996965" y="47569"/>
                  <a:pt x="994734" y="43028"/>
                  <a:pt x="992010" y="40622"/>
                </a:cubicBezTo>
                <a:cubicBezTo>
                  <a:pt x="989286" y="38214"/>
                  <a:pt x="985819" y="37010"/>
                  <a:pt x="981607" y="37010"/>
                </a:cubicBezTo>
                <a:cubicBezTo>
                  <a:pt x="978403" y="37010"/>
                  <a:pt x="975816" y="37856"/>
                  <a:pt x="973848" y="39549"/>
                </a:cubicBezTo>
                <a:cubicBezTo>
                  <a:pt x="971880" y="41240"/>
                  <a:pt x="970895" y="43114"/>
                  <a:pt x="970895" y="45173"/>
                </a:cubicBezTo>
                <a:cubicBezTo>
                  <a:pt x="970895" y="47733"/>
                  <a:pt x="971628" y="49928"/>
                  <a:pt x="973093" y="51756"/>
                </a:cubicBezTo>
                <a:cubicBezTo>
                  <a:pt x="974512" y="53631"/>
                  <a:pt x="977396" y="55620"/>
                  <a:pt x="981744" y="57723"/>
                </a:cubicBezTo>
                <a:lnTo>
                  <a:pt x="991770" y="62594"/>
                </a:lnTo>
                <a:cubicBezTo>
                  <a:pt x="1001062" y="67120"/>
                  <a:pt x="1005709" y="73088"/>
                  <a:pt x="1005709" y="80496"/>
                </a:cubicBezTo>
                <a:cubicBezTo>
                  <a:pt x="1005709" y="86211"/>
                  <a:pt x="1003546" y="90818"/>
                  <a:pt x="999220" y="94317"/>
                </a:cubicBezTo>
                <a:cubicBezTo>
                  <a:pt x="994894" y="97815"/>
                  <a:pt x="990053" y="99564"/>
                  <a:pt x="984697" y="99564"/>
                </a:cubicBezTo>
                <a:cubicBezTo>
                  <a:pt x="980852" y="99564"/>
                  <a:pt x="976457" y="98877"/>
                  <a:pt x="971513" y="97504"/>
                </a:cubicBezTo>
                <a:cubicBezTo>
                  <a:pt x="970003" y="97046"/>
                  <a:pt x="968767" y="96817"/>
                  <a:pt x="967805" y="96817"/>
                </a:cubicBezTo>
                <a:cubicBezTo>
                  <a:pt x="966753" y="96817"/>
                  <a:pt x="965929" y="97412"/>
                  <a:pt x="965334" y="98602"/>
                </a:cubicBezTo>
                <a:lnTo>
                  <a:pt x="963068" y="98602"/>
                </a:lnTo>
                <a:lnTo>
                  <a:pt x="963068" y="76080"/>
                </a:lnTo>
                <a:lnTo>
                  <a:pt x="965334" y="76080"/>
                </a:lnTo>
                <a:cubicBezTo>
                  <a:pt x="966615" y="82512"/>
                  <a:pt x="969064" y="87359"/>
                  <a:pt x="972681" y="90620"/>
                </a:cubicBezTo>
                <a:cubicBezTo>
                  <a:pt x="976297" y="93882"/>
                  <a:pt x="980348" y="95512"/>
                  <a:pt x="984834" y="95512"/>
                </a:cubicBezTo>
                <a:cubicBezTo>
                  <a:pt x="987993" y="95512"/>
                  <a:pt x="990568" y="94587"/>
                  <a:pt x="992559" y="92736"/>
                </a:cubicBezTo>
                <a:cubicBezTo>
                  <a:pt x="994550" y="90883"/>
                  <a:pt x="995546" y="88654"/>
                  <a:pt x="995546" y="86047"/>
                </a:cubicBezTo>
                <a:cubicBezTo>
                  <a:pt x="995546" y="82892"/>
                  <a:pt x="994436" y="80240"/>
                  <a:pt x="992216" y="78091"/>
                </a:cubicBezTo>
                <a:cubicBezTo>
                  <a:pt x="989996" y="75942"/>
                  <a:pt x="985567" y="73222"/>
                  <a:pt x="978929" y="69931"/>
                </a:cubicBezTo>
                <a:cubicBezTo>
                  <a:pt x="972292" y="66638"/>
                  <a:pt x="967943" y="63665"/>
                  <a:pt x="965883" y="61013"/>
                </a:cubicBezTo>
                <a:cubicBezTo>
                  <a:pt x="963823" y="58406"/>
                  <a:pt x="962793" y="55114"/>
                  <a:pt x="962793" y="51136"/>
                </a:cubicBezTo>
                <a:cubicBezTo>
                  <a:pt x="962793" y="45969"/>
                  <a:pt x="964567" y="41648"/>
                  <a:pt x="968114" y="38173"/>
                </a:cubicBezTo>
                <a:cubicBezTo>
                  <a:pt x="971662" y="34697"/>
                  <a:pt x="976251" y="32959"/>
                  <a:pt x="981882" y="32959"/>
                </a:cubicBezTo>
                <a:cubicBezTo>
                  <a:pt x="984354" y="32959"/>
                  <a:pt x="987352" y="33485"/>
                  <a:pt x="990877" y="34538"/>
                </a:cubicBezTo>
                <a:cubicBezTo>
                  <a:pt x="993212" y="35225"/>
                  <a:pt x="994768" y="35568"/>
                  <a:pt x="995546" y="35568"/>
                </a:cubicBezTo>
                <a:cubicBezTo>
                  <a:pt x="996279" y="35568"/>
                  <a:pt x="996851" y="35408"/>
                  <a:pt x="997263" y="35088"/>
                </a:cubicBezTo>
                <a:cubicBezTo>
                  <a:pt x="997675" y="34767"/>
                  <a:pt x="998155" y="34058"/>
                  <a:pt x="998705" y="32959"/>
                </a:cubicBezTo>
                <a:lnTo>
                  <a:pt x="1000971" y="32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Text 3.Sampletexturemap">
            <a:extLst xmlns:a="http://schemas.openxmlformats.org/drawingml/2006/main">
              <a:ext uri="{FF2B5EF4-FFF2-40B4-BE49-F238E27FC236}">
                <a16:creationId xmlns:a16="http://schemas.microsoft.com/office/drawing/2014/main" id="{0E2BCAE1-C9C7-4E22-B60E-F79EDC1D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44" y="4758065"/>
            <a:ext cx="1256535" cy="127716"/>
          </a:xfrm>
          <a:custGeom xmlns:a="http://schemas.openxmlformats.org/drawingml/2006/main">
            <a:pathLst>
              <a:path w="1256535" h="127716">
                <a:moveTo>
                  <a:pt x="1442" y="22179"/>
                </a:moveTo>
                <a:cubicBezTo>
                  <a:pt x="4097" y="15907"/>
                  <a:pt x="7450" y="11078"/>
                  <a:pt x="11501" y="7690"/>
                </a:cubicBezTo>
                <a:cubicBezTo>
                  <a:pt x="15553" y="4303"/>
                  <a:pt x="20600" y="2609"/>
                  <a:pt x="26642" y="2609"/>
                </a:cubicBezTo>
                <a:cubicBezTo>
                  <a:pt x="34104" y="2609"/>
                  <a:pt x="39826" y="5032"/>
                  <a:pt x="43808" y="9877"/>
                </a:cubicBezTo>
                <a:cubicBezTo>
                  <a:pt x="46830" y="13489"/>
                  <a:pt x="48340" y="17352"/>
                  <a:pt x="48340" y="21466"/>
                </a:cubicBezTo>
                <a:cubicBezTo>
                  <a:pt x="48340" y="28231"/>
                  <a:pt x="44083" y="35225"/>
                  <a:pt x="35568" y="42448"/>
                </a:cubicBezTo>
                <a:cubicBezTo>
                  <a:pt x="41291" y="44693"/>
                  <a:pt x="45616" y="47901"/>
                  <a:pt x="48546" y="52071"/>
                </a:cubicBezTo>
                <a:cubicBezTo>
                  <a:pt x="51476" y="56240"/>
                  <a:pt x="52941" y="61142"/>
                  <a:pt x="52941" y="66778"/>
                </a:cubicBezTo>
                <a:cubicBezTo>
                  <a:pt x="52941" y="74844"/>
                  <a:pt x="50377" y="81832"/>
                  <a:pt x="45250" y="87743"/>
                </a:cubicBezTo>
                <a:cubicBezTo>
                  <a:pt x="38567" y="95440"/>
                  <a:pt x="28885" y="99289"/>
                  <a:pt x="16205" y="99289"/>
                </a:cubicBezTo>
                <a:cubicBezTo>
                  <a:pt x="9934" y="99289"/>
                  <a:pt x="5665" y="98511"/>
                  <a:pt x="3399" y="96954"/>
                </a:cubicBezTo>
                <a:cubicBezTo>
                  <a:pt x="1133" y="95398"/>
                  <a:pt x="0" y="93727"/>
                  <a:pt x="0" y="91942"/>
                </a:cubicBezTo>
                <a:cubicBezTo>
                  <a:pt x="0" y="90614"/>
                  <a:pt x="538" y="89447"/>
                  <a:pt x="1614" y="88440"/>
                </a:cubicBezTo>
                <a:cubicBezTo>
                  <a:pt x="2689" y="87433"/>
                  <a:pt x="3983" y="86929"/>
                  <a:pt x="5493" y="86929"/>
                </a:cubicBezTo>
                <a:cubicBezTo>
                  <a:pt x="6638" y="86929"/>
                  <a:pt x="7805" y="87112"/>
                  <a:pt x="8995" y="87479"/>
                </a:cubicBezTo>
                <a:cubicBezTo>
                  <a:pt x="9773" y="87708"/>
                  <a:pt x="11536" y="88543"/>
                  <a:pt x="14282" y="89985"/>
                </a:cubicBezTo>
                <a:cubicBezTo>
                  <a:pt x="17029" y="91427"/>
                  <a:pt x="18929" y="92285"/>
                  <a:pt x="19982" y="92560"/>
                </a:cubicBezTo>
                <a:cubicBezTo>
                  <a:pt x="21675" y="93063"/>
                  <a:pt x="23483" y="93315"/>
                  <a:pt x="25406" y="93315"/>
                </a:cubicBezTo>
                <a:cubicBezTo>
                  <a:pt x="30075" y="93315"/>
                  <a:pt x="34138" y="91504"/>
                  <a:pt x="37594" y="87882"/>
                </a:cubicBezTo>
                <a:cubicBezTo>
                  <a:pt x="41050" y="84260"/>
                  <a:pt x="42778" y="79973"/>
                  <a:pt x="42778" y="75020"/>
                </a:cubicBezTo>
                <a:cubicBezTo>
                  <a:pt x="42778" y="71398"/>
                  <a:pt x="41977" y="67868"/>
                  <a:pt x="40375" y="64429"/>
                </a:cubicBezTo>
                <a:cubicBezTo>
                  <a:pt x="39185" y="61861"/>
                  <a:pt x="37880" y="59913"/>
                  <a:pt x="36461" y="58584"/>
                </a:cubicBezTo>
                <a:cubicBezTo>
                  <a:pt x="34493" y="56748"/>
                  <a:pt x="31792" y="55086"/>
                  <a:pt x="28359" y="53597"/>
                </a:cubicBezTo>
                <a:cubicBezTo>
                  <a:pt x="24925" y="52106"/>
                  <a:pt x="21423" y="51361"/>
                  <a:pt x="17853" y="51361"/>
                </a:cubicBezTo>
                <a:lnTo>
                  <a:pt x="15656" y="51361"/>
                </a:lnTo>
                <a:lnTo>
                  <a:pt x="15656" y="49301"/>
                </a:lnTo>
                <a:cubicBezTo>
                  <a:pt x="19272" y="48843"/>
                  <a:pt x="22900" y="47539"/>
                  <a:pt x="26539" y="45387"/>
                </a:cubicBezTo>
                <a:cubicBezTo>
                  <a:pt x="30178" y="43236"/>
                  <a:pt x="32822" y="40649"/>
                  <a:pt x="34470" y="37628"/>
                </a:cubicBezTo>
                <a:cubicBezTo>
                  <a:pt x="36118" y="34607"/>
                  <a:pt x="36942" y="31288"/>
                  <a:pt x="36942" y="27672"/>
                </a:cubicBezTo>
                <a:cubicBezTo>
                  <a:pt x="36942" y="22957"/>
                  <a:pt x="35465" y="19146"/>
                  <a:pt x="32513" y="16239"/>
                </a:cubicBezTo>
                <a:cubicBezTo>
                  <a:pt x="29560" y="13332"/>
                  <a:pt x="25887" y="11879"/>
                  <a:pt x="21492" y="11879"/>
                </a:cubicBezTo>
                <a:cubicBezTo>
                  <a:pt x="14397" y="11879"/>
                  <a:pt x="8469" y="15678"/>
                  <a:pt x="3708" y="23277"/>
                </a:cubicBezTo>
                <a:lnTo>
                  <a:pt x="1442" y="22179"/>
                </a:lnTo>
                <a:close/>
                <a:moveTo>
                  <a:pt x="82192" y="84320"/>
                </a:moveTo>
                <a:cubicBezTo>
                  <a:pt x="84344" y="84320"/>
                  <a:pt x="86152" y="85064"/>
                  <a:pt x="87617" y="86552"/>
                </a:cubicBezTo>
                <a:cubicBezTo>
                  <a:pt x="89082" y="88039"/>
                  <a:pt x="89814" y="89836"/>
                  <a:pt x="89814" y="91942"/>
                </a:cubicBezTo>
                <a:cubicBezTo>
                  <a:pt x="89814" y="94048"/>
                  <a:pt x="89070" y="95844"/>
                  <a:pt x="87582" y="97332"/>
                </a:cubicBezTo>
                <a:cubicBezTo>
                  <a:pt x="86095" y="98820"/>
                  <a:pt x="84298" y="99564"/>
                  <a:pt x="82192" y="99564"/>
                </a:cubicBezTo>
                <a:cubicBezTo>
                  <a:pt x="80086" y="99564"/>
                  <a:pt x="78290" y="98820"/>
                  <a:pt x="76802" y="97332"/>
                </a:cubicBezTo>
                <a:cubicBezTo>
                  <a:pt x="75314" y="95844"/>
                  <a:pt x="74570" y="94048"/>
                  <a:pt x="74570" y="91942"/>
                </a:cubicBezTo>
                <a:cubicBezTo>
                  <a:pt x="74570" y="89790"/>
                  <a:pt x="75314" y="87982"/>
                  <a:pt x="76802" y="86517"/>
                </a:cubicBezTo>
                <a:cubicBezTo>
                  <a:pt x="78290" y="85053"/>
                  <a:pt x="80086" y="84320"/>
                  <a:pt x="82192" y="84320"/>
                </a:cubicBezTo>
                <a:close/>
                <a:moveTo>
                  <a:pt x="199403" y="2472"/>
                </a:moveTo>
                <a:lnTo>
                  <a:pt x="199403" y="34607"/>
                </a:lnTo>
                <a:lnTo>
                  <a:pt x="196863" y="34607"/>
                </a:lnTo>
                <a:cubicBezTo>
                  <a:pt x="196039" y="28427"/>
                  <a:pt x="194563" y="23506"/>
                  <a:pt x="192434" y="19844"/>
                </a:cubicBezTo>
                <a:cubicBezTo>
                  <a:pt x="190305" y="16182"/>
                  <a:pt x="187273" y="13275"/>
                  <a:pt x="183336" y="11124"/>
                </a:cubicBezTo>
                <a:cubicBezTo>
                  <a:pt x="179399" y="8972"/>
                  <a:pt x="175325" y="7896"/>
                  <a:pt x="171113" y="7896"/>
                </a:cubicBezTo>
                <a:cubicBezTo>
                  <a:pt x="166353" y="7896"/>
                  <a:pt x="162416" y="9349"/>
                  <a:pt x="159303" y="12254"/>
                </a:cubicBezTo>
                <a:cubicBezTo>
                  <a:pt x="156190" y="15158"/>
                  <a:pt x="154634" y="18463"/>
                  <a:pt x="154634" y="22168"/>
                </a:cubicBezTo>
                <a:cubicBezTo>
                  <a:pt x="154634" y="25005"/>
                  <a:pt x="155618" y="27589"/>
                  <a:pt x="157586" y="29921"/>
                </a:cubicBezTo>
                <a:cubicBezTo>
                  <a:pt x="160425" y="33352"/>
                  <a:pt x="167177" y="37927"/>
                  <a:pt x="177843" y="43645"/>
                </a:cubicBezTo>
                <a:cubicBezTo>
                  <a:pt x="186540" y="48310"/>
                  <a:pt x="192480" y="51889"/>
                  <a:pt x="195661" y="54382"/>
                </a:cubicBezTo>
                <a:cubicBezTo>
                  <a:pt x="198843" y="56874"/>
                  <a:pt x="201292" y="59813"/>
                  <a:pt x="203008" y="63199"/>
                </a:cubicBezTo>
                <a:cubicBezTo>
                  <a:pt x="204725" y="66584"/>
                  <a:pt x="205583" y="70129"/>
                  <a:pt x="205583" y="73834"/>
                </a:cubicBezTo>
                <a:cubicBezTo>
                  <a:pt x="205583" y="80878"/>
                  <a:pt x="202848" y="86950"/>
                  <a:pt x="197378" y="92051"/>
                </a:cubicBezTo>
                <a:cubicBezTo>
                  <a:pt x="191907" y="97151"/>
                  <a:pt x="184869" y="99701"/>
                  <a:pt x="176263" y="99701"/>
                </a:cubicBezTo>
                <a:cubicBezTo>
                  <a:pt x="173562" y="99701"/>
                  <a:pt x="171022" y="99498"/>
                  <a:pt x="168641" y="99092"/>
                </a:cubicBezTo>
                <a:cubicBezTo>
                  <a:pt x="167222" y="98866"/>
                  <a:pt x="164281" y="98041"/>
                  <a:pt x="159818" y="96618"/>
                </a:cubicBezTo>
                <a:cubicBezTo>
                  <a:pt x="155355" y="95194"/>
                  <a:pt x="152528" y="94482"/>
                  <a:pt x="151338" y="94482"/>
                </a:cubicBezTo>
                <a:cubicBezTo>
                  <a:pt x="150193" y="94482"/>
                  <a:pt x="149289" y="94822"/>
                  <a:pt x="148626" y="95500"/>
                </a:cubicBezTo>
                <a:cubicBezTo>
                  <a:pt x="147962" y="96178"/>
                  <a:pt x="147470" y="97578"/>
                  <a:pt x="147149" y="99701"/>
                </a:cubicBezTo>
                <a:lnTo>
                  <a:pt x="144609" y="99701"/>
                </a:lnTo>
                <a:lnTo>
                  <a:pt x="144609" y="67841"/>
                </a:lnTo>
                <a:lnTo>
                  <a:pt x="147149" y="67841"/>
                </a:lnTo>
                <a:cubicBezTo>
                  <a:pt x="148340" y="74524"/>
                  <a:pt x="149942" y="79525"/>
                  <a:pt x="151956" y="82844"/>
                </a:cubicBezTo>
                <a:cubicBezTo>
                  <a:pt x="153970" y="86163"/>
                  <a:pt x="157049" y="88921"/>
                  <a:pt x="161191" y="91118"/>
                </a:cubicBezTo>
                <a:cubicBezTo>
                  <a:pt x="165334" y="93315"/>
                  <a:pt x="169877" y="94414"/>
                  <a:pt x="174821" y="94414"/>
                </a:cubicBezTo>
                <a:cubicBezTo>
                  <a:pt x="180543" y="94414"/>
                  <a:pt x="185064" y="92905"/>
                  <a:pt x="188383" y="89886"/>
                </a:cubicBezTo>
                <a:cubicBezTo>
                  <a:pt x="191701" y="86866"/>
                  <a:pt x="193361" y="83298"/>
                  <a:pt x="193361" y="79181"/>
                </a:cubicBezTo>
                <a:cubicBezTo>
                  <a:pt x="193361" y="76894"/>
                  <a:pt x="192731" y="74584"/>
                  <a:pt x="191473" y="72252"/>
                </a:cubicBezTo>
                <a:cubicBezTo>
                  <a:pt x="190214" y="69919"/>
                  <a:pt x="188257" y="67746"/>
                  <a:pt x="185602" y="65733"/>
                </a:cubicBezTo>
                <a:cubicBezTo>
                  <a:pt x="183816" y="64362"/>
                  <a:pt x="178941" y="61446"/>
                  <a:pt x="170976" y="56985"/>
                </a:cubicBezTo>
                <a:cubicBezTo>
                  <a:pt x="163011" y="52525"/>
                  <a:pt x="157346" y="48969"/>
                  <a:pt x="153981" y="46316"/>
                </a:cubicBezTo>
                <a:cubicBezTo>
                  <a:pt x="150617" y="43663"/>
                  <a:pt x="148065" y="40735"/>
                  <a:pt x="146325" y="37534"/>
                </a:cubicBezTo>
                <a:cubicBezTo>
                  <a:pt x="144586" y="34331"/>
                  <a:pt x="143716" y="30808"/>
                  <a:pt x="143716" y="26966"/>
                </a:cubicBezTo>
                <a:cubicBezTo>
                  <a:pt x="143716" y="20288"/>
                  <a:pt x="146280" y="14537"/>
                  <a:pt x="151407" y="9712"/>
                </a:cubicBezTo>
                <a:cubicBezTo>
                  <a:pt x="156534" y="4885"/>
                  <a:pt x="163057" y="2472"/>
                  <a:pt x="170976" y="2472"/>
                </a:cubicBezTo>
                <a:cubicBezTo>
                  <a:pt x="175920" y="2472"/>
                  <a:pt x="181161" y="3685"/>
                  <a:pt x="186700" y="6111"/>
                </a:cubicBezTo>
                <a:cubicBezTo>
                  <a:pt x="189264" y="7256"/>
                  <a:pt x="191072" y="7828"/>
                  <a:pt x="192125" y="7828"/>
                </a:cubicBezTo>
                <a:cubicBezTo>
                  <a:pt x="193315" y="7828"/>
                  <a:pt x="194288" y="7473"/>
                  <a:pt x="195043" y="6763"/>
                </a:cubicBezTo>
                <a:cubicBezTo>
                  <a:pt x="195798" y="6054"/>
                  <a:pt x="196405" y="4623"/>
                  <a:pt x="196863" y="2472"/>
                </a:cubicBezTo>
                <a:lnTo>
                  <a:pt x="199403" y="2472"/>
                </a:lnTo>
                <a:close/>
                <a:moveTo>
                  <a:pt x="253147" y="88577"/>
                </a:moveTo>
                <a:cubicBezTo>
                  <a:pt x="246692" y="93567"/>
                  <a:pt x="242641" y="96451"/>
                  <a:pt x="240993" y="97229"/>
                </a:cubicBezTo>
                <a:cubicBezTo>
                  <a:pt x="238521" y="98419"/>
                  <a:pt x="235889" y="99014"/>
                  <a:pt x="233097" y="99014"/>
                </a:cubicBezTo>
                <a:cubicBezTo>
                  <a:pt x="228748" y="99014"/>
                  <a:pt x="225166" y="97527"/>
                  <a:pt x="222350" y="94551"/>
                </a:cubicBezTo>
                <a:cubicBezTo>
                  <a:pt x="219535" y="91576"/>
                  <a:pt x="218128" y="87662"/>
                  <a:pt x="218128" y="82809"/>
                </a:cubicBezTo>
                <a:cubicBezTo>
                  <a:pt x="218128" y="79742"/>
                  <a:pt x="218814" y="77087"/>
                  <a:pt x="220188" y="74844"/>
                </a:cubicBezTo>
                <a:cubicBezTo>
                  <a:pt x="222064" y="71732"/>
                  <a:pt x="225326" y="68802"/>
                  <a:pt x="229972" y="66055"/>
                </a:cubicBezTo>
                <a:cubicBezTo>
                  <a:pt x="234619" y="63309"/>
                  <a:pt x="242343" y="59967"/>
                  <a:pt x="253147" y="56030"/>
                </a:cubicBezTo>
                <a:lnTo>
                  <a:pt x="253147" y="53558"/>
                </a:lnTo>
                <a:cubicBezTo>
                  <a:pt x="253147" y="47287"/>
                  <a:pt x="252151" y="42984"/>
                  <a:pt x="250160" y="40649"/>
                </a:cubicBezTo>
                <a:cubicBezTo>
                  <a:pt x="248168" y="38315"/>
                  <a:pt x="245273" y="37148"/>
                  <a:pt x="241474" y="37148"/>
                </a:cubicBezTo>
                <a:cubicBezTo>
                  <a:pt x="238590" y="37148"/>
                  <a:pt x="236301" y="37923"/>
                  <a:pt x="234607" y="39474"/>
                </a:cubicBezTo>
                <a:cubicBezTo>
                  <a:pt x="232868" y="41024"/>
                  <a:pt x="231998" y="42803"/>
                  <a:pt x="231998" y="44810"/>
                </a:cubicBezTo>
                <a:lnTo>
                  <a:pt x="232135" y="48778"/>
                </a:lnTo>
                <a:cubicBezTo>
                  <a:pt x="232135" y="50875"/>
                  <a:pt x="231597" y="52493"/>
                  <a:pt x="230522" y="53633"/>
                </a:cubicBezTo>
                <a:cubicBezTo>
                  <a:pt x="229446" y="54774"/>
                  <a:pt x="228038" y="55344"/>
                  <a:pt x="226299" y="55344"/>
                </a:cubicBezTo>
                <a:cubicBezTo>
                  <a:pt x="224605" y="55344"/>
                  <a:pt x="223220" y="54751"/>
                  <a:pt x="222144" y="53565"/>
                </a:cubicBezTo>
                <a:cubicBezTo>
                  <a:pt x="221069" y="52377"/>
                  <a:pt x="220531" y="50757"/>
                  <a:pt x="220531" y="48703"/>
                </a:cubicBezTo>
                <a:cubicBezTo>
                  <a:pt x="220531" y="44779"/>
                  <a:pt x="222545" y="41174"/>
                  <a:pt x="226573" y="37888"/>
                </a:cubicBezTo>
                <a:cubicBezTo>
                  <a:pt x="230602" y="34602"/>
                  <a:pt x="236255" y="32959"/>
                  <a:pt x="243534" y="32959"/>
                </a:cubicBezTo>
                <a:cubicBezTo>
                  <a:pt x="249118" y="32959"/>
                  <a:pt x="253696" y="33896"/>
                  <a:pt x="257267" y="35770"/>
                </a:cubicBezTo>
                <a:cubicBezTo>
                  <a:pt x="259967" y="37188"/>
                  <a:pt x="261959" y="39406"/>
                  <a:pt x="263240" y="42424"/>
                </a:cubicBezTo>
                <a:cubicBezTo>
                  <a:pt x="264064" y="44390"/>
                  <a:pt x="264476" y="48413"/>
                  <a:pt x="264476" y="54494"/>
                </a:cubicBezTo>
                <a:lnTo>
                  <a:pt x="264476" y="75823"/>
                </a:lnTo>
                <a:cubicBezTo>
                  <a:pt x="264476" y="81812"/>
                  <a:pt x="264591" y="85482"/>
                  <a:pt x="264820" y="86831"/>
                </a:cubicBezTo>
                <a:cubicBezTo>
                  <a:pt x="265049" y="88180"/>
                  <a:pt x="265426" y="89083"/>
                  <a:pt x="265953" y="89541"/>
                </a:cubicBezTo>
                <a:cubicBezTo>
                  <a:pt x="266479" y="89997"/>
                  <a:pt x="267086" y="90225"/>
                  <a:pt x="267772" y="90225"/>
                </a:cubicBezTo>
                <a:cubicBezTo>
                  <a:pt x="268505" y="90225"/>
                  <a:pt x="269146" y="90065"/>
                  <a:pt x="269695" y="89745"/>
                </a:cubicBezTo>
                <a:cubicBezTo>
                  <a:pt x="270656" y="89150"/>
                  <a:pt x="272510" y="87479"/>
                  <a:pt x="275257" y="84732"/>
                </a:cubicBezTo>
                <a:lnTo>
                  <a:pt x="275257" y="88577"/>
                </a:lnTo>
                <a:cubicBezTo>
                  <a:pt x="270130" y="95444"/>
                  <a:pt x="265232" y="98877"/>
                  <a:pt x="260563" y="98877"/>
                </a:cubicBezTo>
                <a:cubicBezTo>
                  <a:pt x="258319" y="98877"/>
                  <a:pt x="256534" y="98099"/>
                  <a:pt x="255207" y="96542"/>
                </a:cubicBezTo>
                <a:cubicBezTo>
                  <a:pt x="253879" y="94986"/>
                  <a:pt x="253192" y="92331"/>
                  <a:pt x="253147" y="88577"/>
                </a:cubicBezTo>
                <a:moveTo>
                  <a:pt x="253147" y="84075"/>
                </a:moveTo>
                <a:lnTo>
                  <a:pt x="253147" y="60219"/>
                </a:lnTo>
                <a:cubicBezTo>
                  <a:pt x="246234" y="62953"/>
                  <a:pt x="241771" y="64889"/>
                  <a:pt x="239757" y="66030"/>
                </a:cubicBezTo>
                <a:cubicBezTo>
                  <a:pt x="236141" y="68035"/>
                  <a:pt x="233554" y="70132"/>
                  <a:pt x="231998" y="72319"/>
                </a:cubicBezTo>
                <a:cubicBezTo>
                  <a:pt x="230441" y="74506"/>
                  <a:pt x="229663" y="76899"/>
                  <a:pt x="229663" y="79496"/>
                </a:cubicBezTo>
                <a:cubicBezTo>
                  <a:pt x="229663" y="82778"/>
                  <a:pt x="230647" y="85501"/>
                  <a:pt x="232616" y="87665"/>
                </a:cubicBezTo>
                <a:cubicBezTo>
                  <a:pt x="234584" y="89830"/>
                  <a:pt x="236850" y="90912"/>
                  <a:pt x="239414" y="90912"/>
                </a:cubicBezTo>
                <a:cubicBezTo>
                  <a:pt x="242893" y="90912"/>
                  <a:pt x="247470" y="88633"/>
                  <a:pt x="253147" y="84075"/>
                </a:cubicBezTo>
                <a:close/>
                <a:moveTo>
                  <a:pt x="298624" y="46349"/>
                </a:moveTo>
                <a:cubicBezTo>
                  <a:pt x="303202" y="41771"/>
                  <a:pt x="305903" y="39139"/>
                  <a:pt x="306727" y="38452"/>
                </a:cubicBezTo>
                <a:cubicBezTo>
                  <a:pt x="308787" y="36713"/>
                  <a:pt x="311007" y="35362"/>
                  <a:pt x="313387" y="34401"/>
                </a:cubicBezTo>
                <a:cubicBezTo>
                  <a:pt x="315768" y="33440"/>
                  <a:pt x="318125" y="32959"/>
                  <a:pt x="320460" y="32959"/>
                </a:cubicBezTo>
                <a:cubicBezTo>
                  <a:pt x="324397" y="32959"/>
                  <a:pt x="327784" y="34103"/>
                  <a:pt x="330622" y="36392"/>
                </a:cubicBezTo>
                <a:cubicBezTo>
                  <a:pt x="333460" y="38681"/>
                  <a:pt x="335360" y="42000"/>
                  <a:pt x="336321" y="46349"/>
                </a:cubicBezTo>
                <a:cubicBezTo>
                  <a:pt x="341036" y="40855"/>
                  <a:pt x="345019" y="37251"/>
                  <a:pt x="348269" y="35534"/>
                </a:cubicBezTo>
                <a:cubicBezTo>
                  <a:pt x="351519" y="33817"/>
                  <a:pt x="354861" y="32959"/>
                  <a:pt x="358294" y="32959"/>
                </a:cubicBezTo>
                <a:cubicBezTo>
                  <a:pt x="361636" y="32959"/>
                  <a:pt x="364600" y="33816"/>
                  <a:pt x="367186" y="35530"/>
                </a:cubicBezTo>
                <a:cubicBezTo>
                  <a:pt x="369773" y="37242"/>
                  <a:pt x="371821" y="40039"/>
                  <a:pt x="373332" y="43922"/>
                </a:cubicBezTo>
                <a:cubicBezTo>
                  <a:pt x="374339" y="46571"/>
                  <a:pt x="374842" y="50727"/>
                  <a:pt x="374842" y="56391"/>
                </a:cubicBezTo>
                <a:lnTo>
                  <a:pt x="374842" y="83385"/>
                </a:lnTo>
                <a:cubicBezTo>
                  <a:pt x="374842" y="87313"/>
                  <a:pt x="375140" y="90008"/>
                  <a:pt x="375735" y="91470"/>
                </a:cubicBezTo>
                <a:cubicBezTo>
                  <a:pt x="376193" y="92474"/>
                  <a:pt x="377040" y="93330"/>
                  <a:pt x="378276" y="94038"/>
                </a:cubicBezTo>
                <a:cubicBezTo>
                  <a:pt x="379512" y="94746"/>
                  <a:pt x="381526" y="95100"/>
                  <a:pt x="384318" y="95100"/>
                </a:cubicBezTo>
                <a:lnTo>
                  <a:pt x="384318" y="97641"/>
                </a:lnTo>
                <a:lnTo>
                  <a:pt x="353282" y="97641"/>
                </a:lnTo>
                <a:lnTo>
                  <a:pt x="353282" y="95100"/>
                </a:lnTo>
                <a:lnTo>
                  <a:pt x="354586" y="95100"/>
                </a:lnTo>
                <a:cubicBezTo>
                  <a:pt x="357287" y="95100"/>
                  <a:pt x="359393" y="94577"/>
                  <a:pt x="360903" y="93530"/>
                </a:cubicBezTo>
                <a:cubicBezTo>
                  <a:pt x="361956" y="92800"/>
                  <a:pt x="362712" y="91639"/>
                  <a:pt x="363169" y="90045"/>
                </a:cubicBezTo>
                <a:cubicBezTo>
                  <a:pt x="363352" y="89271"/>
                  <a:pt x="363444" y="87062"/>
                  <a:pt x="363444" y="83419"/>
                </a:cubicBezTo>
                <a:lnTo>
                  <a:pt x="363444" y="56502"/>
                </a:lnTo>
                <a:cubicBezTo>
                  <a:pt x="363444" y="51401"/>
                  <a:pt x="362826" y="47803"/>
                  <a:pt x="361590" y="45709"/>
                </a:cubicBezTo>
                <a:cubicBezTo>
                  <a:pt x="359805" y="42794"/>
                  <a:pt x="356944" y="41336"/>
                  <a:pt x="353007" y="41336"/>
                </a:cubicBezTo>
                <a:cubicBezTo>
                  <a:pt x="350581" y="41336"/>
                  <a:pt x="348143" y="41940"/>
                  <a:pt x="345694" y="43147"/>
                </a:cubicBezTo>
                <a:cubicBezTo>
                  <a:pt x="343245" y="44353"/>
                  <a:pt x="340281" y="46596"/>
                  <a:pt x="336802" y="49876"/>
                </a:cubicBezTo>
                <a:lnTo>
                  <a:pt x="336665" y="50627"/>
                </a:lnTo>
                <a:lnTo>
                  <a:pt x="336802" y="53565"/>
                </a:lnTo>
                <a:lnTo>
                  <a:pt x="336802" y="83419"/>
                </a:lnTo>
                <a:cubicBezTo>
                  <a:pt x="336802" y="87700"/>
                  <a:pt x="337042" y="90365"/>
                  <a:pt x="337523" y="91412"/>
                </a:cubicBezTo>
                <a:cubicBezTo>
                  <a:pt x="338004" y="92459"/>
                  <a:pt x="338908" y="93336"/>
                  <a:pt x="340235" y="94043"/>
                </a:cubicBezTo>
                <a:cubicBezTo>
                  <a:pt x="341563" y="94748"/>
                  <a:pt x="343829" y="95100"/>
                  <a:pt x="347033" y="95100"/>
                </a:cubicBezTo>
                <a:lnTo>
                  <a:pt x="347033" y="97641"/>
                </a:lnTo>
                <a:lnTo>
                  <a:pt x="315241" y="97641"/>
                </a:lnTo>
                <a:lnTo>
                  <a:pt x="315241" y="95100"/>
                </a:lnTo>
                <a:cubicBezTo>
                  <a:pt x="318720" y="95100"/>
                  <a:pt x="321112" y="94691"/>
                  <a:pt x="322417" y="93871"/>
                </a:cubicBezTo>
                <a:cubicBezTo>
                  <a:pt x="323721" y="93051"/>
                  <a:pt x="324625" y="91822"/>
                  <a:pt x="325129" y="90182"/>
                </a:cubicBezTo>
                <a:cubicBezTo>
                  <a:pt x="325358" y="89407"/>
                  <a:pt x="325472" y="87153"/>
                  <a:pt x="325472" y="83419"/>
                </a:cubicBezTo>
                <a:lnTo>
                  <a:pt x="325472" y="56502"/>
                </a:lnTo>
                <a:cubicBezTo>
                  <a:pt x="325472" y="51401"/>
                  <a:pt x="324717" y="47735"/>
                  <a:pt x="323206" y="45503"/>
                </a:cubicBezTo>
                <a:cubicBezTo>
                  <a:pt x="321192" y="42588"/>
                  <a:pt x="318377" y="41130"/>
                  <a:pt x="314761" y="41130"/>
                </a:cubicBezTo>
                <a:cubicBezTo>
                  <a:pt x="312289" y="41130"/>
                  <a:pt x="309840" y="41790"/>
                  <a:pt x="307413" y="43111"/>
                </a:cubicBezTo>
                <a:cubicBezTo>
                  <a:pt x="303614" y="45115"/>
                  <a:pt x="300684" y="47369"/>
                  <a:pt x="298624" y="49874"/>
                </a:cubicBezTo>
                <a:lnTo>
                  <a:pt x="298624" y="83419"/>
                </a:lnTo>
                <a:cubicBezTo>
                  <a:pt x="298624" y="87517"/>
                  <a:pt x="298910" y="90182"/>
                  <a:pt x="299483" y="91412"/>
                </a:cubicBezTo>
                <a:cubicBezTo>
                  <a:pt x="300055" y="92641"/>
                  <a:pt x="300902" y="93563"/>
                  <a:pt x="302023" y="94178"/>
                </a:cubicBezTo>
                <a:cubicBezTo>
                  <a:pt x="303145" y="94793"/>
                  <a:pt x="305422" y="95100"/>
                  <a:pt x="308855" y="95100"/>
                </a:cubicBezTo>
                <a:lnTo>
                  <a:pt x="308855" y="97641"/>
                </a:lnTo>
                <a:lnTo>
                  <a:pt x="277750" y="97641"/>
                </a:lnTo>
                <a:lnTo>
                  <a:pt x="277750" y="95100"/>
                </a:lnTo>
                <a:cubicBezTo>
                  <a:pt x="280634" y="95100"/>
                  <a:pt x="282648" y="94792"/>
                  <a:pt x="283793" y="94176"/>
                </a:cubicBezTo>
                <a:cubicBezTo>
                  <a:pt x="284937" y="93559"/>
                  <a:pt x="285807" y="92577"/>
                  <a:pt x="286402" y="91229"/>
                </a:cubicBezTo>
                <a:cubicBezTo>
                  <a:pt x="286997" y="89882"/>
                  <a:pt x="287295" y="87267"/>
                  <a:pt x="287295" y="83385"/>
                </a:cubicBezTo>
                <a:lnTo>
                  <a:pt x="287295" y="59406"/>
                </a:lnTo>
                <a:cubicBezTo>
                  <a:pt x="287295" y="52508"/>
                  <a:pt x="287089" y="48054"/>
                  <a:pt x="286677" y="46046"/>
                </a:cubicBezTo>
                <a:cubicBezTo>
                  <a:pt x="286356" y="44538"/>
                  <a:pt x="285853" y="43499"/>
                  <a:pt x="285166" y="42928"/>
                </a:cubicBezTo>
                <a:cubicBezTo>
                  <a:pt x="284479" y="42357"/>
                  <a:pt x="283541" y="42072"/>
                  <a:pt x="282351" y="42072"/>
                </a:cubicBezTo>
                <a:cubicBezTo>
                  <a:pt x="281069" y="42072"/>
                  <a:pt x="279535" y="42415"/>
                  <a:pt x="277750" y="43100"/>
                </a:cubicBezTo>
                <a:lnTo>
                  <a:pt x="276720" y="40632"/>
                </a:lnTo>
                <a:lnTo>
                  <a:pt x="295672" y="32959"/>
                </a:lnTo>
                <a:lnTo>
                  <a:pt x="298624" y="32959"/>
                </a:lnTo>
                <a:lnTo>
                  <a:pt x="298624" y="46349"/>
                </a:lnTo>
                <a:close/>
                <a:moveTo>
                  <a:pt x="384823" y="40931"/>
                </a:moveTo>
                <a:lnTo>
                  <a:pt x="404186" y="33096"/>
                </a:lnTo>
                <a:lnTo>
                  <a:pt x="406795" y="33096"/>
                </a:lnTo>
                <a:lnTo>
                  <a:pt x="406795" y="47791"/>
                </a:lnTo>
                <a:cubicBezTo>
                  <a:pt x="410046" y="42252"/>
                  <a:pt x="413307" y="38395"/>
                  <a:pt x="416580" y="36221"/>
                </a:cubicBezTo>
                <a:cubicBezTo>
                  <a:pt x="419853" y="34046"/>
                  <a:pt x="423298" y="32959"/>
                  <a:pt x="426914" y="32959"/>
                </a:cubicBezTo>
                <a:cubicBezTo>
                  <a:pt x="433231" y="32959"/>
                  <a:pt x="438496" y="35428"/>
                  <a:pt x="442707" y="40366"/>
                </a:cubicBezTo>
                <a:cubicBezTo>
                  <a:pt x="447880" y="46403"/>
                  <a:pt x="450466" y="54269"/>
                  <a:pt x="450466" y="63963"/>
                </a:cubicBezTo>
                <a:cubicBezTo>
                  <a:pt x="450466" y="74801"/>
                  <a:pt x="447353" y="83764"/>
                  <a:pt x="441128" y="90852"/>
                </a:cubicBezTo>
                <a:cubicBezTo>
                  <a:pt x="436001" y="96660"/>
                  <a:pt x="429546" y="99564"/>
                  <a:pt x="421764" y="99564"/>
                </a:cubicBezTo>
                <a:cubicBezTo>
                  <a:pt x="418377" y="99564"/>
                  <a:pt x="415447" y="99083"/>
                  <a:pt x="412975" y="98122"/>
                </a:cubicBezTo>
                <a:cubicBezTo>
                  <a:pt x="411144" y="97435"/>
                  <a:pt x="409084" y="96062"/>
                  <a:pt x="406795" y="94002"/>
                </a:cubicBezTo>
                <a:lnTo>
                  <a:pt x="406795" y="113159"/>
                </a:lnTo>
                <a:cubicBezTo>
                  <a:pt x="406795" y="117462"/>
                  <a:pt x="407059" y="120197"/>
                  <a:pt x="407585" y="121365"/>
                </a:cubicBezTo>
                <a:cubicBezTo>
                  <a:pt x="408111" y="122532"/>
                  <a:pt x="409027" y="123459"/>
                  <a:pt x="410332" y="124146"/>
                </a:cubicBezTo>
                <a:cubicBezTo>
                  <a:pt x="411636" y="124832"/>
                  <a:pt x="414005" y="125176"/>
                  <a:pt x="417438" y="125176"/>
                </a:cubicBezTo>
                <a:lnTo>
                  <a:pt x="417438" y="127716"/>
                </a:lnTo>
                <a:lnTo>
                  <a:pt x="384479" y="127716"/>
                </a:lnTo>
                <a:lnTo>
                  <a:pt x="384479" y="125176"/>
                </a:lnTo>
                <a:lnTo>
                  <a:pt x="386196" y="125176"/>
                </a:lnTo>
                <a:cubicBezTo>
                  <a:pt x="388714" y="125221"/>
                  <a:pt x="390865" y="124740"/>
                  <a:pt x="392650" y="123731"/>
                </a:cubicBezTo>
                <a:cubicBezTo>
                  <a:pt x="393520" y="123228"/>
                  <a:pt x="394195" y="122415"/>
                  <a:pt x="394676" y="121292"/>
                </a:cubicBezTo>
                <a:cubicBezTo>
                  <a:pt x="395157" y="120170"/>
                  <a:pt x="395397" y="117319"/>
                  <a:pt x="395397" y="112739"/>
                </a:cubicBezTo>
                <a:lnTo>
                  <a:pt x="395397" y="53230"/>
                </a:lnTo>
                <a:cubicBezTo>
                  <a:pt x="395397" y="49153"/>
                  <a:pt x="395214" y="46565"/>
                  <a:pt x="394848" y="45467"/>
                </a:cubicBezTo>
                <a:cubicBezTo>
                  <a:pt x="394481" y="44367"/>
                  <a:pt x="393898" y="43542"/>
                  <a:pt x="393097" y="42993"/>
                </a:cubicBezTo>
                <a:cubicBezTo>
                  <a:pt x="392296" y="42442"/>
                  <a:pt x="391208" y="42166"/>
                  <a:pt x="389835" y="42166"/>
                </a:cubicBezTo>
                <a:cubicBezTo>
                  <a:pt x="388736" y="42166"/>
                  <a:pt x="387340" y="42487"/>
                  <a:pt x="385647" y="43128"/>
                </a:cubicBezTo>
                <a:lnTo>
                  <a:pt x="384823" y="40931"/>
                </a:lnTo>
                <a:moveTo>
                  <a:pt x="406795" y="51966"/>
                </a:moveTo>
                <a:lnTo>
                  <a:pt x="406795" y="75419"/>
                </a:lnTo>
                <a:cubicBezTo>
                  <a:pt x="406795" y="80495"/>
                  <a:pt x="407001" y="83832"/>
                  <a:pt x="407413" y="85432"/>
                </a:cubicBezTo>
                <a:cubicBezTo>
                  <a:pt x="408054" y="88084"/>
                  <a:pt x="409622" y="90416"/>
                  <a:pt x="412117" y="92427"/>
                </a:cubicBezTo>
                <a:cubicBezTo>
                  <a:pt x="414612" y="94438"/>
                  <a:pt x="417759" y="95444"/>
                  <a:pt x="421558" y="95444"/>
                </a:cubicBezTo>
                <a:cubicBezTo>
                  <a:pt x="426136" y="95444"/>
                  <a:pt x="429844" y="93661"/>
                  <a:pt x="432682" y="90094"/>
                </a:cubicBezTo>
                <a:cubicBezTo>
                  <a:pt x="436390" y="85432"/>
                  <a:pt x="438244" y="78872"/>
                  <a:pt x="438244" y="70413"/>
                </a:cubicBezTo>
                <a:cubicBezTo>
                  <a:pt x="438244" y="60813"/>
                  <a:pt x="436138" y="53430"/>
                  <a:pt x="431927" y="48265"/>
                </a:cubicBezTo>
                <a:cubicBezTo>
                  <a:pt x="428997" y="44699"/>
                  <a:pt x="425518" y="42915"/>
                  <a:pt x="421490" y="42915"/>
                </a:cubicBezTo>
                <a:cubicBezTo>
                  <a:pt x="419292" y="42915"/>
                  <a:pt x="417118" y="43464"/>
                  <a:pt x="414966" y="44561"/>
                </a:cubicBezTo>
                <a:cubicBezTo>
                  <a:pt x="413319" y="45384"/>
                  <a:pt x="410595" y="47852"/>
                  <a:pt x="406795" y="51966"/>
                </a:cubicBezTo>
                <a:close/>
                <a:moveTo>
                  <a:pt x="481297" y="0"/>
                </a:moveTo>
                <a:lnTo>
                  <a:pt x="481297" y="83367"/>
                </a:lnTo>
                <a:cubicBezTo>
                  <a:pt x="481297" y="87301"/>
                  <a:pt x="481583" y="89909"/>
                  <a:pt x="482155" y="91191"/>
                </a:cubicBezTo>
                <a:cubicBezTo>
                  <a:pt x="482728" y="92471"/>
                  <a:pt x="483609" y="93443"/>
                  <a:pt x="484799" y="94107"/>
                </a:cubicBezTo>
                <a:cubicBezTo>
                  <a:pt x="485989" y="94769"/>
                  <a:pt x="488209" y="95100"/>
                  <a:pt x="491459" y="95100"/>
                </a:cubicBezTo>
                <a:lnTo>
                  <a:pt x="491459" y="97641"/>
                </a:lnTo>
                <a:lnTo>
                  <a:pt x="460629" y="97641"/>
                </a:lnTo>
                <a:lnTo>
                  <a:pt x="460629" y="95100"/>
                </a:lnTo>
                <a:cubicBezTo>
                  <a:pt x="463513" y="95100"/>
                  <a:pt x="465481" y="94804"/>
                  <a:pt x="466534" y="94210"/>
                </a:cubicBezTo>
                <a:cubicBezTo>
                  <a:pt x="467587" y="93615"/>
                  <a:pt x="468411" y="92631"/>
                  <a:pt x="469006" y="91260"/>
                </a:cubicBezTo>
                <a:cubicBezTo>
                  <a:pt x="469601" y="89886"/>
                  <a:pt x="469899" y="87256"/>
                  <a:pt x="469899" y="83367"/>
                </a:cubicBezTo>
                <a:lnTo>
                  <a:pt x="469899" y="26279"/>
                </a:lnTo>
                <a:cubicBezTo>
                  <a:pt x="469899" y="19190"/>
                  <a:pt x="469738" y="14833"/>
                  <a:pt x="469418" y="13209"/>
                </a:cubicBezTo>
                <a:cubicBezTo>
                  <a:pt x="469098" y="11584"/>
                  <a:pt x="468583" y="10475"/>
                  <a:pt x="467873" y="9881"/>
                </a:cubicBezTo>
                <a:cubicBezTo>
                  <a:pt x="467163" y="9286"/>
                  <a:pt x="466259" y="8989"/>
                  <a:pt x="465161" y="8989"/>
                </a:cubicBezTo>
                <a:cubicBezTo>
                  <a:pt x="463971" y="8989"/>
                  <a:pt x="462460" y="9355"/>
                  <a:pt x="460629" y="10087"/>
                </a:cubicBezTo>
                <a:lnTo>
                  <a:pt x="459462" y="7684"/>
                </a:lnTo>
                <a:lnTo>
                  <a:pt x="478207" y="0"/>
                </a:lnTo>
                <a:lnTo>
                  <a:pt x="481297" y="0"/>
                </a:lnTo>
                <a:close/>
                <a:moveTo>
                  <a:pt x="509336" y="58502"/>
                </a:moveTo>
                <a:cubicBezTo>
                  <a:pt x="509290" y="67819"/>
                  <a:pt x="511556" y="75127"/>
                  <a:pt x="516134" y="80426"/>
                </a:cubicBezTo>
                <a:cubicBezTo>
                  <a:pt x="520711" y="85723"/>
                  <a:pt x="526090" y="88371"/>
                  <a:pt x="532270" y="88371"/>
                </a:cubicBezTo>
                <a:cubicBezTo>
                  <a:pt x="536390" y="88371"/>
                  <a:pt x="539972" y="87238"/>
                  <a:pt x="543016" y="84972"/>
                </a:cubicBezTo>
                <a:cubicBezTo>
                  <a:pt x="546060" y="82706"/>
                  <a:pt x="548612" y="78827"/>
                  <a:pt x="550672" y="73334"/>
                </a:cubicBezTo>
                <a:lnTo>
                  <a:pt x="552801" y="74707"/>
                </a:lnTo>
                <a:cubicBezTo>
                  <a:pt x="551839" y="80978"/>
                  <a:pt x="549047" y="86689"/>
                  <a:pt x="544424" y="91839"/>
                </a:cubicBezTo>
                <a:cubicBezTo>
                  <a:pt x="539800" y="96989"/>
                  <a:pt x="534009" y="99564"/>
                  <a:pt x="527051" y="99564"/>
                </a:cubicBezTo>
                <a:cubicBezTo>
                  <a:pt x="519498" y="99564"/>
                  <a:pt x="513032" y="96629"/>
                  <a:pt x="507653" y="90760"/>
                </a:cubicBezTo>
                <a:cubicBezTo>
                  <a:pt x="502275" y="84889"/>
                  <a:pt x="499585" y="76997"/>
                  <a:pt x="499585" y="67083"/>
                </a:cubicBezTo>
                <a:cubicBezTo>
                  <a:pt x="499585" y="56349"/>
                  <a:pt x="502343" y="47978"/>
                  <a:pt x="507859" y="41971"/>
                </a:cubicBezTo>
                <a:cubicBezTo>
                  <a:pt x="513375" y="35963"/>
                  <a:pt x="520299" y="32959"/>
                  <a:pt x="528631" y="32959"/>
                </a:cubicBezTo>
                <a:cubicBezTo>
                  <a:pt x="535680" y="32959"/>
                  <a:pt x="541471" y="35276"/>
                  <a:pt x="546003" y="39911"/>
                </a:cubicBezTo>
                <a:cubicBezTo>
                  <a:pt x="550535" y="44545"/>
                  <a:pt x="552801" y="50742"/>
                  <a:pt x="552801" y="58502"/>
                </a:cubicBezTo>
                <a:lnTo>
                  <a:pt x="509336" y="58502"/>
                </a:lnTo>
                <a:moveTo>
                  <a:pt x="509336" y="54520"/>
                </a:moveTo>
                <a:lnTo>
                  <a:pt x="538450" y="54520"/>
                </a:lnTo>
                <a:cubicBezTo>
                  <a:pt x="538221" y="50491"/>
                  <a:pt x="537740" y="47653"/>
                  <a:pt x="537008" y="46005"/>
                </a:cubicBezTo>
                <a:cubicBezTo>
                  <a:pt x="535863" y="43442"/>
                  <a:pt x="534158" y="41428"/>
                  <a:pt x="531892" y="39963"/>
                </a:cubicBezTo>
                <a:cubicBezTo>
                  <a:pt x="529626" y="38498"/>
                  <a:pt x="527257" y="37766"/>
                  <a:pt x="524785" y="37766"/>
                </a:cubicBezTo>
                <a:cubicBezTo>
                  <a:pt x="520986" y="37766"/>
                  <a:pt x="517587" y="39242"/>
                  <a:pt x="514589" y="42194"/>
                </a:cubicBezTo>
                <a:cubicBezTo>
                  <a:pt x="511590" y="45147"/>
                  <a:pt x="509839" y="49255"/>
                  <a:pt x="509336" y="54520"/>
                </a:cubicBezTo>
                <a:close/>
                <a:moveTo>
                  <a:pt x="616168" y="14008"/>
                </a:moveTo>
                <a:lnTo>
                  <a:pt x="616168" y="34744"/>
                </a:lnTo>
                <a:lnTo>
                  <a:pt x="630862" y="34744"/>
                </a:lnTo>
                <a:lnTo>
                  <a:pt x="630862" y="39551"/>
                </a:lnTo>
                <a:lnTo>
                  <a:pt x="616168" y="39551"/>
                </a:lnTo>
                <a:lnTo>
                  <a:pt x="616168" y="80282"/>
                </a:lnTo>
                <a:cubicBezTo>
                  <a:pt x="616168" y="84352"/>
                  <a:pt x="616751" y="87095"/>
                  <a:pt x="617919" y="88513"/>
                </a:cubicBezTo>
                <a:cubicBezTo>
                  <a:pt x="619086" y="89929"/>
                  <a:pt x="620585" y="90637"/>
                  <a:pt x="622416" y="90637"/>
                </a:cubicBezTo>
                <a:cubicBezTo>
                  <a:pt x="623927" y="90637"/>
                  <a:pt x="625392" y="90168"/>
                  <a:pt x="626811" y="89230"/>
                </a:cubicBezTo>
                <a:cubicBezTo>
                  <a:pt x="628230" y="88291"/>
                  <a:pt x="629329" y="86906"/>
                  <a:pt x="630107" y="85075"/>
                </a:cubicBezTo>
                <a:lnTo>
                  <a:pt x="632785" y="85075"/>
                </a:lnTo>
                <a:cubicBezTo>
                  <a:pt x="631182" y="89574"/>
                  <a:pt x="628917" y="92977"/>
                  <a:pt x="625987" y="95283"/>
                </a:cubicBezTo>
                <a:cubicBezTo>
                  <a:pt x="623057" y="97587"/>
                  <a:pt x="620036" y="98740"/>
                  <a:pt x="616923" y="98740"/>
                </a:cubicBezTo>
                <a:cubicBezTo>
                  <a:pt x="614817" y="98740"/>
                  <a:pt x="612757" y="98155"/>
                  <a:pt x="610743" y="96987"/>
                </a:cubicBezTo>
                <a:cubicBezTo>
                  <a:pt x="608729" y="95818"/>
                  <a:pt x="607241" y="94146"/>
                  <a:pt x="606280" y="91970"/>
                </a:cubicBezTo>
                <a:cubicBezTo>
                  <a:pt x="605319" y="89793"/>
                  <a:pt x="604838" y="86435"/>
                  <a:pt x="604838" y="81898"/>
                </a:cubicBezTo>
                <a:lnTo>
                  <a:pt x="604838" y="39551"/>
                </a:lnTo>
                <a:lnTo>
                  <a:pt x="594882" y="39551"/>
                </a:lnTo>
                <a:lnTo>
                  <a:pt x="594882" y="37285"/>
                </a:lnTo>
                <a:cubicBezTo>
                  <a:pt x="597399" y="36275"/>
                  <a:pt x="599974" y="34565"/>
                  <a:pt x="602606" y="32154"/>
                </a:cubicBezTo>
                <a:cubicBezTo>
                  <a:pt x="605239" y="29744"/>
                  <a:pt x="607585" y="26886"/>
                  <a:pt x="609645" y="23580"/>
                </a:cubicBezTo>
                <a:cubicBezTo>
                  <a:pt x="610697" y="21836"/>
                  <a:pt x="612162" y="18645"/>
                  <a:pt x="614039" y="14008"/>
                </a:cubicBezTo>
                <a:lnTo>
                  <a:pt x="616168" y="14008"/>
                </a:lnTo>
                <a:close/>
                <a:moveTo>
                  <a:pt x="647571" y="58502"/>
                </a:moveTo>
                <a:cubicBezTo>
                  <a:pt x="647525" y="67819"/>
                  <a:pt x="649791" y="75127"/>
                  <a:pt x="654369" y="80426"/>
                </a:cubicBezTo>
                <a:cubicBezTo>
                  <a:pt x="658947" y="85723"/>
                  <a:pt x="664326" y="88371"/>
                  <a:pt x="670505" y="88371"/>
                </a:cubicBezTo>
                <a:cubicBezTo>
                  <a:pt x="674625" y="88371"/>
                  <a:pt x="678207" y="87238"/>
                  <a:pt x="681251" y="84972"/>
                </a:cubicBezTo>
                <a:cubicBezTo>
                  <a:pt x="684296" y="82706"/>
                  <a:pt x="686848" y="78827"/>
                  <a:pt x="688908" y="73334"/>
                </a:cubicBezTo>
                <a:lnTo>
                  <a:pt x="691036" y="74707"/>
                </a:lnTo>
                <a:cubicBezTo>
                  <a:pt x="690075" y="80978"/>
                  <a:pt x="687283" y="86689"/>
                  <a:pt x="682659" y="91839"/>
                </a:cubicBezTo>
                <a:cubicBezTo>
                  <a:pt x="678036" y="96989"/>
                  <a:pt x="672245" y="99564"/>
                  <a:pt x="665287" y="99564"/>
                </a:cubicBezTo>
                <a:cubicBezTo>
                  <a:pt x="657734" y="99564"/>
                  <a:pt x="651268" y="96629"/>
                  <a:pt x="645889" y="90760"/>
                </a:cubicBezTo>
                <a:cubicBezTo>
                  <a:pt x="640510" y="84889"/>
                  <a:pt x="637821" y="76997"/>
                  <a:pt x="637821" y="67083"/>
                </a:cubicBezTo>
                <a:cubicBezTo>
                  <a:pt x="637821" y="56349"/>
                  <a:pt x="640579" y="47978"/>
                  <a:pt x="646095" y="41971"/>
                </a:cubicBezTo>
                <a:cubicBezTo>
                  <a:pt x="651611" y="35963"/>
                  <a:pt x="658535" y="32959"/>
                  <a:pt x="666866" y="32959"/>
                </a:cubicBezTo>
                <a:cubicBezTo>
                  <a:pt x="673916" y="32959"/>
                  <a:pt x="679706" y="35276"/>
                  <a:pt x="684238" y="39911"/>
                </a:cubicBezTo>
                <a:cubicBezTo>
                  <a:pt x="688770" y="44545"/>
                  <a:pt x="691036" y="50742"/>
                  <a:pt x="691036" y="58502"/>
                </a:cubicBezTo>
                <a:lnTo>
                  <a:pt x="647571" y="58502"/>
                </a:lnTo>
                <a:moveTo>
                  <a:pt x="647571" y="54520"/>
                </a:moveTo>
                <a:lnTo>
                  <a:pt x="676685" y="54520"/>
                </a:lnTo>
                <a:cubicBezTo>
                  <a:pt x="676456" y="50491"/>
                  <a:pt x="675976" y="47653"/>
                  <a:pt x="675243" y="46005"/>
                </a:cubicBezTo>
                <a:cubicBezTo>
                  <a:pt x="674099" y="43442"/>
                  <a:pt x="672394" y="41428"/>
                  <a:pt x="670128" y="39963"/>
                </a:cubicBezTo>
                <a:cubicBezTo>
                  <a:pt x="667862" y="38498"/>
                  <a:pt x="665493" y="37766"/>
                  <a:pt x="663021" y="37766"/>
                </a:cubicBezTo>
                <a:cubicBezTo>
                  <a:pt x="659221" y="37766"/>
                  <a:pt x="655823" y="39242"/>
                  <a:pt x="652824" y="42194"/>
                </a:cubicBezTo>
                <a:cubicBezTo>
                  <a:pt x="649826" y="45147"/>
                  <a:pt x="648075" y="49255"/>
                  <a:pt x="647571" y="54520"/>
                </a:cubicBezTo>
                <a:close/>
                <a:moveTo>
                  <a:pt x="696894" y="34744"/>
                </a:moveTo>
                <a:lnTo>
                  <a:pt x="726489" y="34744"/>
                </a:lnTo>
                <a:lnTo>
                  <a:pt x="726489" y="37285"/>
                </a:lnTo>
                <a:cubicBezTo>
                  <a:pt x="724612" y="37285"/>
                  <a:pt x="723296" y="37605"/>
                  <a:pt x="722540" y="38246"/>
                </a:cubicBezTo>
                <a:cubicBezTo>
                  <a:pt x="721785" y="38887"/>
                  <a:pt x="721407" y="39734"/>
                  <a:pt x="721407" y="40787"/>
                </a:cubicBezTo>
                <a:cubicBezTo>
                  <a:pt x="721407" y="41885"/>
                  <a:pt x="722209" y="43579"/>
                  <a:pt x="723811" y="45868"/>
                </a:cubicBezTo>
                <a:cubicBezTo>
                  <a:pt x="724314" y="46600"/>
                  <a:pt x="725070" y="47745"/>
                  <a:pt x="726077" y="49301"/>
                </a:cubicBezTo>
                <a:lnTo>
                  <a:pt x="730540" y="56442"/>
                </a:lnTo>
                <a:lnTo>
                  <a:pt x="735690" y="49301"/>
                </a:lnTo>
                <a:cubicBezTo>
                  <a:pt x="738986" y="44769"/>
                  <a:pt x="740634" y="41908"/>
                  <a:pt x="740634" y="40718"/>
                </a:cubicBezTo>
                <a:cubicBezTo>
                  <a:pt x="740634" y="39757"/>
                  <a:pt x="740245" y="38944"/>
                  <a:pt x="739466" y="38281"/>
                </a:cubicBezTo>
                <a:cubicBezTo>
                  <a:pt x="738688" y="37617"/>
                  <a:pt x="737429" y="37285"/>
                  <a:pt x="735690" y="37285"/>
                </a:cubicBezTo>
                <a:lnTo>
                  <a:pt x="735690" y="34744"/>
                </a:lnTo>
                <a:lnTo>
                  <a:pt x="756976" y="34744"/>
                </a:lnTo>
                <a:lnTo>
                  <a:pt x="756976" y="37285"/>
                </a:lnTo>
                <a:cubicBezTo>
                  <a:pt x="754733" y="37422"/>
                  <a:pt x="752787" y="38040"/>
                  <a:pt x="751139" y="39139"/>
                </a:cubicBezTo>
                <a:cubicBezTo>
                  <a:pt x="748896" y="40695"/>
                  <a:pt x="745829" y="44083"/>
                  <a:pt x="741938" y="49301"/>
                </a:cubicBezTo>
                <a:lnTo>
                  <a:pt x="733355" y="60768"/>
                </a:lnTo>
                <a:lnTo>
                  <a:pt x="749011" y="83245"/>
                </a:lnTo>
                <a:cubicBezTo>
                  <a:pt x="752856" y="88773"/>
                  <a:pt x="755603" y="92096"/>
                  <a:pt x="757251" y="93216"/>
                </a:cubicBezTo>
                <a:cubicBezTo>
                  <a:pt x="758899" y="94335"/>
                  <a:pt x="761027" y="94963"/>
                  <a:pt x="763636" y="95100"/>
                </a:cubicBezTo>
                <a:lnTo>
                  <a:pt x="763636" y="97641"/>
                </a:lnTo>
                <a:lnTo>
                  <a:pt x="733973" y="97641"/>
                </a:lnTo>
                <a:lnTo>
                  <a:pt x="733973" y="95100"/>
                </a:lnTo>
                <a:cubicBezTo>
                  <a:pt x="736033" y="95100"/>
                  <a:pt x="737635" y="94644"/>
                  <a:pt x="738780" y="93731"/>
                </a:cubicBezTo>
                <a:cubicBezTo>
                  <a:pt x="739649" y="93092"/>
                  <a:pt x="740084" y="92247"/>
                  <a:pt x="740084" y="91197"/>
                </a:cubicBezTo>
                <a:cubicBezTo>
                  <a:pt x="740084" y="90147"/>
                  <a:pt x="738619" y="87499"/>
                  <a:pt x="735690" y="83254"/>
                </a:cubicBezTo>
                <a:lnTo>
                  <a:pt x="726489" y="69832"/>
                </a:lnTo>
                <a:lnTo>
                  <a:pt x="716395" y="83254"/>
                </a:lnTo>
                <a:cubicBezTo>
                  <a:pt x="713282" y="87408"/>
                  <a:pt x="711726" y="89873"/>
                  <a:pt x="711726" y="90650"/>
                </a:cubicBezTo>
                <a:cubicBezTo>
                  <a:pt x="711726" y="91746"/>
                  <a:pt x="712241" y="92739"/>
                  <a:pt x="713271" y="93628"/>
                </a:cubicBezTo>
                <a:cubicBezTo>
                  <a:pt x="714301" y="94518"/>
                  <a:pt x="715846" y="95009"/>
                  <a:pt x="717906" y="95100"/>
                </a:cubicBezTo>
                <a:lnTo>
                  <a:pt x="717906" y="97641"/>
                </a:lnTo>
                <a:lnTo>
                  <a:pt x="697375" y="97641"/>
                </a:lnTo>
                <a:lnTo>
                  <a:pt x="697375" y="95100"/>
                </a:lnTo>
                <a:cubicBezTo>
                  <a:pt x="699023" y="94872"/>
                  <a:pt x="700465" y="94301"/>
                  <a:pt x="701701" y="93388"/>
                </a:cubicBezTo>
                <a:cubicBezTo>
                  <a:pt x="703440" y="92063"/>
                  <a:pt x="706370" y="88684"/>
                  <a:pt x="710490" y="83249"/>
                </a:cubicBezTo>
                <a:lnTo>
                  <a:pt x="723673" y="65781"/>
                </a:lnTo>
                <a:lnTo>
                  <a:pt x="711726" y="48477"/>
                </a:lnTo>
                <a:cubicBezTo>
                  <a:pt x="708338" y="43533"/>
                  <a:pt x="705718" y="40432"/>
                  <a:pt x="703864" y="39173"/>
                </a:cubicBezTo>
                <a:cubicBezTo>
                  <a:pt x="702010" y="37914"/>
                  <a:pt x="699686" y="37285"/>
                  <a:pt x="696894" y="37285"/>
                </a:cubicBezTo>
                <a:lnTo>
                  <a:pt x="696894" y="34744"/>
                </a:lnTo>
                <a:close/>
                <a:moveTo>
                  <a:pt x="788013" y="14008"/>
                </a:moveTo>
                <a:lnTo>
                  <a:pt x="788013" y="34744"/>
                </a:lnTo>
                <a:lnTo>
                  <a:pt x="802707" y="34744"/>
                </a:lnTo>
                <a:lnTo>
                  <a:pt x="802707" y="39551"/>
                </a:lnTo>
                <a:lnTo>
                  <a:pt x="788013" y="39551"/>
                </a:lnTo>
                <a:lnTo>
                  <a:pt x="788013" y="80282"/>
                </a:lnTo>
                <a:cubicBezTo>
                  <a:pt x="788013" y="84352"/>
                  <a:pt x="788596" y="87095"/>
                  <a:pt x="789764" y="88513"/>
                </a:cubicBezTo>
                <a:cubicBezTo>
                  <a:pt x="790931" y="89929"/>
                  <a:pt x="792430" y="90637"/>
                  <a:pt x="794261" y="90637"/>
                </a:cubicBezTo>
                <a:cubicBezTo>
                  <a:pt x="795772" y="90637"/>
                  <a:pt x="797237" y="90168"/>
                  <a:pt x="798656" y="89230"/>
                </a:cubicBezTo>
                <a:cubicBezTo>
                  <a:pt x="800075" y="88291"/>
                  <a:pt x="801173" y="86906"/>
                  <a:pt x="801952" y="85075"/>
                </a:cubicBezTo>
                <a:lnTo>
                  <a:pt x="804630" y="85075"/>
                </a:lnTo>
                <a:cubicBezTo>
                  <a:pt x="803027" y="89574"/>
                  <a:pt x="800761" y="92977"/>
                  <a:pt x="797832" y="95283"/>
                </a:cubicBezTo>
                <a:cubicBezTo>
                  <a:pt x="794902" y="97587"/>
                  <a:pt x="791881" y="98740"/>
                  <a:pt x="788768" y="98740"/>
                </a:cubicBezTo>
                <a:cubicBezTo>
                  <a:pt x="786662" y="98740"/>
                  <a:pt x="784602" y="98155"/>
                  <a:pt x="782588" y="96987"/>
                </a:cubicBezTo>
                <a:cubicBezTo>
                  <a:pt x="780574" y="95818"/>
                  <a:pt x="779086" y="94146"/>
                  <a:pt x="778125" y="91970"/>
                </a:cubicBezTo>
                <a:cubicBezTo>
                  <a:pt x="777164" y="89793"/>
                  <a:pt x="776683" y="86435"/>
                  <a:pt x="776683" y="81898"/>
                </a:cubicBezTo>
                <a:lnTo>
                  <a:pt x="776683" y="39551"/>
                </a:lnTo>
                <a:lnTo>
                  <a:pt x="766726" y="39551"/>
                </a:lnTo>
                <a:lnTo>
                  <a:pt x="766726" y="37285"/>
                </a:lnTo>
                <a:cubicBezTo>
                  <a:pt x="769244" y="36275"/>
                  <a:pt x="771819" y="34565"/>
                  <a:pt x="774451" y="32154"/>
                </a:cubicBezTo>
                <a:cubicBezTo>
                  <a:pt x="777083" y="29744"/>
                  <a:pt x="779430" y="26886"/>
                  <a:pt x="781489" y="23580"/>
                </a:cubicBezTo>
                <a:cubicBezTo>
                  <a:pt x="782542" y="21836"/>
                  <a:pt x="784007" y="18645"/>
                  <a:pt x="785884" y="14008"/>
                </a:cubicBezTo>
                <a:lnTo>
                  <a:pt x="788013" y="14008"/>
                </a:lnTo>
                <a:close/>
                <a:moveTo>
                  <a:pt x="863980" y="34744"/>
                </a:moveTo>
                <a:lnTo>
                  <a:pt x="863980" y="72853"/>
                </a:lnTo>
                <a:cubicBezTo>
                  <a:pt x="863980" y="80132"/>
                  <a:pt x="864151" y="84583"/>
                  <a:pt x="864495" y="86208"/>
                </a:cubicBezTo>
                <a:cubicBezTo>
                  <a:pt x="864838" y="87833"/>
                  <a:pt x="865387" y="88966"/>
                  <a:pt x="866143" y="89607"/>
                </a:cubicBezTo>
                <a:cubicBezTo>
                  <a:pt x="866898" y="90248"/>
                  <a:pt x="867779" y="90569"/>
                  <a:pt x="868786" y="90569"/>
                </a:cubicBezTo>
                <a:cubicBezTo>
                  <a:pt x="870205" y="90569"/>
                  <a:pt x="871808" y="90179"/>
                  <a:pt x="873593" y="89401"/>
                </a:cubicBezTo>
                <a:lnTo>
                  <a:pt x="874554" y="91805"/>
                </a:lnTo>
                <a:lnTo>
                  <a:pt x="855740" y="99564"/>
                </a:lnTo>
                <a:lnTo>
                  <a:pt x="852650" y="99564"/>
                </a:lnTo>
                <a:lnTo>
                  <a:pt x="852650" y="86243"/>
                </a:lnTo>
                <a:cubicBezTo>
                  <a:pt x="847248" y="92102"/>
                  <a:pt x="843128" y="95787"/>
                  <a:pt x="840290" y="97298"/>
                </a:cubicBezTo>
                <a:cubicBezTo>
                  <a:pt x="837452" y="98808"/>
                  <a:pt x="834454" y="99564"/>
                  <a:pt x="831295" y="99564"/>
                </a:cubicBezTo>
                <a:cubicBezTo>
                  <a:pt x="827770" y="99564"/>
                  <a:pt x="824715" y="98545"/>
                  <a:pt x="822128" y="96508"/>
                </a:cubicBezTo>
                <a:cubicBezTo>
                  <a:pt x="819542" y="94471"/>
                  <a:pt x="817745" y="91850"/>
                  <a:pt x="816738" y="88646"/>
                </a:cubicBezTo>
                <a:cubicBezTo>
                  <a:pt x="815731" y="85442"/>
                  <a:pt x="815228" y="80910"/>
                  <a:pt x="815228" y="75050"/>
                </a:cubicBezTo>
                <a:lnTo>
                  <a:pt x="815228" y="46967"/>
                </a:lnTo>
                <a:cubicBezTo>
                  <a:pt x="815228" y="43991"/>
                  <a:pt x="814907" y="41931"/>
                  <a:pt x="814266" y="40787"/>
                </a:cubicBezTo>
                <a:cubicBezTo>
                  <a:pt x="813625" y="39642"/>
                  <a:pt x="812676" y="38761"/>
                  <a:pt x="811417" y="38143"/>
                </a:cubicBezTo>
                <a:cubicBezTo>
                  <a:pt x="810158" y="37525"/>
                  <a:pt x="807880" y="37239"/>
                  <a:pt x="804585" y="37285"/>
                </a:cubicBezTo>
                <a:lnTo>
                  <a:pt x="804585" y="34744"/>
                </a:lnTo>
                <a:lnTo>
                  <a:pt x="826626" y="34744"/>
                </a:lnTo>
                <a:lnTo>
                  <a:pt x="826626" y="76733"/>
                </a:lnTo>
                <a:cubicBezTo>
                  <a:pt x="826626" y="82578"/>
                  <a:pt x="827645" y="86414"/>
                  <a:pt x="829682" y="88240"/>
                </a:cubicBezTo>
                <a:cubicBezTo>
                  <a:pt x="831719" y="90067"/>
                  <a:pt x="834179" y="90981"/>
                  <a:pt x="837063" y="90981"/>
                </a:cubicBezTo>
                <a:cubicBezTo>
                  <a:pt x="839031" y="90981"/>
                  <a:pt x="841263" y="90364"/>
                  <a:pt x="843758" y="89131"/>
                </a:cubicBezTo>
                <a:cubicBezTo>
                  <a:pt x="846253" y="87898"/>
                  <a:pt x="849217" y="85547"/>
                  <a:pt x="852650" y="82078"/>
                </a:cubicBezTo>
                <a:lnTo>
                  <a:pt x="852650" y="46531"/>
                </a:lnTo>
                <a:cubicBezTo>
                  <a:pt x="852650" y="42969"/>
                  <a:pt x="851998" y="40561"/>
                  <a:pt x="850693" y="39306"/>
                </a:cubicBezTo>
                <a:cubicBezTo>
                  <a:pt x="849388" y="38050"/>
                  <a:pt x="846676" y="37376"/>
                  <a:pt x="842556" y="37285"/>
                </a:cubicBezTo>
                <a:lnTo>
                  <a:pt x="842556" y="34744"/>
                </a:lnTo>
                <a:lnTo>
                  <a:pt x="863980" y="34744"/>
                </a:lnTo>
                <a:close/>
                <a:moveTo>
                  <a:pt x="897557" y="32959"/>
                </a:moveTo>
                <a:lnTo>
                  <a:pt x="897557" y="47104"/>
                </a:lnTo>
                <a:cubicBezTo>
                  <a:pt x="902822" y="37674"/>
                  <a:pt x="908223" y="32959"/>
                  <a:pt x="913762" y="32959"/>
                </a:cubicBezTo>
                <a:cubicBezTo>
                  <a:pt x="916280" y="32959"/>
                  <a:pt x="918363" y="33726"/>
                  <a:pt x="920011" y="35259"/>
                </a:cubicBezTo>
                <a:cubicBezTo>
                  <a:pt x="921659" y="36793"/>
                  <a:pt x="922483" y="38567"/>
                  <a:pt x="922483" y="40581"/>
                </a:cubicBezTo>
                <a:cubicBezTo>
                  <a:pt x="922483" y="42366"/>
                  <a:pt x="921888" y="43877"/>
                  <a:pt x="920697" y="45113"/>
                </a:cubicBezTo>
                <a:cubicBezTo>
                  <a:pt x="919507" y="46349"/>
                  <a:pt x="918088" y="46967"/>
                  <a:pt x="916440" y="46967"/>
                </a:cubicBezTo>
                <a:cubicBezTo>
                  <a:pt x="914838" y="46967"/>
                  <a:pt x="913041" y="46177"/>
                  <a:pt x="911050" y="44598"/>
                </a:cubicBezTo>
                <a:cubicBezTo>
                  <a:pt x="909059" y="43018"/>
                  <a:pt x="907582" y="42229"/>
                  <a:pt x="906621" y="42229"/>
                </a:cubicBezTo>
                <a:cubicBezTo>
                  <a:pt x="905797" y="42229"/>
                  <a:pt x="904905" y="42685"/>
                  <a:pt x="903943" y="43598"/>
                </a:cubicBezTo>
                <a:cubicBezTo>
                  <a:pt x="901883" y="45470"/>
                  <a:pt x="899755" y="48552"/>
                  <a:pt x="897557" y="52844"/>
                </a:cubicBezTo>
                <a:lnTo>
                  <a:pt x="897557" y="82910"/>
                </a:lnTo>
                <a:cubicBezTo>
                  <a:pt x="897557" y="86379"/>
                  <a:pt x="897992" y="89004"/>
                  <a:pt x="898862" y="90785"/>
                </a:cubicBezTo>
                <a:cubicBezTo>
                  <a:pt x="899457" y="92018"/>
                  <a:pt x="900510" y="93046"/>
                  <a:pt x="902021" y="93869"/>
                </a:cubicBezTo>
                <a:cubicBezTo>
                  <a:pt x="903531" y="94690"/>
                  <a:pt x="905706" y="95100"/>
                  <a:pt x="908544" y="95100"/>
                </a:cubicBezTo>
                <a:lnTo>
                  <a:pt x="908544" y="97641"/>
                </a:lnTo>
                <a:lnTo>
                  <a:pt x="876340" y="97641"/>
                </a:lnTo>
                <a:lnTo>
                  <a:pt x="876340" y="95100"/>
                </a:lnTo>
                <a:cubicBezTo>
                  <a:pt x="879544" y="95100"/>
                  <a:pt x="881925" y="94598"/>
                  <a:pt x="883481" y="93594"/>
                </a:cubicBezTo>
                <a:cubicBezTo>
                  <a:pt x="884625" y="92863"/>
                  <a:pt x="885427" y="91698"/>
                  <a:pt x="885884" y="90099"/>
                </a:cubicBezTo>
                <a:cubicBezTo>
                  <a:pt x="886113" y="89322"/>
                  <a:pt x="886228" y="87107"/>
                  <a:pt x="886228" y="83453"/>
                </a:cubicBezTo>
                <a:lnTo>
                  <a:pt x="886228" y="59131"/>
                </a:lnTo>
                <a:cubicBezTo>
                  <a:pt x="886228" y="51822"/>
                  <a:pt x="886079" y="47472"/>
                  <a:pt x="885781" y="46080"/>
                </a:cubicBezTo>
                <a:cubicBezTo>
                  <a:pt x="885484" y="44687"/>
                  <a:pt x="884934" y="43671"/>
                  <a:pt x="884133" y="43031"/>
                </a:cubicBezTo>
                <a:cubicBezTo>
                  <a:pt x="883332" y="42392"/>
                  <a:pt x="882337" y="42072"/>
                  <a:pt x="881146" y="42072"/>
                </a:cubicBezTo>
                <a:cubicBezTo>
                  <a:pt x="879727" y="42072"/>
                  <a:pt x="878125" y="42415"/>
                  <a:pt x="876340" y="43100"/>
                </a:cubicBezTo>
                <a:lnTo>
                  <a:pt x="875653" y="40632"/>
                </a:lnTo>
                <a:lnTo>
                  <a:pt x="894673" y="32959"/>
                </a:lnTo>
                <a:lnTo>
                  <a:pt x="897557" y="32959"/>
                </a:lnTo>
                <a:close/>
                <a:moveTo>
                  <a:pt x="936558" y="58502"/>
                </a:moveTo>
                <a:cubicBezTo>
                  <a:pt x="936512" y="67819"/>
                  <a:pt x="938778" y="75127"/>
                  <a:pt x="943356" y="80426"/>
                </a:cubicBezTo>
                <a:cubicBezTo>
                  <a:pt x="947933" y="85723"/>
                  <a:pt x="953312" y="88371"/>
                  <a:pt x="959492" y="88371"/>
                </a:cubicBezTo>
                <a:cubicBezTo>
                  <a:pt x="963612" y="88371"/>
                  <a:pt x="967194" y="87238"/>
                  <a:pt x="970238" y="84972"/>
                </a:cubicBezTo>
                <a:cubicBezTo>
                  <a:pt x="973282" y="82706"/>
                  <a:pt x="975834" y="78827"/>
                  <a:pt x="977894" y="73334"/>
                </a:cubicBezTo>
                <a:lnTo>
                  <a:pt x="980023" y="74707"/>
                </a:lnTo>
                <a:cubicBezTo>
                  <a:pt x="979061" y="80978"/>
                  <a:pt x="976269" y="86689"/>
                  <a:pt x="971645" y="91839"/>
                </a:cubicBezTo>
                <a:cubicBezTo>
                  <a:pt x="967022" y="96989"/>
                  <a:pt x="961231" y="99564"/>
                  <a:pt x="954273" y="99564"/>
                </a:cubicBezTo>
                <a:cubicBezTo>
                  <a:pt x="946720" y="99564"/>
                  <a:pt x="940254" y="96629"/>
                  <a:pt x="934875" y="90760"/>
                </a:cubicBezTo>
                <a:cubicBezTo>
                  <a:pt x="929497" y="84889"/>
                  <a:pt x="926807" y="76997"/>
                  <a:pt x="926807" y="67083"/>
                </a:cubicBezTo>
                <a:cubicBezTo>
                  <a:pt x="926807" y="56349"/>
                  <a:pt x="929565" y="47978"/>
                  <a:pt x="935081" y="41971"/>
                </a:cubicBezTo>
                <a:cubicBezTo>
                  <a:pt x="940597" y="35963"/>
                  <a:pt x="947521" y="32959"/>
                  <a:pt x="955853" y="32959"/>
                </a:cubicBezTo>
                <a:cubicBezTo>
                  <a:pt x="962902" y="32959"/>
                  <a:pt x="968693" y="35276"/>
                  <a:pt x="973225" y="39911"/>
                </a:cubicBezTo>
                <a:cubicBezTo>
                  <a:pt x="977757" y="44545"/>
                  <a:pt x="980023" y="50742"/>
                  <a:pt x="980023" y="58502"/>
                </a:cubicBezTo>
                <a:lnTo>
                  <a:pt x="936558" y="58502"/>
                </a:lnTo>
                <a:moveTo>
                  <a:pt x="936558" y="54520"/>
                </a:moveTo>
                <a:lnTo>
                  <a:pt x="965672" y="54520"/>
                </a:lnTo>
                <a:cubicBezTo>
                  <a:pt x="965443" y="50491"/>
                  <a:pt x="964962" y="47653"/>
                  <a:pt x="964230" y="46005"/>
                </a:cubicBezTo>
                <a:cubicBezTo>
                  <a:pt x="963085" y="43442"/>
                  <a:pt x="961380" y="41428"/>
                  <a:pt x="959114" y="39963"/>
                </a:cubicBezTo>
                <a:cubicBezTo>
                  <a:pt x="956848" y="38498"/>
                  <a:pt x="954479" y="37766"/>
                  <a:pt x="952007" y="37766"/>
                </a:cubicBezTo>
                <a:cubicBezTo>
                  <a:pt x="948208" y="37766"/>
                  <a:pt x="944809" y="39242"/>
                  <a:pt x="941811" y="42194"/>
                </a:cubicBezTo>
                <a:cubicBezTo>
                  <a:pt x="938812" y="45147"/>
                  <a:pt x="937061" y="49255"/>
                  <a:pt x="936558" y="54520"/>
                </a:cubicBezTo>
                <a:close/>
                <a:moveTo>
                  <a:pt x="1042255" y="46349"/>
                </a:moveTo>
                <a:cubicBezTo>
                  <a:pt x="1046832" y="41771"/>
                  <a:pt x="1049533" y="39139"/>
                  <a:pt x="1050357" y="38452"/>
                </a:cubicBezTo>
                <a:cubicBezTo>
                  <a:pt x="1052417" y="36713"/>
                  <a:pt x="1054637" y="35362"/>
                  <a:pt x="1057018" y="34401"/>
                </a:cubicBezTo>
                <a:cubicBezTo>
                  <a:pt x="1059398" y="33440"/>
                  <a:pt x="1061755" y="32959"/>
                  <a:pt x="1064090" y="32959"/>
                </a:cubicBezTo>
                <a:cubicBezTo>
                  <a:pt x="1068027" y="32959"/>
                  <a:pt x="1071414" y="34103"/>
                  <a:pt x="1074253" y="36392"/>
                </a:cubicBezTo>
                <a:cubicBezTo>
                  <a:pt x="1077091" y="38681"/>
                  <a:pt x="1078990" y="42000"/>
                  <a:pt x="1079952" y="46349"/>
                </a:cubicBezTo>
                <a:cubicBezTo>
                  <a:pt x="1084667" y="40855"/>
                  <a:pt x="1088649" y="37251"/>
                  <a:pt x="1091899" y="35534"/>
                </a:cubicBezTo>
                <a:cubicBezTo>
                  <a:pt x="1095150" y="33817"/>
                  <a:pt x="1098491" y="32959"/>
                  <a:pt x="1101925" y="32959"/>
                </a:cubicBezTo>
                <a:cubicBezTo>
                  <a:pt x="1105266" y="32959"/>
                  <a:pt x="1108230" y="33816"/>
                  <a:pt x="1110817" y="35530"/>
                </a:cubicBezTo>
                <a:cubicBezTo>
                  <a:pt x="1113403" y="37242"/>
                  <a:pt x="1115452" y="40039"/>
                  <a:pt x="1116962" y="43922"/>
                </a:cubicBezTo>
                <a:cubicBezTo>
                  <a:pt x="1117969" y="46571"/>
                  <a:pt x="1118473" y="50727"/>
                  <a:pt x="1118473" y="56391"/>
                </a:cubicBezTo>
                <a:lnTo>
                  <a:pt x="1118473" y="83385"/>
                </a:lnTo>
                <a:cubicBezTo>
                  <a:pt x="1118473" y="87313"/>
                  <a:pt x="1118770" y="90008"/>
                  <a:pt x="1119365" y="91470"/>
                </a:cubicBezTo>
                <a:cubicBezTo>
                  <a:pt x="1119823" y="92474"/>
                  <a:pt x="1120670" y="93330"/>
                  <a:pt x="1121906" y="94038"/>
                </a:cubicBezTo>
                <a:cubicBezTo>
                  <a:pt x="1123142" y="94746"/>
                  <a:pt x="1125156" y="95100"/>
                  <a:pt x="1127949" y="95100"/>
                </a:cubicBezTo>
                <a:lnTo>
                  <a:pt x="1127949" y="97641"/>
                </a:lnTo>
                <a:lnTo>
                  <a:pt x="1096912" y="97641"/>
                </a:lnTo>
                <a:lnTo>
                  <a:pt x="1096912" y="95100"/>
                </a:lnTo>
                <a:lnTo>
                  <a:pt x="1098217" y="95100"/>
                </a:lnTo>
                <a:cubicBezTo>
                  <a:pt x="1100917" y="95100"/>
                  <a:pt x="1103023" y="94577"/>
                  <a:pt x="1104534" y="93530"/>
                </a:cubicBezTo>
                <a:cubicBezTo>
                  <a:pt x="1105587" y="92800"/>
                  <a:pt x="1106342" y="91639"/>
                  <a:pt x="1106800" y="90045"/>
                </a:cubicBezTo>
                <a:cubicBezTo>
                  <a:pt x="1106983" y="89271"/>
                  <a:pt x="1107074" y="87062"/>
                  <a:pt x="1107074" y="83419"/>
                </a:cubicBezTo>
                <a:lnTo>
                  <a:pt x="1107074" y="56502"/>
                </a:lnTo>
                <a:cubicBezTo>
                  <a:pt x="1107074" y="51401"/>
                  <a:pt x="1106456" y="47803"/>
                  <a:pt x="1105220" y="45709"/>
                </a:cubicBezTo>
                <a:cubicBezTo>
                  <a:pt x="1103435" y="42794"/>
                  <a:pt x="1100574" y="41336"/>
                  <a:pt x="1096637" y="41336"/>
                </a:cubicBezTo>
                <a:cubicBezTo>
                  <a:pt x="1094211" y="41336"/>
                  <a:pt x="1091774" y="41940"/>
                  <a:pt x="1089324" y="43147"/>
                </a:cubicBezTo>
                <a:cubicBezTo>
                  <a:pt x="1086875" y="44353"/>
                  <a:pt x="1083911" y="46596"/>
                  <a:pt x="1080432" y="49876"/>
                </a:cubicBezTo>
                <a:lnTo>
                  <a:pt x="1080295" y="50627"/>
                </a:lnTo>
                <a:lnTo>
                  <a:pt x="1080432" y="53565"/>
                </a:lnTo>
                <a:lnTo>
                  <a:pt x="1080432" y="83419"/>
                </a:lnTo>
                <a:cubicBezTo>
                  <a:pt x="1080432" y="87700"/>
                  <a:pt x="1080673" y="90365"/>
                  <a:pt x="1081153" y="91412"/>
                </a:cubicBezTo>
                <a:cubicBezTo>
                  <a:pt x="1081634" y="92459"/>
                  <a:pt x="1082538" y="93336"/>
                  <a:pt x="1083866" y="94043"/>
                </a:cubicBezTo>
                <a:cubicBezTo>
                  <a:pt x="1085193" y="94748"/>
                  <a:pt x="1087459" y="95100"/>
                  <a:pt x="1090663" y="95100"/>
                </a:cubicBezTo>
                <a:lnTo>
                  <a:pt x="1090663" y="97641"/>
                </a:lnTo>
                <a:lnTo>
                  <a:pt x="1058872" y="97641"/>
                </a:lnTo>
                <a:lnTo>
                  <a:pt x="1058872" y="95100"/>
                </a:lnTo>
                <a:cubicBezTo>
                  <a:pt x="1062351" y="95100"/>
                  <a:pt x="1064742" y="94691"/>
                  <a:pt x="1066047" y="93871"/>
                </a:cubicBezTo>
                <a:cubicBezTo>
                  <a:pt x="1067352" y="93051"/>
                  <a:pt x="1068256" y="91822"/>
                  <a:pt x="1068759" y="90182"/>
                </a:cubicBezTo>
                <a:cubicBezTo>
                  <a:pt x="1068988" y="89407"/>
                  <a:pt x="1069103" y="87153"/>
                  <a:pt x="1069103" y="83419"/>
                </a:cubicBezTo>
                <a:lnTo>
                  <a:pt x="1069103" y="56502"/>
                </a:lnTo>
                <a:cubicBezTo>
                  <a:pt x="1069103" y="51401"/>
                  <a:pt x="1068347" y="47735"/>
                  <a:pt x="1066837" y="45503"/>
                </a:cubicBezTo>
                <a:cubicBezTo>
                  <a:pt x="1064823" y="42588"/>
                  <a:pt x="1062007" y="41130"/>
                  <a:pt x="1058391" y="41130"/>
                </a:cubicBezTo>
                <a:cubicBezTo>
                  <a:pt x="1055919" y="41130"/>
                  <a:pt x="1053470" y="41790"/>
                  <a:pt x="1051044" y="43111"/>
                </a:cubicBezTo>
                <a:cubicBezTo>
                  <a:pt x="1047244" y="45115"/>
                  <a:pt x="1044315" y="47369"/>
                  <a:pt x="1042255" y="49874"/>
                </a:cubicBezTo>
                <a:lnTo>
                  <a:pt x="1042255" y="83419"/>
                </a:lnTo>
                <a:cubicBezTo>
                  <a:pt x="1042255" y="87517"/>
                  <a:pt x="1042541" y="90182"/>
                  <a:pt x="1043113" y="91412"/>
                </a:cubicBezTo>
                <a:cubicBezTo>
                  <a:pt x="1043685" y="92641"/>
                  <a:pt x="1044532" y="93563"/>
                  <a:pt x="1045654" y="94178"/>
                </a:cubicBezTo>
                <a:cubicBezTo>
                  <a:pt x="1046775" y="94793"/>
                  <a:pt x="1049052" y="95100"/>
                  <a:pt x="1052486" y="95100"/>
                </a:cubicBezTo>
                <a:lnTo>
                  <a:pt x="1052486" y="97641"/>
                </a:lnTo>
                <a:lnTo>
                  <a:pt x="1021380" y="97641"/>
                </a:lnTo>
                <a:lnTo>
                  <a:pt x="1021380" y="95100"/>
                </a:lnTo>
                <a:cubicBezTo>
                  <a:pt x="1024264" y="95100"/>
                  <a:pt x="1026279" y="94792"/>
                  <a:pt x="1027423" y="94176"/>
                </a:cubicBezTo>
                <a:cubicBezTo>
                  <a:pt x="1028567" y="93559"/>
                  <a:pt x="1029437" y="92577"/>
                  <a:pt x="1030032" y="91229"/>
                </a:cubicBezTo>
                <a:cubicBezTo>
                  <a:pt x="1030627" y="89882"/>
                  <a:pt x="1030925" y="87267"/>
                  <a:pt x="1030925" y="83385"/>
                </a:cubicBezTo>
                <a:lnTo>
                  <a:pt x="1030925" y="59406"/>
                </a:lnTo>
                <a:cubicBezTo>
                  <a:pt x="1030925" y="52508"/>
                  <a:pt x="1030719" y="48054"/>
                  <a:pt x="1030307" y="46046"/>
                </a:cubicBezTo>
                <a:cubicBezTo>
                  <a:pt x="1029986" y="44538"/>
                  <a:pt x="1029483" y="43499"/>
                  <a:pt x="1028796" y="42928"/>
                </a:cubicBezTo>
                <a:cubicBezTo>
                  <a:pt x="1028110" y="42357"/>
                  <a:pt x="1027171" y="42072"/>
                  <a:pt x="1025981" y="42072"/>
                </a:cubicBezTo>
                <a:cubicBezTo>
                  <a:pt x="1024699" y="42072"/>
                  <a:pt x="1023166" y="42415"/>
                  <a:pt x="1021380" y="43100"/>
                </a:cubicBezTo>
                <a:lnTo>
                  <a:pt x="1020350" y="40632"/>
                </a:lnTo>
                <a:lnTo>
                  <a:pt x="1039302" y="32959"/>
                </a:lnTo>
                <a:lnTo>
                  <a:pt x="1042255" y="32959"/>
                </a:lnTo>
                <a:lnTo>
                  <a:pt x="1042255" y="46349"/>
                </a:lnTo>
                <a:close/>
                <a:moveTo>
                  <a:pt x="1168622" y="88577"/>
                </a:moveTo>
                <a:cubicBezTo>
                  <a:pt x="1162167" y="93567"/>
                  <a:pt x="1158116" y="96451"/>
                  <a:pt x="1156468" y="97229"/>
                </a:cubicBezTo>
                <a:cubicBezTo>
                  <a:pt x="1153996" y="98419"/>
                  <a:pt x="1151364" y="99014"/>
                  <a:pt x="1148572" y="99014"/>
                </a:cubicBezTo>
                <a:cubicBezTo>
                  <a:pt x="1144223" y="99014"/>
                  <a:pt x="1140641" y="97527"/>
                  <a:pt x="1137825" y="94551"/>
                </a:cubicBezTo>
                <a:cubicBezTo>
                  <a:pt x="1135010" y="91576"/>
                  <a:pt x="1133603" y="87662"/>
                  <a:pt x="1133603" y="82809"/>
                </a:cubicBezTo>
                <a:cubicBezTo>
                  <a:pt x="1133603" y="79742"/>
                  <a:pt x="1134289" y="77087"/>
                  <a:pt x="1135662" y="74844"/>
                </a:cubicBezTo>
                <a:cubicBezTo>
                  <a:pt x="1137539" y="71732"/>
                  <a:pt x="1140801" y="68802"/>
                  <a:pt x="1145447" y="66055"/>
                </a:cubicBezTo>
                <a:cubicBezTo>
                  <a:pt x="1150094" y="63309"/>
                  <a:pt x="1157818" y="59967"/>
                  <a:pt x="1168622" y="56030"/>
                </a:cubicBezTo>
                <a:lnTo>
                  <a:pt x="1168622" y="53558"/>
                </a:lnTo>
                <a:cubicBezTo>
                  <a:pt x="1168622" y="47287"/>
                  <a:pt x="1167626" y="42984"/>
                  <a:pt x="1165635" y="40649"/>
                </a:cubicBezTo>
                <a:cubicBezTo>
                  <a:pt x="1163643" y="38315"/>
                  <a:pt x="1160748" y="37148"/>
                  <a:pt x="1156949" y="37148"/>
                </a:cubicBezTo>
                <a:cubicBezTo>
                  <a:pt x="1154065" y="37148"/>
                  <a:pt x="1151776" y="37923"/>
                  <a:pt x="1150082" y="39474"/>
                </a:cubicBezTo>
                <a:cubicBezTo>
                  <a:pt x="1148343" y="41024"/>
                  <a:pt x="1147473" y="42803"/>
                  <a:pt x="1147473" y="44810"/>
                </a:cubicBezTo>
                <a:lnTo>
                  <a:pt x="1147610" y="48778"/>
                </a:lnTo>
                <a:cubicBezTo>
                  <a:pt x="1147610" y="50875"/>
                  <a:pt x="1147072" y="52493"/>
                  <a:pt x="1145997" y="53633"/>
                </a:cubicBezTo>
                <a:cubicBezTo>
                  <a:pt x="1144921" y="54774"/>
                  <a:pt x="1143513" y="55344"/>
                  <a:pt x="1141774" y="55344"/>
                </a:cubicBezTo>
                <a:cubicBezTo>
                  <a:pt x="1140080" y="55344"/>
                  <a:pt x="1138695" y="54751"/>
                  <a:pt x="1137619" y="53565"/>
                </a:cubicBezTo>
                <a:cubicBezTo>
                  <a:pt x="1136544" y="52377"/>
                  <a:pt x="1136006" y="50757"/>
                  <a:pt x="1136006" y="48703"/>
                </a:cubicBezTo>
                <a:cubicBezTo>
                  <a:pt x="1136006" y="44779"/>
                  <a:pt x="1138020" y="41174"/>
                  <a:pt x="1142048" y="37888"/>
                </a:cubicBezTo>
                <a:cubicBezTo>
                  <a:pt x="1146077" y="34602"/>
                  <a:pt x="1151730" y="32959"/>
                  <a:pt x="1159009" y="32959"/>
                </a:cubicBezTo>
                <a:cubicBezTo>
                  <a:pt x="1164593" y="32959"/>
                  <a:pt x="1169171" y="33896"/>
                  <a:pt x="1172742" y="35770"/>
                </a:cubicBezTo>
                <a:cubicBezTo>
                  <a:pt x="1175442" y="37188"/>
                  <a:pt x="1177434" y="39406"/>
                  <a:pt x="1178715" y="42424"/>
                </a:cubicBezTo>
                <a:cubicBezTo>
                  <a:pt x="1179539" y="44390"/>
                  <a:pt x="1179951" y="48413"/>
                  <a:pt x="1179951" y="54494"/>
                </a:cubicBezTo>
                <a:lnTo>
                  <a:pt x="1179951" y="75823"/>
                </a:lnTo>
                <a:cubicBezTo>
                  <a:pt x="1179951" y="81812"/>
                  <a:pt x="1180066" y="85482"/>
                  <a:pt x="1180295" y="86831"/>
                </a:cubicBezTo>
                <a:cubicBezTo>
                  <a:pt x="1180524" y="88180"/>
                  <a:pt x="1180901" y="89083"/>
                  <a:pt x="1181428" y="89541"/>
                </a:cubicBezTo>
                <a:cubicBezTo>
                  <a:pt x="1181954" y="89997"/>
                  <a:pt x="1182561" y="90225"/>
                  <a:pt x="1183247" y="90225"/>
                </a:cubicBezTo>
                <a:cubicBezTo>
                  <a:pt x="1183980" y="90225"/>
                  <a:pt x="1184621" y="90065"/>
                  <a:pt x="1185170" y="89745"/>
                </a:cubicBezTo>
                <a:cubicBezTo>
                  <a:pt x="1186131" y="89150"/>
                  <a:pt x="1187985" y="87479"/>
                  <a:pt x="1190732" y="84732"/>
                </a:cubicBezTo>
                <a:lnTo>
                  <a:pt x="1190732" y="88577"/>
                </a:lnTo>
                <a:cubicBezTo>
                  <a:pt x="1185605" y="95444"/>
                  <a:pt x="1180707" y="98877"/>
                  <a:pt x="1176038" y="98877"/>
                </a:cubicBezTo>
                <a:cubicBezTo>
                  <a:pt x="1173794" y="98877"/>
                  <a:pt x="1172009" y="98099"/>
                  <a:pt x="1170682" y="96542"/>
                </a:cubicBezTo>
                <a:cubicBezTo>
                  <a:pt x="1169354" y="94986"/>
                  <a:pt x="1168667" y="92331"/>
                  <a:pt x="1168622" y="88577"/>
                </a:cubicBezTo>
                <a:moveTo>
                  <a:pt x="1168622" y="84075"/>
                </a:moveTo>
                <a:lnTo>
                  <a:pt x="1168622" y="60219"/>
                </a:lnTo>
                <a:cubicBezTo>
                  <a:pt x="1161709" y="62953"/>
                  <a:pt x="1157246" y="64889"/>
                  <a:pt x="1155232" y="66030"/>
                </a:cubicBezTo>
                <a:cubicBezTo>
                  <a:pt x="1151616" y="68035"/>
                  <a:pt x="1149029" y="70132"/>
                  <a:pt x="1147473" y="72319"/>
                </a:cubicBezTo>
                <a:cubicBezTo>
                  <a:pt x="1145916" y="74506"/>
                  <a:pt x="1145138" y="76899"/>
                  <a:pt x="1145138" y="79496"/>
                </a:cubicBezTo>
                <a:cubicBezTo>
                  <a:pt x="1145138" y="82778"/>
                  <a:pt x="1146122" y="85501"/>
                  <a:pt x="1148091" y="87665"/>
                </a:cubicBezTo>
                <a:cubicBezTo>
                  <a:pt x="1150059" y="89830"/>
                  <a:pt x="1152325" y="90912"/>
                  <a:pt x="1154889" y="90912"/>
                </a:cubicBezTo>
                <a:cubicBezTo>
                  <a:pt x="1158368" y="90912"/>
                  <a:pt x="1162945" y="88633"/>
                  <a:pt x="1168622" y="84075"/>
                </a:cubicBezTo>
                <a:close/>
                <a:moveTo>
                  <a:pt x="1190891" y="40931"/>
                </a:moveTo>
                <a:lnTo>
                  <a:pt x="1210254" y="33096"/>
                </a:lnTo>
                <a:lnTo>
                  <a:pt x="1212864" y="33096"/>
                </a:lnTo>
                <a:lnTo>
                  <a:pt x="1212864" y="47791"/>
                </a:lnTo>
                <a:cubicBezTo>
                  <a:pt x="1216114" y="42252"/>
                  <a:pt x="1219375" y="38395"/>
                  <a:pt x="1222648" y="36221"/>
                </a:cubicBezTo>
                <a:cubicBezTo>
                  <a:pt x="1225921" y="34046"/>
                  <a:pt x="1229366" y="32959"/>
                  <a:pt x="1232982" y="32959"/>
                </a:cubicBezTo>
                <a:cubicBezTo>
                  <a:pt x="1239300" y="32959"/>
                  <a:pt x="1244564" y="35428"/>
                  <a:pt x="1248775" y="40366"/>
                </a:cubicBezTo>
                <a:cubicBezTo>
                  <a:pt x="1253948" y="46403"/>
                  <a:pt x="1256535" y="54269"/>
                  <a:pt x="1256535" y="63963"/>
                </a:cubicBezTo>
                <a:cubicBezTo>
                  <a:pt x="1256535" y="74801"/>
                  <a:pt x="1253422" y="83764"/>
                  <a:pt x="1247196" y="90852"/>
                </a:cubicBezTo>
                <a:cubicBezTo>
                  <a:pt x="1242069" y="96660"/>
                  <a:pt x="1235615" y="99564"/>
                  <a:pt x="1227833" y="99564"/>
                </a:cubicBezTo>
                <a:cubicBezTo>
                  <a:pt x="1224445" y="99564"/>
                  <a:pt x="1221515" y="99083"/>
                  <a:pt x="1219043" y="98122"/>
                </a:cubicBezTo>
                <a:cubicBezTo>
                  <a:pt x="1217212" y="97435"/>
                  <a:pt x="1215152" y="96062"/>
                  <a:pt x="1212864" y="94002"/>
                </a:cubicBezTo>
                <a:lnTo>
                  <a:pt x="1212864" y="113159"/>
                </a:lnTo>
                <a:cubicBezTo>
                  <a:pt x="1212864" y="117462"/>
                  <a:pt x="1213127" y="120197"/>
                  <a:pt x="1213653" y="121365"/>
                </a:cubicBezTo>
                <a:cubicBezTo>
                  <a:pt x="1214180" y="122532"/>
                  <a:pt x="1215095" y="123459"/>
                  <a:pt x="1216400" y="124146"/>
                </a:cubicBezTo>
                <a:cubicBezTo>
                  <a:pt x="1217704" y="124832"/>
                  <a:pt x="1220073" y="125176"/>
                  <a:pt x="1223507" y="125176"/>
                </a:cubicBezTo>
                <a:lnTo>
                  <a:pt x="1223507" y="127716"/>
                </a:lnTo>
                <a:lnTo>
                  <a:pt x="1190547" y="127716"/>
                </a:lnTo>
                <a:lnTo>
                  <a:pt x="1190547" y="125176"/>
                </a:lnTo>
                <a:lnTo>
                  <a:pt x="1192264" y="125176"/>
                </a:lnTo>
                <a:cubicBezTo>
                  <a:pt x="1194782" y="125221"/>
                  <a:pt x="1196933" y="124740"/>
                  <a:pt x="1198719" y="123731"/>
                </a:cubicBezTo>
                <a:cubicBezTo>
                  <a:pt x="1199588" y="123228"/>
                  <a:pt x="1200264" y="122415"/>
                  <a:pt x="1200744" y="121292"/>
                </a:cubicBezTo>
                <a:cubicBezTo>
                  <a:pt x="1201225" y="120170"/>
                  <a:pt x="1201465" y="117319"/>
                  <a:pt x="1201465" y="112739"/>
                </a:cubicBezTo>
                <a:lnTo>
                  <a:pt x="1201465" y="53230"/>
                </a:lnTo>
                <a:cubicBezTo>
                  <a:pt x="1201465" y="49153"/>
                  <a:pt x="1201282" y="46565"/>
                  <a:pt x="1200916" y="45467"/>
                </a:cubicBezTo>
                <a:cubicBezTo>
                  <a:pt x="1200550" y="44367"/>
                  <a:pt x="1199966" y="43542"/>
                  <a:pt x="1199165" y="42993"/>
                </a:cubicBezTo>
                <a:cubicBezTo>
                  <a:pt x="1198364" y="42442"/>
                  <a:pt x="1197277" y="42166"/>
                  <a:pt x="1195903" y="42166"/>
                </a:cubicBezTo>
                <a:cubicBezTo>
                  <a:pt x="1194805" y="42166"/>
                  <a:pt x="1193408" y="42487"/>
                  <a:pt x="1191715" y="43128"/>
                </a:cubicBezTo>
                <a:lnTo>
                  <a:pt x="1190891" y="40931"/>
                </a:lnTo>
                <a:moveTo>
                  <a:pt x="1212864" y="51966"/>
                </a:moveTo>
                <a:lnTo>
                  <a:pt x="1212864" y="75419"/>
                </a:lnTo>
                <a:cubicBezTo>
                  <a:pt x="1212864" y="80495"/>
                  <a:pt x="1213070" y="83832"/>
                  <a:pt x="1213482" y="85432"/>
                </a:cubicBezTo>
                <a:cubicBezTo>
                  <a:pt x="1214122" y="88084"/>
                  <a:pt x="1215690" y="90416"/>
                  <a:pt x="1218185" y="92427"/>
                </a:cubicBezTo>
                <a:cubicBezTo>
                  <a:pt x="1220680" y="94438"/>
                  <a:pt x="1223827" y="95444"/>
                  <a:pt x="1227627" y="95444"/>
                </a:cubicBezTo>
                <a:cubicBezTo>
                  <a:pt x="1232204" y="95444"/>
                  <a:pt x="1235912" y="93661"/>
                  <a:pt x="1238750" y="90094"/>
                </a:cubicBezTo>
                <a:cubicBezTo>
                  <a:pt x="1242458" y="85432"/>
                  <a:pt x="1244312" y="78872"/>
                  <a:pt x="1244312" y="70413"/>
                </a:cubicBezTo>
                <a:cubicBezTo>
                  <a:pt x="1244312" y="60813"/>
                  <a:pt x="1242206" y="53430"/>
                  <a:pt x="1237995" y="48265"/>
                </a:cubicBezTo>
                <a:cubicBezTo>
                  <a:pt x="1235065" y="44699"/>
                  <a:pt x="1231586" y="42915"/>
                  <a:pt x="1227558" y="42915"/>
                </a:cubicBezTo>
                <a:cubicBezTo>
                  <a:pt x="1225361" y="42915"/>
                  <a:pt x="1223186" y="43464"/>
                  <a:pt x="1221035" y="44561"/>
                </a:cubicBezTo>
                <a:cubicBezTo>
                  <a:pt x="1219387" y="45384"/>
                  <a:pt x="1216663" y="47852"/>
                  <a:pt x="1212864" y="51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3cee1304041d3"/>
          <a:stretch xmlns:a="http://schemas.openxmlformats.org/drawingml/2006/main"/>
        </p:blipFill>
        <p:spPr>
          <a:xfrm xmlns:a="http://schemas.openxmlformats.org/drawingml/2006/main">
            <a:off x="3469672" y="4442781"/>
            <a:ext cx="1064196" cy="253125"/>
          </a:xfrm>
          <a:prstGeom xmlns:a="http://schemas.openxmlformats.org/drawingml/2006/main" prst="rect">
            <a:avLst/>
          </a:prstGeom>
        </p:spPr>
      </p:pic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81955-4652-40DF-9152-CC304B33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670" y="4442778"/>
            <a:ext cx="1066198" cy="253133"/>
          </a:xfrm>
          <a:custGeom xmlns:a="http://schemas.openxmlformats.org/drawingml/2006/main">
            <a:pathLst>
              <a:path w="1066198" h="253133" fill="none">
                <a:moveTo>
                  <a:pt x="0" y="253133"/>
                </a:moveTo>
                <a:lnTo>
                  <a:pt x="180697" y="0"/>
                </a:lnTo>
                <a:lnTo>
                  <a:pt x="1066198" y="0"/>
                </a:lnTo>
                <a:lnTo>
                  <a:pt x="885501" y="253133"/>
                </a:lnTo>
                <a:lnTo>
                  <a:pt x="0" y="253133"/>
                </a:lnTo>
                <a:close/>
                <a:moveTo>
                  <a:pt x="0" y="253133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pic>
        <p:nvPicPr>
          <p:cNvPr id="9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6a2d0438b4fc4"/>
          <a:stretch xmlns:a="http://schemas.openxmlformats.org/drawingml/2006/main"/>
        </p:blipFill>
        <p:spPr>
          <a:xfrm xmlns:a="http://schemas.openxmlformats.org/drawingml/2006/main">
            <a:off x="3478903" y="4322787"/>
            <a:ext cx="1068744" cy="250208"/>
          </a:xfrm>
          <a:prstGeom xmlns:a="http://schemas.openxmlformats.org/drawingml/2006/main" prst="rect">
            <a:avLst/>
          </a:prstGeom>
        </p:spPr>
      </p:pic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1544D-44CA-447F-8C7A-7C588314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893" y="4322607"/>
            <a:ext cx="1068767" cy="250577"/>
          </a:xfrm>
          <a:custGeom xmlns:a="http://schemas.openxmlformats.org/drawingml/2006/main">
            <a:pathLst>
              <a:path w="1068767" h="250577" fill="none">
                <a:moveTo>
                  <a:pt x="0" y="250577"/>
                </a:moveTo>
                <a:lnTo>
                  <a:pt x="178860" y="0"/>
                </a:lnTo>
                <a:lnTo>
                  <a:pt x="1068767" y="0"/>
                </a:lnTo>
                <a:lnTo>
                  <a:pt x="889907" y="250577"/>
                </a:lnTo>
                <a:lnTo>
                  <a:pt x="0" y="250577"/>
                </a:lnTo>
                <a:close/>
                <a:moveTo>
                  <a:pt x="0" y="250577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pic>
        <p:nvPicPr>
          <p:cNvPr id="9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397d786e5425a"/>
          <a:stretch xmlns:a="http://schemas.openxmlformats.org/drawingml/2006/main"/>
        </p:blipFill>
        <p:spPr>
          <a:xfrm xmlns:a="http://schemas.openxmlformats.org/drawingml/2006/main">
            <a:off x="3579773" y="4125740"/>
            <a:ext cx="843993" cy="199425"/>
          </a:xfrm>
          <a:prstGeom xmlns:a="http://schemas.openxmlformats.org/drawingml/2006/main" prst="rect">
            <a:avLst/>
          </a:prstGeom>
        </p:spPr>
      </p:pic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BFE59-00AD-49DA-A96A-A910983A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619" y="4125743"/>
            <a:ext cx="846300" cy="199420"/>
          </a:xfrm>
          <a:custGeom xmlns:a="http://schemas.openxmlformats.org/drawingml/2006/main">
            <a:pathLst>
              <a:path w="846300" h="199420" fill="none">
                <a:moveTo>
                  <a:pt x="0" y="199420"/>
                </a:moveTo>
                <a:lnTo>
                  <a:pt x="142358" y="0"/>
                </a:lnTo>
                <a:lnTo>
                  <a:pt x="846300" y="0"/>
                </a:lnTo>
                <a:lnTo>
                  <a:pt x="703942" y="199420"/>
                </a:lnTo>
                <a:lnTo>
                  <a:pt x="0" y="199420"/>
                </a:lnTo>
                <a:close/>
                <a:moveTo>
                  <a:pt x="0" y="199420"/>
                </a:moveTo>
              </a:path>
            </a:pathLst>
          </a:custGeom>
          <a:noFill xmlns:a="http://schemas.openxmlformats.org/drawingml/2006/main"/>
          <a:ln xmlns:a="http://schemas.openxmlformats.org/drawingml/2006/main" w="8789" cap="flat">
            <a:solidFill>
              <a:srgbClr val="000000"/>
            </a:solidFill>
            <a:miter/>
          </a:ln>
        </p:spPr>
      </p:sp>
      <p:pic>
        <p:nvPicPr>
          <p:cNvPr id="9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04553ff254ffd"/>
          <a:stretch xmlns:a="http://schemas.openxmlformats.org/drawingml/2006/main"/>
        </p:blipFill>
        <p:spPr>
          <a:xfrm xmlns:a="http://schemas.openxmlformats.org/drawingml/2006/main">
            <a:off x="3590375" y="4046473"/>
            <a:ext cx="845806" cy="199432"/>
          </a:xfrm>
          <a:prstGeom xmlns:a="http://schemas.openxmlformats.org/drawingml/2006/main" prst="rect">
            <a:avLst/>
          </a:prstGeom>
        </p:spPr>
      </p:pic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C32D7B-9F45-4032-BE95-C0135CC1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842" y="4046477"/>
            <a:ext cx="848870" cy="199434"/>
          </a:xfrm>
          <a:custGeom xmlns:a="http://schemas.openxmlformats.org/drawingml/2006/main">
            <a:pathLst>
              <a:path w="848870" h="199434" fill="none">
                <a:moveTo>
                  <a:pt x="0" y="199434"/>
                </a:moveTo>
                <a:lnTo>
                  <a:pt x="142358" y="0"/>
                </a:lnTo>
                <a:lnTo>
                  <a:pt x="848870" y="0"/>
                </a:lnTo>
                <a:lnTo>
                  <a:pt x="706498" y="199434"/>
                </a:lnTo>
                <a:lnTo>
                  <a:pt x="0" y="199434"/>
                </a:lnTo>
                <a:close/>
                <a:moveTo>
                  <a:pt x="0" y="199434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pic>
        <p:nvPicPr>
          <p:cNvPr id="9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69eec265f4936"/>
          <a:stretch xmlns:a="http://schemas.openxmlformats.org/drawingml/2006/main"/>
        </p:blipFill>
        <p:spPr>
          <a:xfrm xmlns:a="http://schemas.openxmlformats.org/drawingml/2006/main">
            <a:off x="3694110" y="3890512"/>
            <a:ext cx="615323" cy="145734"/>
          </a:xfrm>
          <a:prstGeom xmlns:a="http://schemas.openxmlformats.org/drawingml/2006/main" prst="rect">
            <a:avLst/>
          </a:prstGeom>
        </p:spPr>
      </p:pic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D28D9-8641-44CD-99A4-3B40859E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676" y="3890513"/>
            <a:ext cx="616197" cy="145741"/>
          </a:xfrm>
          <a:custGeom xmlns:a="http://schemas.openxmlformats.org/drawingml/2006/main">
            <a:pathLst>
              <a:path w="616197" h="145741" fill="none">
                <a:moveTo>
                  <a:pt x="0" y="145741"/>
                </a:moveTo>
                <a:lnTo>
                  <a:pt x="104040" y="0"/>
                </a:lnTo>
                <a:lnTo>
                  <a:pt x="616197" y="0"/>
                </a:lnTo>
                <a:lnTo>
                  <a:pt x="512161" y="145741"/>
                </a:lnTo>
                <a:lnTo>
                  <a:pt x="0" y="145741"/>
                </a:lnTo>
                <a:close/>
                <a:moveTo>
                  <a:pt x="0" y="145741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pic>
        <p:nvPicPr>
          <p:cNvPr id="9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8cd7024404f1c"/>
          <a:stretch xmlns:a="http://schemas.openxmlformats.org/drawingml/2006/main"/>
        </p:blipFill>
        <p:spPr>
          <a:xfrm xmlns:a="http://schemas.openxmlformats.org/drawingml/2006/main">
            <a:off x="3703898" y="3826663"/>
            <a:ext cx="618753" cy="145589"/>
          </a:xfrm>
          <a:prstGeom xmlns:a="http://schemas.openxmlformats.org/drawingml/2006/main" prst="rect">
            <a:avLst/>
          </a:prstGeom>
        </p:spPr>
      </p:pic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D24D9-B4AD-4888-873B-A9D2544C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898" y="3826594"/>
            <a:ext cx="618753" cy="145727"/>
          </a:xfrm>
          <a:custGeom xmlns:a="http://schemas.openxmlformats.org/drawingml/2006/main">
            <a:pathLst>
              <a:path w="618753" h="145727" fill="none">
                <a:moveTo>
                  <a:pt x="0" y="145727"/>
                </a:moveTo>
                <a:lnTo>
                  <a:pt x="104040" y="0"/>
                </a:lnTo>
                <a:lnTo>
                  <a:pt x="618753" y="0"/>
                </a:lnTo>
                <a:lnTo>
                  <a:pt x="514717" y="145727"/>
                </a:lnTo>
                <a:lnTo>
                  <a:pt x="0" y="145727"/>
                </a:lnTo>
                <a:close/>
                <a:moveTo>
                  <a:pt x="0" y="145727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pic>
        <p:nvPicPr>
          <p:cNvPr id="9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07d27ecb2411f"/>
          <a:stretch xmlns:a="http://schemas.openxmlformats.org/drawingml/2006/main"/>
        </p:blipFill>
        <p:spPr>
          <a:xfrm xmlns:a="http://schemas.openxmlformats.org/drawingml/2006/main">
            <a:off x="3796239" y="3714089"/>
            <a:ext cx="403391" cy="94600"/>
          </a:xfrm>
          <a:prstGeom xmlns:a="http://schemas.openxmlformats.org/drawingml/2006/main" prst="rect">
            <a:avLst/>
          </a:prstGeom>
        </p:spPr>
      </p:pic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B4F3A-D924-428C-8906-7929FBC1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944" y="3714091"/>
            <a:ext cx="403984" cy="94600"/>
          </a:xfrm>
          <a:custGeom xmlns:a="http://schemas.openxmlformats.org/drawingml/2006/main">
            <a:pathLst>
              <a:path w="403984" h="94600" fill="none">
                <a:moveTo>
                  <a:pt x="0" y="94600"/>
                </a:moveTo>
                <a:lnTo>
                  <a:pt x="67528" y="0"/>
                </a:lnTo>
                <a:lnTo>
                  <a:pt x="403984" y="0"/>
                </a:lnTo>
                <a:lnTo>
                  <a:pt x="336457" y="94600"/>
                </a:lnTo>
                <a:lnTo>
                  <a:pt x="0" y="94600"/>
                </a:lnTo>
                <a:close/>
                <a:moveTo>
                  <a:pt x="0" y="94600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pic>
        <p:nvPicPr>
          <p:cNvPr id="10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9e9f51c7649ed"/>
          <a:stretch xmlns:a="http://schemas.openxmlformats.org/drawingml/2006/main"/>
        </p:blipFill>
        <p:spPr>
          <a:xfrm xmlns:a="http://schemas.openxmlformats.org/drawingml/2006/main">
            <a:off x="3806172" y="3655333"/>
            <a:ext cx="406534" cy="94501"/>
          </a:xfrm>
          <a:prstGeom xmlns:a="http://schemas.openxmlformats.org/drawingml/2006/main" prst="rect">
            <a:avLst/>
          </a:prstGeom>
        </p:spPr>
      </p:pic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FABD2-3B5E-47D0-86CE-93BAC8F9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166" y="3655283"/>
            <a:ext cx="406540" cy="94600"/>
          </a:xfrm>
          <a:custGeom xmlns:a="http://schemas.openxmlformats.org/drawingml/2006/main">
            <a:pathLst>
              <a:path w="406540" h="94600" fill="none">
                <a:moveTo>
                  <a:pt x="0" y="94600"/>
                </a:moveTo>
                <a:lnTo>
                  <a:pt x="67528" y="0"/>
                </a:lnTo>
                <a:lnTo>
                  <a:pt x="406540" y="0"/>
                </a:lnTo>
                <a:lnTo>
                  <a:pt x="339012" y="94600"/>
                </a:lnTo>
                <a:lnTo>
                  <a:pt x="0" y="94600"/>
                </a:lnTo>
                <a:close/>
                <a:moveTo>
                  <a:pt x="0" y="94600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1DF6E-8F52-4607-9DCD-E7107BF3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938" y="4447889"/>
            <a:ext cx="887736" cy="10"/>
          </a:xfrm>
          <a:custGeom xmlns:a="http://schemas.openxmlformats.org/drawingml/2006/main">
            <a:pathLst>
              <a:path w="887736" h="1" fill="none">
                <a:moveTo>
                  <a:pt x="0" y="0"/>
                </a:moveTo>
                <a:lnTo>
                  <a:pt x="887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94FA3-59A3-4EAB-B2F7-DCA102F1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257" y="4481140"/>
            <a:ext cx="887740" cy="10"/>
          </a:xfrm>
          <a:custGeom xmlns:a="http://schemas.openxmlformats.org/drawingml/2006/main">
            <a:pathLst>
              <a:path w="887740" h="1" fill="none">
                <a:moveTo>
                  <a:pt x="0" y="0"/>
                </a:moveTo>
                <a:lnTo>
                  <a:pt x="8877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53383-87B8-4C3B-9BE3-E9C4D58C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48" y="4330288"/>
            <a:ext cx="175289" cy="238798"/>
          </a:xfrm>
          <a:custGeom xmlns:a="http://schemas.openxmlformats.org/drawingml/2006/main">
            <a:pathLst>
              <a:path w="175289" h="238798" fill="none">
                <a:moveTo>
                  <a:pt x="0" y="238798"/>
                </a:moveTo>
                <a:lnTo>
                  <a:pt x="175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E27D4-C80F-4BED-8B4A-DD012DBD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700" y="4330288"/>
            <a:ext cx="175289" cy="238798"/>
          </a:xfrm>
          <a:custGeom xmlns:a="http://schemas.openxmlformats.org/drawingml/2006/main">
            <a:pathLst>
              <a:path w="175289" h="238798" fill="none">
                <a:moveTo>
                  <a:pt x="0" y="238798"/>
                </a:moveTo>
                <a:lnTo>
                  <a:pt x="175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000000"/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D11AE-5FC0-44BD-94DD-6E8BF95F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307" y="3980002"/>
            <a:ext cx="153409" cy="219879"/>
          </a:xfrm>
          <a:custGeom xmlns:a="http://schemas.openxmlformats.org/drawingml/2006/main">
            <a:pathLst>
              <a:path w="153409" h="219879">
                <a:moveTo>
                  <a:pt x="153409" y="0"/>
                </a:moveTo>
                <a:lnTo>
                  <a:pt x="79775" y="219879"/>
                </a:lnTo>
                <a:lnTo>
                  <a:pt x="0" y="120781"/>
                </a:lnTo>
                <a:lnTo>
                  <a:pt x="153409" y="0"/>
                </a:lnTo>
                <a:close/>
                <a:moveTo>
                  <a:pt x="153409" y="0"/>
                </a:moveTo>
              </a:path>
            </a:pathLst>
          </a:custGeom>
          <a:solidFill xmlns:a="http://schemas.openxmlformats.org/drawingml/2006/main">
            <a:srgbClr val="C5CF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30092-9C4A-4C28-A3B5-1BECB74A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307" y="3980002"/>
            <a:ext cx="153409" cy="219879"/>
          </a:xfrm>
          <a:custGeom xmlns:a="http://schemas.openxmlformats.org/drawingml/2006/main">
            <a:pathLst>
              <a:path w="153409" h="219879" fill="none">
                <a:moveTo>
                  <a:pt x="153409" y="0"/>
                </a:moveTo>
                <a:lnTo>
                  <a:pt x="0" y="120781"/>
                </a:lnTo>
                <a:lnTo>
                  <a:pt x="79775" y="219879"/>
                </a:lnTo>
                <a:lnTo>
                  <a:pt x="153409" y="0"/>
                </a:lnTo>
                <a:close/>
                <a:moveTo>
                  <a:pt x="15340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42535C"/>
            </a:solidFill>
            <a:round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8F336-89B2-439B-A1F5-0A119021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584" y="3857276"/>
            <a:ext cx="10" cy="251733"/>
          </a:xfrm>
          <a:custGeom xmlns:a="http://schemas.openxmlformats.org/drawingml/2006/main">
            <a:pathLst>
              <a:path w="1" h="251733" fill="none">
                <a:moveTo>
                  <a:pt x="0" y="2517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415B3-FD06-4EA2-8BE1-B5A2D65F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302" y="4268911"/>
            <a:ext cx="251748" cy="10"/>
          </a:xfrm>
          <a:custGeom xmlns:a="http://schemas.openxmlformats.org/drawingml/2006/main">
            <a:pathLst>
              <a:path w="251748" h="1" fill="none">
                <a:moveTo>
                  <a:pt x="0" y="0"/>
                </a:moveTo>
                <a:lnTo>
                  <a:pt x="2517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423F5-4B67-46DA-BF03-FF09CEF7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302" y="4018351"/>
            <a:ext cx="10" cy="251746"/>
          </a:xfrm>
          <a:custGeom xmlns:a="http://schemas.openxmlformats.org/drawingml/2006/main">
            <a:pathLst>
              <a:path w="1" h="251746" fill="none">
                <a:moveTo>
                  <a:pt x="0" y="2517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5C31B-836C-40CE-AF35-1F54A349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302" y="3854720"/>
            <a:ext cx="125869" cy="163630"/>
          </a:xfrm>
          <a:custGeom xmlns:a="http://schemas.openxmlformats.org/drawingml/2006/main">
            <a:pathLst>
              <a:path w="125869" h="163630" fill="none">
                <a:moveTo>
                  <a:pt x="0" y="163630"/>
                </a:moveTo>
                <a:lnTo>
                  <a:pt x="1258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C01ED-42FA-4DD6-8C2B-CD9D44F2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877" y="4105284"/>
            <a:ext cx="125869" cy="163627"/>
          </a:xfrm>
          <a:custGeom xmlns:a="http://schemas.openxmlformats.org/drawingml/2006/main">
            <a:pathLst>
              <a:path w="125869" h="163627" fill="none">
                <a:moveTo>
                  <a:pt x="0" y="163627"/>
                </a:moveTo>
                <a:lnTo>
                  <a:pt x="1258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94814-AA28-459A-8EE0-20702100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302" y="4105284"/>
            <a:ext cx="125869" cy="163627"/>
          </a:xfrm>
          <a:custGeom xmlns:a="http://schemas.openxmlformats.org/drawingml/2006/main">
            <a:pathLst>
              <a:path w="125869" h="163627" fill="none">
                <a:moveTo>
                  <a:pt x="0" y="163627"/>
                </a:moveTo>
                <a:lnTo>
                  <a:pt x="1258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custDash>
              <a:ds d="300000" sp="400000"/>
            </a:custDash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CFF91-69F6-4FFD-8ED8-2530E84B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584" y="3854707"/>
            <a:ext cx="251748" cy="10"/>
          </a:xfrm>
          <a:custGeom xmlns:a="http://schemas.openxmlformats.org/drawingml/2006/main">
            <a:pathLst>
              <a:path w="251748" h="1" fill="none">
                <a:moveTo>
                  <a:pt x="0" y="0"/>
                </a:moveTo>
                <a:lnTo>
                  <a:pt x="2517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EAF69-841B-41A3-9C97-3E04057F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16" y="3854720"/>
            <a:ext cx="10" cy="251733"/>
          </a:xfrm>
          <a:custGeom xmlns:a="http://schemas.openxmlformats.org/drawingml/2006/main">
            <a:pathLst>
              <a:path w="1" h="251733" fill="none">
                <a:moveTo>
                  <a:pt x="0" y="2517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miter/>
          </a:ln>
        </p:spPr>
      </p:sp>
      <p:sp>
        <p:nvSpPr>
          <p:cNvPr id="417" name="Text 2.Trilinearinterpolation">
            <a:extLst xmlns:a="http://schemas.openxmlformats.org/drawingml/2006/main">
              <a:ext uri="{FF2B5EF4-FFF2-40B4-BE49-F238E27FC236}">
                <a16:creationId xmlns:a16="http://schemas.microsoft.com/office/drawing/2014/main" id="{5EA41C06-AD7E-4933-A731-2803AC70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95" y="6077385"/>
            <a:ext cx="1375479" cy="127716"/>
          </a:xfrm>
          <a:custGeom xmlns:a="http://schemas.openxmlformats.org/drawingml/2006/main">
            <a:pathLst>
              <a:path w="1375479" h="127716">
                <a:moveTo>
                  <a:pt x="282338" y="57"/>
                </a:moveTo>
                <a:lnTo>
                  <a:pt x="282106" y="88"/>
                </a:lnTo>
                <a:lnTo>
                  <a:pt x="281878" y="127"/>
                </a:lnTo>
                <a:lnTo>
                  <a:pt x="281652" y="173"/>
                </a:lnTo>
                <a:lnTo>
                  <a:pt x="281431" y="226"/>
                </a:lnTo>
                <a:lnTo>
                  <a:pt x="281212" y="286"/>
                </a:lnTo>
                <a:lnTo>
                  <a:pt x="280996" y="354"/>
                </a:lnTo>
                <a:lnTo>
                  <a:pt x="280784" y="428"/>
                </a:lnTo>
                <a:lnTo>
                  <a:pt x="280575" y="509"/>
                </a:lnTo>
                <a:lnTo>
                  <a:pt x="280369" y="597"/>
                </a:lnTo>
                <a:lnTo>
                  <a:pt x="280167" y="693"/>
                </a:lnTo>
                <a:lnTo>
                  <a:pt x="279967" y="795"/>
                </a:lnTo>
                <a:lnTo>
                  <a:pt x="279771" y="905"/>
                </a:lnTo>
                <a:lnTo>
                  <a:pt x="279578" y="1022"/>
                </a:lnTo>
                <a:lnTo>
                  <a:pt x="279389" y="1145"/>
                </a:lnTo>
                <a:lnTo>
                  <a:pt x="279202" y="1276"/>
                </a:lnTo>
                <a:lnTo>
                  <a:pt x="279019" y="1414"/>
                </a:lnTo>
                <a:lnTo>
                  <a:pt x="278839" y="1559"/>
                </a:lnTo>
                <a:lnTo>
                  <a:pt x="278662" y="1711"/>
                </a:lnTo>
                <a:lnTo>
                  <a:pt x="278488" y="1870"/>
                </a:lnTo>
                <a:lnTo>
                  <a:pt x="278318" y="2036"/>
                </a:lnTo>
                <a:lnTo>
                  <a:pt x="278152" y="2207"/>
                </a:lnTo>
                <a:lnTo>
                  <a:pt x="277994" y="2381"/>
                </a:lnTo>
                <a:lnTo>
                  <a:pt x="277843" y="2558"/>
                </a:lnTo>
                <a:lnTo>
                  <a:pt x="277699" y="2738"/>
                </a:lnTo>
                <a:lnTo>
                  <a:pt x="277562" y="2921"/>
                </a:lnTo>
                <a:lnTo>
                  <a:pt x="277432" y="3107"/>
                </a:lnTo>
                <a:lnTo>
                  <a:pt x="277308" y="3297"/>
                </a:lnTo>
                <a:lnTo>
                  <a:pt x="277192" y="3489"/>
                </a:lnTo>
                <a:lnTo>
                  <a:pt x="277083" y="3684"/>
                </a:lnTo>
                <a:lnTo>
                  <a:pt x="276981" y="3882"/>
                </a:lnTo>
                <a:lnTo>
                  <a:pt x="276886" y="4083"/>
                </a:lnTo>
                <a:lnTo>
                  <a:pt x="276799" y="4287"/>
                </a:lnTo>
                <a:lnTo>
                  <a:pt x="276718" y="4494"/>
                </a:lnTo>
                <a:lnTo>
                  <a:pt x="276644" y="4704"/>
                </a:lnTo>
                <a:lnTo>
                  <a:pt x="276577" y="4917"/>
                </a:lnTo>
                <a:lnTo>
                  <a:pt x="276517" y="5133"/>
                </a:lnTo>
                <a:lnTo>
                  <a:pt x="276464" y="5352"/>
                </a:lnTo>
                <a:lnTo>
                  <a:pt x="276419" y="5574"/>
                </a:lnTo>
                <a:lnTo>
                  <a:pt x="276380" y="5799"/>
                </a:lnTo>
                <a:lnTo>
                  <a:pt x="276348" y="6027"/>
                </a:lnTo>
                <a:lnTo>
                  <a:pt x="276324" y="6258"/>
                </a:lnTo>
                <a:lnTo>
                  <a:pt x="276306" y="6492"/>
                </a:lnTo>
                <a:lnTo>
                  <a:pt x="276296" y="6729"/>
                </a:lnTo>
                <a:lnTo>
                  <a:pt x="276292" y="6969"/>
                </a:lnTo>
                <a:lnTo>
                  <a:pt x="276296" y="7210"/>
                </a:lnTo>
                <a:lnTo>
                  <a:pt x="276306" y="7447"/>
                </a:lnTo>
                <a:lnTo>
                  <a:pt x="276324" y="7681"/>
                </a:lnTo>
                <a:lnTo>
                  <a:pt x="276349" y="7913"/>
                </a:lnTo>
                <a:lnTo>
                  <a:pt x="276382" y="8141"/>
                </a:lnTo>
                <a:lnTo>
                  <a:pt x="276421" y="8367"/>
                </a:lnTo>
                <a:lnTo>
                  <a:pt x="276467" y="8590"/>
                </a:lnTo>
                <a:lnTo>
                  <a:pt x="276521" y="8810"/>
                </a:lnTo>
                <a:lnTo>
                  <a:pt x="276582" y="9027"/>
                </a:lnTo>
                <a:lnTo>
                  <a:pt x="276650" y="9241"/>
                </a:lnTo>
                <a:lnTo>
                  <a:pt x="276725" y="9453"/>
                </a:lnTo>
                <a:lnTo>
                  <a:pt x="276807" y="9661"/>
                </a:lnTo>
                <a:lnTo>
                  <a:pt x="276897" y="9867"/>
                </a:lnTo>
                <a:lnTo>
                  <a:pt x="276993" y="10070"/>
                </a:lnTo>
                <a:lnTo>
                  <a:pt x="277097" y="10270"/>
                </a:lnTo>
                <a:lnTo>
                  <a:pt x="277208" y="10467"/>
                </a:lnTo>
                <a:lnTo>
                  <a:pt x="277326" y="10661"/>
                </a:lnTo>
                <a:lnTo>
                  <a:pt x="277451" y="10852"/>
                </a:lnTo>
                <a:lnTo>
                  <a:pt x="277583" y="11040"/>
                </a:lnTo>
                <a:lnTo>
                  <a:pt x="277723" y="11226"/>
                </a:lnTo>
                <a:lnTo>
                  <a:pt x="277869" y="11408"/>
                </a:lnTo>
                <a:lnTo>
                  <a:pt x="278023" y="11588"/>
                </a:lnTo>
                <a:lnTo>
                  <a:pt x="278184" y="11765"/>
                </a:lnTo>
                <a:lnTo>
                  <a:pt x="278352" y="11939"/>
                </a:lnTo>
                <a:lnTo>
                  <a:pt x="278525" y="12108"/>
                </a:lnTo>
                <a:lnTo>
                  <a:pt x="278701" y="12269"/>
                </a:lnTo>
                <a:lnTo>
                  <a:pt x="278880" y="12424"/>
                </a:lnTo>
                <a:lnTo>
                  <a:pt x="279062" y="12571"/>
                </a:lnTo>
                <a:lnTo>
                  <a:pt x="279246" y="12711"/>
                </a:lnTo>
                <a:lnTo>
                  <a:pt x="279434" y="12844"/>
                </a:lnTo>
                <a:lnTo>
                  <a:pt x="279624" y="12970"/>
                </a:lnTo>
                <a:lnTo>
                  <a:pt x="279817" y="13088"/>
                </a:lnTo>
                <a:lnTo>
                  <a:pt x="280013" y="13200"/>
                </a:lnTo>
                <a:lnTo>
                  <a:pt x="280212" y="13304"/>
                </a:lnTo>
                <a:lnTo>
                  <a:pt x="280413" y="13401"/>
                </a:lnTo>
                <a:lnTo>
                  <a:pt x="280618" y="13490"/>
                </a:lnTo>
                <a:lnTo>
                  <a:pt x="280825" y="13573"/>
                </a:lnTo>
                <a:lnTo>
                  <a:pt x="281036" y="13648"/>
                </a:lnTo>
                <a:lnTo>
                  <a:pt x="281249" y="13717"/>
                </a:lnTo>
                <a:lnTo>
                  <a:pt x="281465" y="13778"/>
                </a:lnTo>
                <a:lnTo>
                  <a:pt x="281684" y="13832"/>
                </a:lnTo>
                <a:lnTo>
                  <a:pt x="281906" y="13878"/>
                </a:lnTo>
                <a:lnTo>
                  <a:pt x="282130" y="13918"/>
                </a:lnTo>
                <a:lnTo>
                  <a:pt x="282358" y="13950"/>
                </a:lnTo>
                <a:lnTo>
                  <a:pt x="282588" y="13975"/>
                </a:lnTo>
                <a:lnTo>
                  <a:pt x="282821" y="13993"/>
                </a:lnTo>
                <a:lnTo>
                  <a:pt x="283057" y="14004"/>
                </a:lnTo>
                <a:lnTo>
                  <a:pt x="283296" y="14008"/>
                </a:lnTo>
                <a:lnTo>
                  <a:pt x="283535" y="14004"/>
                </a:lnTo>
                <a:lnTo>
                  <a:pt x="283771" y="13993"/>
                </a:lnTo>
                <a:lnTo>
                  <a:pt x="284004" y="13975"/>
                </a:lnTo>
                <a:lnTo>
                  <a:pt x="284233" y="13950"/>
                </a:lnTo>
                <a:lnTo>
                  <a:pt x="284460" y="13918"/>
                </a:lnTo>
                <a:lnTo>
                  <a:pt x="284684" y="13878"/>
                </a:lnTo>
                <a:lnTo>
                  <a:pt x="284905" y="13832"/>
                </a:lnTo>
                <a:lnTo>
                  <a:pt x="285123" y="13778"/>
                </a:lnTo>
                <a:lnTo>
                  <a:pt x="285338" y="13717"/>
                </a:lnTo>
                <a:lnTo>
                  <a:pt x="285550" y="13648"/>
                </a:lnTo>
                <a:lnTo>
                  <a:pt x="285759" y="13573"/>
                </a:lnTo>
                <a:lnTo>
                  <a:pt x="285965" y="13490"/>
                </a:lnTo>
                <a:lnTo>
                  <a:pt x="286168" y="13401"/>
                </a:lnTo>
                <a:lnTo>
                  <a:pt x="286368" y="13304"/>
                </a:lnTo>
                <a:lnTo>
                  <a:pt x="286566" y="13200"/>
                </a:lnTo>
                <a:lnTo>
                  <a:pt x="286760" y="13088"/>
                </a:lnTo>
                <a:lnTo>
                  <a:pt x="286951" y="12970"/>
                </a:lnTo>
                <a:lnTo>
                  <a:pt x="287139" y="12844"/>
                </a:lnTo>
                <a:lnTo>
                  <a:pt x="287324" y="12711"/>
                </a:lnTo>
                <a:lnTo>
                  <a:pt x="287506" y="12571"/>
                </a:lnTo>
                <a:lnTo>
                  <a:pt x="287686" y="12424"/>
                </a:lnTo>
                <a:lnTo>
                  <a:pt x="287862" y="12269"/>
                </a:lnTo>
                <a:lnTo>
                  <a:pt x="288035" y="12108"/>
                </a:lnTo>
                <a:lnTo>
                  <a:pt x="288206" y="11939"/>
                </a:lnTo>
                <a:lnTo>
                  <a:pt x="288371" y="11765"/>
                </a:lnTo>
                <a:lnTo>
                  <a:pt x="288529" y="11588"/>
                </a:lnTo>
                <a:lnTo>
                  <a:pt x="288680" y="11408"/>
                </a:lnTo>
                <a:lnTo>
                  <a:pt x="288824" y="11226"/>
                </a:lnTo>
                <a:lnTo>
                  <a:pt x="288962" y="11040"/>
                </a:lnTo>
                <a:lnTo>
                  <a:pt x="289092" y="10852"/>
                </a:lnTo>
                <a:lnTo>
                  <a:pt x="289215" y="10661"/>
                </a:lnTo>
                <a:lnTo>
                  <a:pt x="289331" y="10467"/>
                </a:lnTo>
                <a:lnTo>
                  <a:pt x="289440" y="10270"/>
                </a:lnTo>
                <a:lnTo>
                  <a:pt x="289542" y="10070"/>
                </a:lnTo>
                <a:lnTo>
                  <a:pt x="289637" y="9867"/>
                </a:lnTo>
                <a:lnTo>
                  <a:pt x="289725" y="9661"/>
                </a:lnTo>
                <a:lnTo>
                  <a:pt x="289806" y="9453"/>
                </a:lnTo>
                <a:lnTo>
                  <a:pt x="289879" y="9241"/>
                </a:lnTo>
                <a:lnTo>
                  <a:pt x="289946" y="9027"/>
                </a:lnTo>
                <a:lnTo>
                  <a:pt x="290006" y="8810"/>
                </a:lnTo>
                <a:lnTo>
                  <a:pt x="290059" y="8590"/>
                </a:lnTo>
                <a:lnTo>
                  <a:pt x="290105" y="8367"/>
                </a:lnTo>
                <a:lnTo>
                  <a:pt x="290143" y="8141"/>
                </a:lnTo>
                <a:lnTo>
                  <a:pt x="290175" y="7913"/>
                </a:lnTo>
                <a:lnTo>
                  <a:pt x="290199" y="7681"/>
                </a:lnTo>
                <a:lnTo>
                  <a:pt x="290217" y="7447"/>
                </a:lnTo>
                <a:lnTo>
                  <a:pt x="290228" y="7210"/>
                </a:lnTo>
                <a:lnTo>
                  <a:pt x="290231" y="6969"/>
                </a:lnTo>
                <a:lnTo>
                  <a:pt x="290228" y="6729"/>
                </a:lnTo>
                <a:lnTo>
                  <a:pt x="290217" y="6492"/>
                </a:lnTo>
                <a:lnTo>
                  <a:pt x="290199" y="6258"/>
                </a:lnTo>
                <a:lnTo>
                  <a:pt x="290175" y="6027"/>
                </a:lnTo>
                <a:lnTo>
                  <a:pt x="290143" y="5799"/>
                </a:lnTo>
                <a:lnTo>
                  <a:pt x="290105" y="5574"/>
                </a:lnTo>
                <a:lnTo>
                  <a:pt x="290059" y="5352"/>
                </a:lnTo>
                <a:lnTo>
                  <a:pt x="290006" y="5133"/>
                </a:lnTo>
                <a:lnTo>
                  <a:pt x="289946" y="4917"/>
                </a:lnTo>
                <a:lnTo>
                  <a:pt x="289879" y="4704"/>
                </a:lnTo>
                <a:lnTo>
                  <a:pt x="289806" y="4494"/>
                </a:lnTo>
                <a:lnTo>
                  <a:pt x="289725" y="4287"/>
                </a:lnTo>
                <a:lnTo>
                  <a:pt x="289637" y="4083"/>
                </a:lnTo>
                <a:lnTo>
                  <a:pt x="289542" y="3882"/>
                </a:lnTo>
                <a:lnTo>
                  <a:pt x="289440" y="3684"/>
                </a:lnTo>
                <a:lnTo>
                  <a:pt x="289331" y="3489"/>
                </a:lnTo>
                <a:lnTo>
                  <a:pt x="289215" y="3297"/>
                </a:lnTo>
                <a:lnTo>
                  <a:pt x="289092" y="3107"/>
                </a:lnTo>
                <a:lnTo>
                  <a:pt x="288962" y="2921"/>
                </a:lnTo>
                <a:lnTo>
                  <a:pt x="288824" y="2738"/>
                </a:lnTo>
                <a:lnTo>
                  <a:pt x="288680" y="2558"/>
                </a:lnTo>
                <a:lnTo>
                  <a:pt x="288529" y="2381"/>
                </a:lnTo>
                <a:lnTo>
                  <a:pt x="288371" y="2207"/>
                </a:lnTo>
                <a:lnTo>
                  <a:pt x="288206" y="2036"/>
                </a:lnTo>
                <a:lnTo>
                  <a:pt x="288035" y="1870"/>
                </a:lnTo>
                <a:lnTo>
                  <a:pt x="287862" y="1711"/>
                </a:lnTo>
                <a:lnTo>
                  <a:pt x="287686" y="1559"/>
                </a:lnTo>
                <a:lnTo>
                  <a:pt x="287506" y="1414"/>
                </a:lnTo>
                <a:lnTo>
                  <a:pt x="287324" y="1276"/>
                </a:lnTo>
                <a:lnTo>
                  <a:pt x="287139" y="1145"/>
                </a:lnTo>
                <a:lnTo>
                  <a:pt x="286951" y="1022"/>
                </a:lnTo>
                <a:lnTo>
                  <a:pt x="286760" y="905"/>
                </a:lnTo>
                <a:lnTo>
                  <a:pt x="286566" y="795"/>
                </a:lnTo>
                <a:lnTo>
                  <a:pt x="286368" y="693"/>
                </a:lnTo>
                <a:lnTo>
                  <a:pt x="286168" y="597"/>
                </a:lnTo>
                <a:lnTo>
                  <a:pt x="285965" y="509"/>
                </a:lnTo>
                <a:lnTo>
                  <a:pt x="285759" y="428"/>
                </a:lnTo>
                <a:lnTo>
                  <a:pt x="285550" y="354"/>
                </a:lnTo>
                <a:lnTo>
                  <a:pt x="285338" y="286"/>
                </a:lnTo>
                <a:lnTo>
                  <a:pt x="285123" y="226"/>
                </a:lnTo>
                <a:lnTo>
                  <a:pt x="284905" y="173"/>
                </a:lnTo>
                <a:lnTo>
                  <a:pt x="284684" y="127"/>
                </a:lnTo>
                <a:lnTo>
                  <a:pt x="284460" y="88"/>
                </a:lnTo>
                <a:lnTo>
                  <a:pt x="284233" y="57"/>
                </a:lnTo>
                <a:lnTo>
                  <a:pt x="284004" y="32"/>
                </a:lnTo>
                <a:lnTo>
                  <a:pt x="283771" y="14"/>
                </a:lnTo>
                <a:lnTo>
                  <a:pt x="283535" y="4"/>
                </a:lnTo>
                <a:lnTo>
                  <a:pt x="283296" y="0"/>
                </a:lnTo>
                <a:lnTo>
                  <a:pt x="283052" y="4"/>
                </a:lnTo>
                <a:lnTo>
                  <a:pt x="282810" y="14"/>
                </a:lnTo>
                <a:lnTo>
                  <a:pt x="282572" y="32"/>
                </a:lnTo>
                <a:lnTo>
                  <a:pt x="282338" y="57"/>
                </a:lnTo>
                <a:close/>
                <a:moveTo>
                  <a:pt x="360294" y="88"/>
                </a:moveTo>
                <a:lnTo>
                  <a:pt x="360066" y="127"/>
                </a:lnTo>
                <a:lnTo>
                  <a:pt x="359840" y="173"/>
                </a:lnTo>
                <a:lnTo>
                  <a:pt x="359619" y="226"/>
                </a:lnTo>
                <a:lnTo>
                  <a:pt x="359400" y="286"/>
                </a:lnTo>
                <a:lnTo>
                  <a:pt x="359184" y="354"/>
                </a:lnTo>
                <a:lnTo>
                  <a:pt x="358972" y="428"/>
                </a:lnTo>
                <a:lnTo>
                  <a:pt x="358763" y="509"/>
                </a:lnTo>
                <a:lnTo>
                  <a:pt x="358557" y="597"/>
                </a:lnTo>
                <a:lnTo>
                  <a:pt x="358355" y="693"/>
                </a:lnTo>
                <a:lnTo>
                  <a:pt x="358155" y="795"/>
                </a:lnTo>
                <a:lnTo>
                  <a:pt x="357959" y="905"/>
                </a:lnTo>
                <a:lnTo>
                  <a:pt x="357766" y="1022"/>
                </a:lnTo>
                <a:lnTo>
                  <a:pt x="357576" y="1145"/>
                </a:lnTo>
                <a:lnTo>
                  <a:pt x="357390" y="1276"/>
                </a:lnTo>
                <a:lnTo>
                  <a:pt x="357207" y="1414"/>
                </a:lnTo>
                <a:lnTo>
                  <a:pt x="357027" y="1559"/>
                </a:lnTo>
                <a:lnTo>
                  <a:pt x="356850" y="1711"/>
                </a:lnTo>
                <a:lnTo>
                  <a:pt x="356676" y="1870"/>
                </a:lnTo>
                <a:lnTo>
                  <a:pt x="356506" y="2036"/>
                </a:lnTo>
                <a:lnTo>
                  <a:pt x="356340" y="2207"/>
                </a:lnTo>
                <a:lnTo>
                  <a:pt x="356182" y="2381"/>
                </a:lnTo>
                <a:lnTo>
                  <a:pt x="356031" y="2558"/>
                </a:lnTo>
                <a:lnTo>
                  <a:pt x="355887" y="2738"/>
                </a:lnTo>
                <a:lnTo>
                  <a:pt x="355750" y="2921"/>
                </a:lnTo>
                <a:lnTo>
                  <a:pt x="355620" y="3107"/>
                </a:lnTo>
                <a:lnTo>
                  <a:pt x="355496" y="3297"/>
                </a:lnTo>
                <a:lnTo>
                  <a:pt x="355380" y="3489"/>
                </a:lnTo>
                <a:lnTo>
                  <a:pt x="355271" y="3684"/>
                </a:lnTo>
                <a:lnTo>
                  <a:pt x="355169" y="3882"/>
                </a:lnTo>
                <a:lnTo>
                  <a:pt x="355074" y="4083"/>
                </a:lnTo>
                <a:lnTo>
                  <a:pt x="354987" y="4287"/>
                </a:lnTo>
                <a:lnTo>
                  <a:pt x="354906" y="4494"/>
                </a:lnTo>
                <a:lnTo>
                  <a:pt x="354832" y="4704"/>
                </a:lnTo>
                <a:lnTo>
                  <a:pt x="354765" y="4917"/>
                </a:lnTo>
                <a:lnTo>
                  <a:pt x="354705" y="5133"/>
                </a:lnTo>
                <a:lnTo>
                  <a:pt x="354652" y="5352"/>
                </a:lnTo>
                <a:lnTo>
                  <a:pt x="354607" y="5574"/>
                </a:lnTo>
                <a:lnTo>
                  <a:pt x="354568" y="5799"/>
                </a:lnTo>
                <a:lnTo>
                  <a:pt x="354536" y="6027"/>
                </a:lnTo>
                <a:lnTo>
                  <a:pt x="354512" y="6258"/>
                </a:lnTo>
                <a:lnTo>
                  <a:pt x="354494" y="6492"/>
                </a:lnTo>
                <a:lnTo>
                  <a:pt x="354484" y="6729"/>
                </a:lnTo>
                <a:lnTo>
                  <a:pt x="354480" y="6969"/>
                </a:lnTo>
                <a:lnTo>
                  <a:pt x="354484" y="7210"/>
                </a:lnTo>
                <a:lnTo>
                  <a:pt x="354494" y="7447"/>
                </a:lnTo>
                <a:lnTo>
                  <a:pt x="354512" y="7681"/>
                </a:lnTo>
                <a:lnTo>
                  <a:pt x="354537" y="7913"/>
                </a:lnTo>
                <a:lnTo>
                  <a:pt x="354570" y="8141"/>
                </a:lnTo>
                <a:lnTo>
                  <a:pt x="354609" y="8367"/>
                </a:lnTo>
                <a:lnTo>
                  <a:pt x="354655" y="8590"/>
                </a:lnTo>
                <a:lnTo>
                  <a:pt x="354709" y="8810"/>
                </a:lnTo>
                <a:lnTo>
                  <a:pt x="354770" y="9027"/>
                </a:lnTo>
                <a:lnTo>
                  <a:pt x="354838" y="9241"/>
                </a:lnTo>
                <a:lnTo>
                  <a:pt x="354913" y="9453"/>
                </a:lnTo>
                <a:lnTo>
                  <a:pt x="354995" y="9661"/>
                </a:lnTo>
                <a:lnTo>
                  <a:pt x="355085" y="9867"/>
                </a:lnTo>
                <a:lnTo>
                  <a:pt x="355181" y="10070"/>
                </a:lnTo>
                <a:lnTo>
                  <a:pt x="355285" y="10270"/>
                </a:lnTo>
                <a:lnTo>
                  <a:pt x="355396" y="10467"/>
                </a:lnTo>
                <a:lnTo>
                  <a:pt x="355514" y="10661"/>
                </a:lnTo>
                <a:lnTo>
                  <a:pt x="355639" y="10852"/>
                </a:lnTo>
                <a:lnTo>
                  <a:pt x="355771" y="11040"/>
                </a:lnTo>
                <a:lnTo>
                  <a:pt x="355911" y="11226"/>
                </a:lnTo>
                <a:lnTo>
                  <a:pt x="356057" y="11408"/>
                </a:lnTo>
                <a:lnTo>
                  <a:pt x="356211" y="11588"/>
                </a:lnTo>
                <a:lnTo>
                  <a:pt x="356372" y="11765"/>
                </a:lnTo>
                <a:lnTo>
                  <a:pt x="356540" y="11939"/>
                </a:lnTo>
                <a:lnTo>
                  <a:pt x="356713" y="12108"/>
                </a:lnTo>
                <a:lnTo>
                  <a:pt x="356889" y="12269"/>
                </a:lnTo>
                <a:lnTo>
                  <a:pt x="357068" y="12424"/>
                </a:lnTo>
                <a:lnTo>
                  <a:pt x="357250" y="12571"/>
                </a:lnTo>
                <a:lnTo>
                  <a:pt x="357434" y="12711"/>
                </a:lnTo>
                <a:lnTo>
                  <a:pt x="357622" y="12844"/>
                </a:lnTo>
                <a:lnTo>
                  <a:pt x="357812" y="12970"/>
                </a:lnTo>
                <a:lnTo>
                  <a:pt x="358005" y="13088"/>
                </a:lnTo>
                <a:lnTo>
                  <a:pt x="358201" y="13200"/>
                </a:lnTo>
                <a:lnTo>
                  <a:pt x="358400" y="13304"/>
                </a:lnTo>
                <a:lnTo>
                  <a:pt x="358601" y="13401"/>
                </a:lnTo>
                <a:lnTo>
                  <a:pt x="358806" y="13490"/>
                </a:lnTo>
                <a:lnTo>
                  <a:pt x="359013" y="13573"/>
                </a:lnTo>
                <a:lnTo>
                  <a:pt x="359224" y="13648"/>
                </a:lnTo>
                <a:lnTo>
                  <a:pt x="359437" y="13717"/>
                </a:lnTo>
                <a:lnTo>
                  <a:pt x="359653" y="13778"/>
                </a:lnTo>
                <a:lnTo>
                  <a:pt x="359872" y="13832"/>
                </a:lnTo>
                <a:lnTo>
                  <a:pt x="360093" y="13878"/>
                </a:lnTo>
                <a:lnTo>
                  <a:pt x="360318" y="13918"/>
                </a:lnTo>
                <a:lnTo>
                  <a:pt x="360546" y="13950"/>
                </a:lnTo>
                <a:lnTo>
                  <a:pt x="360776" y="13975"/>
                </a:lnTo>
                <a:lnTo>
                  <a:pt x="361009" y="13993"/>
                </a:lnTo>
                <a:lnTo>
                  <a:pt x="361245" y="14004"/>
                </a:lnTo>
                <a:lnTo>
                  <a:pt x="361484" y="14008"/>
                </a:lnTo>
                <a:lnTo>
                  <a:pt x="361723" y="14004"/>
                </a:lnTo>
                <a:lnTo>
                  <a:pt x="361959" y="13993"/>
                </a:lnTo>
                <a:lnTo>
                  <a:pt x="362192" y="13975"/>
                </a:lnTo>
                <a:lnTo>
                  <a:pt x="362421" y="13950"/>
                </a:lnTo>
                <a:lnTo>
                  <a:pt x="362648" y="13918"/>
                </a:lnTo>
                <a:lnTo>
                  <a:pt x="362872" y="13878"/>
                </a:lnTo>
                <a:lnTo>
                  <a:pt x="363093" y="13832"/>
                </a:lnTo>
                <a:lnTo>
                  <a:pt x="363311" y="13778"/>
                </a:lnTo>
                <a:lnTo>
                  <a:pt x="363526" y="13717"/>
                </a:lnTo>
                <a:lnTo>
                  <a:pt x="363738" y="13648"/>
                </a:lnTo>
                <a:lnTo>
                  <a:pt x="363947" y="13573"/>
                </a:lnTo>
                <a:lnTo>
                  <a:pt x="364153" y="13490"/>
                </a:lnTo>
                <a:lnTo>
                  <a:pt x="364356" y="13401"/>
                </a:lnTo>
                <a:lnTo>
                  <a:pt x="364556" y="13304"/>
                </a:lnTo>
                <a:lnTo>
                  <a:pt x="364754" y="13200"/>
                </a:lnTo>
                <a:lnTo>
                  <a:pt x="364948" y="13088"/>
                </a:lnTo>
                <a:lnTo>
                  <a:pt x="365139" y="12970"/>
                </a:lnTo>
                <a:lnTo>
                  <a:pt x="365327" y="12844"/>
                </a:lnTo>
                <a:lnTo>
                  <a:pt x="365512" y="12711"/>
                </a:lnTo>
                <a:lnTo>
                  <a:pt x="365694" y="12571"/>
                </a:lnTo>
                <a:lnTo>
                  <a:pt x="365874" y="12424"/>
                </a:lnTo>
                <a:lnTo>
                  <a:pt x="366050" y="12269"/>
                </a:lnTo>
                <a:lnTo>
                  <a:pt x="366223" y="12108"/>
                </a:lnTo>
                <a:lnTo>
                  <a:pt x="366393" y="11939"/>
                </a:lnTo>
                <a:lnTo>
                  <a:pt x="366559" y="11765"/>
                </a:lnTo>
                <a:lnTo>
                  <a:pt x="366717" y="11588"/>
                </a:lnTo>
                <a:lnTo>
                  <a:pt x="366868" y="11408"/>
                </a:lnTo>
                <a:lnTo>
                  <a:pt x="367012" y="11226"/>
                </a:lnTo>
                <a:lnTo>
                  <a:pt x="367150" y="11040"/>
                </a:lnTo>
                <a:lnTo>
                  <a:pt x="367280" y="10852"/>
                </a:lnTo>
                <a:lnTo>
                  <a:pt x="367403" y="10661"/>
                </a:lnTo>
                <a:lnTo>
                  <a:pt x="367519" y="10467"/>
                </a:lnTo>
                <a:lnTo>
                  <a:pt x="367628" y="10270"/>
                </a:lnTo>
                <a:lnTo>
                  <a:pt x="367730" y="10070"/>
                </a:lnTo>
                <a:lnTo>
                  <a:pt x="367825" y="9867"/>
                </a:lnTo>
                <a:lnTo>
                  <a:pt x="367913" y="9661"/>
                </a:lnTo>
                <a:lnTo>
                  <a:pt x="367994" y="9453"/>
                </a:lnTo>
                <a:lnTo>
                  <a:pt x="368067" y="9241"/>
                </a:lnTo>
                <a:lnTo>
                  <a:pt x="368134" y="9027"/>
                </a:lnTo>
                <a:lnTo>
                  <a:pt x="368194" y="8810"/>
                </a:lnTo>
                <a:lnTo>
                  <a:pt x="368247" y="8590"/>
                </a:lnTo>
                <a:lnTo>
                  <a:pt x="368293" y="8367"/>
                </a:lnTo>
                <a:lnTo>
                  <a:pt x="368331" y="8141"/>
                </a:lnTo>
                <a:lnTo>
                  <a:pt x="368363" y="7913"/>
                </a:lnTo>
                <a:lnTo>
                  <a:pt x="368387" y="7681"/>
                </a:lnTo>
                <a:lnTo>
                  <a:pt x="368405" y="7447"/>
                </a:lnTo>
                <a:lnTo>
                  <a:pt x="368416" y="7210"/>
                </a:lnTo>
                <a:lnTo>
                  <a:pt x="368419" y="6969"/>
                </a:lnTo>
                <a:lnTo>
                  <a:pt x="368416" y="6729"/>
                </a:lnTo>
                <a:lnTo>
                  <a:pt x="368405" y="6492"/>
                </a:lnTo>
                <a:lnTo>
                  <a:pt x="368387" y="6258"/>
                </a:lnTo>
                <a:lnTo>
                  <a:pt x="368363" y="6027"/>
                </a:lnTo>
                <a:lnTo>
                  <a:pt x="368331" y="5799"/>
                </a:lnTo>
                <a:lnTo>
                  <a:pt x="368293" y="5574"/>
                </a:lnTo>
                <a:lnTo>
                  <a:pt x="368247" y="5352"/>
                </a:lnTo>
                <a:lnTo>
                  <a:pt x="368194" y="5133"/>
                </a:lnTo>
                <a:lnTo>
                  <a:pt x="368134" y="4917"/>
                </a:lnTo>
                <a:lnTo>
                  <a:pt x="368067" y="4704"/>
                </a:lnTo>
                <a:lnTo>
                  <a:pt x="367994" y="4494"/>
                </a:lnTo>
                <a:lnTo>
                  <a:pt x="367913" y="4287"/>
                </a:lnTo>
                <a:lnTo>
                  <a:pt x="367825" y="4083"/>
                </a:lnTo>
                <a:lnTo>
                  <a:pt x="367730" y="3882"/>
                </a:lnTo>
                <a:lnTo>
                  <a:pt x="367628" y="3684"/>
                </a:lnTo>
                <a:lnTo>
                  <a:pt x="367519" y="3489"/>
                </a:lnTo>
                <a:lnTo>
                  <a:pt x="367403" y="3297"/>
                </a:lnTo>
                <a:lnTo>
                  <a:pt x="367280" y="3107"/>
                </a:lnTo>
                <a:lnTo>
                  <a:pt x="367150" y="2921"/>
                </a:lnTo>
                <a:lnTo>
                  <a:pt x="367012" y="2738"/>
                </a:lnTo>
                <a:lnTo>
                  <a:pt x="366868" y="2558"/>
                </a:lnTo>
                <a:lnTo>
                  <a:pt x="366717" y="2381"/>
                </a:lnTo>
                <a:lnTo>
                  <a:pt x="366559" y="2207"/>
                </a:lnTo>
                <a:lnTo>
                  <a:pt x="366393" y="2036"/>
                </a:lnTo>
                <a:lnTo>
                  <a:pt x="366223" y="1870"/>
                </a:lnTo>
                <a:lnTo>
                  <a:pt x="366050" y="1711"/>
                </a:lnTo>
                <a:lnTo>
                  <a:pt x="365874" y="1559"/>
                </a:lnTo>
                <a:lnTo>
                  <a:pt x="365694" y="1414"/>
                </a:lnTo>
                <a:lnTo>
                  <a:pt x="365512" y="1276"/>
                </a:lnTo>
                <a:lnTo>
                  <a:pt x="365327" y="1145"/>
                </a:lnTo>
                <a:lnTo>
                  <a:pt x="365139" y="1022"/>
                </a:lnTo>
                <a:lnTo>
                  <a:pt x="364948" y="905"/>
                </a:lnTo>
                <a:lnTo>
                  <a:pt x="364754" y="795"/>
                </a:lnTo>
                <a:lnTo>
                  <a:pt x="364556" y="693"/>
                </a:lnTo>
                <a:lnTo>
                  <a:pt x="364356" y="597"/>
                </a:lnTo>
                <a:lnTo>
                  <a:pt x="364153" y="509"/>
                </a:lnTo>
                <a:lnTo>
                  <a:pt x="363947" y="428"/>
                </a:lnTo>
                <a:lnTo>
                  <a:pt x="363738" y="354"/>
                </a:lnTo>
                <a:lnTo>
                  <a:pt x="363526" y="286"/>
                </a:lnTo>
                <a:lnTo>
                  <a:pt x="363311" y="226"/>
                </a:lnTo>
                <a:lnTo>
                  <a:pt x="363093" y="173"/>
                </a:lnTo>
                <a:lnTo>
                  <a:pt x="362872" y="127"/>
                </a:lnTo>
                <a:lnTo>
                  <a:pt x="362648" y="88"/>
                </a:lnTo>
                <a:lnTo>
                  <a:pt x="362421" y="57"/>
                </a:lnTo>
                <a:lnTo>
                  <a:pt x="362192" y="32"/>
                </a:lnTo>
                <a:lnTo>
                  <a:pt x="361959" y="14"/>
                </a:lnTo>
                <a:lnTo>
                  <a:pt x="361723" y="4"/>
                </a:lnTo>
                <a:lnTo>
                  <a:pt x="361484" y="0"/>
                </a:lnTo>
                <a:lnTo>
                  <a:pt x="361240" y="4"/>
                </a:lnTo>
                <a:lnTo>
                  <a:pt x="360998" y="14"/>
                </a:lnTo>
                <a:lnTo>
                  <a:pt x="360760" y="32"/>
                </a:lnTo>
                <a:lnTo>
                  <a:pt x="360525" y="57"/>
                </a:lnTo>
                <a:lnTo>
                  <a:pt x="360294" y="88"/>
                </a:lnTo>
                <a:close/>
                <a:moveTo>
                  <a:pt x="676562" y="88"/>
                </a:moveTo>
                <a:lnTo>
                  <a:pt x="676333" y="127"/>
                </a:lnTo>
                <a:lnTo>
                  <a:pt x="676108" y="173"/>
                </a:lnTo>
                <a:lnTo>
                  <a:pt x="675886" y="226"/>
                </a:lnTo>
                <a:lnTo>
                  <a:pt x="675668" y="286"/>
                </a:lnTo>
                <a:lnTo>
                  <a:pt x="675452" y="354"/>
                </a:lnTo>
                <a:lnTo>
                  <a:pt x="675240" y="428"/>
                </a:lnTo>
                <a:lnTo>
                  <a:pt x="675031" y="509"/>
                </a:lnTo>
                <a:lnTo>
                  <a:pt x="674825" y="597"/>
                </a:lnTo>
                <a:lnTo>
                  <a:pt x="674622" y="693"/>
                </a:lnTo>
                <a:lnTo>
                  <a:pt x="674423" y="795"/>
                </a:lnTo>
                <a:lnTo>
                  <a:pt x="674227" y="905"/>
                </a:lnTo>
                <a:lnTo>
                  <a:pt x="674034" y="1022"/>
                </a:lnTo>
                <a:lnTo>
                  <a:pt x="673844" y="1145"/>
                </a:lnTo>
                <a:lnTo>
                  <a:pt x="673658" y="1276"/>
                </a:lnTo>
                <a:lnTo>
                  <a:pt x="673474" y="1414"/>
                </a:lnTo>
                <a:lnTo>
                  <a:pt x="673294" y="1559"/>
                </a:lnTo>
                <a:lnTo>
                  <a:pt x="673117" y="1711"/>
                </a:lnTo>
                <a:lnTo>
                  <a:pt x="672944" y="1870"/>
                </a:lnTo>
                <a:lnTo>
                  <a:pt x="672773" y="2036"/>
                </a:lnTo>
                <a:lnTo>
                  <a:pt x="672608" y="2207"/>
                </a:lnTo>
                <a:lnTo>
                  <a:pt x="672450" y="2381"/>
                </a:lnTo>
                <a:lnTo>
                  <a:pt x="672299" y="2558"/>
                </a:lnTo>
                <a:lnTo>
                  <a:pt x="672154" y="2738"/>
                </a:lnTo>
                <a:lnTo>
                  <a:pt x="672017" y="2921"/>
                </a:lnTo>
                <a:lnTo>
                  <a:pt x="671887" y="3107"/>
                </a:lnTo>
                <a:lnTo>
                  <a:pt x="671764" y="3297"/>
                </a:lnTo>
                <a:lnTo>
                  <a:pt x="671648" y="3489"/>
                </a:lnTo>
                <a:lnTo>
                  <a:pt x="671539" y="3684"/>
                </a:lnTo>
                <a:lnTo>
                  <a:pt x="671437" y="3882"/>
                </a:lnTo>
                <a:lnTo>
                  <a:pt x="671342" y="4083"/>
                </a:lnTo>
                <a:lnTo>
                  <a:pt x="671254" y="4287"/>
                </a:lnTo>
                <a:lnTo>
                  <a:pt x="671173" y="4494"/>
                </a:lnTo>
                <a:lnTo>
                  <a:pt x="671099" y="4704"/>
                </a:lnTo>
                <a:lnTo>
                  <a:pt x="671033" y="4917"/>
                </a:lnTo>
                <a:lnTo>
                  <a:pt x="670973" y="5133"/>
                </a:lnTo>
                <a:lnTo>
                  <a:pt x="670920" y="5352"/>
                </a:lnTo>
                <a:lnTo>
                  <a:pt x="670874" y="5574"/>
                </a:lnTo>
                <a:lnTo>
                  <a:pt x="670836" y="5799"/>
                </a:lnTo>
                <a:lnTo>
                  <a:pt x="670804" y="6027"/>
                </a:lnTo>
                <a:lnTo>
                  <a:pt x="670779" y="6258"/>
                </a:lnTo>
                <a:lnTo>
                  <a:pt x="670762" y="6492"/>
                </a:lnTo>
                <a:lnTo>
                  <a:pt x="670751" y="6729"/>
                </a:lnTo>
                <a:lnTo>
                  <a:pt x="670748" y="6969"/>
                </a:lnTo>
                <a:lnTo>
                  <a:pt x="670751" y="7210"/>
                </a:lnTo>
                <a:lnTo>
                  <a:pt x="670762" y="7447"/>
                </a:lnTo>
                <a:lnTo>
                  <a:pt x="670780" y="7681"/>
                </a:lnTo>
                <a:lnTo>
                  <a:pt x="670805" y="7913"/>
                </a:lnTo>
                <a:lnTo>
                  <a:pt x="670837" y="8141"/>
                </a:lnTo>
                <a:lnTo>
                  <a:pt x="670877" y="8367"/>
                </a:lnTo>
                <a:lnTo>
                  <a:pt x="670923" y="8590"/>
                </a:lnTo>
                <a:lnTo>
                  <a:pt x="670977" y="8810"/>
                </a:lnTo>
                <a:lnTo>
                  <a:pt x="671037" y="9027"/>
                </a:lnTo>
                <a:lnTo>
                  <a:pt x="671105" y="9241"/>
                </a:lnTo>
                <a:lnTo>
                  <a:pt x="671181" y="9453"/>
                </a:lnTo>
                <a:lnTo>
                  <a:pt x="671263" y="9661"/>
                </a:lnTo>
                <a:lnTo>
                  <a:pt x="671352" y="9867"/>
                </a:lnTo>
                <a:lnTo>
                  <a:pt x="671449" y="10070"/>
                </a:lnTo>
                <a:lnTo>
                  <a:pt x="671552" y="10270"/>
                </a:lnTo>
                <a:lnTo>
                  <a:pt x="671663" y="10467"/>
                </a:lnTo>
                <a:lnTo>
                  <a:pt x="671781" y="10661"/>
                </a:lnTo>
                <a:lnTo>
                  <a:pt x="671907" y="10852"/>
                </a:lnTo>
                <a:lnTo>
                  <a:pt x="672039" y="11040"/>
                </a:lnTo>
                <a:lnTo>
                  <a:pt x="672178" y="11226"/>
                </a:lnTo>
                <a:lnTo>
                  <a:pt x="672325" y="11408"/>
                </a:lnTo>
                <a:lnTo>
                  <a:pt x="672479" y="11588"/>
                </a:lnTo>
                <a:lnTo>
                  <a:pt x="672640" y="11765"/>
                </a:lnTo>
                <a:lnTo>
                  <a:pt x="672808" y="11939"/>
                </a:lnTo>
                <a:lnTo>
                  <a:pt x="672981" y="12108"/>
                </a:lnTo>
                <a:lnTo>
                  <a:pt x="673157" y="12269"/>
                </a:lnTo>
                <a:lnTo>
                  <a:pt x="673336" y="12424"/>
                </a:lnTo>
                <a:lnTo>
                  <a:pt x="673517" y="12571"/>
                </a:lnTo>
                <a:lnTo>
                  <a:pt x="673702" y="12711"/>
                </a:lnTo>
                <a:lnTo>
                  <a:pt x="673889" y="12844"/>
                </a:lnTo>
                <a:lnTo>
                  <a:pt x="674079" y="12970"/>
                </a:lnTo>
                <a:lnTo>
                  <a:pt x="674273" y="13088"/>
                </a:lnTo>
                <a:lnTo>
                  <a:pt x="674469" y="13200"/>
                </a:lnTo>
                <a:lnTo>
                  <a:pt x="674667" y="13304"/>
                </a:lnTo>
                <a:lnTo>
                  <a:pt x="674869" y="13401"/>
                </a:lnTo>
                <a:lnTo>
                  <a:pt x="675074" y="13490"/>
                </a:lnTo>
                <a:lnTo>
                  <a:pt x="675281" y="13573"/>
                </a:lnTo>
                <a:lnTo>
                  <a:pt x="675491" y="13648"/>
                </a:lnTo>
                <a:lnTo>
                  <a:pt x="675705" y="13717"/>
                </a:lnTo>
                <a:lnTo>
                  <a:pt x="675921" y="13778"/>
                </a:lnTo>
                <a:lnTo>
                  <a:pt x="676139" y="13832"/>
                </a:lnTo>
                <a:lnTo>
                  <a:pt x="676361" y="13878"/>
                </a:lnTo>
                <a:lnTo>
                  <a:pt x="676586" y="13918"/>
                </a:lnTo>
                <a:lnTo>
                  <a:pt x="676813" y="13950"/>
                </a:lnTo>
                <a:lnTo>
                  <a:pt x="677044" y="13975"/>
                </a:lnTo>
                <a:lnTo>
                  <a:pt x="677277" y="13993"/>
                </a:lnTo>
                <a:lnTo>
                  <a:pt x="677513" y="14004"/>
                </a:lnTo>
                <a:lnTo>
                  <a:pt x="677752" y="14008"/>
                </a:lnTo>
                <a:lnTo>
                  <a:pt x="677990" y="14004"/>
                </a:lnTo>
                <a:lnTo>
                  <a:pt x="678226" y="13993"/>
                </a:lnTo>
                <a:lnTo>
                  <a:pt x="678459" y="13975"/>
                </a:lnTo>
                <a:lnTo>
                  <a:pt x="678689" y="13950"/>
                </a:lnTo>
                <a:lnTo>
                  <a:pt x="678916" y="13918"/>
                </a:lnTo>
                <a:lnTo>
                  <a:pt x="679140" y="13878"/>
                </a:lnTo>
                <a:lnTo>
                  <a:pt x="679361" y="13832"/>
                </a:lnTo>
                <a:lnTo>
                  <a:pt x="679579" y="13778"/>
                </a:lnTo>
                <a:lnTo>
                  <a:pt x="679794" y="13717"/>
                </a:lnTo>
                <a:lnTo>
                  <a:pt x="680006" y="13648"/>
                </a:lnTo>
                <a:lnTo>
                  <a:pt x="680215" y="13573"/>
                </a:lnTo>
                <a:lnTo>
                  <a:pt x="680421" y="13490"/>
                </a:lnTo>
                <a:lnTo>
                  <a:pt x="680624" y="13401"/>
                </a:lnTo>
                <a:lnTo>
                  <a:pt x="680824" y="13304"/>
                </a:lnTo>
                <a:lnTo>
                  <a:pt x="681021" y="13200"/>
                </a:lnTo>
                <a:lnTo>
                  <a:pt x="681215" y="13088"/>
                </a:lnTo>
                <a:lnTo>
                  <a:pt x="681407" y="12970"/>
                </a:lnTo>
                <a:lnTo>
                  <a:pt x="681595" y="12844"/>
                </a:lnTo>
                <a:lnTo>
                  <a:pt x="681780" y="12711"/>
                </a:lnTo>
                <a:lnTo>
                  <a:pt x="681962" y="12571"/>
                </a:lnTo>
                <a:lnTo>
                  <a:pt x="682141" y="12424"/>
                </a:lnTo>
                <a:lnTo>
                  <a:pt x="682318" y="12269"/>
                </a:lnTo>
                <a:lnTo>
                  <a:pt x="682491" y="12108"/>
                </a:lnTo>
                <a:lnTo>
                  <a:pt x="682661" y="11939"/>
                </a:lnTo>
                <a:lnTo>
                  <a:pt x="682826" y="11765"/>
                </a:lnTo>
                <a:lnTo>
                  <a:pt x="682985" y="11588"/>
                </a:lnTo>
                <a:lnTo>
                  <a:pt x="683136" y="11408"/>
                </a:lnTo>
                <a:lnTo>
                  <a:pt x="683280" y="11226"/>
                </a:lnTo>
                <a:lnTo>
                  <a:pt x="683417" y="11040"/>
                </a:lnTo>
                <a:lnTo>
                  <a:pt x="683547" y="10852"/>
                </a:lnTo>
                <a:lnTo>
                  <a:pt x="683670" y="10661"/>
                </a:lnTo>
                <a:lnTo>
                  <a:pt x="683787" y="10467"/>
                </a:lnTo>
                <a:lnTo>
                  <a:pt x="683896" y="10270"/>
                </a:lnTo>
                <a:lnTo>
                  <a:pt x="683998" y="10070"/>
                </a:lnTo>
                <a:lnTo>
                  <a:pt x="684092" y="9867"/>
                </a:lnTo>
                <a:lnTo>
                  <a:pt x="684180" y="9661"/>
                </a:lnTo>
                <a:lnTo>
                  <a:pt x="684261" y="9453"/>
                </a:lnTo>
                <a:lnTo>
                  <a:pt x="684335" y="9241"/>
                </a:lnTo>
                <a:lnTo>
                  <a:pt x="684402" y="9027"/>
                </a:lnTo>
                <a:lnTo>
                  <a:pt x="684462" y="8810"/>
                </a:lnTo>
                <a:lnTo>
                  <a:pt x="684514" y="8590"/>
                </a:lnTo>
                <a:lnTo>
                  <a:pt x="684560" y="8367"/>
                </a:lnTo>
                <a:lnTo>
                  <a:pt x="684599" y="8141"/>
                </a:lnTo>
                <a:lnTo>
                  <a:pt x="684631" y="7913"/>
                </a:lnTo>
                <a:lnTo>
                  <a:pt x="684655" y="7681"/>
                </a:lnTo>
                <a:lnTo>
                  <a:pt x="684673" y="7447"/>
                </a:lnTo>
                <a:lnTo>
                  <a:pt x="684683" y="7210"/>
                </a:lnTo>
                <a:lnTo>
                  <a:pt x="684687" y="6969"/>
                </a:lnTo>
                <a:lnTo>
                  <a:pt x="684683" y="6729"/>
                </a:lnTo>
                <a:lnTo>
                  <a:pt x="684673" y="6492"/>
                </a:lnTo>
                <a:lnTo>
                  <a:pt x="684655" y="6258"/>
                </a:lnTo>
                <a:lnTo>
                  <a:pt x="684631" y="6027"/>
                </a:lnTo>
                <a:lnTo>
                  <a:pt x="684599" y="5799"/>
                </a:lnTo>
                <a:lnTo>
                  <a:pt x="684560" y="5574"/>
                </a:lnTo>
                <a:lnTo>
                  <a:pt x="684514" y="5352"/>
                </a:lnTo>
                <a:lnTo>
                  <a:pt x="684462" y="5133"/>
                </a:lnTo>
                <a:lnTo>
                  <a:pt x="684402" y="4917"/>
                </a:lnTo>
                <a:lnTo>
                  <a:pt x="684335" y="4704"/>
                </a:lnTo>
                <a:lnTo>
                  <a:pt x="684261" y="4494"/>
                </a:lnTo>
                <a:lnTo>
                  <a:pt x="684180" y="4287"/>
                </a:lnTo>
                <a:lnTo>
                  <a:pt x="684092" y="4083"/>
                </a:lnTo>
                <a:lnTo>
                  <a:pt x="683998" y="3882"/>
                </a:lnTo>
                <a:lnTo>
                  <a:pt x="683896" y="3684"/>
                </a:lnTo>
                <a:lnTo>
                  <a:pt x="683787" y="3489"/>
                </a:lnTo>
                <a:lnTo>
                  <a:pt x="683670" y="3297"/>
                </a:lnTo>
                <a:lnTo>
                  <a:pt x="683547" y="3107"/>
                </a:lnTo>
                <a:lnTo>
                  <a:pt x="683417" y="2921"/>
                </a:lnTo>
                <a:lnTo>
                  <a:pt x="683280" y="2738"/>
                </a:lnTo>
                <a:lnTo>
                  <a:pt x="683136" y="2558"/>
                </a:lnTo>
                <a:lnTo>
                  <a:pt x="682985" y="2381"/>
                </a:lnTo>
                <a:lnTo>
                  <a:pt x="682826" y="2207"/>
                </a:lnTo>
                <a:lnTo>
                  <a:pt x="682661" y="2036"/>
                </a:lnTo>
                <a:lnTo>
                  <a:pt x="682491" y="1870"/>
                </a:lnTo>
                <a:lnTo>
                  <a:pt x="682318" y="1711"/>
                </a:lnTo>
                <a:lnTo>
                  <a:pt x="682141" y="1559"/>
                </a:lnTo>
                <a:lnTo>
                  <a:pt x="681962" y="1414"/>
                </a:lnTo>
                <a:lnTo>
                  <a:pt x="681780" y="1276"/>
                </a:lnTo>
                <a:lnTo>
                  <a:pt x="681595" y="1145"/>
                </a:lnTo>
                <a:lnTo>
                  <a:pt x="681407" y="1022"/>
                </a:lnTo>
                <a:lnTo>
                  <a:pt x="681215" y="905"/>
                </a:lnTo>
                <a:lnTo>
                  <a:pt x="681021" y="795"/>
                </a:lnTo>
                <a:lnTo>
                  <a:pt x="680824" y="693"/>
                </a:lnTo>
                <a:lnTo>
                  <a:pt x="680624" y="597"/>
                </a:lnTo>
                <a:lnTo>
                  <a:pt x="680421" y="509"/>
                </a:lnTo>
                <a:lnTo>
                  <a:pt x="680215" y="428"/>
                </a:lnTo>
                <a:lnTo>
                  <a:pt x="680006" y="354"/>
                </a:lnTo>
                <a:lnTo>
                  <a:pt x="679794" y="286"/>
                </a:lnTo>
                <a:lnTo>
                  <a:pt x="679579" y="226"/>
                </a:lnTo>
                <a:lnTo>
                  <a:pt x="679361" y="173"/>
                </a:lnTo>
                <a:lnTo>
                  <a:pt x="679140" y="127"/>
                </a:lnTo>
                <a:lnTo>
                  <a:pt x="678916" y="88"/>
                </a:lnTo>
                <a:lnTo>
                  <a:pt x="678689" y="57"/>
                </a:lnTo>
                <a:lnTo>
                  <a:pt x="678459" y="32"/>
                </a:lnTo>
                <a:lnTo>
                  <a:pt x="678226" y="14"/>
                </a:lnTo>
                <a:lnTo>
                  <a:pt x="677990" y="4"/>
                </a:lnTo>
                <a:lnTo>
                  <a:pt x="677752" y="0"/>
                </a:lnTo>
                <a:lnTo>
                  <a:pt x="677507" y="4"/>
                </a:lnTo>
                <a:lnTo>
                  <a:pt x="677266" y="14"/>
                </a:lnTo>
                <a:lnTo>
                  <a:pt x="677028" y="32"/>
                </a:lnTo>
                <a:lnTo>
                  <a:pt x="676793" y="57"/>
                </a:lnTo>
                <a:lnTo>
                  <a:pt x="676562" y="88"/>
                </a:lnTo>
                <a:close/>
                <a:moveTo>
                  <a:pt x="307803" y="9912"/>
                </a:moveTo>
                <a:lnTo>
                  <a:pt x="308024" y="9830"/>
                </a:lnTo>
                <a:lnTo>
                  <a:pt x="308241" y="9752"/>
                </a:lnTo>
                <a:lnTo>
                  <a:pt x="308455" y="9677"/>
                </a:lnTo>
                <a:lnTo>
                  <a:pt x="308666" y="9607"/>
                </a:lnTo>
                <a:lnTo>
                  <a:pt x="308873" y="9540"/>
                </a:lnTo>
                <a:lnTo>
                  <a:pt x="309077" y="9477"/>
                </a:lnTo>
                <a:lnTo>
                  <a:pt x="309277" y="9418"/>
                </a:lnTo>
                <a:lnTo>
                  <a:pt x="309474" y="9362"/>
                </a:lnTo>
                <a:lnTo>
                  <a:pt x="309668" y="9311"/>
                </a:lnTo>
                <a:lnTo>
                  <a:pt x="309859" y="9263"/>
                </a:lnTo>
                <a:lnTo>
                  <a:pt x="310046" y="9219"/>
                </a:lnTo>
                <a:lnTo>
                  <a:pt x="310230" y="9179"/>
                </a:lnTo>
                <a:lnTo>
                  <a:pt x="310410" y="9143"/>
                </a:lnTo>
                <a:lnTo>
                  <a:pt x="310587" y="9111"/>
                </a:lnTo>
                <a:lnTo>
                  <a:pt x="310761" y="9082"/>
                </a:lnTo>
                <a:lnTo>
                  <a:pt x="310931" y="9057"/>
                </a:lnTo>
                <a:lnTo>
                  <a:pt x="311099" y="9036"/>
                </a:lnTo>
                <a:lnTo>
                  <a:pt x="311262" y="9019"/>
                </a:lnTo>
                <a:lnTo>
                  <a:pt x="311423" y="9006"/>
                </a:lnTo>
                <a:lnTo>
                  <a:pt x="311580" y="8996"/>
                </a:lnTo>
                <a:lnTo>
                  <a:pt x="311734" y="8991"/>
                </a:lnTo>
                <a:lnTo>
                  <a:pt x="311884" y="8989"/>
                </a:lnTo>
                <a:lnTo>
                  <a:pt x="312021" y="8990"/>
                </a:lnTo>
                <a:lnTo>
                  <a:pt x="312155" y="8995"/>
                </a:lnTo>
                <a:lnTo>
                  <a:pt x="312287" y="9003"/>
                </a:lnTo>
                <a:lnTo>
                  <a:pt x="312417" y="9013"/>
                </a:lnTo>
                <a:lnTo>
                  <a:pt x="312546" y="9027"/>
                </a:lnTo>
                <a:lnTo>
                  <a:pt x="312672" y="9044"/>
                </a:lnTo>
                <a:lnTo>
                  <a:pt x="312796" y="9065"/>
                </a:lnTo>
                <a:lnTo>
                  <a:pt x="312918" y="9088"/>
                </a:lnTo>
                <a:lnTo>
                  <a:pt x="313038" y="9114"/>
                </a:lnTo>
                <a:lnTo>
                  <a:pt x="313156" y="9144"/>
                </a:lnTo>
                <a:lnTo>
                  <a:pt x="313272" y="9176"/>
                </a:lnTo>
                <a:lnTo>
                  <a:pt x="313386" y="9212"/>
                </a:lnTo>
                <a:lnTo>
                  <a:pt x="313498" y="9251"/>
                </a:lnTo>
                <a:lnTo>
                  <a:pt x="313608" y="9292"/>
                </a:lnTo>
                <a:lnTo>
                  <a:pt x="313716" y="9337"/>
                </a:lnTo>
                <a:lnTo>
                  <a:pt x="313822" y="9385"/>
                </a:lnTo>
                <a:lnTo>
                  <a:pt x="313926" y="9436"/>
                </a:lnTo>
                <a:lnTo>
                  <a:pt x="314028" y="9491"/>
                </a:lnTo>
                <a:lnTo>
                  <a:pt x="314128" y="9548"/>
                </a:lnTo>
                <a:lnTo>
                  <a:pt x="314226" y="9609"/>
                </a:lnTo>
                <a:lnTo>
                  <a:pt x="314321" y="9672"/>
                </a:lnTo>
                <a:lnTo>
                  <a:pt x="314415" y="9739"/>
                </a:lnTo>
                <a:lnTo>
                  <a:pt x="314507" y="9808"/>
                </a:lnTo>
                <a:lnTo>
                  <a:pt x="314596" y="9881"/>
                </a:lnTo>
                <a:lnTo>
                  <a:pt x="314684" y="9958"/>
                </a:lnTo>
                <a:lnTo>
                  <a:pt x="314770" y="10040"/>
                </a:lnTo>
                <a:lnTo>
                  <a:pt x="314853" y="10128"/>
                </a:lnTo>
                <a:lnTo>
                  <a:pt x="314935" y="10221"/>
                </a:lnTo>
                <a:lnTo>
                  <a:pt x="315015" y="10319"/>
                </a:lnTo>
                <a:lnTo>
                  <a:pt x="315092" y="10423"/>
                </a:lnTo>
                <a:lnTo>
                  <a:pt x="315168" y="10532"/>
                </a:lnTo>
                <a:lnTo>
                  <a:pt x="315241" y="10647"/>
                </a:lnTo>
                <a:lnTo>
                  <a:pt x="315313" y="10767"/>
                </a:lnTo>
                <a:lnTo>
                  <a:pt x="315382" y="10892"/>
                </a:lnTo>
                <a:lnTo>
                  <a:pt x="315449" y="11023"/>
                </a:lnTo>
                <a:lnTo>
                  <a:pt x="315515" y="11159"/>
                </a:lnTo>
                <a:lnTo>
                  <a:pt x="315578" y="11300"/>
                </a:lnTo>
                <a:lnTo>
                  <a:pt x="315640" y="11447"/>
                </a:lnTo>
                <a:lnTo>
                  <a:pt x="315699" y="11599"/>
                </a:lnTo>
                <a:lnTo>
                  <a:pt x="315756" y="11756"/>
                </a:lnTo>
                <a:lnTo>
                  <a:pt x="315811" y="11919"/>
                </a:lnTo>
                <a:lnTo>
                  <a:pt x="315865" y="12087"/>
                </a:lnTo>
                <a:lnTo>
                  <a:pt x="315916" y="12261"/>
                </a:lnTo>
                <a:lnTo>
                  <a:pt x="315965" y="12440"/>
                </a:lnTo>
                <a:lnTo>
                  <a:pt x="316012" y="12624"/>
                </a:lnTo>
                <a:lnTo>
                  <a:pt x="316057" y="12814"/>
                </a:lnTo>
                <a:lnTo>
                  <a:pt x="316100" y="13009"/>
                </a:lnTo>
                <a:lnTo>
                  <a:pt x="316141" y="13209"/>
                </a:lnTo>
                <a:lnTo>
                  <a:pt x="316181" y="13427"/>
                </a:lnTo>
                <a:lnTo>
                  <a:pt x="316218" y="13672"/>
                </a:lnTo>
                <a:lnTo>
                  <a:pt x="316254" y="13946"/>
                </a:lnTo>
                <a:lnTo>
                  <a:pt x="316288" y="14249"/>
                </a:lnTo>
                <a:lnTo>
                  <a:pt x="316321" y="14580"/>
                </a:lnTo>
                <a:lnTo>
                  <a:pt x="316352" y="14940"/>
                </a:lnTo>
                <a:lnTo>
                  <a:pt x="316381" y="15328"/>
                </a:lnTo>
                <a:lnTo>
                  <a:pt x="316408" y="15744"/>
                </a:lnTo>
                <a:lnTo>
                  <a:pt x="316434" y="16189"/>
                </a:lnTo>
                <a:lnTo>
                  <a:pt x="316459" y="16662"/>
                </a:lnTo>
                <a:lnTo>
                  <a:pt x="316481" y="17164"/>
                </a:lnTo>
                <a:lnTo>
                  <a:pt x="316502" y="17695"/>
                </a:lnTo>
                <a:lnTo>
                  <a:pt x="316521" y="18253"/>
                </a:lnTo>
                <a:lnTo>
                  <a:pt x="316539" y="18841"/>
                </a:lnTo>
                <a:lnTo>
                  <a:pt x="316555" y="19456"/>
                </a:lnTo>
                <a:lnTo>
                  <a:pt x="316569" y="20101"/>
                </a:lnTo>
                <a:lnTo>
                  <a:pt x="316581" y="20773"/>
                </a:lnTo>
                <a:lnTo>
                  <a:pt x="316592" y="21474"/>
                </a:lnTo>
                <a:lnTo>
                  <a:pt x="316601" y="22204"/>
                </a:lnTo>
                <a:lnTo>
                  <a:pt x="316609" y="22962"/>
                </a:lnTo>
                <a:lnTo>
                  <a:pt x="316615" y="23749"/>
                </a:lnTo>
                <a:lnTo>
                  <a:pt x="316619" y="24564"/>
                </a:lnTo>
                <a:lnTo>
                  <a:pt x="316621" y="25407"/>
                </a:lnTo>
                <a:lnTo>
                  <a:pt x="316622" y="26279"/>
                </a:lnTo>
                <a:lnTo>
                  <a:pt x="316622" y="83367"/>
                </a:lnTo>
                <a:lnTo>
                  <a:pt x="316621" y="83847"/>
                </a:lnTo>
                <a:lnTo>
                  <a:pt x="316616" y="84313"/>
                </a:lnTo>
                <a:lnTo>
                  <a:pt x="316608" y="84767"/>
                </a:lnTo>
                <a:lnTo>
                  <a:pt x="316597" y="85207"/>
                </a:lnTo>
                <a:lnTo>
                  <a:pt x="316583" y="85634"/>
                </a:lnTo>
                <a:lnTo>
                  <a:pt x="316566" y="86048"/>
                </a:lnTo>
                <a:lnTo>
                  <a:pt x="316546" y="86449"/>
                </a:lnTo>
                <a:lnTo>
                  <a:pt x="316523" y="86836"/>
                </a:lnTo>
                <a:lnTo>
                  <a:pt x="316497" y="87211"/>
                </a:lnTo>
                <a:lnTo>
                  <a:pt x="316467" y="87573"/>
                </a:lnTo>
                <a:lnTo>
                  <a:pt x="316435" y="87921"/>
                </a:lnTo>
                <a:lnTo>
                  <a:pt x="316399" y="88257"/>
                </a:lnTo>
                <a:lnTo>
                  <a:pt x="316360" y="88579"/>
                </a:lnTo>
                <a:lnTo>
                  <a:pt x="316318" y="88888"/>
                </a:lnTo>
                <a:lnTo>
                  <a:pt x="316273" y="89184"/>
                </a:lnTo>
                <a:lnTo>
                  <a:pt x="316225" y="89467"/>
                </a:lnTo>
                <a:lnTo>
                  <a:pt x="316174" y="89737"/>
                </a:lnTo>
                <a:lnTo>
                  <a:pt x="316120" y="89994"/>
                </a:lnTo>
                <a:lnTo>
                  <a:pt x="316063" y="90237"/>
                </a:lnTo>
                <a:lnTo>
                  <a:pt x="316002" y="90468"/>
                </a:lnTo>
                <a:lnTo>
                  <a:pt x="315939" y="90686"/>
                </a:lnTo>
                <a:lnTo>
                  <a:pt x="315872" y="90890"/>
                </a:lnTo>
                <a:lnTo>
                  <a:pt x="315802" y="91081"/>
                </a:lnTo>
                <a:lnTo>
                  <a:pt x="315729" y="91260"/>
                </a:lnTo>
                <a:lnTo>
                  <a:pt x="315654" y="91429"/>
                </a:lnTo>
                <a:lnTo>
                  <a:pt x="315576" y="91594"/>
                </a:lnTo>
                <a:lnTo>
                  <a:pt x="315496" y="91756"/>
                </a:lnTo>
                <a:lnTo>
                  <a:pt x="315413" y="91913"/>
                </a:lnTo>
                <a:lnTo>
                  <a:pt x="315328" y="92066"/>
                </a:lnTo>
                <a:lnTo>
                  <a:pt x="315240" y="92216"/>
                </a:lnTo>
                <a:lnTo>
                  <a:pt x="315150" y="92361"/>
                </a:lnTo>
                <a:lnTo>
                  <a:pt x="315058" y="92502"/>
                </a:lnTo>
                <a:lnTo>
                  <a:pt x="314963" y="92639"/>
                </a:lnTo>
                <a:lnTo>
                  <a:pt x="314866" y="92772"/>
                </a:lnTo>
                <a:lnTo>
                  <a:pt x="314767" y="92901"/>
                </a:lnTo>
                <a:lnTo>
                  <a:pt x="314665" y="93026"/>
                </a:lnTo>
                <a:lnTo>
                  <a:pt x="314561" y="93147"/>
                </a:lnTo>
                <a:lnTo>
                  <a:pt x="314454" y="93264"/>
                </a:lnTo>
                <a:lnTo>
                  <a:pt x="314345" y="93377"/>
                </a:lnTo>
                <a:lnTo>
                  <a:pt x="314234" y="93485"/>
                </a:lnTo>
                <a:lnTo>
                  <a:pt x="314120" y="93590"/>
                </a:lnTo>
                <a:lnTo>
                  <a:pt x="314004" y="93691"/>
                </a:lnTo>
                <a:lnTo>
                  <a:pt x="313886" y="93787"/>
                </a:lnTo>
                <a:lnTo>
                  <a:pt x="313765" y="93880"/>
                </a:lnTo>
                <a:lnTo>
                  <a:pt x="313642" y="93969"/>
                </a:lnTo>
                <a:lnTo>
                  <a:pt x="313516" y="94053"/>
                </a:lnTo>
                <a:lnTo>
                  <a:pt x="313388" y="94134"/>
                </a:lnTo>
                <a:lnTo>
                  <a:pt x="313258" y="94210"/>
                </a:lnTo>
                <a:lnTo>
                  <a:pt x="313121" y="94283"/>
                </a:lnTo>
                <a:lnTo>
                  <a:pt x="312975" y="94352"/>
                </a:lnTo>
                <a:lnTo>
                  <a:pt x="312820" y="94419"/>
                </a:lnTo>
                <a:lnTo>
                  <a:pt x="312655" y="94482"/>
                </a:lnTo>
                <a:lnTo>
                  <a:pt x="312480" y="94542"/>
                </a:lnTo>
                <a:lnTo>
                  <a:pt x="312296" y="94600"/>
                </a:lnTo>
                <a:lnTo>
                  <a:pt x="312103" y="94654"/>
                </a:lnTo>
                <a:lnTo>
                  <a:pt x="311899" y="94705"/>
                </a:lnTo>
                <a:lnTo>
                  <a:pt x="311687" y="94753"/>
                </a:lnTo>
                <a:lnTo>
                  <a:pt x="311465" y="94797"/>
                </a:lnTo>
                <a:lnTo>
                  <a:pt x="311233" y="94839"/>
                </a:lnTo>
                <a:lnTo>
                  <a:pt x="310992" y="94878"/>
                </a:lnTo>
                <a:lnTo>
                  <a:pt x="310741" y="94913"/>
                </a:lnTo>
                <a:lnTo>
                  <a:pt x="310480" y="94946"/>
                </a:lnTo>
                <a:lnTo>
                  <a:pt x="310211" y="94975"/>
                </a:lnTo>
                <a:lnTo>
                  <a:pt x="309931" y="95002"/>
                </a:lnTo>
                <a:lnTo>
                  <a:pt x="309642" y="95025"/>
                </a:lnTo>
                <a:lnTo>
                  <a:pt x="309344" y="95045"/>
                </a:lnTo>
                <a:lnTo>
                  <a:pt x="309036" y="95062"/>
                </a:lnTo>
                <a:lnTo>
                  <a:pt x="308718" y="95076"/>
                </a:lnTo>
                <a:lnTo>
                  <a:pt x="308391" y="95087"/>
                </a:lnTo>
                <a:lnTo>
                  <a:pt x="308054" y="95094"/>
                </a:lnTo>
                <a:lnTo>
                  <a:pt x="307708" y="95099"/>
                </a:lnTo>
                <a:lnTo>
                  <a:pt x="307352" y="95100"/>
                </a:lnTo>
                <a:lnTo>
                  <a:pt x="307352" y="97641"/>
                </a:lnTo>
                <a:lnTo>
                  <a:pt x="338183" y="97641"/>
                </a:lnTo>
                <a:lnTo>
                  <a:pt x="338183" y="95100"/>
                </a:lnTo>
                <a:lnTo>
                  <a:pt x="337782" y="95099"/>
                </a:lnTo>
                <a:lnTo>
                  <a:pt x="337392" y="95094"/>
                </a:lnTo>
                <a:lnTo>
                  <a:pt x="337012" y="95085"/>
                </a:lnTo>
                <a:lnTo>
                  <a:pt x="336644" y="95073"/>
                </a:lnTo>
                <a:lnTo>
                  <a:pt x="336286" y="95057"/>
                </a:lnTo>
                <a:lnTo>
                  <a:pt x="335938" y="95038"/>
                </a:lnTo>
                <a:lnTo>
                  <a:pt x="335602" y="95016"/>
                </a:lnTo>
                <a:lnTo>
                  <a:pt x="335276" y="94990"/>
                </a:lnTo>
                <a:lnTo>
                  <a:pt x="334961" y="94961"/>
                </a:lnTo>
                <a:lnTo>
                  <a:pt x="334657" y="94928"/>
                </a:lnTo>
                <a:lnTo>
                  <a:pt x="334363" y="94892"/>
                </a:lnTo>
                <a:lnTo>
                  <a:pt x="334080" y="94852"/>
                </a:lnTo>
                <a:lnTo>
                  <a:pt x="333808" y="94809"/>
                </a:lnTo>
                <a:lnTo>
                  <a:pt x="333547" y="94762"/>
                </a:lnTo>
                <a:lnTo>
                  <a:pt x="333296" y="94712"/>
                </a:lnTo>
                <a:lnTo>
                  <a:pt x="333056" y="94659"/>
                </a:lnTo>
                <a:lnTo>
                  <a:pt x="332827" y="94602"/>
                </a:lnTo>
                <a:lnTo>
                  <a:pt x="332608" y="94542"/>
                </a:lnTo>
                <a:lnTo>
                  <a:pt x="332400" y="94478"/>
                </a:lnTo>
                <a:lnTo>
                  <a:pt x="332203" y="94411"/>
                </a:lnTo>
                <a:lnTo>
                  <a:pt x="332017" y="94340"/>
                </a:lnTo>
                <a:lnTo>
                  <a:pt x="331841" y="94266"/>
                </a:lnTo>
                <a:lnTo>
                  <a:pt x="331677" y="94188"/>
                </a:lnTo>
                <a:lnTo>
                  <a:pt x="331522" y="94107"/>
                </a:lnTo>
                <a:lnTo>
                  <a:pt x="331375" y="94022"/>
                </a:lnTo>
                <a:lnTo>
                  <a:pt x="331231" y="93935"/>
                </a:lnTo>
                <a:lnTo>
                  <a:pt x="331091" y="93844"/>
                </a:lnTo>
                <a:lnTo>
                  <a:pt x="330953" y="93749"/>
                </a:lnTo>
                <a:lnTo>
                  <a:pt x="330819" y="93652"/>
                </a:lnTo>
                <a:lnTo>
                  <a:pt x="330688" y="93551"/>
                </a:lnTo>
                <a:lnTo>
                  <a:pt x="330560" y="93448"/>
                </a:lnTo>
                <a:lnTo>
                  <a:pt x="330435" y="93340"/>
                </a:lnTo>
                <a:lnTo>
                  <a:pt x="330314" y="93230"/>
                </a:lnTo>
                <a:lnTo>
                  <a:pt x="330196" y="93117"/>
                </a:lnTo>
                <a:lnTo>
                  <a:pt x="330081" y="93000"/>
                </a:lnTo>
                <a:lnTo>
                  <a:pt x="329969" y="92880"/>
                </a:lnTo>
                <a:lnTo>
                  <a:pt x="329860" y="92757"/>
                </a:lnTo>
                <a:lnTo>
                  <a:pt x="329755" y="92631"/>
                </a:lnTo>
                <a:lnTo>
                  <a:pt x="329653" y="92501"/>
                </a:lnTo>
                <a:lnTo>
                  <a:pt x="329554" y="92368"/>
                </a:lnTo>
                <a:lnTo>
                  <a:pt x="329458" y="92232"/>
                </a:lnTo>
                <a:lnTo>
                  <a:pt x="329366" y="92093"/>
                </a:lnTo>
                <a:lnTo>
                  <a:pt x="329277" y="91951"/>
                </a:lnTo>
                <a:lnTo>
                  <a:pt x="329191" y="91805"/>
                </a:lnTo>
                <a:lnTo>
                  <a:pt x="329108" y="91657"/>
                </a:lnTo>
                <a:lnTo>
                  <a:pt x="329028" y="91505"/>
                </a:lnTo>
                <a:lnTo>
                  <a:pt x="328952" y="91349"/>
                </a:lnTo>
                <a:lnTo>
                  <a:pt x="328879" y="91191"/>
                </a:lnTo>
                <a:lnTo>
                  <a:pt x="328809" y="91024"/>
                </a:lnTo>
                <a:lnTo>
                  <a:pt x="328742" y="90843"/>
                </a:lnTo>
                <a:lnTo>
                  <a:pt x="328678" y="90648"/>
                </a:lnTo>
                <a:lnTo>
                  <a:pt x="328617" y="90439"/>
                </a:lnTo>
                <a:lnTo>
                  <a:pt x="328558" y="90217"/>
                </a:lnTo>
                <a:lnTo>
                  <a:pt x="328503" y="89981"/>
                </a:lnTo>
                <a:lnTo>
                  <a:pt x="328451" y="89731"/>
                </a:lnTo>
                <a:lnTo>
                  <a:pt x="328402" y="89467"/>
                </a:lnTo>
                <a:lnTo>
                  <a:pt x="328356" y="89189"/>
                </a:lnTo>
                <a:lnTo>
                  <a:pt x="328313" y="88898"/>
                </a:lnTo>
                <a:lnTo>
                  <a:pt x="328272" y="88593"/>
                </a:lnTo>
                <a:lnTo>
                  <a:pt x="328235" y="88274"/>
                </a:lnTo>
                <a:lnTo>
                  <a:pt x="328201" y="87941"/>
                </a:lnTo>
                <a:lnTo>
                  <a:pt x="328170" y="87594"/>
                </a:lnTo>
                <a:lnTo>
                  <a:pt x="328141" y="87234"/>
                </a:lnTo>
                <a:lnTo>
                  <a:pt x="328116" y="86859"/>
                </a:lnTo>
                <a:lnTo>
                  <a:pt x="328094" y="86471"/>
                </a:lnTo>
                <a:lnTo>
                  <a:pt x="328074" y="86069"/>
                </a:lnTo>
                <a:lnTo>
                  <a:pt x="328058" y="85653"/>
                </a:lnTo>
                <a:lnTo>
                  <a:pt x="328044" y="85224"/>
                </a:lnTo>
                <a:lnTo>
                  <a:pt x="328034" y="84780"/>
                </a:lnTo>
                <a:lnTo>
                  <a:pt x="328026" y="84323"/>
                </a:lnTo>
                <a:lnTo>
                  <a:pt x="328022" y="83852"/>
                </a:lnTo>
                <a:lnTo>
                  <a:pt x="328021" y="83367"/>
                </a:lnTo>
                <a:lnTo>
                  <a:pt x="328021" y="0"/>
                </a:lnTo>
                <a:lnTo>
                  <a:pt x="324931" y="0"/>
                </a:lnTo>
                <a:lnTo>
                  <a:pt x="306185" y="7684"/>
                </a:lnTo>
                <a:lnTo>
                  <a:pt x="307352" y="10087"/>
                </a:lnTo>
                <a:lnTo>
                  <a:pt x="307580" y="9998"/>
                </a:lnTo>
                <a:lnTo>
                  <a:pt x="307803" y="9912"/>
                </a:lnTo>
                <a:close/>
                <a:moveTo>
                  <a:pt x="58302" y="80651"/>
                </a:moveTo>
                <a:lnTo>
                  <a:pt x="58144" y="80888"/>
                </a:lnTo>
                <a:lnTo>
                  <a:pt x="57983" y="81121"/>
                </a:lnTo>
                <a:lnTo>
                  <a:pt x="57821" y="81349"/>
                </a:lnTo>
                <a:lnTo>
                  <a:pt x="57656" y="81572"/>
                </a:lnTo>
                <a:lnTo>
                  <a:pt x="57489" y="81790"/>
                </a:lnTo>
                <a:lnTo>
                  <a:pt x="57320" y="82002"/>
                </a:lnTo>
                <a:lnTo>
                  <a:pt x="57148" y="82211"/>
                </a:lnTo>
                <a:lnTo>
                  <a:pt x="56975" y="82414"/>
                </a:lnTo>
                <a:lnTo>
                  <a:pt x="56799" y="82612"/>
                </a:lnTo>
                <a:lnTo>
                  <a:pt x="56621" y="82805"/>
                </a:lnTo>
                <a:lnTo>
                  <a:pt x="56442" y="82993"/>
                </a:lnTo>
                <a:lnTo>
                  <a:pt x="56260" y="83177"/>
                </a:lnTo>
                <a:lnTo>
                  <a:pt x="56075" y="83355"/>
                </a:lnTo>
                <a:lnTo>
                  <a:pt x="55889" y="83529"/>
                </a:lnTo>
                <a:lnTo>
                  <a:pt x="55701" y="83697"/>
                </a:lnTo>
                <a:lnTo>
                  <a:pt x="55510" y="83861"/>
                </a:lnTo>
                <a:lnTo>
                  <a:pt x="55317" y="84020"/>
                </a:lnTo>
                <a:lnTo>
                  <a:pt x="55122" y="84173"/>
                </a:lnTo>
                <a:lnTo>
                  <a:pt x="54925" y="84322"/>
                </a:lnTo>
                <a:lnTo>
                  <a:pt x="54726" y="84466"/>
                </a:lnTo>
                <a:lnTo>
                  <a:pt x="54525" y="84605"/>
                </a:lnTo>
                <a:lnTo>
                  <a:pt x="54321" y="84741"/>
                </a:lnTo>
                <a:lnTo>
                  <a:pt x="54116" y="84873"/>
                </a:lnTo>
                <a:lnTo>
                  <a:pt x="53909" y="85000"/>
                </a:lnTo>
                <a:lnTo>
                  <a:pt x="53699" y="85124"/>
                </a:lnTo>
                <a:lnTo>
                  <a:pt x="53488" y="85243"/>
                </a:lnTo>
                <a:lnTo>
                  <a:pt x="53274" y="85359"/>
                </a:lnTo>
                <a:lnTo>
                  <a:pt x="53059" y="85471"/>
                </a:lnTo>
                <a:lnTo>
                  <a:pt x="52841" y="85578"/>
                </a:lnTo>
                <a:lnTo>
                  <a:pt x="52622" y="85682"/>
                </a:lnTo>
                <a:lnTo>
                  <a:pt x="52400" y="85782"/>
                </a:lnTo>
                <a:lnTo>
                  <a:pt x="52177" y="85878"/>
                </a:lnTo>
                <a:lnTo>
                  <a:pt x="51951" y="85970"/>
                </a:lnTo>
                <a:lnTo>
                  <a:pt x="51724" y="86058"/>
                </a:lnTo>
                <a:lnTo>
                  <a:pt x="51494" y="86142"/>
                </a:lnTo>
                <a:lnTo>
                  <a:pt x="51262" y="86222"/>
                </a:lnTo>
                <a:lnTo>
                  <a:pt x="51029" y="86298"/>
                </a:lnTo>
                <a:lnTo>
                  <a:pt x="50793" y="86370"/>
                </a:lnTo>
                <a:lnTo>
                  <a:pt x="50555" y="86438"/>
                </a:lnTo>
                <a:lnTo>
                  <a:pt x="50315" y="86502"/>
                </a:lnTo>
                <a:lnTo>
                  <a:pt x="50073" y="86562"/>
                </a:lnTo>
                <a:lnTo>
                  <a:pt x="49830" y="86619"/>
                </a:lnTo>
                <a:lnTo>
                  <a:pt x="49584" y="86671"/>
                </a:lnTo>
                <a:lnTo>
                  <a:pt x="49336" y="86719"/>
                </a:lnTo>
                <a:lnTo>
                  <a:pt x="49079" y="86764"/>
                </a:lnTo>
                <a:lnTo>
                  <a:pt x="48807" y="86808"/>
                </a:lnTo>
                <a:lnTo>
                  <a:pt x="48520" y="86849"/>
                </a:lnTo>
                <a:lnTo>
                  <a:pt x="48217" y="86888"/>
                </a:lnTo>
                <a:lnTo>
                  <a:pt x="47899" y="86926"/>
                </a:lnTo>
                <a:lnTo>
                  <a:pt x="47566" y="86961"/>
                </a:lnTo>
                <a:lnTo>
                  <a:pt x="47217" y="86995"/>
                </a:lnTo>
                <a:lnTo>
                  <a:pt x="46852" y="87027"/>
                </a:lnTo>
                <a:lnTo>
                  <a:pt x="46473" y="87056"/>
                </a:lnTo>
                <a:lnTo>
                  <a:pt x="46078" y="87084"/>
                </a:lnTo>
                <a:lnTo>
                  <a:pt x="45667" y="87110"/>
                </a:lnTo>
                <a:lnTo>
                  <a:pt x="45242" y="87134"/>
                </a:lnTo>
                <a:lnTo>
                  <a:pt x="44801" y="87156"/>
                </a:lnTo>
                <a:lnTo>
                  <a:pt x="44344" y="87177"/>
                </a:lnTo>
                <a:lnTo>
                  <a:pt x="43872" y="87195"/>
                </a:lnTo>
                <a:lnTo>
                  <a:pt x="43385" y="87211"/>
                </a:lnTo>
                <a:lnTo>
                  <a:pt x="42882" y="87226"/>
                </a:lnTo>
                <a:lnTo>
                  <a:pt x="42364" y="87238"/>
                </a:lnTo>
                <a:lnTo>
                  <a:pt x="41831" y="87249"/>
                </a:lnTo>
                <a:lnTo>
                  <a:pt x="41282" y="87257"/>
                </a:lnTo>
                <a:lnTo>
                  <a:pt x="40718" y="87264"/>
                </a:lnTo>
                <a:lnTo>
                  <a:pt x="40138" y="87269"/>
                </a:lnTo>
                <a:lnTo>
                  <a:pt x="39543" y="87272"/>
                </a:lnTo>
                <a:lnTo>
                  <a:pt x="38933" y="87273"/>
                </a:lnTo>
                <a:lnTo>
                  <a:pt x="14626" y="87273"/>
                </a:lnTo>
                <a:lnTo>
                  <a:pt x="15003" y="86927"/>
                </a:lnTo>
                <a:lnTo>
                  <a:pt x="15424" y="86529"/>
                </a:lnTo>
                <a:lnTo>
                  <a:pt x="15891" y="86080"/>
                </a:lnTo>
                <a:lnTo>
                  <a:pt x="16401" y="85579"/>
                </a:lnTo>
                <a:lnTo>
                  <a:pt x="16957" y="85027"/>
                </a:lnTo>
                <a:lnTo>
                  <a:pt x="17557" y="84423"/>
                </a:lnTo>
                <a:lnTo>
                  <a:pt x="18201" y="83768"/>
                </a:lnTo>
                <a:lnTo>
                  <a:pt x="18891" y="83061"/>
                </a:lnTo>
                <a:lnTo>
                  <a:pt x="19624" y="82303"/>
                </a:lnTo>
                <a:lnTo>
                  <a:pt x="20403" y="81493"/>
                </a:lnTo>
                <a:lnTo>
                  <a:pt x="21225" y="80632"/>
                </a:lnTo>
                <a:lnTo>
                  <a:pt x="22093" y="79720"/>
                </a:lnTo>
                <a:lnTo>
                  <a:pt x="23005" y="78755"/>
                </a:lnTo>
                <a:lnTo>
                  <a:pt x="23962" y="77740"/>
                </a:lnTo>
                <a:lnTo>
                  <a:pt x="24963" y="76673"/>
                </a:lnTo>
                <a:lnTo>
                  <a:pt x="26009" y="75554"/>
                </a:lnTo>
                <a:lnTo>
                  <a:pt x="27099" y="74384"/>
                </a:lnTo>
                <a:lnTo>
                  <a:pt x="28234" y="73162"/>
                </a:lnTo>
                <a:lnTo>
                  <a:pt x="29414" y="71889"/>
                </a:lnTo>
                <a:lnTo>
                  <a:pt x="30638" y="70564"/>
                </a:lnTo>
                <a:lnTo>
                  <a:pt x="31907" y="69188"/>
                </a:lnTo>
                <a:lnTo>
                  <a:pt x="33220" y="67761"/>
                </a:lnTo>
                <a:lnTo>
                  <a:pt x="34578" y="66281"/>
                </a:lnTo>
                <a:lnTo>
                  <a:pt x="35980" y="64751"/>
                </a:lnTo>
                <a:lnTo>
                  <a:pt x="36919" y="63717"/>
                </a:lnTo>
                <a:lnTo>
                  <a:pt x="37836" y="62688"/>
                </a:lnTo>
                <a:lnTo>
                  <a:pt x="38731" y="61664"/>
                </a:lnTo>
                <a:lnTo>
                  <a:pt x="39604" y="60644"/>
                </a:lnTo>
                <a:lnTo>
                  <a:pt x="40456" y="59629"/>
                </a:lnTo>
                <a:lnTo>
                  <a:pt x="41285" y="58618"/>
                </a:lnTo>
                <a:lnTo>
                  <a:pt x="42092" y="57612"/>
                </a:lnTo>
                <a:lnTo>
                  <a:pt x="42877" y="56610"/>
                </a:lnTo>
                <a:lnTo>
                  <a:pt x="43641" y="55613"/>
                </a:lnTo>
                <a:lnTo>
                  <a:pt x="44382" y="54620"/>
                </a:lnTo>
                <a:lnTo>
                  <a:pt x="45102" y="53632"/>
                </a:lnTo>
                <a:lnTo>
                  <a:pt x="45800" y="52649"/>
                </a:lnTo>
                <a:lnTo>
                  <a:pt x="46475" y="51670"/>
                </a:lnTo>
                <a:lnTo>
                  <a:pt x="47129" y="50695"/>
                </a:lnTo>
                <a:lnTo>
                  <a:pt x="47761" y="49725"/>
                </a:lnTo>
                <a:lnTo>
                  <a:pt x="48371" y="48759"/>
                </a:lnTo>
                <a:lnTo>
                  <a:pt x="48959" y="47799"/>
                </a:lnTo>
                <a:lnTo>
                  <a:pt x="49525" y="46842"/>
                </a:lnTo>
                <a:lnTo>
                  <a:pt x="50069" y="45890"/>
                </a:lnTo>
                <a:lnTo>
                  <a:pt x="50591" y="44943"/>
                </a:lnTo>
                <a:lnTo>
                  <a:pt x="51091" y="44000"/>
                </a:lnTo>
                <a:lnTo>
                  <a:pt x="51569" y="43062"/>
                </a:lnTo>
                <a:lnTo>
                  <a:pt x="52026" y="42128"/>
                </a:lnTo>
                <a:lnTo>
                  <a:pt x="52460" y="41199"/>
                </a:lnTo>
                <a:lnTo>
                  <a:pt x="52729" y="40609"/>
                </a:lnTo>
                <a:lnTo>
                  <a:pt x="52987" y="40020"/>
                </a:lnTo>
                <a:lnTo>
                  <a:pt x="53233" y="39431"/>
                </a:lnTo>
                <a:lnTo>
                  <a:pt x="53467" y="38841"/>
                </a:lnTo>
                <a:lnTo>
                  <a:pt x="53690" y="38252"/>
                </a:lnTo>
                <a:lnTo>
                  <a:pt x="53902" y="37663"/>
                </a:lnTo>
                <a:lnTo>
                  <a:pt x="54102" y="37073"/>
                </a:lnTo>
                <a:lnTo>
                  <a:pt x="54291" y="36484"/>
                </a:lnTo>
                <a:lnTo>
                  <a:pt x="54469" y="35894"/>
                </a:lnTo>
                <a:lnTo>
                  <a:pt x="54634" y="35305"/>
                </a:lnTo>
                <a:lnTo>
                  <a:pt x="54789" y="34716"/>
                </a:lnTo>
                <a:lnTo>
                  <a:pt x="54932" y="34126"/>
                </a:lnTo>
                <a:lnTo>
                  <a:pt x="55064" y="33537"/>
                </a:lnTo>
                <a:lnTo>
                  <a:pt x="55184" y="32948"/>
                </a:lnTo>
                <a:lnTo>
                  <a:pt x="55293" y="32358"/>
                </a:lnTo>
                <a:lnTo>
                  <a:pt x="55390" y="31769"/>
                </a:lnTo>
                <a:lnTo>
                  <a:pt x="55476" y="31179"/>
                </a:lnTo>
                <a:lnTo>
                  <a:pt x="55550" y="30590"/>
                </a:lnTo>
                <a:lnTo>
                  <a:pt x="55613" y="30001"/>
                </a:lnTo>
                <a:lnTo>
                  <a:pt x="55664" y="29411"/>
                </a:lnTo>
                <a:lnTo>
                  <a:pt x="55704" y="28822"/>
                </a:lnTo>
                <a:lnTo>
                  <a:pt x="55733" y="28233"/>
                </a:lnTo>
                <a:lnTo>
                  <a:pt x="55750" y="27643"/>
                </a:lnTo>
                <a:lnTo>
                  <a:pt x="55756" y="27054"/>
                </a:lnTo>
                <a:lnTo>
                  <a:pt x="55743" y="26234"/>
                </a:lnTo>
                <a:lnTo>
                  <a:pt x="55703" y="25424"/>
                </a:lnTo>
                <a:lnTo>
                  <a:pt x="55637" y="24623"/>
                </a:lnTo>
                <a:lnTo>
                  <a:pt x="55545" y="23830"/>
                </a:lnTo>
                <a:lnTo>
                  <a:pt x="55427" y="23047"/>
                </a:lnTo>
                <a:lnTo>
                  <a:pt x="55282" y="22273"/>
                </a:lnTo>
                <a:lnTo>
                  <a:pt x="55111" y="21508"/>
                </a:lnTo>
                <a:lnTo>
                  <a:pt x="54913" y="20752"/>
                </a:lnTo>
                <a:lnTo>
                  <a:pt x="54689" y="20005"/>
                </a:lnTo>
                <a:lnTo>
                  <a:pt x="54439" y="19267"/>
                </a:lnTo>
                <a:lnTo>
                  <a:pt x="54162" y="18538"/>
                </a:lnTo>
                <a:lnTo>
                  <a:pt x="53859" y="17818"/>
                </a:lnTo>
                <a:lnTo>
                  <a:pt x="53530" y="17108"/>
                </a:lnTo>
                <a:lnTo>
                  <a:pt x="53174" y="16406"/>
                </a:lnTo>
                <a:lnTo>
                  <a:pt x="52792" y="15713"/>
                </a:lnTo>
                <a:lnTo>
                  <a:pt x="52384" y="15030"/>
                </a:lnTo>
                <a:lnTo>
                  <a:pt x="51949" y="14355"/>
                </a:lnTo>
                <a:lnTo>
                  <a:pt x="51488" y="13690"/>
                </a:lnTo>
                <a:lnTo>
                  <a:pt x="51001" y="13034"/>
                </a:lnTo>
                <a:lnTo>
                  <a:pt x="50487" y="12386"/>
                </a:lnTo>
                <a:lnTo>
                  <a:pt x="49947" y="11748"/>
                </a:lnTo>
                <a:lnTo>
                  <a:pt x="49380" y="11119"/>
                </a:lnTo>
                <a:lnTo>
                  <a:pt x="48788" y="10499"/>
                </a:lnTo>
                <a:lnTo>
                  <a:pt x="48169" y="9888"/>
                </a:lnTo>
                <a:lnTo>
                  <a:pt x="47530" y="9294"/>
                </a:lnTo>
                <a:lnTo>
                  <a:pt x="46878" y="8725"/>
                </a:lnTo>
                <a:lnTo>
                  <a:pt x="46213" y="8182"/>
                </a:lnTo>
                <a:lnTo>
                  <a:pt x="45535" y="7664"/>
                </a:lnTo>
                <a:lnTo>
                  <a:pt x="44845" y="7171"/>
                </a:lnTo>
                <a:lnTo>
                  <a:pt x="44141" y="6703"/>
                </a:lnTo>
                <a:lnTo>
                  <a:pt x="43424" y="6261"/>
                </a:lnTo>
                <a:lnTo>
                  <a:pt x="42694" y="5844"/>
                </a:lnTo>
                <a:lnTo>
                  <a:pt x="41952" y="5452"/>
                </a:lnTo>
                <a:lnTo>
                  <a:pt x="41196" y="5086"/>
                </a:lnTo>
                <a:lnTo>
                  <a:pt x="40427" y="4745"/>
                </a:lnTo>
                <a:lnTo>
                  <a:pt x="39645" y="4429"/>
                </a:lnTo>
                <a:lnTo>
                  <a:pt x="38851" y="4138"/>
                </a:lnTo>
                <a:lnTo>
                  <a:pt x="38043" y="3873"/>
                </a:lnTo>
                <a:lnTo>
                  <a:pt x="37222" y="3633"/>
                </a:lnTo>
                <a:lnTo>
                  <a:pt x="36389" y="3418"/>
                </a:lnTo>
                <a:lnTo>
                  <a:pt x="35542" y="3228"/>
                </a:lnTo>
                <a:lnTo>
                  <a:pt x="34682" y="3064"/>
                </a:lnTo>
                <a:lnTo>
                  <a:pt x="33810" y="2925"/>
                </a:lnTo>
                <a:lnTo>
                  <a:pt x="32924" y="2811"/>
                </a:lnTo>
                <a:lnTo>
                  <a:pt x="32025" y="2723"/>
                </a:lnTo>
                <a:lnTo>
                  <a:pt x="31114" y="2660"/>
                </a:lnTo>
                <a:lnTo>
                  <a:pt x="30189" y="2622"/>
                </a:lnTo>
                <a:lnTo>
                  <a:pt x="29251" y="2609"/>
                </a:lnTo>
                <a:lnTo>
                  <a:pt x="28371" y="2621"/>
                </a:lnTo>
                <a:lnTo>
                  <a:pt x="27502" y="2656"/>
                </a:lnTo>
                <a:lnTo>
                  <a:pt x="26646" y="2715"/>
                </a:lnTo>
                <a:lnTo>
                  <a:pt x="25802" y="2798"/>
                </a:lnTo>
                <a:lnTo>
                  <a:pt x="24970" y="2904"/>
                </a:lnTo>
                <a:lnTo>
                  <a:pt x="24151" y="3033"/>
                </a:lnTo>
                <a:lnTo>
                  <a:pt x="23344" y="3186"/>
                </a:lnTo>
                <a:lnTo>
                  <a:pt x="22549" y="3363"/>
                </a:lnTo>
                <a:lnTo>
                  <a:pt x="21766" y="3563"/>
                </a:lnTo>
                <a:lnTo>
                  <a:pt x="20996" y="3786"/>
                </a:lnTo>
                <a:lnTo>
                  <a:pt x="20238" y="4034"/>
                </a:lnTo>
                <a:lnTo>
                  <a:pt x="19492" y="4304"/>
                </a:lnTo>
                <a:lnTo>
                  <a:pt x="18759" y="4599"/>
                </a:lnTo>
                <a:lnTo>
                  <a:pt x="18038" y="4917"/>
                </a:lnTo>
                <a:lnTo>
                  <a:pt x="17329" y="5258"/>
                </a:lnTo>
                <a:lnTo>
                  <a:pt x="16632" y="5623"/>
                </a:lnTo>
                <a:lnTo>
                  <a:pt x="15948" y="6011"/>
                </a:lnTo>
                <a:lnTo>
                  <a:pt x="15276" y="6423"/>
                </a:lnTo>
                <a:lnTo>
                  <a:pt x="14616" y="6859"/>
                </a:lnTo>
                <a:lnTo>
                  <a:pt x="13969" y="7318"/>
                </a:lnTo>
                <a:lnTo>
                  <a:pt x="13333" y="7801"/>
                </a:lnTo>
                <a:lnTo>
                  <a:pt x="12710" y="8307"/>
                </a:lnTo>
                <a:lnTo>
                  <a:pt x="12100" y="8837"/>
                </a:lnTo>
                <a:lnTo>
                  <a:pt x="11501" y="9390"/>
                </a:lnTo>
                <a:lnTo>
                  <a:pt x="10919" y="9965"/>
                </a:lnTo>
                <a:lnTo>
                  <a:pt x="10354" y="10561"/>
                </a:lnTo>
                <a:lnTo>
                  <a:pt x="9809" y="11177"/>
                </a:lnTo>
                <a:lnTo>
                  <a:pt x="9282" y="11813"/>
                </a:lnTo>
                <a:lnTo>
                  <a:pt x="8774" y="12470"/>
                </a:lnTo>
                <a:lnTo>
                  <a:pt x="8285" y="13147"/>
                </a:lnTo>
                <a:lnTo>
                  <a:pt x="7814" y="13845"/>
                </a:lnTo>
                <a:lnTo>
                  <a:pt x="7362" y="14564"/>
                </a:lnTo>
                <a:lnTo>
                  <a:pt x="6929" y="15302"/>
                </a:lnTo>
                <a:lnTo>
                  <a:pt x="6515" y="16062"/>
                </a:lnTo>
                <a:lnTo>
                  <a:pt x="6119" y="16841"/>
                </a:lnTo>
                <a:lnTo>
                  <a:pt x="5742" y="17641"/>
                </a:lnTo>
                <a:lnTo>
                  <a:pt x="5384" y="18462"/>
                </a:lnTo>
                <a:lnTo>
                  <a:pt x="5044" y="19303"/>
                </a:lnTo>
                <a:lnTo>
                  <a:pt x="4723" y="20165"/>
                </a:lnTo>
                <a:lnTo>
                  <a:pt x="4421" y="21047"/>
                </a:lnTo>
                <a:lnTo>
                  <a:pt x="4138" y="21949"/>
                </a:lnTo>
                <a:lnTo>
                  <a:pt x="3873" y="22872"/>
                </a:lnTo>
                <a:lnTo>
                  <a:pt x="3627" y="23815"/>
                </a:lnTo>
                <a:lnTo>
                  <a:pt x="3400" y="24779"/>
                </a:lnTo>
                <a:lnTo>
                  <a:pt x="3191" y="25764"/>
                </a:lnTo>
                <a:lnTo>
                  <a:pt x="3001" y="26768"/>
                </a:lnTo>
                <a:lnTo>
                  <a:pt x="2830" y="27793"/>
                </a:lnTo>
                <a:lnTo>
                  <a:pt x="2678" y="28839"/>
                </a:lnTo>
                <a:lnTo>
                  <a:pt x="5219" y="28839"/>
                </a:lnTo>
                <a:lnTo>
                  <a:pt x="5441" y="28196"/>
                </a:lnTo>
                <a:lnTo>
                  <a:pt x="5673" y="27566"/>
                </a:lnTo>
                <a:lnTo>
                  <a:pt x="5915" y="26950"/>
                </a:lnTo>
                <a:lnTo>
                  <a:pt x="6167" y="26346"/>
                </a:lnTo>
                <a:lnTo>
                  <a:pt x="6429" y="25755"/>
                </a:lnTo>
                <a:lnTo>
                  <a:pt x="6701" y="25177"/>
                </a:lnTo>
                <a:lnTo>
                  <a:pt x="6983" y="24613"/>
                </a:lnTo>
                <a:lnTo>
                  <a:pt x="7275" y="24061"/>
                </a:lnTo>
                <a:lnTo>
                  <a:pt x="7576" y="23523"/>
                </a:lnTo>
                <a:lnTo>
                  <a:pt x="7888" y="22997"/>
                </a:lnTo>
                <a:lnTo>
                  <a:pt x="8209" y="22485"/>
                </a:lnTo>
                <a:lnTo>
                  <a:pt x="8540" y="21986"/>
                </a:lnTo>
                <a:lnTo>
                  <a:pt x="8881" y="21499"/>
                </a:lnTo>
                <a:lnTo>
                  <a:pt x="9232" y="21026"/>
                </a:lnTo>
                <a:lnTo>
                  <a:pt x="9593" y="20566"/>
                </a:lnTo>
                <a:lnTo>
                  <a:pt x="9964" y="20119"/>
                </a:lnTo>
                <a:lnTo>
                  <a:pt x="10345" y="19685"/>
                </a:lnTo>
                <a:lnTo>
                  <a:pt x="10735" y="19264"/>
                </a:lnTo>
                <a:lnTo>
                  <a:pt x="11136" y="18856"/>
                </a:lnTo>
                <a:lnTo>
                  <a:pt x="11546" y="18461"/>
                </a:lnTo>
                <a:lnTo>
                  <a:pt x="11966" y="18079"/>
                </a:lnTo>
                <a:lnTo>
                  <a:pt x="12397" y="17710"/>
                </a:lnTo>
                <a:lnTo>
                  <a:pt x="12837" y="17354"/>
                </a:lnTo>
                <a:lnTo>
                  <a:pt x="13287" y="17012"/>
                </a:lnTo>
                <a:lnTo>
                  <a:pt x="13744" y="16682"/>
                </a:lnTo>
                <a:lnTo>
                  <a:pt x="14206" y="16367"/>
                </a:lnTo>
                <a:lnTo>
                  <a:pt x="14673" y="16066"/>
                </a:lnTo>
                <a:lnTo>
                  <a:pt x="15145" y="15779"/>
                </a:lnTo>
                <a:lnTo>
                  <a:pt x="15622" y="15506"/>
                </a:lnTo>
                <a:lnTo>
                  <a:pt x="16104" y="15247"/>
                </a:lnTo>
                <a:lnTo>
                  <a:pt x="16591" y="15002"/>
                </a:lnTo>
                <a:lnTo>
                  <a:pt x="17082" y="14771"/>
                </a:lnTo>
                <a:lnTo>
                  <a:pt x="17579" y="14553"/>
                </a:lnTo>
                <a:lnTo>
                  <a:pt x="18080" y="14350"/>
                </a:lnTo>
                <a:lnTo>
                  <a:pt x="18586" y="14161"/>
                </a:lnTo>
                <a:lnTo>
                  <a:pt x="19097" y="13986"/>
                </a:lnTo>
                <a:lnTo>
                  <a:pt x="19613" y="13825"/>
                </a:lnTo>
                <a:lnTo>
                  <a:pt x="20134" y="13678"/>
                </a:lnTo>
                <a:lnTo>
                  <a:pt x="20660" y="13545"/>
                </a:lnTo>
                <a:lnTo>
                  <a:pt x="21191" y="13426"/>
                </a:lnTo>
                <a:lnTo>
                  <a:pt x="21726" y="13321"/>
                </a:lnTo>
                <a:lnTo>
                  <a:pt x="22267" y="13230"/>
                </a:lnTo>
                <a:lnTo>
                  <a:pt x="22812" y="13153"/>
                </a:lnTo>
                <a:lnTo>
                  <a:pt x="23362" y="13090"/>
                </a:lnTo>
                <a:lnTo>
                  <a:pt x="23917" y="13041"/>
                </a:lnTo>
                <a:lnTo>
                  <a:pt x="24477" y="13006"/>
                </a:lnTo>
                <a:lnTo>
                  <a:pt x="25042" y="12985"/>
                </a:lnTo>
                <a:lnTo>
                  <a:pt x="25612" y="12978"/>
                </a:lnTo>
                <a:lnTo>
                  <a:pt x="26238" y="12988"/>
                </a:lnTo>
                <a:lnTo>
                  <a:pt x="26856" y="13017"/>
                </a:lnTo>
                <a:lnTo>
                  <a:pt x="27467" y="13067"/>
                </a:lnTo>
                <a:lnTo>
                  <a:pt x="28071" y="13136"/>
                </a:lnTo>
                <a:lnTo>
                  <a:pt x="28667" y="13225"/>
                </a:lnTo>
                <a:lnTo>
                  <a:pt x="29256" y="13334"/>
                </a:lnTo>
                <a:lnTo>
                  <a:pt x="29837" y="13463"/>
                </a:lnTo>
                <a:lnTo>
                  <a:pt x="30411" y="13612"/>
                </a:lnTo>
                <a:lnTo>
                  <a:pt x="30978" y="13781"/>
                </a:lnTo>
                <a:lnTo>
                  <a:pt x="31537" y="13969"/>
                </a:lnTo>
                <a:lnTo>
                  <a:pt x="32089" y="14177"/>
                </a:lnTo>
                <a:lnTo>
                  <a:pt x="32633" y="14405"/>
                </a:lnTo>
                <a:lnTo>
                  <a:pt x="33170" y="14653"/>
                </a:lnTo>
                <a:lnTo>
                  <a:pt x="33700" y="14921"/>
                </a:lnTo>
                <a:lnTo>
                  <a:pt x="34222" y="15208"/>
                </a:lnTo>
                <a:lnTo>
                  <a:pt x="34737" y="15515"/>
                </a:lnTo>
                <a:lnTo>
                  <a:pt x="35244" y="15842"/>
                </a:lnTo>
                <a:lnTo>
                  <a:pt x="35744" y="16189"/>
                </a:lnTo>
                <a:lnTo>
                  <a:pt x="36237" y="16556"/>
                </a:lnTo>
                <a:lnTo>
                  <a:pt x="36722" y="16943"/>
                </a:lnTo>
                <a:lnTo>
                  <a:pt x="37200" y="17349"/>
                </a:lnTo>
                <a:lnTo>
                  <a:pt x="37671" y="17775"/>
                </a:lnTo>
                <a:lnTo>
                  <a:pt x="38134" y="18222"/>
                </a:lnTo>
                <a:lnTo>
                  <a:pt x="38590" y="18687"/>
                </a:lnTo>
                <a:lnTo>
                  <a:pt x="39032" y="19169"/>
                </a:lnTo>
                <a:lnTo>
                  <a:pt x="39456" y="19661"/>
                </a:lnTo>
                <a:lnTo>
                  <a:pt x="39861" y="20164"/>
                </a:lnTo>
                <a:lnTo>
                  <a:pt x="40247" y="20678"/>
                </a:lnTo>
                <a:lnTo>
                  <a:pt x="40615" y="21203"/>
                </a:lnTo>
                <a:lnTo>
                  <a:pt x="40963" y="21739"/>
                </a:lnTo>
                <a:lnTo>
                  <a:pt x="41293" y="22286"/>
                </a:lnTo>
                <a:lnTo>
                  <a:pt x="41603" y="22844"/>
                </a:lnTo>
                <a:lnTo>
                  <a:pt x="41895" y="23413"/>
                </a:lnTo>
                <a:lnTo>
                  <a:pt x="42168" y="23993"/>
                </a:lnTo>
                <a:lnTo>
                  <a:pt x="42423" y="24584"/>
                </a:lnTo>
                <a:lnTo>
                  <a:pt x="42658" y="25186"/>
                </a:lnTo>
                <a:lnTo>
                  <a:pt x="42875" y="25799"/>
                </a:lnTo>
                <a:lnTo>
                  <a:pt x="43073" y="26423"/>
                </a:lnTo>
                <a:lnTo>
                  <a:pt x="43251" y="27058"/>
                </a:lnTo>
                <a:lnTo>
                  <a:pt x="43412" y="27704"/>
                </a:lnTo>
                <a:lnTo>
                  <a:pt x="43553" y="28360"/>
                </a:lnTo>
                <a:lnTo>
                  <a:pt x="43675" y="29028"/>
                </a:lnTo>
                <a:lnTo>
                  <a:pt x="43779" y="29707"/>
                </a:lnTo>
                <a:lnTo>
                  <a:pt x="43864" y="30397"/>
                </a:lnTo>
                <a:lnTo>
                  <a:pt x="43930" y="31098"/>
                </a:lnTo>
                <a:lnTo>
                  <a:pt x="43977" y="31809"/>
                </a:lnTo>
                <a:lnTo>
                  <a:pt x="44005" y="32532"/>
                </a:lnTo>
                <a:lnTo>
                  <a:pt x="44014" y="33266"/>
                </a:lnTo>
                <a:lnTo>
                  <a:pt x="43997" y="34239"/>
                </a:lnTo>
                <a:lnTo>
                  <a:pt x="43946" y="35220"/>
                </a:lnTo>
                <a:lnTo>
                  <a:pt x="43860" y="36209"/>
                </a:lnTo>
                <a:lnTo>
                  <a:pt x="43740" y="37207"/>
                </a:lnTo>
                <a:lnTo>
                  <a:pt x="43585" y="38214"/>
                </a:lnTo>
                <a:lnTo>
                  <a:pt x="43396" y="39228"/>
                </a:lnTo>
                <a:lnTo>
                  <a:pt x="43173" y="40251"/>
                </a:lnTo>
                <a:lnTo>
                  <a:pt x="42916" y="41282"/>
                </a:lnTo>
                <a:lnTo>
                  <a:pt x="42624" y="42322"/>
                </a:lnTo>
                <a:lnTo>
                  <a:pt x="42298" y="43370"/>
                </a:lnTo>
                <a:lnTo>
                  <a:pt x="41937" y="44427"/>
                </a:lnTo>
                <a:lnTo>
                  <a:pt x="41542" y="45491"/>
                </a:lnTo>
                <a:lnTo>
                  <a:pt x="41113" y="46564"/>
                </a:lnTo>
                <a:lnTo>
                  <a:pt x="40650" y="47646"/>
                </a:lnTo>
                <a:lnTo>
                  <a:pt x="40152" y="48736"/>
                </a:lnTo>
                <a:lnTo>
                  <a:pt x="39620" y="49834"/>
                </a:lnTo>
                <a:lnTo>
                  <a:pt x="39053" y="50941"/>
                </a:lnTo>
                <a:lnTo>
                  <a:pt x="38452" y="52056"/>
                </a:lnTo>
                <a:lnTo>
                  <a:pt x="37817" y="53179"/>
                </a:lnTo>
                <a:lnTo>
                  <a:pt x="37148" y="54310"/>
                </a:lnTo>
                <a:lnTo>
                  <a:pt x="36444" y="55450"/>
                </a:lnTo>
                <a:lnTo>
                  <a:pt x="35706" y="56599"/>
                </a:lnTo>
                <a:lnTo>
                  <a:pt x="34933" y="57756"/>
                </a:lnTo>
                <a:lnTo>
                  <a:pt x="34127" y="58921"/>
                </a:lnTo>
                <a:lnTo>
                  <a:pt x="33278" y="60104"/>
                </a:lnTo>
                <a:lnTo>
                  <a:pt x="32379" y="61315"/>
                </a:lnTo>
                <a:lnTo>
                  <a:pt x="31430" y="62555"/>
                </a:lnTo>
                <a:lnTo>
                  <a:pt x="30432" y="63822"/>
                </a:lnTo>
                <a:lnTo>
                  <a:pt x="29384" y="65118"/>
                </a:lnTo>
                <a:lnTo>
                  <a:pt x="28286" y="66443"/>
                </a:lnTo>
                <a:lnTo>
                  <a:pt x="27138" y="67795"/>
                </a:lnTo>
                <a:lnTo>
                  <a:pt x="25940" y="69175"/>
                </a:lnTo>
                <a:lnTo>
                  <a:pt x="24693" y="70584"/>
                </a:lnTo>
                <a:lnTo>
                  <a:pt x="23395" y="72021"/>
                </a:lnTo>
                <a:lnTo>
                  <a:pt x="22048" y="73486"/>
                </a:lnTo>
                <a:lnTo>
                  <a:pt x="20651" y="74979"/>
                </a:lnTo>
                <a:lnTo>
                  <a:pt x="19204" y="76500"/>
                </a:lnTo>
                <a:lnTo>
                  <a:pt x="17707" y="78050"/>
                </a:lnTo>
                <a:lnTo>
                  <a:pt x="16161" y="79628"/>
                </a:lnTo>
                <a:lnTo>
                  <a:pt x="14565" y="81234"/>
                </a:lnTo>
                <a:lnTo>
                  <a:pt x="12918" y="82868"/>
                </a:lnTo>
                <a:lnTo>
                  <a:pt x="11222" y="84530"/>
                </a:lnTo>
                <a:lnTo>
                  <a:pt x="9477" y="86221"/>
                </a:lnTo>
                <a:lnTo>
                  <a:pt x="7681" y="87939"/>
                </a:lnTo>
                <a:lnTo>
                  <a:pt x="5835" y="89686"/>
                </a:lnTo>
                <a:lnTo>
                  <a:pt x="3940" y="91461"/>
                </a:lnTo>
                <a:lnTo>
                  <a:pt x="1995" y="93265"/>
                </a:lnTo>
                <a:lnTo>
                  <a:pt x="0" y="95096"/>
                </a:lnTo>
                <a:lnTo>
                  <a:pt x="0" y="97641"/>
                </a:lnTo>
                <a:lnTo>
                  <a:pt x="54932" y="97641"/>
                </a:lnTo>
                <a:lnTo>
                  <a:pt x="61455" y="79651"/>
                </a:lnTo>
                <a:lnTo>
                  <a:pt x="58915" y="79651"/>
                </a:lnTo>
                <a:lnTo>
                  <a:pt x="58765" y="79908"/>
                </a:lnTo>
                <a:lnTo>
                  <a:pt x="58613" y="80161"/>
                </a:lnTo>
                <a:lnTo>
                  <a:pt x="58459" y="80408"/>
                </a:lnTo>
                <a:lnTo>
                  <a:pt x="58302" y="80651"/>
                </a:lnTo>
                <a:close/>
                <a:moveTo>
                  <a:pt x="142034" y="25332"/>
                </a:moveTo>
                <a:lnTo>
                  <a:pt x="142092" y="24829"/>
                </a:lnTo>
                <a:lnTo>
                  <a:pt x="142157" y="24334"/>
                </a:lnTo>
                <a:lnTo>
                  <a:pt x="142230" y="23848"/>
                </a:lnTo>
                <a:lnTo>
                  <a:pt x="142309" y="23372"/>
                </a:lnTo>
                <a:lnTo>
                  <a:pt x="142396" y="22904"/>
                </a:lnTo>
                <a:lnTo>
                  <a:pt x="142489" y="22446"/>
                </a:lnTo>
                <a:lnTo>
                  <a:pt x="142590" y="21996"/>
                </a:lnTo>
                <a:lnTo>
                  <a:pt x="142698" y="21556"/>
                </a:lnTo>
                <a:lnTo>
                  <a:pt x="142813" y="21125"/>
                </a:lnTo>
                <a:lnTo>
                  <a:pt x="142936" y="20702"/>
                </a:lnTo>
                <a:lnTo>
                  <a:pt x="143065" y="20289"/>
                </a:lnTo>
                <a:lnTo>
                  <a:pt x="143202" y="19885"/>
                </a:lnTo>
                <a:lnTo>
                  <a:pt x="143345" y="19490"/>
                </a:lnTo>
                <a:lnTo>
                  <a:pt x="143496" y="19104"/>
                </a:lnTo>
                <a:lnTo>
                  <a:pt x="143654" y="18727"/>
                </a:lnTo>
                <a:lnTo>
                  <a:pt x="143820" y="18359"/>
                </a:lnTo>
                <a:lnTo>
                  <a:pt x="143992" y="18000"/>
                </a:lnTo>
                <a:lnTo>
                  <a:pt x="144172" y="17651"/>
                </a:lnTo>
                <a:lnTo>
                  <a:pt x="144358" y="17310"/>
                </a:lnTo>
                <a:lnTo>
                  <a:pt x="144552" y="16978"/>
                </a:lnTo>
                <a:lnTo>
                  <a:pt x="144753" y="16656"/>
                </a:lnTo>
                <a:lnTo>
                  <a:pt x="144961" y="16342"/>
                </a:lnTo>
                <a:lnTo>
                  <a:pt x="145175" y="16037"/>
                </a:lnTo>
                <a:lnTo>
                  <a:pt x="145392" y="15741"/>
                </a:lnTo>
                <a:lnTo>
                  <a:pt x="145612" y="15453"/>
                </a:lnTo>
                <a:lnTo>
                  <a:pt x="145837" y="15173"/>
                </a:lnTo>
                <a:lnTo>
                  <a:pt x="146064" y="14902"/>
                </a:lnTo>
                <a:lnTo>
                  <a:pt x="146296" y="14638"/>
                </a:lnTo>
                <a:lnTo>
                  <a:pt x="146531" y="14384"/>
                </a:lnTo>
                <a:lnTo>
                  <a:pt x="146769" y="14137"/>
                </a:lnTo>
                <a:lnTo>
                  <a:pt x="147011" y="13899"/>
                </a:lnTo>
                <a:lnTo>
                  <a:pt x="147257" y="13670"/>
                </a:lnTo>
                <a:lnTo>
                  <a:pt x="147506" y="13448"/>
                </a:lnTo>
                <a:lnTo>
                  <a:pt x="147759" y="13235"/>
                </a:lnTo>
                <a:lnTo>
                  <a:pt x="148016" y="13030"/>
                </a:lnTo>
                <a:lnTo>
                  <a:pt x="148276" y="12834"/>
                </a:lnTo>
                <a:lnTo>
                  <a:pt x="148539" y="12646"/>
                </a:lnTo>
                <a:lnTo>
                  <a:pt x="148806" y="12466"/>
                </a:lnTo>
                <a:lnTo>
                  <a:pt x="149077" y="12295"/>
                </a:lnTo>
                <a:lnTo>
                  <a:pt x="149351" y="12132"/>
                </a:lnTo>
                <a:lnTo>
                  <a:pt x="149629" y="11978"/>
                </a:lnTo>
                <a:lnTo>
                  <a:pt x="149911" y="11831"/>
                </a:lnTo>
                <a:lnTo>
                  <a:pt x="150196" y="11693"/>
                </a:lnTo>
                <a:lnTo>
                  <a:pt x="150484" y="11564"/>
                </a:lnTo>
                <a:lnTo>
                  <a:pt x="150777" y="11443"/>
                </a:lnTo>
                <a:lnTo>
                  <a:pt x="151072" y="11330"/>
                </a:lnTo>
                <a:lnTo>
                  <a:pt x="151308" y="11251"/>
                </a:lnTo>
                <a:lnTo>
                  <a:pt x="151556" y="11176"/>
                </a:lnTo>
                <a:lnTo>
                  <a:pt x="151818" y="11104"/>
                </a:lnTo>
                <a:lnTo>
                  <a:pt x="152093" y="11036"/>
                </a:lnTo>
                <a:lnTo>
                  <a:pt x="152381" y="10971"/>
                </a:lnTo>
                <a:lnTo>
                  <a:pt x="152682" y="10909"/>
                </a:lnTo>
                <a:lnTo>
                  <a:pt x="152996" y="10851"/>
                </a:lnTo>
                <a:lnTo>
                  <a:pt x="153323" y="10796"/>
                </a:lnTo>
                <a:lnTo>
                  <a:pt x="153663" y="10744"/>
                </a:lnTo>
                <a:lnTo>
                  <a:pt x="154017" y="10695"/>
                </a:lnTo>
                <a:lnTo>
                  <a:pt x="154383" y="10650"/>
                </a:lnTo>
                <a:lnTo>
                  <a:pt x="154763" y="10609"/>
                </a:lnTo>
                <a:lnTo>
                  <a:pt x="155156" y="10570"/>
                </a:lnTo>
                <a:lnTo>
                  <a:pt x="155562" y="10535"/>
                </a:lnTo>
                <a:lnTo>
                  <a:pt x="155981" y="10504"/>
                </a:lnTo>
                <a:lnTo>
                  <a:pt x="156413" y="10475"/>
                </a:lnTo>
                <a:lnTo>
                  <a:pt x="156858" y="10450"/>
                </a:lnTo>
                <a:lnTo>
                  <a:pt x="157317" y="10428"/>
                </a:lnTo>
                <a:lnTo>
                  <a:pt x="157788" y="10410"/>
                </a:lnTo>
                <a:lnTo>
                  <a:pt x="158273" y="10395"/>
                </a:lnTo>
                <a:lnTo>
                  <a:pt x="158770" y="10383"/>
                </a:lnTo>
                <a:lnTo>
                  <a:pt x="159281" y="10375"/>
                </a:lnTo>
                <a:lnTo>
                  <a:pt x="159805" y="10370"/>
                </a:lnTo>
                <a:lnTo>
                  <a:pt x="160342" y="10368"/>
                </a:lnTo>
                <a:lnTo>
                  <a:pt x="171535" y="10368"/>
                </a:lnTo>
                <a:lnTo>
                  <a:pt x="171535" y="81505"/>
                </a:lnTo>
                <a:lnTo>
                  <a:pt x="171532" y="82147"/>
                </a:lnTo>
                <a:lnTo>
                  <a:pt x="171524" y="82770"/>
                </a:lnTo>
                <a:lnTo>
                  <a:pt x="171511" y="83374"/>
                </a:lnTo>
                <a:lnTo>
                  <a:pt x="171493" y="83958"/>
                </a:lnTo>
                <a:lnTo>
                  <a:pt x="171469" y="84522"/>
                </a:lnTo>
                <a:lnTo>
                  <a:pt x="171440" y="85067"/>
                </a:lnTo>
                <a:lnTo>
                  <a:pt x="171406" y="85592"/>
                </a:lnTo>
                <a:lnTo>
                  <a:pt x="171367" y="86098"/>
                </a:lnTo>
                <a:lnTo>
                  <a:pt x="171322" y="86584"/>
                </a:lnTo>
                <a:lnTo>
                  <a:pt x="171272" y="87050"/>
                </a:lnTo>
                <a:lnTo>
                  <a:pt x="171217" y="87498"/>
                </a:lnTo>
                <a:lnTo>
                  <a:pt x="171157" y="87925"/>
                </a:lnTo>
                <a:lnTo>
                  <a:pt x="171091" y="88333"/>
                </a:lnTo>
                <a:lnTo>
                  <a:pt x="171021" y="88721"/>
                </a:lnTo>
                <a:lnTo>
                  <a:pt x="170944" y="89090"/>
                </a:lnTo>
                <a:lnTo>
                  <a:pt x="170863" y="89439"/>
                </a:lnTo>
                <a:lnTo>
                  <a:pt x="170777" y="89769"/>
                </a:lnTo>
                <a:lnTo>
                  <a:pt x="170685" y="90079"/>
                </a:lnTo>
                <a:lnTo>
                  <a:pt x="170588" y="90370"/>
                </a:lnTo>
                <a:lnTo>
                  <a:pt x="170486" y="90641"/>
                </a:lnTo>
                <a:lnTo>
                  <a:pt x="170378" y="90893"/>
                </a:lnTo>
                <a:lnTo>
                  <a:pt x="170265" y="91125"/>
                </a:lnTo>
                <a:lnTo>
                  <a:pt x="170147" y="91337"/>
                </a:lnTo>
                <a:lnTo>
                  <a:pt x="170024" y="91530"/>
                </a:lnTo>
                <a:lnTo>
                  <a:pt x="169812" y="91821"/>
                </a:lnTo>
                <a:lnTo>
                  <a:pt x="169588" y="92100"/>
                </a:lnTo>
                <a:lnTo>
                  <a:pt x="169352" y="92367"/>
                </a:lnTo>
                <a:lnTo>
                  <a:pt x="169105" y="92621"/>
                </a:lnTo>
                <a:lnTo>
                  <a:pt x="168845" y="92863"/>
                </a:lnTo>
                <a:lnTo>
                  <a:pt x="168573" y="93092"/>
                </a:lnTo>
                <a:lnTo>
                  <a:pt x="168290" y="93309"/>
                </a:lnTo>
                <a:lnTo>
                  <a:pt x="167994" y="93514"/>
                </a:lnTo>
                <a:lnTo>
                  <a:pt x="167687" y="93706"/>
                </a:lnTo>
                <a:lnTo>
                  <a:pt x="167368" y="93885"/>
                </a:lnTo>
                <a:lnTo>
                  <a:pt x="167037" y="94053"/>
                </a:lnTo>
                <a:lnTo>
                  <a:pt x="166694" y="94208"/>
                </a:lnTo>
                <a:lnTo>
                  <a:pt x="166339" y="94350"/>
                </a:lnTo>
                <a:lnTo>
                  <a:pt x="165972" y="94481"/>
                </a:lnTo>
                <a:lnTo>
                  <a:pt x="165593" y="94598"/>
                </a:lnTo>
                <a:lnTo>
                  <a:pt x="165202" y="94704"/>
                </a:lnTo>
                <a:lnTo>
                  <a:pt x="164799" y="94797"/>
                </a:lnTo>
                <a:lnTo>
                  <a:pt x="164385" y="94877"/>
                </a:lnTo>
                <a:lnTo>
                  <a:pt x="163958" y="94945"/>
                </a:lnTo>
                <a:lnTo>
                  <a:pt x="163520" y="95001"/>
                </a:lnTo>
                <a:lnTo>
                  <a:pt x="163069" y="95045"/>
                </a:lnTo>
                <a:lnTo>
                  <a:pt x="162607" y="95076"/>
                </a:lnTo>
                <a:lnTo>
                  <a:pt x="162133" y="95094"/>
                </a:lnTo>
                <a:lnTo>
                  <a:pt x="161647" y="95100"/>
                </a:lnTo>
                <a:lnTo>
                  <a:pt x="158351" y="95100"/>
                </a:lnTo>
                <a:lnTo>
                  <a:pt x="158351" y="97641"/>
                </a:lnTo>
                <a:lnTo>
                  <a:pt x="197833" y="97641"/>
                </a:lnTo>
                <a:lnTo>
                  <a:pt x="197833" y="95100"/>
                </a:lnTo>
                <a:lnTo>
                  <a:pt x="194606" y="95100"/>
                </a:lnTo>
                <a:lnTo>
                  <a:pt x="194159" y="95095"/>
                </a:lnTo>
                <a:lnTo>
                  <a:pt x="193721" y="95080"/>
                </a:lnTo>
                <a:lnTo>
                  <a:pt x="193294" y="95055"/>
                </a:lnTo>
                <a:lnTo>
                  <a:pt x="192876" y="95020"/>
                </a:lnTo>
                <a:lnTo>
                  <a:pt x="192468" y="94975"/>
                </a:lnTo>
                <a:lnTo>
                  <a:pt x="192070" y="94920"/>
                </a:lnTo>
                <a:lnTo>
                  <a:pt x="191681" y="94855"/>
                </a:lnTo>
                <a:lnTo>
                  <a:pt x="191302" y="94780"/>
                </a:lnTo>
                <a:lnTo>
                  <a:pt x="190933" y="94695"/>
                </a:lnTo>
                <a:lnTo>
                  <a:pt x="190574" y="94600"/>
                </a:lnTo>
                <a:lnTo>
                  <a:pt x="190225" y="94495"/>
                </a:lnTo>
                <a:lnTo>
                  <a:pt x="189885" y="94379"/>
                </a:lnTo>
                <a:lnTo>
                  <a:pt x="189555" y="94254"/>
                </a:lnTo>
                <a:lnTo>
                  <a:pt x="189235" y="94119"/>
                </a:lnTo>
                <a:lnTo>
                  <a:pt x="188925" y="93974"/>
                </a:lnTo>
                <a:lnTo>
                  <a:pt x="188625" y="93819"/>
                </a:lnTo>
                <a:lnTo>
                  <a:pt x="188334" y="93653"/>
                </a:lnTo>
                <a:lnTo>
                  <a:pt x="188053" y="93478"/>
                </a:lnTo>
                <a:lnTo>
                  <a:pt x="187782" y="93293"/>
                </a:lnTo>
                <a:lnTo>
                  <a:pt x="187520" y="93098"/>
                </a:lnTo>
                <a:lnTo>
                  <a:pt x="187268" y="92892"/>
                </a:lnTo>
                <a:lnTo>
                  <a:pt x="187027" y="92677"/>
                </a:lnTo>
                <a:lnTo>
                  <a:pt x="186795" y="92452"/>
                </a:lnTo>
                <a:lnTo>
                  <a:pt x="186572" y="92217"/>
                </a:lnTo>
                <a:lnTo>
                  <a:pt x="186421" y="92028"/>
                </a:lnTo>
                <a:lnTo>
                  <a:pt x="186276" y="91817"/>
                </a:lnTo>
                <a:lnTo>
                  <a:pt x="186138" y="91584"/>
                </a:lnTo>
                <a:lnTo>
                  <a:pt x="186006" y="91328"/>
                </a:lnTo>
                <a:lnTo>
                  <a:pt x="185880" y="91049"/>
                </a:lnTo>
                <a:lnTo>
                  <a:pt x="185761" y="90749"/>
                </a:lnTo>
                <a:lnTo>
                  <a:pt x="185648" y="90426"/>
                </a:lnTo>
                <a:lnTo>
                  <a:pt x="185542" y="90080"/>
                </a:lnTo>
                <a:lnTo>
                  <a:pt x="185442" y="89712"/>
                </a:lnTo>
                <a:lnTo>
                  <a:pt x="185349" y="89322"/>
                </a:lnTo>
                <a:lnTo>
                  <a:pt x="185262" y="88909"/>
                </a:lnTo>
                <a:lnTo>
                  <a:pt x="185182" y="88474"/>
                </a:lnTo>
                <a:lnTo>
                  <a:pt x="185108" y="88017"/>
                </a:lnTo>
                <a:lnTo>
                  <a:pt x="185040" y="87537"/>
                </a:lnTo>
                <a:lnTo>
                  <a:pt x="184979" y="87035"/>
                </a:lnTo>
                <a:lnTo>
                  <a:pt x="184924" y="86510"/>
                </a:lnTo>
                <a:lnTo>
                  <a:pt x="184876" y="85963"/>
                </a:lnTo>
                <a:lnTo>
                  <a:pt x="184834" y="85393"/>
                </a:lnTo>
                <a:lnTo>
                  <a:pt x="184799" y="84801"/>
                </a:lnTo>
                <a:lnTo>
                  <a:pt x="184770" y="84187"/>
                </a:lnTo>
                <a:lnTo>
                  <a:pt x="184747" y="83550"/>
                </a:lnTo>
                <a:lnTo>
                  <a:pt x="184731" y="82891"/>
                </a:lnTo>
                <a:lnTo>
                  <a:pt x="184721" y="82209"/>
                </a:lnTo>
                <a:lnTo>
                  <a:pt x="184718" y="81505"/>
                </a:lnTo>
                <a:lnTo>
                  <a:pt x="184718" y="10368"/>
                </a:lnTo>
                <a:lnTo>
                  <a:pt x="197833" y="10368"/>
                </a:lnTo>
                <a:lnTo>
                  <a:pt x="198310" y="10372"/>
                </a:lnTo>
                <a:lnTo>
                  <a:pt x="198779" y="10381"/>
                </a:lnTo>
                <a:lnTo>
                  <a:pt x="199240" y="10398"/>
                </a:lnTo>
                <a:lnTo>
                  <a:pt x="199694" y="10421"/>
                </a:lnTo>
                <a:lnTo>
                  <a:pt x="200140" y="10450"/>
                </a:lnTo>
                <a:lnTo>
                  <a:pt x="200578" y="10486"/>
                </a:lnTo>
                <a:lnTo>
                  <a:pt x="201008" y="10529"/>
                </a:lnTo>
                <a:lnTo>
                  <a:pt x="201431" y="10578"/>
                </a:lnTo>
                <a:lnTo>
                  <a:pt x="201845" y="10634"/>
                </a:lnTo>
                <a:lnTo>
                  <a:pt x="202252" y="10696"/>
                </a:lnTo>
                <a:lnTo>
                  <a:pt x="202652" y="10765"/>
                </a:lnTo>
                <a:lnTo>
                  <a:pt x="203043" y="10840"/>
                </a:lnTo>
                <a:lnTo>
                  <a:pt x="203427" y="10922"/>
                </a:lnTo>
                <a:lnTo>
                  <a:pt x="203803" y="11011"/>
                </a:lnTo>
                <a:lnTo>
                  <a:pt x="204171" y="11106"/>
                </a:lnTo>
                <a:lnTo>
                  <a:pt x="204532" y="11208"/>
                </a:lnTo>
                <a:lnTo>
                  <a:pt x="204885" y="11316"/>
                </a:lnTo>
                <a:lnTo>
                  <a:pt x="205230" y="11431"/>
                </a:lnTo>
                <a:lnTo>
                  <a:pt x="205567" y="11552"/>
                </a:lnTo>
                <a:lnTo>
                  <a:pt x="205897" y="11680"/>
                </a:lnTo>
                <a:lnTo>
                  <a:pt x="206218" y="11814"/>
                </a:lnTo>
                <a:lnTo>
                  <a:pt x="206532" y="11955"/>
                </a:lnTo>
                <a:lnTo>
                  <a:pt x="206839" y="12103"/>
                </a:lnTo>
                <a:lnTo>
                  <a:pt x="207137" y="12257"/>
                </a:lnTo>
                <a:lnTo>
                  <a:pt x="207430" y="12418"/>
                </a:lnTo>
                <a:lnTo>
                  <a:pt x="207717" y="12586"/>
                </a:lnTo>
                <a:lnTo>
                  <a:pt x="207999" y="12761"/>
                </a:lnTo>
                <a:lnTo>
                  <a:pt x="208277" y="12944"/>
                </a:lnTo>
                <a:lnTo>
                  <a:pt x="208550" y="13134"/>
                </a:lnTo>
                <a:lnTo>
                  <a:pt x="208818" y="13332"/>
                </a:lnTo>
                <a:lnTo>
                  <a:pt x="209080" y="13536"/>
                </a:lnTo>
                <a:lnTo>
                  <a:pt x="209338" y="13748"/>
                </a:lnTo>
                <a:lnTo>
                  <a:pt x="209592" y="13967"/>
                </a:lnTo>
                <a:lnTo>
                  <a:pt x="209840" y="14194"/>
                </a:lnTo>
                <a:lnTo>
                  <a:pt x="210083" y="14427"/>
                </a:lnTo>
                <a:lnTo>
                  <a:pt x="210322" y="14668"/>
                </a:lnTo>
                <a:lnTo>
                  <a:pt x="210555" y="14917"/>
                </a:lnTo>
                <a:lnTo>
                  <a:pt x="210784" y="15172"/>
                </a:lnTo>
                <a:lnTo>
                  <a:pt x="211008" y="15435"/>
                </a:lnTo>
                <a:lnTo>
                  <a:pt x="211227" y="15705"/>
                </a:lnTo>
                <a:lnTo>
                  <a:pt x="211441" y="15982"/>
                </a:lnTo>
                <a:lnTo>
                  <a:pt x="211650" y="16267"/>
                </a:lnTo>
                <a:lnTo>
                  <a:pt x="211854" y="16559"/>
                </a:lnTo>
                <a:lnTo>
                  <a:pt x="212054" y="16858"/>
                </a:lnTo>
                <a:lnTo>
                  <a:pt x="212248" y="17165"/>
                </a:lnTo>
                <a:lnTo>
                  <a:pt x="212438" y="17478"/>
                </a:lnTo>
                <a:lnTo>
                  <a:pt x="212622" y="17799"/>
                </a:lnTo>
                <a:lnTo>
                  <a:pt x="212802" y="18127"/>
                </a:lnTo>
                <a:lnTo>
                  <a:pt x="212910" y="18339"/>
                </a:lnTo>
                <a:lnTo>
                  <a:pt x="213016" y="18562"/>
                </a:lnTo>
                <a:lnTo>
                  <a:pt x="213120" y="18797"/>
                </a:lnTo>
                <a:lnTo>
                  <a:pt x="213222" y="19043"/>
                </a:lnTo>
                <a:lnTo>
                  <a:pt x="213322" y="19300"/>
                </a:lnTo>
                <a:lnTo>
                  <a:pt x="213420" y="19569"/>
                </a:lnTo>
                <a:lnTo>
                  <a:pt x="213517" y="19850"/>
                </a:lnTo>
                <a:lnTo>
                  <a:pt x="213611" y="20142"/>
                </a:lnTo>
                <a:lnTo>
                  <a:pt x="213703" y="20445"/>
                </a:lnTo>
                <a:lnTo>
                  <a:pt x="213794" y="20760"/>
                </a:lnTo>
                <a:lnTo>
                  <a:pt x="213883" y="21086"/>
                </a:lnTo>
                <a:lnTo>
                  <a:pt x="213970" y="21423"/>
                </a:lnTo>
                <a:lnTo>
                  <a:pt x="214054" y="21772"/>
                </a:lnTo>
                <a:lnTo>
                  <a:pt x="214137" y="22133"/>
                </a:lnTo>
                <a:lnTo>
                  <a:pt x="214218" y="22505"/>
                </a:lnTo>
                <a:lnTo>
                  <a:pt x="214298" y="22888"/>
                </a:lnTo>
                <a:lnTo>
                  <a:pt x="214375" y="23283"/>
                </a:lnTo>
                <a:lnTo>
                  <a:pt x="214450" y="23689"/>
                </a:lnTo>
                <a:lnTo>
                  <a:pt x="214524" y="24107"/>
                </a:lnTo>
                <a:lnTo>
                  <a:pt x="214595" y="24536"/>
                </a:lnTo>
                <a:lnTo>
                  <a:pt x="214665" y="24977"/>
                </a:lnTo>
                <a:lnTo>
                  <a:pt x="214732" y="25429"/>
                </a:lnTo>
                <a:lnTo>
                  <a:pt x="214798" y="25892"/>
                </a:lnTo>
                <a:lnTo>
                  <a:pt x="214862" y="26367"/>
                </a:lnTo>
                <a:lnTo>
                  <a:pt x="217471" y="26367"/>
                </a:lnTo>
                <a:lnTo>
                  <a:pt x="216441" y="4532"/>
                </a:lnTo>
                <a:lnTo>
                  <a:pt x="140429" y="4532"/>
                </a:lnTo>
                <a:lnTo>
                  <a:pt x="139331" y="26367"/>
                </a:lnTo>
                <a:lnTo>
                  <a:pt x="141940" y="26367"/>
                </a:lnTo>
                <a:lnTo>
                  <a:pt x="141984" y="25845"/>
                </a:lnTo>
                <a:lnTo>
                  <a:pt x="142034" y="25332"/>
                </a:lnTo>
                <a:close/>
                <a:moveTo>
                  <a:pt x="218096" y="42936"/>
                </a:moveTo>
                <a:lnTo>
                  <a:pt x="218314" y="42859"/>
                </a:lnTo>
                <a:lnTo>
                  <a:pt x="218531" y="42786"/>
                </a:lnTo>
                <a:lnTo>
                  <a:pt x="218745" y="42716"/>
                </a:lnTo>
                <a:lnTo>
                  <a:pt x="218958" y="42650"/>
                </a:lnTo>
                <a:lnTo>
                  <a:pt x="219169" y="42588"/>
                </a:lnTo>
                <a:lnTo>
                  <a:pt x="219378" y="42529"/>
                </a:lnTo>
                <a:lnTo>
                  <a:pt x="219585" y="42474"/>
                </a:lnTo>
                <a:lnTo>
                  <a:pt x="219790" y="42422"/>
                </a:lnTo>
                <a:lnTo>
                  <a:pt x="219993" y="42374"/>
                </a:lnTo>
                <a:lnTo>
                  <a:pt x="220194" y="42329"/>
                </a:lnTo>
                <a:lnTo>
                  <a:pt x="220393" y="42288"/>
                </a:lnTo>
                <a:lnTo>
                  <a:pt x="220591" y="42251"/>
                </a:lnTo>
                <a:lnTo>
                  <a:pt x="220786" y="42217"/>
                </a:lnTo>
                <a:lnTo>
                  <a:pt x="220980" y="42186"/>
                </a:lnTo>
                <a:lnTo>
                  <a:pt x="221171" y="42160"/>
                </a:lnTo>
                <a:lnTo>
                  <a:pt x="221361" y="42136"/>
                </a:lnTo>
                <a:lnTo>
                  <a:pt x="221549" y="42117"/>
                </a:lnTo>
                <a:lnTo>
                  <a:pt x="221735" y="42101"/>
                </a:lnTo>
                <a:lnTo>
                  <a:pt x="221919" y="42088"/>
                </a:lnTo>
                <a:lnTo>
                  <a:pt x="222101" y="42079"/>
                </a:lnTo>
                <a:lnTo>
                  <a:pt x="222282" y="42074"/>
                </a:lnTo>
                <a:lnTo>
                  <a:pt x="222460" y="42072"/>
                </a:lnTo>
                <a:lnTo>
                  <a:pt x="222608" y="42074"/>
                </a:lnTo>
                <a:lnTo>
                  <a:pt x="222753" y="42079"/>
                </a:lnTo>
                <a:lnTo>
                  <a:pt x="222897" y="42087"/>
                </a:lnTo>
                <a:lnTo>
                  <a:pt x="223039" y="42099"/>
                </a:lnTo>
                <a:lnTo>
                  <a:pt x="223178" y="42114"/>
                </a:lnTo>
                <a:lnTo>
                  <a:pt x="223316" y="42132"/>
                </a:lnTo>
                <a:lnTo>
                  <a:pt x="223452" y="42154"/>
                </a:lnTo>
                <a:lnTo>
                  <a:pt x="223585" y="42179"/>
                </a:lnTo>
                <a:lnTo>
                  <a:pt x="223717" y="42207"/>
                </a:lnTo>
                <a:lnTo>
                  <a:pt x="223846" y="42239"/>
                </a:lnTo>
                <a:lnTo>
                  <a:pt x="223974" y="42274"/>
                </a:lnTo>
                <a:lnTo>
                  <a:pt x="224099" y="42312"/>
                </a:lnTo>
                <a:lnTo>
                  <a:pt x="224223" y="42354"/>
                </a:lnTo>
                <a:lnTo>
                  <a:pt x="224344" y="42398"/>
                </a:lnTo>
                <a:lnTo>
                  <a:pt x="224464" y="42447"/>
                </a:lnTo>
                <a:lnTo>
                  <a:pt x="224581" y="42498"/>
                </a:lnTo>
                <a:lnTo>
                  <a:pt x="224696" y="42553"/>
                </a:lnTo>
                <a:lnTo>
                  <a:pt x="224810" y="42612"/>
                </a:lnTo>
                <a:lnTo>
                  <a:pt x="224921" y="42673"/>
                </a:lnTo>
                <a:lnTo>
                  <a:pt x="225030" y="42738"/>
                </a:lnTo>
                <a:lnTo>
                  <a:pt x="225137" y="42806"/>
                </a:lnTo>
                <a:lnTo>
                  <a:pt x="225242" y="42878"/>
                </a:lnTo>
                <a:lnTo>
                  <a:pt x="225346" y="42953"/>
                </a:lnTo>
                <a:lnTo>
                  <a:pt x="225447" y="43031"/>
                </a:lnTo>
                <a:lnTo>
                  <a:pt x="225546" y="43113"/>
                </a:lnTo>
                <a:lnTo>
                  <a:pt x="225642" y="43199"/>
                </a:lnTo>
                <a:lnTo>
                  <a:pt x="225735" y="43289"/>
                </a:lnTo>
                <a:lnTo>
                  <a:pt x="225826" y="43382"/>
                </a:lnTo>
                <a:lnTo>
                  <a:pt x="225915" y="43480"/>
                </a:lnTo>
                <a:lnTo>
                  <a:pt x="226000" y="43581"/>
                </a:lnTo>
                <a:lnTo>
                  <a:pt x="226084" y="43687"/>
                </a:lnTo>
                <a:lnTo>
                  <a:pt x="226164" y="43796"/>
                </a:lnTo>
                <a:lnTo>
                  <a:pt x="226242" y="43910"/>
                </a:lnTo>
                <a:lnTo>
                  <a:pt x="226317" y="44027"/>
                </a:lnTo>
                <a:lnTo>
                  <a:pt x="226390" y="44148"/>
                </a:lnTo>
                <a:lnTo>
                  <a:pt x="226460" y="44273"/>
                </a:lnTo>
                <a:lnTo>
                  <a:pt x="226527" y="44402"/>
                </a:lnTo>
                <a:lnTo>
                  <a:pt x="226592" y="44535"/>
                </a:lnTo>
                <a:lnTo>
                  <a:pt x="226654" y="44672"/>
                </a:lnTo>
                <a:lnTo>
                  <a:pt x="226713" y="44813"/>
                </a:lnTo>
                <a:lnTo>
                  <a:pt x="226770" y="44957"/>
                </a:lnTo>
                <a:lnTo>
                  <a:pt x="226824" y="45106"/>
                </a:lnTo>
                <a:lnTo>
                  <a:pt x="226876" y="45259"/>
                </a:lnTo>
                <a:lnTo>
                  <a:pt x="226925" y="45415"/>
                </a:lnTo>
                <a:lnTo>
                  <a:pt x="226971" y="45576"/>
                </a:lnTo>
                <a:lnTo>
                  <a:pt x="227015" y="45740"/>
                </a:lnTo>
                <a:lnTo>
                  <a:pt x="227056" y="45908"/>
                </a:lnTo>
                <a:lnTo>
                  <a:pt x="227095" y="46080"/>
                </a:lnTo>
                <a:lnTo>
                  <a:pt x="227131" y="46270"/>
                </a:lnTo>
                <a:lnTo>
                  <a:pt x="227166" y="46490"/>
                </a:lnTo>
                <a:lnTo>
                  <a:pt x="227199" y="46741"/>
                </a:lnTo>
                <a:lnTo>
                  <a:pt x="227231" y="47023"/>
                </a:lnTo>
                <a:lnTo>
                  <a:pt x="227261" y="47336"/>
                </a:lnTo>
                <a:lnTo>
                  <a:pt x="227290" y="47679"/>
                </a:lnTo>
                <a:lnTo>
                  <a:pt x="227317" y="48053"/>
                </a:lnTo>
                <a:lnTo>
                  <a:pt x="227343" y="48458"/>
                </a:lnTo>
                <a:lnTo>
                  <a:pt x="227367" y="48894"/>
                </a:lnTo>
                <a:lnTo>
                  <a:pt x="227389" y="49361"/>
                </a:lnTo>
                <a:lnTo>
                  <a:pt x="227410" y="49859"/>
                </a:lnTo>
                <a:lnTo>
                  <a:pt x="227430" y="50387"/>
                </a:lnTo>
                <a:lnTo>
                  <a:pt x="227447" y="50946"/>
                </a:lnTo>
                <a:lnTo>
                  <a:pt x="227464" y="51536"/>
                </a:lnTo>
                <a:lnTo>
                  <a:pt x="227478" y="52157"/>
                </a:lnTo>
                <a:lnTo>
                  <a:pt x="227492" y="52809"/>
                </a:lnTo>
                <a:lnTo>
                  <a:pt x="227503" y="53491"/>
                </a:lnTo>
                <a:lnTo>
                  <a:pt x="227513" y="54204"/>
                </a:lnTo>
                <a:lnTo>
                  <a:pt x="227522" y="54948"/>
                </a:lnTo>
                <a:lnTo>
                  <a:pt x="227529" y="55723"/>
                </a:lnTo>
                <a:lnTo>
                  <a:pt x="227534" y="56529"/>
                </a:lnTo>
                <a:lnTo>
                  <a:pt x="227538" y="57365"/>
                </a:lnTo>
                <a:lnTo>
                  <a:pt x="227540" y="58233"/>
                </a:lnTo>
                <a:lnTo>
                  <a:pt x="227541" y="59131"/>
                </a:lnTo>
                <a:lnTo>
                  <a:pt x="227541" y="83453"/>
                </a:lnTo>
                <a:lnTo>
                  <a:pt x="227540" y="83902"/>
                </a:lnTo>
                <a:lnTo>
                  <a:pt x="227539" y="84337"/>
                </a:lnTo>
                <a:lnTo>
                  <a:pt x="227536" y="84756"/>
                </a:lnTo>
                <a:lnTo>
                  <a:pt x="227532" y="85160"/>
                </a:lnTo>
                <a:lnTo>
                  <a:pt x="227526" y="85549"/>
                </a:lnTo>
                <a:lnTo>
                  <a:pt x="227520" y="85924"/>
                </a:lnTo>
                <a:lnTo>
                  <a:pt x="227512" y="86283"/>
                </a:lnTo>
                <a:lnTo>
                  <a:pt x="227503" y="86627"/>
                </a:lnTo>
                <a:lnTo>
                  <a:pt x="227493" y="86957"/>
                </a:lnTo>
                <a:lnTo>
                  <a:pt x="227481" y="87271"/>
                </a:lnTo>
                <a:lnTo>
                  <a:pt x="227469" y="87570"/>
                </a:lnTo>
                <a:lnTo>
                  <a:pt x="227455" y="87855"/>
                </a:lnTo>
                <a:lnTo>
                  <a:pt x="227440" y="88124"/>
                </a:lnTo>
                <a:lnTo>
                  <a:pt x="227424" y="88379"/>
                </a:lnTo>
                <a:lnTo>
                  <a:pt x="227407" y="88618"/>
                </a:lnTo>
                <a:lnTo>
                  <a:pt x="227389" y="88842"/>
                </a:lnTo>
                <a:lnTo>
                  <a:pt x="227369" y="89052"/>
                </a:lnTo>
                <a:lnTo>
                  <a:pt x="227348" y="89246"/>
                </a:lnTo>
                <a:lnTo>
                  <a:pt x="227326" y="89426"/>
                </a:lnTo>
                <a:lnTo>
                  <a:pt x="227303" y="89590"/>
                </a:lnTo>
                <a:lnTo>
                  <a:pt x="227278" y="89740"/>
                </a:lnTo>
                <a:lnTo>
                  <a:pt x="227253" y="89875"/>
                </a:lnTo>
                <a:lnTo>
                  <a:pt x="227226" y="89994"/>
                </a:lnTo>
                <a:lnTo>
                  <a:pt x="227198" y="90099"/>
                </a:lnTo>
                <a:lnTo>
                  <a:pt x="227139" y="90296"/>
                </a:lnTo>
                <a:lnTo>
                  <a:pt x="227076" y="90489"/>
                </a:lnTo>
                <a:lnTo>
                  <a:pt x="227010" y="90678"/>
                </a:lnTo>
                <a:lnTo>
                  <a:pt x="226940" y="90862"/>
                </a:lnTo>
                <a:lnTo>
                  <a:pt x="226867" y="91042"/>
                </a:lnTo>
                <a:lnTo>
                  <a:pt x="226790" y="91217"/>
                </a:lnTo>
                <a:lnTo>
                  <a:pt x="226710" y="91387"/>
                </a:lnTo>
                <a:lnTo>
                  <a:pt x="226626" y="91553"/>
                </a:lnTo>
                <a:lnTo>
                  <a:pt x="226538" y="91715"/>
                </a:lnTo>
                <a:lnTo>
                  <a:pt x="226447" y="91872"/>
                </a:lnTo>
                <a:lnTo>
                  <a:pt x="226352" y="92024"/>
                </a:lnTo>
                <a:lnTo>
                  <a:pt x="226254" y="92172"/>
                </a:lnTo>
                <a:lnTo>
                  <a:pt x="226152" y="92315"/>
                </a:lnTo>
                <a:lnTo>
                  <a:pt x="226046" y="92454"/>
                </a:lnTo>
                <a:lnTo>
                  <a:pt x="225937" y="92589"/>
                </a:lnTo>
                <a:lnTo>
                  <a:pt x="225824" y="92718"/>
                </a:lnTo>
                <a:lnTo>
                  <a:pt x="225708" y="92844"/>
                </a:lnTo>
                <a:lnTo>
                  <a:pt x="225588" y="92964"/>
                </a:lnTo>
                <a:lnTo>
                  <a:pt x="225465" y="93081"/>
                </a:lnTo>
                <a:lnTo>
                  <a:pt x="225338" y="93192"/>
                </a:lnTo>
                <a:lnTo>
                  <a:pt x="225208" y="93300"/>
                </a:lnTo>
                <a:lnTo>
                  <a:pt x="225073" y="93402"/>
                </a:lnTo>
                <a:lnTo>
                  <a:pt x="224936" y="93500"/>
                </a:lnTo>
                <a:lnTo>
                  <a:pt x="224794" y="93594"/>
                </a:lnTo>
                <a:lnTo>
                  <a:pt x="224596" y="93717"/>
                </a:lnTo>
                <a:lnTo>
                  <a:pt x="224388" y="93835"/>
                </a:lnTo>
                <a:lnTo>
                  <a:pt x="224172" y="93947"/>
                </a:lnTo>
                <a:lnTo>
                  <a:pt x="223948" y="94054"/>
                </a:lnTo>
                <a:lnTo>
                  <a:pt x="223714" y="94156"/>
                </a:lnTo>
                <a:lnTo>
                  <a:pt x="223473" y="94253"/>
                </a:lnTo>
                <a:lnTo>
                  <a:pt x="223222" y="94345"/>
                </a:lnTo>
                <a:lnTo>
                  <a:pt x="222963" y="94431"/>
                </a:lnTo>
                <a:lnTo>
                  <a:pt x="222696" y="94512"/>
                </a:lnTo>
                <a:lnTo>
                  <a:pt x="222420" y="94588"/>
                </a:lnTo>
                <a:lnTo>
                  <a:pt x="222135" y="94658"/>
                </a:lnTo>
                <a:lnTo>
                  <a:pt x="221842" y="94724"/>
                </a:lnTo>
                <a:lnTo>
                  <a:pt x="221540" y="94784"/>
                </a:lnTo>
                <a:lnTo>
                  <a:pt x="221230" y="94839"/>
                </a:lnTo>
                <a:lnTo>
                  <a:pt x="220911" y="94889"/>
                </a:lnTo>
                <a:lnTo>
                  <a:pt x="220583" y="94933"/>
                </a:lnTo>
                <a:lnTo>
                  <a:pt x="220247" y="94972"/>
                </a:lnTo>
                <a:lnTo>
                  <a:pt x="219902" y="95006"/>
                </a:lnTo>
                <a:lnTo>
                  <a:pt x="219549" y="95035"/>
                </a:lnTo>
                <a:lnTo>
                  <a:pt x="219187" y="95059"/>
                </a:lnTo>
                <a:lnTo>
                  <a:pt x="218816" y="95077"/>
                </a:lnTo>
                <a:lnTo>
                  <a:pt x="218437" y="95090"/>
                </a:lnTo>
                <a:lnTo>
                  <a:pt x="218050" y="95098"/>
                </a:lnTo>
                <a:lnTo>
                  <a:pt x="217653" y="95100"/>
                </a:lnTo>
                <a:lnTo>
                  <a:pt x="217653" y="97641"/>
                </a:lnTo>
                <a:lnTo>
                  <a:pt x="249857" y="97641"/>
                </a:lnTo>
                <a:lnTo>
                  <a:pt x="249857" y="95100"/>
                </a:lnTo>
                <a:lnTo>
                  <a:pt x="249506" y="95098"/>
                </a:lnTo>
                <a:lnTo>
                  <a:pt x="249162" y="95092"/>
                </a:lnTo>
                <a:lnTo>
                  <a:pt x="248824" y="95081"/>
                </a:lnTo>
                <a:lnTo>
                  <a:pt x="248493" y="95066"/>
                </a:lnTo>
                <a:lnTo>
                  <a:pt x="248170" y="95047"/>
                </a:lnTo>
                <a:lnTo>
                  <a:pt x="247853" y="95023"/>
                </a:lnTo>
                <a:lnTo>
                  <a:pt x="247543" y="94996"/>
                </a:lnTo>
                <a:lnTo>
                  <a:pt x="247240" y="94964"/>
                </a:lnTo>
                <a:lnTo>
                  <a:pt x="246944" y="94927"/>
                </a:lnTo>
                <a:lnTo>
                  <a:pt x="246655" y="94887"/>
                </a:lnTo>
                <a:lnTo>
                  <a:pt x="246373" y="94842"/>
                </a:lnTo>
                <a:lnTo>
                  <a:pt x="246098" y="94793"/>
                </a:lnTo>
                <a:lnTo>
                  <a:pt x="245829" y="94739"/>
                </a:lnTo>
                <a:lnTo>
                  <a:pt x="245568" y="94681"/>
                </a:lnTo>
                <a:lnTo>
                  <a:pt x="245314" y="94619"/>
                </a:lnTo>
                <a:lnTo>
                  <a:pt x="245066" y="94553"/>
                </a:lnTo>
                <a:lnTo>
                  <a:pt x="244825" y="94482"/>
                </a:lnTo>
                <a:lnTo>
                  <a:pt x="244591" y="94408"/>
                </a:lnTo>
                <a:lnTo>
                  <a:pt x="244365" y="94329"/>
                </a:lnTo>
                <a:lnTo>
                  <a:pt x="244145" y="94245"/>
                </a:lnTo>
                <a:lnTo>
                  <a:pt x="243932" y="94157"/>
                </a:lnTo>
                <a:lnTo>
                  <a:pt x="243726" y="94066"/>
                </a:lnTo>
                <a:lnTo>
                  <a:pt x="243526" y="93969"/>
                </a:lnTo>
                <a:lnTo>
                  <a:pt x="243334" y="93869"/>
                </a:lnTo>
                <a:lnTo>
                  <a:pt x="243148" y="93765"/>
                </a:lnTo>
                <a:lnTo>
                  <a:pt x="242966" y="93659"/>
                </a:lnTo>
                <a:lnTo>
                  <a:pt x="242789" y="93551"/>
                </a:lnTo>
                <a:lnTo>
                  <a:pt x="242617" y="93440"/>
                </a:lnTo>
                <a:lnTo>
                  <a:pt x="242450" y="93328"/>
                </a:lnTo>
                <a:lnTo>
                  <a:pt x="242287" y="93213"/>
                </a:lnTo>
                <a:lnTo>
                  <a:pt x="242129" y="93097"/>
                </a:lnTo>
                <a:lnTo>
                  <a:pt x="241976" y="92978"/>
                </a:lnTo>
                <a:lnTo>
                  <a:pt x="241828" y="92857"/>
                </a:lnTo>
                <a:lnTo>
                  <a:pt x="241684" y="92734"/>
                </a:lnTo>
                <a:lnTo>
                  <a:pt x="241545" y="92608"/>
                </a:lnTo>
                <a:lnTo>
                  <a:pt x="241411" y="92481"/>
                </a:lnTo>
                <a:lnTo>
                  <a:pt x="241282" y="92351"/>
                </a:lnTo>
                <a:lnTo>
                  <a:pt x="241158" y="92220"/>
                </a:lnTo>
                <a:lnTo>
                  <a:pt x="241038" y="92086"/>
                </a:lnTo>
                <a:lnTo>
                  <a:pt x="240923" y="91950"/>
                </a:lnTo>
                <a:lnTo>
                  <a:pt x="240813" y="91812"/>
                </a:lnTo>
                <a:lnTo>
                  <a:pt x="240708" y="91672"/>
                </a:lnTo>
                <a:lnTo>
                  <a:pt x="240607" y="91529"/>
                </a:lnTo>
                <a:lnTo>
                  <a:pt x="240511" y="91385"/>
                </a:lnTo>
                <a:lnTo>
                  <a:pt x="240420" y="91238"/>
                </a:lnTo>
                <a:lnTo>
                  <a:pt x="240334" y="91089"/>
                </a:lnTo>
                <a:lnTo>
                  <a:pt x="240252" y="90938"/>
                </a:lnTo>
                <a:lnTo>
                  <a:pt x="240175" y="90785"/>
                </a:lnTo>
                <a:lnTo>
                  <a:pt x="240069" y="90558"/>
                </a:lnTo>
                <a:lnTo>
                  <a:pt x="239967" y="90322"/>
                </a:lnTo>
                <a:lnTo>
                  <a:pt x="239870" y="90078"/>
                </a:lnTo>
                <a:lnTo>
                  <a:pt x="239777" y="89824"/>
                </a:lnTo>
                <a:lnTo>
                  <a:pt x="239688" y="89562"/>
                </a:lnTo>
                <a:lnTo>
                  <a:pt x="239605" y="89291"/>
                </a:lnTo>
                <a:lnTo>
                  <a:pt x="239525" y="89012"/>
                </a:lnTo>
                <a:lnTo>
                  <a:pt x="239451" y="88723"/>
                </a:lnTo>
                <a:lnTo>
                  <a:pt x="239380" y="88426"/>
                </a:lnTo>
                <a:lnTo>
                  <a:pt x="239315" y="88119"/>
                </a:lnTo>
                <a:lnTo>
                  <a:pt x="239254" y="87805"/>
                </a:lnTo>
                <a:lnTo>
                  <a:pt x="239197" y="87481"/>
                </a:lnTo>
                <a:lnTo>
                  <a:pt x="239145" y="87148"/>
                </a:lnTo>
                <a:lnTo>
                  <a:pt x="239097" y="86807"/>
                </a:lnTo>
                <a:lnTo>
                  <a:pt x="239054" y="86457"/>
                </a:lnTo>
                <a:lnTo>
                  <a:pt x="239016" y="86098"/>
                </a:lnTo>
                <a:lnTo>
                  <a:pt x="238982" y="85730"/>
                </a:lnTo>
                <a:lnTo>
                  <a:pt x="238952" y="85354"/>
                </a:lnTo>
                <a:lnTo>
                  <a:pt x="238927" y="84969"/>
                </a:lnTo>
                <a:lnTo>
                  <a:pt x="238907" y="84575"/>
                </a:lnTo>
                <a:lnTo>
                  <a:pt x="238891" y="84172"/>
                </a:lnTo>
                <a:lnTo>
                  <a:pt x="238880" y="83760"/>
                </a:lnTo>
                <a:lnTo>
                  <a:pt x="238873" y="83340"/>
                </a:lnTo>
                <a:lnTo>
                  <a:pt x="238871" y="82910"/>
                </a:lnTo>
                <a:lnTo>
                  <a:pt x="238871" y="52844"/>
                </a:lnTo>
                <a:lnTo>
                  <a:pt x="239145" y="52314"/>
                </a:lnTo>
                <a:lnTo>
                  <a:pt x="239419" y="51796"/>
                </a:lnTo>
                <a:lnTo>
                  <a:pt x="239692" y="51291"/>
                </a:lnTo>
                <a:lnTo>
                  <a:pt x="239964" y="50799"/>
                </a:lnTo>
                <a:lnTo>
                  <a:pt x="240235" y="50319"/>
                </a:lnTo>
                <a:lnTo>
                  <a:pt x="240506" y="49852"/>
                </a:lnTo>
                <a:lnTo>
                  <a:pt x="240776" y="49397"/>
                </a:lnTo>
                <a:lnTo>
                  <a:pt x="241045" y="48955"/>
                </a:lnTo>
                <a:lnTo>
                  <a:pt x="241314" y="48526"/>
                </a:lnTo>
                <a:lnTo>
                  <a:pt x="241582" y="48109"/>
                </a:lnTo>
                <a:lnTo>
                  <a:pt x="241849" y="47705"/>
                </a:lnTo>
                <a:lnTo>
                  <a:pt x="242115" y="47314"/>
                </a:lnTo>
                <a:lnTo>
                  <a:pt x="242381" y="46935"/>
                </a:lnTo>
                <a:lnTo>
                  <a:pt x="242646" y="46568"/>
                </a:lnTo>
                <a:lnTo>
                  <a:pt x="242910" y="46215"/>
                </a:lnTo>
                <a:lnTo>
                  <a:pt x="243174" y="45873"/>
                </a:lnTo>
                <a:lnTo>
                  <a:pt x="243437" y="45545"/>
                </a:lnTo>
                <a:lnTo>
                  <a:pt x="243699" y="45229"/>
                </a:lnTo>
                <a:lnTo>
                  <a:pt x="243960" y="44926"/>
                </a:lnTo>
                <a:lnTo>
                  <a:pt x="244221" y="44635"/>
                </a:lnTo>
                <a:lnTo>
                  <a:pt x="244481" y="44357"/>
                </a:lnTo>
                <a:lnTo>
                  <a:pt x="244740" y="44091"/>
                </a:lnTo>
                <a:lnTo>
                  <a:pt x="244999" y="43838"/>
                </a:lnTo>
                <a:lnTo>
                  <a:pt x="245257" y="43598"/>
                </a:lnTo>
                <a:lnTo>
                  <a:pt x="245376" y="43486"/>
                </a:lnTo>
                <a:lnTo>
                  <a:pt x="245496" y="43379"/>
                </a:lnTo>
                <a:lnTo>
                  <a:pt x="245614" y="43277"/>
                </a:lnTo>
                <a:lnTo>
                  <a:pt x="245732" y="43179"/>
                </a:lnTo>
                <a:lnTo>
                  <a:pt x="245849" y="43087"/>
                </a:lnTo>
                <a:lnTo>
                  <a:pt x="245965" y="42999"/>
                </a:lnTo>
                <a:lnTo>
                  <a:pt x="246080" y="42916"/>
                </a:lnTo>
                <a:lnTo>
                  <a:pt x="246195" y="42837"/>
                </a:lnTo>
                <a:lnTo>
                  <a:pt x="246309" y="42763"/>
                </a:lnTo>
                <a:lnTo>
                  <a:pt x="246423" y="42695"/>
                </a:lnTo>
                <a:lnTo>
                  <a:pt x="246535" y="42630"/>
                </a:lnTo>
                <a:lnTo>
                  <a:pt x="246647" y="42571"/>
                </a:lnTo>
                <a:lnTo>
                  <a:pt x="246758" y="42516"/>
                </a:lnTo>
                <a:lnTo>
                  <a:pt x="246869" y="42466"/>
                </a:lnTo>
                <a:lnTo>
                  <a:pt x="246979" y="42421"/>
                </a:lnTo>
                <a:lnTo>
                  <a:pt x="247088" y="42381"/>
                </a:lnTo>
                <a:lnTo>
                  <a:pt x="247196" y="42345"/>
                </a:lnTo>
                <a:lnTo>
                  <a:pt x="247304" y="42314"/>
                </a:lnTo>
                <a:lnTo>
                  <a:pt x="247411" y="42288"/>
                </a:lnTo>
                <a:lnTo>
                  <a:pt x="247517" y="42267"/>
                </a:lnTo>
                <a:lnTo>
                  <a:pt x="247622" y="42250"/>
                </a:lnTo>
                <a:lnTo>
                  <a:pt x="247727" y="42238"/>
                </a:lnTo>
                <a:lnTo>
                  <a:pt x="247831" y="42231"/>
                </a:lnTo>
                <a:lnTo>
                  <a:pt x="247935" y="42229"/>
                </a:lnTo>
                <a:lnTo>
                  <a:pt x="248057" y="42233"/>
                </a:lnTo>
                <a:lnTo>
                  <a:pt x="248186" y="42245"/>
                </a:lnTo>
                <a:lnTo>
                  <a:pt x="248319" y="42266"/>
                </a:lnTo>
                <a:lnTo>
                  <a:pt x="248458" y="42295"/>
                </a:lnTo>
                <a:lnTo>
                  <a:pt x="248602" y="42332"/>
                </a:lnTo>
                <a:lnTo>
                  <a:pt x="248752" y="42377"/>
                </a:lnTo>
                <a:lnTo>
                  <a:pt x="248907" y="42430"/>
                </a:lnTo>
                <a:lnTo>
                  <a:pt x="249068" y="42492"/>
                </a:lnTo>
                <a:lnTo>
                  <a:pt x="249233" y="42562"/>
                </a:lnTo>
                <a:lnTo>
                  <a:pt x="249404" y="42640"/>
                </a:lnTo>
                <a:lnTo>
                  <a:pt x="249581" y="42726"/>
                </a:lnTo>
                <a:lnTo>
                  <a:pt x="249763" y="42821"/>
                </a:lnTo>
                <a:lnTo>
                  <a:pt x="249950" y="42924"/>
                </a:lnTo>
                <a:lnTo>
                  <a:pt x="250143" y="43035"/>
                </a:lnTo>
                <a:lnTo>
                  <a:pt x="250341" y="43154"/>
                </a:lnTo>
                <a:lnTo>
                  <a:pt x="250544" y="43282"/>
                </a:lnTo>
                <a:lnTo>
                  <a:pt x="250753" y="43417"/>
                </a:lnTo>
                <a:lnTo>
                  <a:pt x="250967" y="43561"/>
                </a:lnTo>
                <a:lnTo>
                  <a:pt x="251186" y="43713"/>
                </a:lnTo>
                <a:lnTo>
                  <a:pt x="251411" y="43874"/>
                </a:lnTo>
                <a:lnTo>
                  <a:pt x="251641" y="44042"/>
                </a:lnTo>
                <a:lnTo>
                  <a:pt x="251876" y="44219"/>
                </a:lnTo>
                <a:lnTo>
                  <a:pt x="252117" y="44404"/>
                </a:lnTo>
                <a:lnTo>
                  <a:pt x="252363" y="44598"/>
                </a:lnTo>
                <a:lnTo>
                  <a:pt x="252611" y="44791"/>
                </a:lnTo>
                <a:lnTo>
                  <a:pt x="252857" y="44976"/>
                </a:lnTo>
                <a:lnTo>
                  <a:pt x="253101" y="45153"/>
                </a:lnTo>
                <a:lnTo>
                  <a:pt x="253343" y="45321"/>
                </a:lnTo>
                <a:lnTo>
                  <a:pt x="253583" y="45482"/>
                </a:lnTo>
                <a:lnTo>
                  <a:pt x="253820" y="45634"/>
                </a:lnTo>
                <a:lnTo>
                  <a:pt x="254056" y="45778"/>
                </a:lnTo>
                <a:lnTo>
                  <a:pt x="254290" y="45914"/>
                </a:lnTo>
                <a:lnTo>
                  <a:pt x="254522" y="46041"/>
                </a:lnTo>
                <a:lnTo>
                  <a:pt x="254751" y="46160"/>
                </a:lnTo>
                <a:lnTo>
                  <a:pt x="254979" y="46272"/>
                </a:lnTo>
                <a:lnTo>
                  <a:pt x="255205" y="46374"/>
                </a:lnTo>
                <a:lnTo>
                  <a:pt x="255428" y="46469"/>
                </a:lnTo>
                <a:lnTo>
                  <a:pt x="255650" y="46555"/>
                </a:lnTo>
                <a:lnTo>
                  <a:pt x="255869" y="46633"/>
                </a:lnTo>
                <a:lnTo>
                  <a:pt x="256087" y="46703"/>
                </a:lnTo>
                <a:lnTo>
                  <a:pt x="256302" y="46765"/>
                </a:lnTo>
                <a:lnTo>
                  <a:pt x="256516" y="46819"/>
                </a:lnTo>
                <a:lnTo>
                  <a:pt x="256727" y="46864"/>
                </a:lnTo>
                <a:lnTo>
                  <a:pt x="256936" y="46901"/>
                </a:lnTo>
                <a:lnTo>
                  <a:pt x="257144" y="46930"/>
                </a:lnTo>
                <a:lnTo>
                  <a:pt x="257349" y="46950"/>
                </a:lnTo>
                <a:lnTo>
                  <a:pt x="257552" y="46962"/>
                </a:lnTo>
                <a:lnTo>
                  <a:pt x="257754" y="46967"/>
                </a:lnTo>
                <a:lnTo>
                  <a:pt x="257959" y="46963"/>
                </a:lnTo>
                <a:lnTo>
                  <a:pt x="258161" y="46954"/>
                </a:lnTo>
                <a:lnTo>
                  <a:pt x="258361" y="46938"/>
                </a:lnTo>
                <a:lnTo>
                  <a:pt x="258559" y="46915"/>
                </a:lnTo>
                <a:lnTo>
                  <a:pt x="258754" y="46886"/>
                </a:lnTo>
                <a:lnTo>
                  <a:pt x="258947" y="46851"/>
                </a:lnTo>
                <a:lnTo>
                  <a:pt x="259137" y="46809"/>
                </a:lnTo>
                <a:lnTo>
                  <a:pt x="259325" y="46761"/>
                </a:lnTo>
                <a:lnTo>
                  <a:pt x="259511" y="46706"/>
                </a:lnTo>
                <a:lnTo>
                  <a:pt x="259694" y="46645"/>
                </a:lnTo>
                <a:lnTo>
                  <a:pt x="259875" y="46577"/>
                </a:lnTo>
                <a:lnTo>
                  <a:pt x="260054" y="46503"/>
                </a:lnTo>
                <a:lnTo>
                  <a:pt x="260230" y="46423"/>
                </a:lnTo>
                <a:lnTo>
                  <a:pt x="260404" y="46336"/>
                </a:lnTo>
                <a:lnTo>
                  <a:pt x="260575" y="46242"/>
                </a:lnTo>
                <a:lnTo>
                  <a:pt x="260744" y="46143"/>
                </a:lnTo>
                <a:lnTo>
                  <a:pt x="260911" y="46036"/>
                </a:lnTo>
                <a:lnTo>
                  <a:pt x="261075" y="45924"/>
                </a:lnTo>
                <a:lnTo>
                  <a:pt x="261237" y="45805"/>
                </a:lnTo>
                <a:lnTo>
                  <a:pt x="261397" y="45679"/>
                </a:lnTo>
                <a:lnTo>
                  <a:pt x="261554" y="45547"/>
                </a:lnTo>
                <a:lnTo>
                  <a:pt x="261709" y="45409"/>
                </a:lnTo>
                <a:lnTo>
                  <a:pt x="261861" y="45264"/>
                </a:lnTo>
                <a:lnTo>
                  <a:pt x="262011" y="45113"/>
                </a:lnTo>
                <a:lnTo>
                  <a:pt x="262157" y="44957"/>
                </a:lnTo>
                <a:lnTo>
                  <a:pt x="262296" y="44798"/>
                </a:lnTo>
                <a:lnTo>
                  <a:pt x="262429" y="44636"/>
                </a:lnTo>
                <a:lnTo>
                  <a:pt x="262556" y="44472"/>
                </a:lnTo>
                <a:lnTo>
                  <a:pt x="262677" y="44304"/>
                </a:lnTo>
                <a:lnTo>
                  <a:pt x="262792" y="44134"/>
                </a:lnTo>
                <a:lnTo>
                  <a:pt x="262900" y="43961"/>
                </a:lnTo>
                <a:lnTo>
                  <a:pt x="263003" y="43785"/>
                </a:lnTo>
                <a:lnTo>
                  <a:pt x="263099" y="43606"/>
                </a:lnTo>
                <a:lnTo>
                  <a:pt x="263189" y="43425"/>
                </a:lnTo>
                <a:lnTo>
                  <a:pt x="263272" y="43240"/>
                </a:lnTo>
                <a:lnTo>
                  <a:pt x="263350" y="43053"/>
                </a:lnTo>
                <a:lnTo>
                  <a:pt x="263421" y="42862"/>
                </a:lnTo>
                <a:lnTo>
                  <a:pt x="263486" y="42669"/>
                </a:lnTo>
                <a:lnTo>
                  <a:pt x="263545" y="42473"/>
                </a:lnTo>
                <a:lnTo>
                  <a:pt x="263598" y="42275"/>
                </a:lnTo>
                <a:lnTo>
                  <a:pt x="263644" y="42073"/>
                </a:lnTo>
                <a:lnTo>
                  <a:pt x="263685" y="41868"/>
                </a:lnTo>
                <a:lnTo>
                  <a:pt x="263719" y="41661"/>
                </a:lnTo>
                <a:lnTo>
                  <a:pt x="263747" y="41451"/>
                </a:lnTo>
                <a:lnTo>
                  <a:pt x="263768" y="41237"/>
                </a:lnTo>
                <a:lnTo>
                  <a:pt x="263784" y="41021"/>
                </a:lnTo>
                <a:lnTo>
                  <a:pt x="263793" y="40803"/>
                </a:lnTo>
                <a:lnTo>
                  <a:pt x="263796" y="40581"/>
                </a:lnTo>
                <a:lnTo>
                  <a:pt x="263792" y="40330"/>
                </a:lnTo>
                <a:lnTo>
                  <a:pt x="263779" y="40082"/>
                </a:lnTo>
                <a:lnTo>
                  <a:pt x="263758" y="39837"/>
                </a:lnTo>
                <a:lnTo>
                  <a:pt x="263728" y="39594"/>
                </a:lnTo>
                <a:lnTo>
                  <a:pt x="263689" y="39353"/>
                </a:lnTo>
                <a:lnTo>
                  <a:pt x="263642" y="39115"/>
                </a:lnTo>
                <a:lnTo>
                  <a:pt x="263586" y="38880"/>
                </a:lnTo>
                <a:lnTo>
                  <a:pt x="263522" y="38647"/>
                </a:lnTo>
                <a:lnTo>
                  <a:pt x="263449" y="38416"/>
                </a:lnTo>
                <a:lnTo>
                  <a:pt x="263367" y="38188"/>
                </a:lnTo>
                <a:lnTo>
                  <a:pt x="263277" y="37963"/>
                </a:lnTo>
                <a:lnTo>
                  <a:pt x="263178" y="37740"/>
                </a:lnTo>
                <a:lnTo>
                  <a:pt x="263071" y="37519"/>
                </a:lnTo>
                <a:lnTo>
                  <a:pt x="262955" y="37301"/>
                </a:lnTo>
                <a:lnTo>
                  <a:pt x="262831" y="37086"/>
                </a:lnTo>
                <a:lnTo>
                  <a:pt x="262698" y="36873"/>
                </a:lnTo>
                <a:lnTo>
                  <a:pt x="262556" y="36662"/>
                </a:lnTo>
                <a:lnTo>
                  <a:pt x="262406" y="36454"/>
                </a:lnTo>
                <a:lnTo>
                  <a:pt x="262247" y="36249"/>
                </a:lnTo>
                <a:lnTo>
                  <a:pt x="262080" y="36046"/>
                </a:lnTo>
                <a:lnTo>
                  <a:pt x="261904" y="35846"/>
                </a:lnTo>
                <a:lnTo>
                  <a:pt x="261719" y="35648"/>
                </a:lnTo>
                <a:lnTo>
                  <a:pt x="261526" y="35452"/>
                </a:lnTo>
                <a:lnTo>
                  <a:pt x="261324" y="35259"/>
                </a:lnTo>
                <a:lnTo>
                  <a:pt x="261116" y="35072"/>
                </a:lnTo>
                <a:lnTo>
                  <a:pt x="260903" y="34892"/>
                </a:lnTo>
                <a:lnTo>
                  <a:pt x="260686" y="34720"/>
                </a:lnTo>
                <a:lnTo>
                  <a:pt x="260464" y="34556"/>
                </a:lnTo>
                <a:lnTo>
                  <a:pt x="260238" y="34401"/>
                </a:lnTo>
                <a:lnTo>
                  <a:pt x="260007" y="34253"/>
                </a:lnTo>
                <a:lnTo>
                  <a:pt x="259771" y="34113"/>
                </a:lnTo>
                <a:lnTo>
                  <a:pt x="259531" y="33981"/>
                </a:lnTo>
                <a:lnTo>
                  <a:pt x="259287" y="33858"/>
                </a:lnTo>
                <a:lnTo>
                  <a:pt x="259038" y="33742"/>
                </a:lnTo>
                <a:lnTo>
                  <a:pt x="258784" y="33634"/>
                </a:lnTo>
                <a:lnTo>
                  <a:pt x="258526" y="33534"/>
                </a:lnTo>
                <a:lnTo>
                  <a:pt x="258264" y="33442"/>
                </a:lnTo>
                <a:lnTo>
                  <a:pt x="257996" y="33358"/>
                </a:lnTo>
                <a:lnTo>
                  <a:pt x="257725" y="33282"/>
                </a:lnTo>
                <a:lnTo>
                  <a:pt x="257449" y="33215"/>
                </a:lnTo>
                <a:lnTo>
                  <a:pt x="257168" y="33155"/>
                </a:lnTo>
                <a:lnTo>
                  <a:pt x="256883" y="33103"/>
                </a:lnTo>
                <a:lnTo>
                  <a:pt x="256593" y="33059"/>
                </a:lnTo>
                <a:lnTo>
                  <a:pt x="256298" y="33023"/>
                </a:lnTo>
                <a:lnTo>
                  <a:pt x="256000" y="32995"/>
                </a:lnTo>
                <a:lnTo>
                  <a:pt x="255696" y="32975"/>
                </a:lnTo>
                <a:lnTo>
                  <a:pt x="255388" y="32963"/>
                </a:lnTo>
                <a:lnTo>
                  <a:pt x="255076" y="32959"/>
                </a:lnTo>
                <a:lnTo>
                  <a:pt x="254384" y="32984"/>
                </a:lnTo>
                <a:lnTo>
                  <a:pt x="253694" y="33057"/>
                </a:lnTo>
                <a:lnTo>
                  <a:pt x="253005" y="33180"/>
                </a:lnTo>
                <a:lnTo>
                  <a:pt x="252318" y="33352"/>
                </a:lnTo>
                <a:lnTo>
                  <a:pt x="251632" y="33573"/>
                </a:lnTo>
                <a:lnTo>
                  <a:pt x="250947" y="33843"/>
                </a:lnTo>
                <a:lnTo>
                  <a:pt x="250264" y="34162"/>
                </a:lnTo>
                <a:lnTo>
                  <a:pt x="249583" y="34531"/>
                </a:lnTo>
                <a:lnTo>
                  <a:pt x="248902" y="34948"/>
                </a:lnTo>
                <a:lnTo>
                  <a:pt x="248224" y="35415"/>
                </a:lnTo>
                <a:lnTo>
                  <a:pt x="247546" y="35930"/>
                </a:lnTo>
                <a:lnTo>
                  <a:pt x="246870" y="36495"/>
                </a:lnTo>
                <a:lnTo>
                  <a:pt x="246196" y="37109"/>
                </a:lnTo>
                <a:lnTo>
                  <a:pt x="245523" y="37772"/>
                </a:lnTo>
                <a:lnTo>
                  <a:pt x="244851" y="38484"/>
                </a:lnTo>
                <a:lnTo>
                  <a:pt x="244181" y="39246"/>
                </a:lnTo>
                <a:lnTo>
                  <a:pt x="243512" y="40056"/>
                </a:lnTo>
                <a:lnTo>
                  <a:pt x="242845" y="40916"/>
                </a:lnTo>
                <a:lnTo>
                  <a:pt x="242179" y="41824"/>
                </a:lnTo>
                <a:lnTo>
                  <a:pt x="241514" y="42782"/>
                </a:lnTo>
                <a:lnTo>
                  <a:pt x="240851" y="43789"/>
                </a:lnTo>
                <a:lnTo>
                  <a:pt x="240190" y="44845"/>
                </a:lnTo>
                <a:lnTo>
                  <a:pt x="239530" y="45950"/>
                </a:lnTo>
                <a:lnTo>
                  <a:pt x="238871" y="47104"/>
                </a:lnTo>
                <a:lnTo>
                  <a:pt x="238871" y="32959"/>
                </a:lnTo>
                <a:lnTo>
                  <a:pt x="235987" y="32959"/>
                </a:lnTo>
                <a:lnTo>
                  <a:pt x="216967" y="40632"/>
                </a:lnTo>
                <a:lnTo>
                  <a:pt x="217653" y="43100"/>
                </a:lnTo>
                <a:lnTo>
                  <a:pt x="217876" y="43016"/>
                </a:lnTo>
                <a:lnTo>
                  <a:pt x="218096" y="42936"/>
                </a:lnTo>
                <a:close/>
                <a:moveTo>
                  <a:pt x="268211" y="43016"/>
                </a:moveTo>
                <a:lnTo>
                  <a:pt x="268436" y="42936"/>
                </a:lnTo>
                <a:lnTo>
                  <a:pt x="268657" y="42859"/>
                </a:lnTo>
                <a:lnTo>
                  <a:pt x="268876" y="42786"/>
                </a:lnTo>
                <a:lnTo>
                  <a:pt x="269092" y="42716"/>
                </a:lnTo>
                <a:lnTo>
                  <a:pt x="269305" y="42650"/>
                </a:lnTo>
                <a:lnTo>
                  <a:pt x="269516" y="42588"/>
                </a:lnTo>
                <a:lnTo>
                  <a:pt x="269723" y="42529"/>
                </a:lnTo>
                <a:lnTo>
                  <a:pt x="269928" y="42474"/>
                </a:lnTo>
                <a:lnTo>
                  <a:pt x="270129" y="42422"/>
                </a:lnTo>
                <a:lnTo>
                  <a:pt x="270328" y="42374"/>
                </a:lnTo>
                <a:lnTo>
                  <a:pt x="270524" y="42329"/>
                </a:lnTo>
                <a:lnTo>
                  <a:pt x="270717" y="42288"/>
                </a:lnTo>
                <a:lnTo>
                  <a:pt x="270908" y="42251"/>
                </a:lnTo>
                <a:lnTo>
                  <a:pt x="271095" y="42217"/>
                </a:lnTo>
                <a:lnTo>
                  <a:pt x="271280" y="42186"/>
                </a:lnTo>
                <a:lnTo>
                  <a:pt x="271461" y="42160"/>
                </a:lnTo>
                <a:lnTo>
                  <a:pt x="271640" y="42136"/>
                </a:lnTo>
                <a:lnTo>
                  <a:pt x="271816" y="42117"/>
                </a:lnTo>
                <a:lnTo>
                  <a:pt x="271989" y="42101"/>
                </a:lnTo>
                <a:lnTo>
                  <a:pt x="272159" y="42088"/>
                </a:lnTo>
                <a:lnTo>
                  <a:pt x="272327" y="42079"/>
                </a:lnTo>
                <a:lnTo>
                  <a:pt x="272491" y="42074"/>
                </a:lnTo>
                <a:lnTo>
                  <a:pt x="272653" y="42072"/>
                </a:lnTo>
                <a:lnTo>
                  <a:pt x="272800" y="42074"/>
                </a:lnTo>
                <a:lnTo>
                  <a:pt x="272945" y="42078"/>
                </a:lnTo>
                <a:lnTo>
                  <a:pt x="273087" y="42085"/>
                </a:lnTo>
                <a:lnTo>
                  <a:pt x="273227" y="42096"/>
                </a:lnTo>
                <a:lnTo>
                  <a:pt x="273364" y="42109"/>
                </a:lnTo>
                <a:lnTo>
                  <a:pt x="273498" y="42126"/>
                </a:lnTo>
                <a:lnTo>
                  <a:pt x="273630" y="42145"/>
                </a:lnTo>
                <a:lnTo>
                  <a:pt x="273759" y="42167"/>
                </a:lnTo>
                <a:lnTo>
                  <a:pt x="273886" y="42192"/>
                </a:lnTo>
                <a:lnTo>
                  <a:pt x="274010" y="42221"/>
                </a:lnTo>
                <a:lnTo>
                  <a:pt x="274131" y="42252"/>
                </a:lnTo>
                <a:lnTo>
                  <a:pt x="274249" y="42286"/>
                </a:lnTo>
                <a:lnTo>
                  <a:pt x="274365" y="42323"/>
                </a:lnTo>
                <a:lnTo>
                  <a:pt x="274479" y="42363"/>
                </a:lnTo>
                <a:lnTo>
                  <a:pt x="274589" y="42407"/>
                </a:lnTo>
                <a:lnTo>
                  <a:pt x="274698" y="42453"/>
                </a:lnTo>
                <a:lnTo>
                  <a:pt x="274803" y="42502"/>
                </a:lnTo>
                <a:lnTo>
                  <a:pt x="274906" y="42554"/>
                </a:lnTo>
                <a:lnTo>
                  <a:pt x="275006" y="42609"/>
                </a:lnTo>
                <a:lnTo>
                  <a:pt x="275104" y="42667"/>
                </a:lnTo>
                <a:lnTo>
                  <a:pt x="275199" y="42728"/>
                </a:lnTo>
                <a:lnTo>
                  <a:pt x="275291" y="42791"/>
                </a:lnTo>
                <a:lnTo>
                  <a:pt x="275381" y="42858"/>
                </a:lnTo>
                <a:lnTo>
                  <a:pt x="275468" y="42928"/>
                </a:lnTo>
                <a:lnTo>
                  <a:pt x="275553" y="43002"/>
                </a:lnTo>
                <a:lnTo>
                  <a:pt x="275636" y="43080"/>
                </a:lnTo>
                <a:lnTo>
                  <a:pt x="275717" y="43163"/>
                </a:lnTo>
                <a:lnTo>
                  <a:pt x="275796" y="43251"/>
                </a:lnTo>
                <a:lnTo>
                  <a:pt x="275873" y="43343"/>
                </a:lnTo>
                <a:lnTo>
                  <a:pt x="275949" y="43440"/>
                </a:lnTo>
                <a:lnTo>
                  <a:pt x="276022" y="43541"/>
                </a:lnTo>
                <a:lnTo>
                  <a:pt x="276094" y="43648"/>
                </a:lnTo>
                <a:lnTo>
                  <a:pt x="276163" y="43758"/>
                </a:lnTo>
                <a:lnTo>
                  <a:pt x="276231" y="43874"/>
                </a:lnTo>
                <a:lnTo>
                  <a:pt x="276297" y="43994"/>
                </a:lnTo>
                <a:lnTo>
                  <a:pt x="276361" y="44119"/>
                </a:lnTo>
                <a:lnTo>
                  <a:pt x="276423" y="44248"/>
                </a:lnTo>
                <a:lnTo>
                  <a:pt x="276483" y="44382"/>
                </a:lnTo>
                <a:lnTo>
                  <a:pt x="276541" y="44521"/>
                </a:lnTo>
                <a:lnTo>
                  <a:pt x="276597" y="44664"/>
                </a:lnTo>
                <a:lnTo>
                  <a:pt x="276652" y="44812"/>
                </a:lnTo>
                <a:lnTo>
                  <a:pt x="276704" y="44964"/>
                </a:lnTo>
                <a:lnTo>
                  <a:pt x="276755" y="45122"/>
                </a:lnTo>
                <a:lnTo>
                  <a:pt x="276803" y="45284"/>
                </a:lnTo>
                <a:lnTo>
                  <a:pt x="276850" y="45450"/>
                </a:lnTo>
                <a:lnTo>
                  <a:pt x="276895" y="45621"/>
                </a:lnTo>
                <a:lnTo>
                  <a:pt x="276938" y="45797"/>
                </a:lnTo>
                <a:lnTo>
                  <a:pt x="276979" y="45977"/>
                </a:lnTo>
                <a:lnTo>
                  <a:pt x="277029" y="46241"/>
                </a:lnTo>
                <a:lnTo>
                  <a:pt x="277077" y="46529"/>
                </a:lnTo>
                <a:lnTo>
                  <a:pt x="277124" y="46843"/>
                </a:lnTo>
                <a:lnTo>
                  <a:pt x="277168" y="47182"/>
                </a:lnTo>
                <a:lnTo>
                  <a:pt x="277209" y="47545"/>
                </a:lnTo>
                <a:lnTo>
                  <a:pt x="277249" y="47934"/>
                </a:lnTo>
                <a:lnTo>
                  <a:pt x="277287" y="48347"/>
                </a:lnTo>
                <a:lnTo>
                  <a:pt x="277322" y="48785"/>
                </a:lnTo>
                <a:lnTo>
                  <a:pt x="277355" y="49249"/>
                </a:lnTo>
                <a:lnTo>
                  <a:pt x="277386" y="49737"/>
                </a:lnTo>
                <a:lnTo>
                  <a:pt x="277415" y="50251"/>
                </a:lnTo>
                <a:lnTo>
                  <a:pt x="277442" y="50789"/>
                </a:lnTo>
                <a:lnTo>
                  <a:pt x="277467" y="51353"/>
                </a:lnTo>
                <a:lnTo>
                  <a:pt x="277489" y="51941"/>
                </a:lnTo>
                <a:lnTo>
                  <a:pt x="277510" y="52554"/>
                </a:lnTo>
                <a:lnTo>
                  <a:pt x="277528" y="53193"/>
                </a:lnTo>
                <a:lnTo>
                  <a:pt x="277544" y="53856"/>
                </a:lnTo>
                <a:lnTo>
                  <a:pt x="277558" y="54545"/>
                </a:lnTo>
                <a:lnTo>
                  <a:pt x="277570" y="55258"/>
                </a:lnTo>
                <a:lnTo>
                  <a:pt x="277580" y="55996"/>
                </a:lnTo>
                <a:lnTo>
                  <a:pt x="277587" y="56760"/>
                </a:lnTo>
                <a:lnTo>
                  <a:pt x="277592" y="57548"/>
                </a:lnTo>
                <a:lnTo>
                  <a:pt x="277596" y="58361"/>
                </a:lnTo>
                <a:lnTo>
                  <a:pt x="277597" y="59200"/>
                </a:lnTo>
                <a:lnTo>
                  <a:pt x="277597" y="83385"/>
                </a:lnTo>
                <a:lnTo>
                  <a:pt x="277595" y="83863"/>
                </a:lnTo>
                <a:lnTo>
                  <a:pt x="277590" y="84329"/>
                </a:lnTo>
                <a:lnTo>
                  <a:pt x="277582" y="84782"/>
                </a:lnTo>
                <a:lnTo>
                  <a:pt x="277571" y="85221"/>
                </a:lnTo>
                <a:lnTo>
                  <a:pt x="277557" y="85648"/>
                </a:lnTo>
                <a:lnTo>
                  <a:pt x="277539" y="86061"/>
                </a:lnTo>
                <a:lnTo>
                  <a:pt x="277518" y="86461"/>
                </a:lnTo>
                <a:lnTo>
                  <a:pt x="277494" y="86848"/>
                </a:lnTo>
                <a:lnTo>
                  <a:pt x="277466" y="87222"/>
                </a:lnTo>
                <a:lnTo>
                  <a:pt x="277436" y="87583"/>
                </a:lnTo>
                <a:lnTo>
                  <a:pt x="277402" y="87931"/>
                </a:lnTo>
                <a:lnTo>
                  <a:pt x="277365" y="88266"/>
                </a:lnTo>
                <a:lnTo>
                  <a:pt x="277325" y="88588"/>
                </a:lnTo>
                <a:lnTo>
                  <a:pt x="277281" y="88897"/>
                </a:lnTo>
                <a:lnTo>
                  <a:pt x="277235" y="89192"/>
                </a:lnTo>
                <a:lnTo>
                  <a:pt x="277185" y="89475"/>
                </a:lnTo>
                <a:lnTo>
                  <a:pt x="277132" y="89744"/>
                </a:lnTo>
                <a:lnTo>
                  <a:pt x="277075" y="90001"/>
                </a:lnTo>
                <a:lnTo>
                  <a:pt x="277016" y="90244"/>
                </a:lnTo>
                <a:lnTo>
                  <a:pt x="276953" y="90474"/>
                </a:lnTo>
                <a:lnTo>
                  <a:pt x="276887" y="90691"/>
                </a:lnTo>
                <a:lnTo>
                  <a:pt x="276818" y="90895"/>
                </a:lnTo>
                <a:lnTo>
                  <a:pt x="276745" y="91086"/>
                </a:lnTo>
                <a:lnTo>
                  <a:pt x="276670" y="91264"/>
                </a:lnTo>
                <a:lnTo>
                  <a:pt x="276591" y="91433"/>
                </a:lnTo>
                <a:lnTo>
                  <a:pt x="276511" y="91598"/>
                </a:lnTo>
                <a:lnTo>
                  <a:pt x="276428" y="91760"/>
                </a:lnTo>
                <a:lnTo>
                  <a:pt x="276343" y="91917"/>
                </a:lnTo>
                <a:lnTo>
                  <a:pt x="276255" y="92070"/>
                </a:lnTo>
                <a:lnTo>
                  <a:pt x="276166" y="92219"/>
                </a:lnTo>
                <a:lnTo>
                  <a:pt x="276074" y="92364"/>
                </a:lnTo>
                <a:lnTo>
                  <a:pt x="275979" y="92505"/>
                </a:lnTo>
                <a:lnTo>
                  <a:pt x="275883" y="92642"/>
                </a:lnTo>
                <a:lnTo>
                  <a:pt x="275784" y="92775"/>
                </a:lnTo>
                <a:lnTo>
                  <a:pt x="275683" y="92903"/>
                </a:lnTo>
                <a:lnTo>
                  <a:pt x="275580" y="93028"/>
                </a:lnTo>
                <a:lnTo>
                  <a:pt x="275474" y="93149"/>
                </a:lnTo>
                <a:lnTo>
                  <a:pt x="275366" y="93266"/>
                </a:lnTo>
                <a:lnTo>
                  <a:pt x="275256" y="93378"/>
                </a:lnTo>
                <a:lnTo>
                  <a:pt x="275144" y="93487"/>
                </a:lnTo>
                <a:lnTo>
                  <a:pt x="275029" y="93591"/>
                </a:lnTo>
                <a:lnTo>
                  <a:pt x="274912" y="93692"/>
                </a:lnTo>
                <a:lnTo>
                  <a:pt x="274793" y="93788"/>
                </a:lnTo>
                <a:lnTo>
                  <a:pt x="274672" y="93881"/>
                </a:lnTo>
                <a:lnTo>
                  <a:pt x="274548" y="93969"/>
                </a:lnTo>
                <a:lnTo>
                  <a:pt x="274422" y="94053"/>
                </a:lnTo>
                <a:lnTo>
                  <a:pt x="274294" y="94134"/>
                </a:lnTo>
                <a:lnTo>
                  <a:pt x="274164" y="94210"/>
                </a:lnTo>
                <a:lnTo>
                  <a:pt x="274027" y="94283"/>
                </a:lnTo>
                <a:lnTo>
                  <a:pt x="273879" y="94352"/>
                </a:lnTo>
                <a:lnTo>
                  <a:pt x="273721" y="94419"/>
                </a:lnTo>
                <a:lnTo>
                  <a:pt x="273553" y="94482"/>
                </a:lnTo>
                <a:lnTo>
                  <a:pt x="273374" y="94542"/>
                </a:lnTo>
                <a:lnTo>
                  <a:pt x="273185" y="94600"/>
                </a:lnTo>
                <a:lnTo>
                  <a:pt x="272985" y="94654"/>
                </a:lnTo>
                <a:lnTo>
                  <a:pt x="272775" y="94705"/>
                </a:lnTo>
                <a:lnTo>
                  <a:pt x="272554" y="94753"/>
                </a:lnTo>
                <a:lnTo>
                  <a:pt x="272323" y="94797"/>
                </a:lnTo>
                <a:lnTo>
                  <a:pt x="272081" y="94839"/>
                </a:lnTo>
                <a:lnTo>
                  <a:pt x="271829" y="94878"/>
                </a:lnTo>
                <a:lnTo>
                  <a:pt x="271566" y="94913"/>
                </a:lnTo>
                <a:lnTo>
                  <a:pt x="271293" y="94946"/>
                </a:lnTo>
                <a:lnTo>
                  <a:pt x="271009" y="94975"/>
                </a:lnTo>
                <a:lnTo>
                  <a:pt x="270715" y="95002"/>
                </a:lnTo>
                <a:lnTo>
                  <a:pt x="270410" y="95025"/>
                </a:lnTo>
                <a:lnTo>
                  <a:pt x="270095" y="95045"/>
                </a:lnTo>
                <a:lnTo>
                  <a:pt x="269769" y="95062"/>
                </a:lnTo>
                <a:lnTo>
                  <a:pt x="269433" y="95076"/>
                </a:lnTo>
                <a:lnTo>
                  <a:pt x="269087" y="95087"/>
                </a:lnTo>
                <a:lnTo>
                  <a:pt x="268729" y="95094"/>
                </a:lnTo>
                <a:lnTo>
                  <a:pt x="268362" y="95099"/>
                </a:lnTo>
                <a:lnTo>
                  <a:pt x="267984" y="95100"/>
                </a:lnTo>
                <a:lnTo>
                  <a:pt x="267984" y="97641"/>
                </a:lnTo>
                <a:lnTo>
                  <a:pt x="298540" y="97641"/>
                </a:lnTo>
                <a:lnTo>
                  <a:pt x="298540" y="95100"/>
                </a:lnTo>
                <a:lnTo>
                  <a:pt x="298172" y="95099"/>
                </a:lnTo>
                <a:lnTo>
                  <a:pt x="297815" y="95094"/>
                </a:lnTo>
                <a:lnTo>
                  <a:pt x="297467" y="95085"/>
                </a:lnTo>
                <a:lnTo>
                  <a:pt x="297129" y="95074"/>
                </a:lnTo>
                <a:lnTo>
                  <a:pt x="296801" y="95059"/>
                </a:lnTo>
                <a:lnTo>
                  <a:pt x="296482" y="95041"/>
                </a:lnTo>
                <a:lnTo>
                  <a:pt x="296173" y="95019"/>
                </a:lnTo>
                <a:lnTo>
                  <a:pt x="295873" y="94994"/>
                </a:lnTo>
                <a:lnTo>
                  <a:pt x="295583" y="94966"/>
                </a:lnTo>
                <a:lnTo>
                  <a:pt x="295303" y="94934"/>
                </a:lnTo>
                <a:lnTo>
                  <a:pt x="295033" y="94899"/>
                </a:lnTo>
                <a:lnTo>
                  <a:pt x="294772" y="94861"/>
                </a:lnTo>
                <a:lnTo>
                  <a:pt x="294520" y="94819"/>
                </a:lnTo>
                <a:lnTo>
                  <a:pt x="294279" y="94774"/>
                </a:lnTo>
                <a:lnTo>
                  <a:pt x="294047" y="94726"/>
                </a:lnTo>
                <a:lnTo>
                  <a:pt x="293825" y="94674"/>
                </a:lnTo>
                <a:lnTo>
                  <a:pt x="293612" y="94619"/>
                </a:lnTo>
                <a:lnTo>
                  <a:pt x="293409" y="94561"/>
                </a:lnTo>
                <a:lnTo>
                  <a:pt x="293216" y="94499"/>
                </a:lnTo>
                <a:lnTo>
                  <a:pt x="293032" y="94434"/>
                </a:lnTo>
                <a:lnTo>
                  <a:pt x="292858" y="94366"/>
                </a:lnTo>
                <a:lnTo>
                  <a:pt x="292694" y="94294"/>
                </a:lnTo>
                <a:lnTo>
                  <a:pt x="292539" y="94220"/>
                </a:lnTo>
                <a:lnTo>
                  <a:pt x="292394" y="94141"/>
                </a:lnTo>
                <a:lnTo>
                  <a:pt x="292255" y="94060"/>
                </a:lnTo>
                <a:lnTo>
                  <a:pt x="292119" y="93975"/>
                </a:lnTo>
                <a:lnTo>
                  <a:pt x="291986" y="93886"/>
                </a:lnTo>
                <a:lnTo>
                  <a:pt x="291856" y="93794"/>
                </a:lnTo>
                <a:lnTo>
                  <a:pt x="291729" y="93699"/>
                </a:lnTo>
                <a:lnTo>
                  <a:pt x="291604" y="93600"/>
                </a:lnTo>
                <a:lnTo>
                  <a:pt x="291483" y="93497"/>
                </a:lnTo>
                <a:lnTo>
                  <a:pt x="291364" y="93391"/>
                </a:lnTo>
                <a:lnTo>
                  <a:pt x="291248" y="93282"/>
                </a:lnTo>
                <a:lnTo>
                  <a:pt x="291135" y="93170"/>
                </a:lnTo>
                <a:lnTo>
                  <a:pt x="291025" y="93053"/>
                </a:lnTo>
                <a:lnTo>
                  <a:pt x="290918" y="92934"/>
                </a:lnTo>
                <a:lnTo>
                  <a:pt x="290813" y="92811"/>
                </a:lnTo>
                <a:lnTo>
                  <a:pt x="290712" y="92684"/>
                </a:lnTo>
                <a:lnTo>
                  <a:pt x="290613" y="92554"/>
                </a:lnTo>
                <a:lnTo>
                  <a:pt x="290517" y="92421"/>
                </a:lnTo>
                <a:lnTo>
                  <a:pt x="290424" y="92284"/>
                </a:lnTo>
                <a:lnTo>
                  <a:pt x="290334" y="92144"/>
                </a:lnTo>
                <a:lnTo>
                  <a:pt x="290247" y="92000"/>
                </a:lnTo>
                <a:lnTo>
                  <a:pt x="290162" y="91853"/>
                </a:lnTo>
                <a:lnTo>
                  <a:pt x="290081" y="91702"/>
                </a:lnTo>
                <a:lnTo>
                  <a:pt x="290002" y="91548"/>
                </a:lnTo>
                <a:lnTo>
                  <a:pt x="289926" y="91390"/>
                </a:lnTo>
                <a:lnTo>
                  <a:pt x="289853" y="91229"/>
                </a:lnTo>
                <a:lnTo>
                  <a:pt x="289783" y="91060"/>
                </a:lnTo>
                <a:lnTo>
                  <a:pt x="289716" y="90877"/>
                </a:lnTo>
                <a:lnTo>
                  <a:pt x="289652" y="90680"/>
                </a:lnTo>
                <a:lnTo>
                  <a:pt x="289591" y="90469"/>
                </a:lnTo>
                <a:lnTo>
                  <a:pt x="289533" y="90245"/>
                </a:lnTo>
                <a:lnTo>
                  <a:pt x="289478" y="90007"/>
                </a:lnTo>
                <a:lnTo>
                  <a:pt x="289426" y="89755"/>
                </a:lnTo>
                <a:lnTo>
                  <a:pt x="289377" y="89490"/>
                </a:lnTo>
                <a:lnTo>
                  <a:pt x="289330" y="89211"/>
                </a:lnTo>
                <a:lnTo>
                  <a:pt x="289287" y="88918"/>
                </a:lnTo>
                <a:lnTo>
                  <a:pt x="289247" y="88612"/>
                </a:lnTo>
                <a:lnTo>
                  <a:pt x="289210" y="88292"/>
                </a:lnTo>
                <a:lnTo>
                  <a:pt x="289175" y="87958"/>
                </a:lnTo>
                <a:lnTo>
                  <a:pt x="289144" y="87611"/>
                </a:lnTo>
                <a:lnTo>
                  <a:pt x="289116" y="87250"/>
                </a:lnTo>
                <a:lnTo>
                  <a:pt x="289091" y="86875"/>
                </a:lnTo>
                <a:lnTo>
                  <a:pt x="289068" y="86487"/>
                </a:lnTo>
                <a:lnTo>
                  <a:pt x="289049" y="86084"/>
                </a:lnTo>
                <a:lnTo>
                  <a:pt x="289032" y="85669"/>
                </a:lnTo>
                <a:lnTo>
                  <a:pt x="289019" y="85239"/>
                </a:lnTo>
                <a:lnTo>
                  <a:pt x="289009" y="84796"/>
                </a:lnTo>
                <a:lnTo>
                  <a:pt x="289001" y="84339"/>
                </a:lnTo>
                <a:lnTo>
                  <a:pt x="288997" y="83869"/>
                </a:lnTo>
                <a:lnTo>
                  <a:pt x="288995" y="83385"/>
                </a:lnTo>
                <a:lnTo>
                  <a:pt x="288995" y="32959"/>
                </a:lnTo>
                <a:lnTo>
                  <a:pt x="285974" y="32959"/>
                </a:lnTo>
                <a:lnTo>
                  <a:pt x="267022" y="40632"/>
                </a:lnTo>
                <a:lnTo>
                  <a:pt x="267984" y="43100"/>
                </a:lnTo>
                <a:lnTo>
                  <a:pt x="268211" y="43016"/>
                </a:lnTo>
                <a:close/>
                <a:moveTo>
                  <a:pt x="346624" y="42936"/>
                </a:moveTo>
                <a:lnTo>
                  <a:pt x="346845" y="42859"/>
                </a:lnTo>
                <a:lnTo>
                  <a:pt x="347064" y="42786"/>
                </a:lnTo>
                <a:lnTo>
                  <a:pt x="347280" y="42716"/>
                </a:lnTo>
                <a:lnTo>
                  <a:pt x="347493" y="42650"/>
                </a:lnTo>
                <a:lnTo>
                  <a:pt x="347704" y="42588"/>
                </a:lnTo>
                <a:lnTo>
                  <a:pt x="347911" y="42529"/>
                </a:lnTo>
                <a:lnTo>
                  <a:pt x="348116" y="42474"/>
                </a:lnTo>
                <a:lnTo>
                  <a:pt x="348317" y="42422"/>
                </a:lnTo>
                <a:lnTo>
                  <a:pt x="348516" y="42374"/>
                </a:lnTo>
                <a:lnTo>
                  <a:pt x="348712" y="42329"/>
                </a:lnTo>
                <a:lnTo>
                  <a:pt x="348905" y="42288"/>
                </a:lnTo>
                <a:lnTo>
                  <a:pt x="349096" y="42251"/>
                </a:lnTo>
                <a:lnTo>
                  <a:pt x="349283" y="42217"/>
                </a:lnTo>
                <a:lnTo>
                  <a:pt x="349468" y="42186"/>
                </a:lnTo>
                <a:lnTo>
                  <a:pt x="349649" y="42160"/>
                </a:lnTo>
                <a:lnTo>
                  <a:pt x="349828" y="42136"/>
                </a:lnTo>
                <a:lnTo>
                  <a:pt x="350004" y="42117"/>
                </a:lnTo>
                <a:lnTo>
                  <a:pt x="350177" y="42101"/>
                </a:lnTo>
                <a:lnTo>
                  <a:pt x="350347" y="42088"/>
                </a:lnTo>
                <a:lnTo>
                  <a:pt x="350515" y="42079"/>
                </a:lnTo>
                <a:lnTo>
                  <a:pt x="350679" y="42074"/>
                </a:lnTo>
                <a:lnTo>
                  <a:pt x="350841" y="42072"/>
                </a:lnTo>
                <a:lnTo>
                  <a:pt x="350988" y="42074"/>
                </a:lnTo>
                <a:lnTo>
                  <a:pt x="351133" y="42078"/>
                </a:lnTo>
                <a:lnTo>
                  <a:pt x="351275" y="42085"/>
                </a:lnTo>
                <a:lnTo>
                  <a:pt x="351415" y="42096"/>
                </a:lnTo>
                <a:lnTo>
                  <a:pt x="351552" y="42109"/>
                </a:lnTo>
                <a:lnTo>
                  <a:pt x="351686" y="42126"/>
                </a:lnTo>
                <a:lnTo>
                  <a:pt x="351818" y="42145"/>
                </a:lnTo>
                <a:lnTo>
                  <a:pt x="351947" y="42167"/>
                </a:lnTo>
                <a:lnTo>
                  <a:pt x="352074" y="42192"/>
                </a:lnTo>
                <a:lnTo>
                  <a:pt x="352197" y="42221"/>
                </a:lnTo>
                <a:lnTo>
                  <a:pt x="352319" y="42252"/>
                </a:lnTo>
                <a:lnTo>
                  <a:pt x="352437" y="42286"/>
                </a:lnTo>
                <a:lnTo>
                  <a:pt x="352553" y="42323"/>
                </a:lnTo>
                <a:lnTo>
                  <a:pt x="352667" y="42363"/>
                </a:lnTo>
                <a:lnTo>
                  <a:pt x="352777" y="42407"/>
                </a:lnTo>
                <a:lnTo>
                  <a:pt x="352886" y="42453"/>
                </a:lnTo>
                <a:lnTo>
                  <a:pt x="352991" y="42502"/>
                </a:lnTo>
                <a:lnTo>
                  <a:pt x="353094" y="42554"/>
                </a:lnTo>
                <a:lnTo>
                  <a:pt x="353194" y="42609"/>
                </a:lnTo>
                <a:lnTo>
                  <a:pt x="353292" y="42667"/>
                </a:lnTo>
                <a:lnTo>
                  <a:pt x="353387" y="42728"/>
                </a:lnTo>
                <a:lnTo>
                  <a:pt x="353479" y="42791"/>
                </a:lnTo>
                <a:lnTo>
                  <a:pt x="353569" y="42858"/>
                </a:lnTo>
                <a:lnTo>
                  <a:pt x="353656" y="42928"/>
                </a:lnTo>
                <a:lnTo>
                  <a:pt x="353741" y="43002"/>
                </a:lnTo>
                <a:lnTo>
                  <a:pt x="353824" y="43080"/>
                </a:lnTo>
                <a:lnTo>
                  <a:pt x="353905" y="43163"/>
                </a:lnTo>
                <a:lnTo>
                  <a:pt x="353984" y="43251"/>
                </a:lnTo>
                <a:lnTo>
                  <a:pt x="354061" y="43343"/>
                </a:lnTo>
                <a:lnTo>
                  <a:pt x="354137" y="43440"/>
                </a:lnTo>
                <a:lnTo>
                  <a:pt x="354210" y="43541"/>
                </a:lnTo>
                <a:lnTo>
                  <a:pt x="354282" y="43648"/>
                </a:lnTo>
                <a:lnTo>
                  <a:pt x="354351" y="43758"/>
                </a:lnTo>
                <a:lnTo>
                  <a:pt x="354419" y="43874"/>
                </a:lnTo>
                <a:lnTo>
                  <a:pt x="354485" y="43994"/>
                </a:lnTo>
                <a:lnTo>
                  <a:pt x="354549" y="44119"/>
                </a:lnTo>
                <a:lnTo>
                  <a:pt x="354611" y="44248"/>
                </a:lnTo>
                <a:lnTo>
                  <a:pt x="354671" y="44382"/>
                </a:lnTo>
                <a:lnTo>
                  <a:pt x="354729" y="44521"/>
                </a:lnTo>
                <a:lnTo>
                  <a:pt x="354785" y="44664"/>
                </a:lnTo>
                <a:lnTo>
                  <a:pt x="354840" y="44812"/>
                </a:lnTo>
                <a:lnTo>
                  <a:pt x="354892" y="44964"/>
                </a:lnTo>
                <a:lnTo>
                  <a:pt x="354943" y="45122"/>
                </a:lnTo>
                <a:lnTo>
                  <a:pt x="354991" y="45284"/>
                </a:lnTo>
                <a:lnTo>
                  <a:pt x="355038" y="45450"/>
                </a:lnTo>
                <a:lnTo>
                  <a:pt x="355083" y="45621"/>
                </a:lnTo>
                <a:lnTo>
                  <a:pt x="355126" y="45797"/>
                </a:lnTo>
                <a:lnTo>
                  <a:pt x="355167" y="45977"/>
                </a:lnTo>
                <a:lnTo>
                  <a:pt x="355217" y="46241"/>
                </a:lnTo>
                <a:lnTo>
                  <a:pt x="355265" y="46529"/>
                </a:lnTo>
                <a:lnTo>
                  <a:pt x="355312" y="46843"/>
                </a:lnTo>
                <a:lnTo>
                  <a:pt x="355356" y="47182"/>
                </a:lnTo>
                <a:lnTo>
                  <a:pt x="355397" y="47545"/>
                </a:lnTo>
                <a:lnTo>
                  <a:pt x="355437" y="47934"/>
                </a:lnTo>
                <a:lnTo>
                  <a:pt x="355475" y="48347"/>
                </a:lnTo>
                <a:lnTo>
                  <a:pt x="355510" y="48785"/>
                </a:lnTo>
                <a:lnTo>
                  <a:pt x="355543" y="49249"/>
                </a:lnTo>
                <a:lnTo>
                  <a:pt x="355574" y="49737"/>
                </a:lnTo>
                <a:lnTo>
                  <a:pt x="355603" y="50251"/>
                </a:lnTo>
                <a:lnTo>
                  <a:pt x="355630" y="50789"/>
                </a:lnTo>
                <a:lnTo>
                  <a:pt x="355655" y="51353"/>
                </a:lnTo>
                <a:lnTo>
                  <a:pt x="355677" y="51941"/>
                </a:lnTo>
                <a:lnTo>
                  <a:pt x="355698" y="52554"/>
                </a:lnTo>
                <a:lnTo>
                  <a:pt x="355716" y="53193"/>
                </a:lnTo>
                <a:lnTo>
                  <a:pt x="355732" y="53856"/>
                </a:lnTo>
                <a:lnTo>
                  <a:pt x="355746" y="54545"/>
                </a:lnTo>
                <a:lnTo>
                  <a:pt x="355758" y="55258"/>
                </a:lnTo>
                <a:lnTo>
                  <a:pt x="355768" y="55996"/>
                </a:lnTo>
                <a:lnTo>
                  <a:pt x="355775" y="56760"/>
                </a:lnTo>
                <a:lnTo>
                  <a:pt x="355780" y="57548"/>
                </a:lnTo>
                <a:lnTo>
                  <a:pt x="355784" y="58361"/>
                </a:lnTo>
                <a:lnTo>
                  <a:pt x="355785" y="59200"/>
                </a:lnTo>
                <a:lnTo>
                  <a:pt x="355785" y="83385"/>
                </a:lnTo>
                <a:lnTo>
                  <a:pt x="355783" y="83863"/>
                </a:lnTo>
                <a:lnTo>
                  <a:pt x="355778" y="84329"/>
                </a:lnTo>
                <a:lnTo>
                  <a:pt x="355770" y="84782"/>
                </a:lnTo>
                <a:lnTo>
                  <a:pt x="355759" y="85221"/>
                </a:lnTo>
                <a:lnTo>
                  <a:pt x="355745" y="85648"/>
                </a:lnTo>
                <a:lnTo>
                  <a:pt x="355727" y="86061"/>
                </a:lnTo>
                <a:lnTo>
                  <a:pt x="355706" y="86461"/>
                </a:lnTo>
                <a:lnTo>
                  <a:pt x="355682" y="86848"/>
                </a:lnTo>
                <a:lnTo>
                  <a:pt x="355654" y="87222"/>
                </a:lnTo>
                <a:lnTo>
                  <a:pt x="355624" y="87583"/>
                </a:lnTo>
                <a:lnTo>
                  <a:pt x="355590" y="87931"/>
                </a:lnTo>
                <a:lnTo>
                  <a:pt x="355553" y="88266"/>
                </a:lnTo>
                <a:lnTo>
                  <a:pt x="355513" y="88588"/>
                </a:lnTo>
                <a:lnTo>
                  <a:pt x="355469" y="88897"/>
                </a:lnTo>
                <a:lnTo>
                  <a:pt x="355423" y="89192"/>
                </a:lnTo>
                <a:lnTo>
                  <a:pt x="355373" y="89475"/>
                </a:lnTo>
                <a:lnTo>
                  <a:pt x="355320" y="89744"/>
                </a:lnTo>
                <a:lnTo>
                  <a:pt x="355263" y="90001"/>
                </a:lnTo>
                <a:lnTo>
                  <a:pt x="355204" y="90244"/>
                </a:lnTo>
                <a:lnTo>
                  <a:pt x="355141" y="90474"/>
                </a:lnTo>
                <a:lnTo>
                  <a:pt x="355075" y="90691"/>
                </a:lnTo>
                <a:lnTo>
                  <a:pt x="355006" y="90895"/>
                </a:lnTo>
                <a:lnTo>
                  <a:pt x="354933" y="91086"/>
                </a:lnTo>
                <a:lnTo>
                  <a:pt x="354858" y="91264"/>
                </a:lnTo>
                <a:lnTo>
                  <a:pt x="354779" y="91433"/>
                </a:lnTo>
                <a:lnTo>
                  <a:pt x="354699" y="91598"/>
                </a:lnTo>
                <a:lnTo>
                  <a:pt x="354616" y="91760"/>
                </a:lnTo>
                <a:lnTo>
                  <a:pt x="354531" y="91917"/>
                </a:lnTo>
                <a:lnTo>
                  <a:pt x="354443" y="92070"/>
                </a:lnTo>
                <a:lnTo>
                  <a:pt x="354354" y="92219"/>
                </a:lnTo>
                <a:lnTo>
                  <a:pt x="354262" y="92364"/>
                </a:lnTo>
                <a:lnTo>
                  <a:pt x="354167" y="92505"/>
                </a:lnTo>
                <a:lnTo>
                  <a:pt x="354071" y="92642"/>
                </a:lnTo>
                <a:lnTo>
                  <a:pt x="353972" y="92775"/>
                </a:lnTo>
                <a:lnTo>
                  <a:pt x="353871" y="92903"/>
                </a:lnTo>
                <a:lnTo>
                  <a:pt x="353768" y="93028"/>
                </a:lnTo>
                <a:lnTo>
                  <a:pt x="353662" y="93149"/>
                </a:lnTo>
                <a:lnTo>
                  <a:pt x="353554" y="93266"/>
                </a:lnTo>
                <a:lnTo>
                  <a:pt x="353444" y="93378"/>
                </a:lnTo>
                <a:lnTo>
                  <a:pt x="353332" y="93487"/>
                </a:lnTo>
                <a:lnTo>
                  <a:pt x="353217" y="93591"/>
                </a:lnTo>
                <a:lnTo>
                  <a:pt x="353100" y="93692"/>
                </a:lnTo>
                <a:lnTo>
                  <a:pt x="352981" y="93788"/>
                </a:lnTo>
                <a:lnTo>
                  <a:pt x="352860" y="93881"/>
                </a:lnTo>
                <a:lnTo>
                  <a:pt x="352736" y="93969"/>
                </a:lnTo>
                <a:lnTo>
                  <a:pt x="352610" y="94053"/>
                </a:lnTo>
                <a:lnTo>
                  <a:pt x="352482" y="94134"/>
                </a:lnTo>
                <a:lnTo>
                  <a:pt x="352351" y="94210"/>
                </a:lnTo>
                <a:lnTo>
                  <a:pt x="352215" y="94283"/>
                </a:lnTo>
                <a:lnTo>
                  <a:pt x="352067" y="94352"/>
                </a:lnTo>
                <a:lnTo>
                  <a:pt x="351909" y="94419"/>
                </a:lnTo>
                <a:lnTo>
                  <a:pt x="351741" y="94482"/>
                </a:lnTo>
                <a:lnTo>
                  <a:pt x="351562" y="94542"/>
                </a:lnTo>
                <a:lnTo>
                  <a:pt x="351373" y="94600"/>
                </a:lnTo>
                <a:lnTo>
                  <a:pt x="351173" y="94654"/>
                </a:lnTo>
                <a:lnTo>
                  <a:pt x="350963" y="94705"/>
                </a:lnTo>
                <a:lnTo>
                  <a:pt x="350742" y="94753"/>
                </a:lnTo>
                <a:lnTo>
                  <a:pt x="350511" y="94797"/>
                </a:lnTo>
                <a:lnTo>
                  <a:pt x="350269" y="94839"/>
                </a:lnTo>
                <a:lnTo>
                  <a:pt x="350017" y="94878"/>
                </a:lnTo>
                <a:lnTo>
                  <a:pt x="349754" y="94913"/>
                </a:lnTo>
                <a:lnTo>
                  <a:pt x="349481" y="94946"/>
                </a:lnTo>
                <a:lnTo>
                  <a:pt x="349197" y="94975"/>
                </a:lnTo>
                <a:lnTo>
                  <a:pt x="348903" y="95002"/>
                </a:lnTo>
                <a:lnTo>
                  <a:pt x="348598" y="95025"/>
                </a:lnTo>
                <a:lnTo>
                  <a:pt x="348283" y="95045"/>
                </a:lnTo>
                <a:lnTo>
                  <a:pt x="347957" y="95062"/>
                </a:lnTo>
                <a:lnTo>
                  <a:pt x="347621" y="95076"/>
                </a:lnTo>
                <a:lnTo>
                  <a:pt x="347275" y="95087"/>
                </a:lnTo>
                <a:lnTo>
                  <a:pt x="346917" y="95094"/>
                </a:lnTo>
                <a:lnTo>
                  <a:pt x="346550" y="95099"/>
                </a:lnTo>
                <a:lnTo>
                  <a:pt x="346172" y="95100"/>
                </a:lnTo>
                <a:lnTo>
                  <a:pt x="346172" y="97641"/>
                </a:lnTo>
                <a:lnTo>
                  <a:pt x="376728" y="97641"/>
                </a:lnTo>
                <a:lnTo>
                  <a:pt x="376728" y="95100"/>
                </a:lnTo>
                <a:lnTo>
                  <a:pt x="376360" y="95099"/>
                </a:lnTo>
                <a:lnTo>
                  <a:pt x="376003" y="95094"/>
                </a:lnTo>
                <a:lnTo>
                  <a:pt x="375655" y="95085"/>
                </a:lnTo>
                <a:lnTo>
                  <a:pt x="375317" y="95074"/>
                </a:lnTo>
                <a:lnTo>
                  <a:pt x="374989" y="95059"/>
                </a:lnTo>
                <a:lnTo>
                  <a:pt x="374670" y="95041"/>
                </a:lnTo>
                <a:lnTo>
                  <a:pt x="374361" y="95019"/>
                </a:lnTo>
                <a:lnTo>
                  <a:pt x="374061" y="94994"/>
                </a:lnTo>
                <a:lnTo>
                  <a:pt x="373771" y="94966"/>
                </a:lnTo>
                <a:lnTo>
                  <a:pt x="373491" y="94934"/>
                </a:lnTo>
                <a:lnTo>
                  <a:pt x="373220" y="94899"/>
                </a:lnTo>
                <a:lnTo>
                  <a:pt x="372960" y="94861"/>
                </a:lnTo>
                <a:lnTo>
                  <a:pt x="372708" y="94819"/>
                </a:lnTo>
                <a:lnTo>
                  <a:pt x="372467" y="94774"/>
                </a:lnTo>
                <a:lnTo>
                  <a:pt x="372235" y="94726"/>
                </a:lnTo>
                <a:lnTo>
                  <a:pt x="372013" y="94674"/>
                </a:lnTo>
                <a:lnTo>
                  <a:pt x="371800" y="94619"/>
                </a:lnTo>
                <a:lnTo>
                  <a:pt x="371597" y="94561"/>
                </a:lnTo>
                <a:lnTo>
                  <a:pt x="371404" y="94499"/>
                </a:lnTo>
                <a:lnTo>
                  <a:pt x="371220" y="94434"/>
                </a:lnTo>
                <a:lnTo>
                  <a:pt x="371046" y="94366"/>
                </a:lnTo>
                <a:lnTo>
                  <a:pt x="370882" y="94294"/>
                </a:lnTo>
                <a:lnTo>
                  <a:pt x="370727" y="94220"/>
                </a:lnTo>
                <a:lnTo>
                  <a:pt x="370582" y="94141"/>
                </a:lnTo>
                <a:lnTo>
                  <a:pt x="370443" y="94060"/>
                </a:lnTo>
                <a:lnTo>
                  <a:pt x="370307" y="93975"/>
                </a:lnTo>
                <a:lnTo>
                  <a:pt x="370174" y="93886"/>
                </a:lnTo>
                <a:lnTo>
                  <a:pt x="370044" y="93794"/>
                </a:lnTo>
                <a:lnTo>
                  <a:pt x="369917" y="93699"/>
                </a:lnTo>
                <a:lnTo>
                  <a:pt x="369792" y="93600"/>
                </a:lnTo>
                <a:lnTo>
                  <a:pt x="369671" y="93497"/>
                </a:lnTo>
                <a:lnTo>
                  <a:pt x="369552" y="93391"/>
                </a:lnTo>
                <a:lnTo>
                  <a:pt x="369436" y="93282"/>
                </a:lnTo>
                <a:lnTo>
                  <a:pt x="369323" y="93170"/>
                </a:lnTo>
                <a:lnTo>
                  <a:pt x="369213" y="93053"/>
                </a:lnTo>
                <a:lnTo>
                  <a:pt x="369106" y="92934"/>
                </a:lnTo>
                <a:lnTo>
                  <a:pt x="369001" y="92811"/>
                </a:lnTo>
                <a:lnTo>
                  <a:pt x="368900" y="92684"/>
                </a:lnTo>
                <a:lnTo>
                  <a:pt x="368801" y="92554"/>
                </a:lnTo>
                <a:lnTo>
                  <a:pt x="368705" y="92421"/>
                </a:lnTo>
                <a:lnTo>
                  <a:pt x="368612" y="92284"/>
                </a:lnTo>
                <a:lnTo>
                  <a:pt x="368522" y="92144"/>
                </a:lnTo>
                <a:lnTo>
                  <a:pt x="368435" y="92000"/>
                </a:lnTo>
                <a:lnTo>
                  <a:pt x="368350" y="91853"/>
                </a:lnTo>
                <a:lnTo>
                  <a:pt x="368269" y="91702"/>
                </a:lnTo>
                <a:lnTo>
                  <a:pt x="368190" y="91548"/>
                </a:lnTo>
                <a:lnTo>
                  <a:pt x="368114" y="91390"/>
                </a:lnTo>
                <a:lnTo>
                  <a:pt x="368041" y="91229"/>
                </a:lnTo>
                <a:lnTo>
                  <a:pt x="367971" y="91060"/>
                </a:lnTo>
                <a:lnTo>
                  <a:pt x="367904" y="90877"/>
                </a:lnTo>
                <a:lnTo>
                  <a:pt x="367840" y="90680"/>
                </a:lnTo>
                <a:lnTo>
                  <a:pt x="367779" y="90469"/>
                </a:lnTo>
                <a:lnTo>
                  <a:pt x="367721" y="90245"/>
                </a:lnTo>
                <a:lnTo>
                  <a:pt x="367666" y="90007"/>
                </a:lnTo>
                <a:lnTo>
                  <a:pt x="367614" y="89755"/>
                </a:lnTo>
                <a:lnTo>
                  <a:pt x="367565" y="89490"/>
                </a:lnTo>
                <a:lnTo>
                  <a:pt x="367518" y="89211"/>
                </a:lnTo>
                <a:lnTo>
                  <a:pt x="367475" y="88918"/>
                </a:lnTo>
                <a:lnTo>
                  <a:pt x="367435" y="88612"/>
                </a:lnTo>
                <a:lnTo>
                  <a:pt x="367398" y="88292"/>
                </a:lnTo>
                <a:lnTo>
                  <a:pt x="367363" y="87958"/>
                </a:lnTo>
                <a:lnTo>
                  <a:pt x="367332" y="87611"/>
                </a:lnTo>
                <a:lnTo>
                  <a:pt x="367304" y="87250"/>
                </a:lnTo>
                <a:lnTo>
                  <a:pt x="367279" y="86875"/>
                </a:lnTo>
                <a:lnTo>
                  <a:pt x="367256" y="86487"/>
                </a:lnTo>
                <a:lnTo>
                  <a:pt x="367237" y="86084"/>
                </a:lnTo>
                <a:lnTo>
                  <a:pt x="367220" y="85669"/>
                </a:lnTo>
                <a:lnTo>
                  <a:pt x="367207" y="85239"/>
                </a:lnTo>
                <a:lnTo>
                  <a:pt x="367197" y="84796"/>
                </a:lnTo>
                <a:lnTo>
                  <a:pt x="367189" y="84339"/>
                </a:lnTo>
                <a:lnTo>
                  <a:pt x="367185" y="83869"/>
                </a:lnTo>
                <a:lnTo>
                  <a:pt x="367183" y="83385"/>
                </a:lnTo>
                <a:lnTo>
                  <a:pt x="367183" y="32959"/>
                </a:lnTo>
                <a:lnTo>
                  <a:pt x="364162" y="32959"/>
                </a:lnTo>
                <a:lnTo>
                  <a:pt x="345210" y="40632"/>
                </a:lnTo>
                <a:lnTo>
                  <a:pt x="346172" y="43100"/>
                </a:lnTo>
                <a:lnTo>
                  <a:pt x="346399" y="43016"/>
                </a:lnTo>
                <a:lnTo>
                  <a:pt x="346624" y="42936"/>
                </a:lnTo>
                <a:close/>
                <a:moveTo>
                  <a:pt x="382260" y="43016"/>
                </a:moveTo>
                <a:lnTo>
                  <a:pt x="382479" y="42936"/>
                </a:lnTo>
                <a:lnTo>
                  <a:pt x="382696" y="42859"/>
                </a:lnTo>
                <a:lnTo>
                  <a:pt x="382910" y="42786"/>
                </a:lnTo>
                <a:lnTo>
                  <a:pt x="383121" y="42716"/>
                </a:lnTo>
                <a:lnTo>
                  <a:pt x="383330" y="42650"/>
                </a:lnTo>
                <a:lnTo>
                  <a:pt x="383536" y="42588"/>
                </a:lnTo>
                <a:lnTo>
                  <a:pt x="383740" y="42529"/>
                </a:lnTo>
                <a:lnTo>
                  <a:pt x="383941" y="42474"/>
                </a:lnTo>
                <a:lnTo>
                  <a:pt x="384139" y="42422"/>
                </a:lnTo>
                <a:lnTo>
                  <a:pt x="384334" y="42374"/>
                </a:lnTo>
                <a:lnTo>
                  <a:pt x="384527" y="42329"/>
                </a:lnTo>
                <a:lnTo>
                  <a:pt x="384718" y="42288"/>
                </a:lnTo>
                <a:lnTo>
                  <a:pt x="384906" y="42251"/>
                </a:lnTo>
                <a:lnTo>
                  <a:pt x="385091" y="42217"/>
                </a:lnTo>
                <a:lnTo>
                  <a:pt x="385273" y="42186"/>
                </a:lnTo>
                <a:lnTo>
                  <a:pt x="385453" y="42160"/>
                </a:lnTo>
                <a:lnTo>
                  <a:pt x="385630" y="42136"/>
                </a:lnTo>
                <a:lnTo>
                  <a:pt x="385805" y="42117"/>
                </a:lnTo>
                <a:lnTo>
                  <a:pt x="385977" y="42101"/>
                </a:lnTo>
                <a:lnTo>
                  <a:pt x="386146" y="42088"/>
                </a:lnTo>
                <a:lnTo>
                  <a:pt x="386313" y="42079"/>
                </a:lnTo>
                <a:lnTo>
                  <a:pt x="386477" y="42074"/>
                </a:lnTo>
                <a:lnTo>
                  <a:pt x="386639" y="42072"/>
                </a:lnTo>
                <a:lnTo>
                  <a:pt x="386786" y="42074"/>
                </a:lnTo>
                <a:lnTo>
                  <a:pt x="386931" y="42078"/>
                </a:lnTo>
                <a:lnTo>
                  <a:pt x="387074" y="42086"/>
                </a:lnTo>
                <a:lnTo>
                  <a:pt x="387214" y="42097"/>
                </a:lnTo>
                <a:lnTo>
                  <a:pt x="387351" y="42111"/>
                </a:lnTo>
                <a:lnTo>
                  <a:pt x="387486" y="42128"/>
                </a:lnTo>
                <a:lnTo>
                  <a:pt x="387619" y="42148"/>
                </a:lnTo>
                <a:lnTo>
                  <a:pt x="387749" y="42171"/>
                </a:lnTo>
                <a:lnTo>
                  <a:pt x="387876" y="42197"/>
                </a:lnTo>
                <a:lnTo>
                  <a:pt x="388001" y="42227"/>
                </a:lnTo>
                <a:lnTo>
                  <a:pt x="388124" y="42259"/>
                </a:lnTo>
                <a:lnTo>
                  <a:pt x="388244" y="42295"/>
                </a:lnTo>
                <a:lnTo>
                  <a:pt x="388361" y="42333"/>
                </a:lnTo>
                <a:lnTo>
                  <a:pt x="388476" y="42375"/>
                </a:lnTo>
                <a:lnTo>
                  <a:pt x="388589" y="42420"/>
                </a:lnTo>
                <a:lnTo>
                  <a:pt x="388699" y="42468"/>
                </a:lnTo>
                <a:lnTo>
                  <a:pt x="388806" y="42519"/>
                </a:lnTo>
                <a:lnTo>
                  <a:pt x="388911" y="42573"/>
                </a:lnTo>
                <a:lnTo>
                  <a:pt x="389014" y="42630"/>
                </a:lnTo>
                <a:lnTo>
                  <a:pt x="389114" y="42690"/>
                </a:lnTo>
                <a:lnTo>
                  <a:pt x="389211" y="42754"/>
                </a:lnTo>
                <a:lnTo>
                  <a:pt x="389306" y="42820"/>
                </a:lnTo>
                <a:lnTo>
                  <a:pt x="389399" y="42890"/>
                </a:lnTo>
                <a:lnTo>
                  <a:pt x="389488" y="42963"/>
                </a:lnTo>
                <a:lnTo>
                  <a:pt x="389576" y="43040"/>
                </a:lnTo>
                <a:lnTo>
                  <a:pt x="389662" y="43122"/>
                </a:lnTo>
                <a:lnTo>
                  <a:pt x="389746" y="43210"/>
                </a:lnTo>
                <a:lnTo>
                  <a:pt x="389828" y="43303"/>
                </a:lnTo>
                <a:lnTo>
                  <a:pt x="389908" y="43402"/>
                </a:lnTo>
                <a:lnTo>
                  <a:pt x="389986" y="43506"/>
                </a:lnTo>
                <a:lnTo>
                  <a:pt x="390063" y="43616"/>
                </a:lnTo>
                <a:lnTo>
                  <a:pt x="390137" y="43731"/>
                </a:lnTo>
                <a:lnTo>
                  <a:pt x="390209" y="43852"/>
                </a:lnTo>
                <a:lnTo>
                  <a:pt x="390280" y="43978"/>
                </a:lnTo>
                <a:lnTo>
                  <a:pt x="390349" y="44110"/>
                </a:lnTo>
                <a:lnTo>
                  <a:pt x="390415" y="44247"/>
                </a:lnTo>
                <a:lnTo>
                  <a:pt x="390480" y="44390"/>
                </a:lnTo>
                <a:lnTo>
                  <a:pt x="390543" y="44538"/>
                </a:lnTo>
                <a:lnTo>
                  <a:pt x="390604" y="44692"/>
                </a:lnTo>
                <a:lnTo>
                  <a:pt x="390663" y="44851"/>
                </a:lnTo>
                <a:lnTo>
                  <a:pt x="390721" y="45015"/>
                </a:lnTo>
                <a:lnTo>
                  <a:pt x="390776" y="45185"/>
                </a:lnTo>
                <a:lnTo>
                  <a:pt x="390829" y="45361"/>
                </a:lnTo>
                <a:lnTo>
                  <a:pt x="390881" y="45542"/>
                </a:lnTo>
                <a:lnTo>
                  <a:pt x="390930" y="45728"/>
                </a:lnTo>
                <a:lnTo>
                  <a:pt x="390978" y="45920"/>
                </a:lnTo>
                <a:lnTo>
                  <a:pt x="391024" y="46118"/>
                </a:lnTo>
                <a:lnTo>
                  <a:pt x="391068" y="46321"/>
                </a:lnTo>
                <a:lnTo>
                  <a:pt x="391110" y="46542"/>
                </a:lnTo>
                <a:lnTo>
                  <a:pt x="391150" y="46793"/>
                </a:lnTo>
                <a:lnTo>
                  <a:pt x="391188" y="47075"/>
                </a:lnTo>
                <a:lnTo>
                  <a:pt x="391225" y="47388"/>
                </a:lnTo>
                <a:lnTo>
                  <a:pt x="391260" y="47732"/>
                </a:lnTo>
                <a:lnTo>
                  <a:pt x="391293" y="48106"/>
                </a:lnTo>
                <a:lnTo>
                  <a:pt x="391324" y="48511"/>
                </a:lnTo>
                <a:lnTo>
                  <a:pt x="391354" y="48946"/>
                </a:lnTo>
                <a:lnTo>
                  <a:pt x="391382" y="49413"/>
                </a:lnTo>
                <a:lnTo>
                  <a:pt x="391408" y="49910"/>
                </a:lnTo>
                <a:lnTo>
                  <a:pt x="391432" y="50437"/>
                </a:lnTo>
                <a:lnTo>
                  <a:pt x="391454" y="50996"/>
                </a:lnTo>
                <a:lnTo>
                  <a:pt x="391475" y="51585"/>
                </a:lnTo>
                <a:lnTo>
                  <a:pt x="391493" y="52205"/>
                </a:lnTo>
                <a:lnTo>
                  <a:pt x="391510" y="52855"/>
                </a:lnTo>
                <a:lnTo>
                  <a:pt x="391526" y="53536"/>
                </a:lnTo>
                <a:lnTo>
                  <a:pt x="391539" y="54248"/>
                </a:lnTo>
                <a:lnTo>
                  <a:pt x="391551" y="54991"/>
                </a:lnTo>
                <a:lnTo>
                  <a:pt x="391560" y="55764"/>
                </a:lnTo>
                <a:lnTo>
                  <a:pt x="391568" y="56568"/>
                </a:lnTo>
                <a:lnTo>
                  <a:pt x="391575" y="57402"/>
                </a:lnTo>
                <a:lnTo>
                  <a:pt x="391579" y="58267"/>
                </a:lnTo>
                <a:lnTo>
                  <a:pt x="391582" y="59163"/>
                </a:lnTo>
                <a:lnTo>
                  <a:pt x="391583" y="60090"/>
                </a:lnTo>
                <a:lnTo>
                  <a:pt x="391583" y="83385"/>
                </a:lnTo>
                <a:lnTo>
                  <a:pt x="391580" y="83948"/>
                </a:lnTo>
                <a:lnTo>
                  <a:pt x="391571" y="84496"/>
                </a:lnTo>
                <a:lnTo>
                  <a:pt x="391556" y="85028"/>
                </a:lnTo>
                <a:lnTo>
                  <a:pt x="391536" y="85546"/>
                </a:lnTo>
                <a:lnTo>
                  <a:pt x="391510" y="86048"/>
                </a:lnTo>
                <a:lnTo>
                  <a:pt x="391478" y="86534"/>
                </a:lnTo>
                <a:lnTo>
                  <a:pt x="391440" y="87005"/>
                </a:lnTo>
                <a:lnTo>
                  <a:pt x="391396" y="87461"/>
                </a:lnTo>
                <a:lnTo>
                  <a:pt x="391346" y="87902"/>
                </a:lnTo>
                <a:lnTo>
                  <a:pt x="391291" y="88327"/>
                </a:lnTo>
                <a:lnTo>
                  <a:pt x="391229" y="88737"/>
                </a:lnTo>
                <a:lnTo>
                  <a:pt x="391162" y="89131"/>
                </a:lnTo>
                <a:lnTo>
                  <a:pt x="391089" y="89511"/>
                </a:lnTo>
                <a:lnTo>
                  <a:pt x="391010" y="89875"/>
                </a:lnTo>
                <a:lnTo>
                  <a:pt x="390926" y="90223"/>
                </a:lnTo>
                <a:lnTo>
                  <a:pt x="390835" y="90556"/>
                </a:lnTo>
                <a:lnTo>
                  <a:pt x="390739" y="90874"/>
                </a:lnTo>
                <a:lnTo>
                  <a:pt x="390636" y="91177"/>
                </a:lnTo>
                <a:lnTo>
                  <a:pt x="390528" y="91464"/>
                </a:lnTo>
                <a:lnTo>
                  <a:pt x="390414" y="91735"/>
                </a:lnTo>
                <a:lnTo>
                  <a:pt x="390295" y="91992"/>
                </a:lnTo>
                <a:lnTo>
                  <a:pt x="390169" y="92233"/>
                </a:lnTo>
                <a:lnTo>
                  <a:pt x="390038" y="92459"/>
                </a:lnTo>
                <a:lnTo>
                  <a:pt x="389900" y="92669"/>
                </a:lnTo>
                <a:lnTo>
                  <a:pt x="389755" y="92868"/>
                </a:lnTo>
                <a:lnTo>
                  <a:pt x="389598" y="93058"/>
                </a:lnTo>
                <a:lnTo>
                  <a:pt x="389431" y="93239"/>
                </a:lnTo>
                <a:lnTo>
                  <a:pt x="389253" y="93412"/>
                </a:lnTo>
                <a:lnTo>
                  <a:pt x="389064" y="93577"/>
                </a:lnTo>
                <a:lnTo>
                  <a:pt x="388864" y="93733"/>
                </a:lnTo>
                <a:lnTo>
                  <a:pt x="388653" y="93881"/>
                </a:lnTo>
                <a:lnTo>
                  <a:pt x="388432" y="94020"/>
                </a:lnTo>
                <a:lnTo>
                  <a:pt x="388199" y="94151"/>
                </a:lnTo>
                <a:lnTo>
                  <a:pt x="387956" y="94273"/>
                </a:lnTo>
                <a:lnTo>
                  <a:pt x="387702" y="94387"/>
                </a:lnTo>
                <a:lnTo>
                  <a:pt x="387437" y="94493"/>
                </a:lnTo>
                <a:lnTo>
                  <a:pt x="387161" y="94590"/>
                </a:lnTo>
                <a:lnTo>
                  <a:pt x="386875" y="94678"/>
                </a:lnTo>
                <a:lnTo>
                  <a:pt x="386577" y="94759"/>
                </a:lnTo>
                <a:lnTo>
                  <a:pt x="386269" y="94830"/>
                </a:lnTo>
                <a:lnTo>
                  <a:pt x="385950" y="94894"/>
                </a:lnTo>
                <a:lnTo>
                  <a:pt x="385620" y="94949"/>
                </a:lnTo>
                <a:lnTo>
                  <a:pt x="385279" y="94995"/>
                </a:lnTo>
                <a:lnTo>
                  <a:pt x="384927" y="95033"/>
                </a:lnTo>
                <a:lnTo>
                  <a:pt x="384564" y="95062"/>
                </a:lnTo>
                <a:lnTo>
                  <a:pt x="384191" y="95084"/>
                </a:lnTo>
                <a:lnTo>
                  <a:pt x="383807" y="95096"/>
                </a:lnTo>
                <a:lnTo>
                  <a:pt x="383412" y="95100"/>
                </a:lnTo>
                <a:lnTo>
                  <a:pt x="382038" y="95100"/>
                </a:lnTo>
                <a:lnTo>
                  <a:pt x="382038" y="97641"/>
                </a:lnTo>
                <a:lnTo>
                  <a:pt x="413144" y="97641"/>
                </a:lnTo>
                <a:lnTo>
                  <a:pt x="413144" y="95100"/>
                </a:lnTo>
                <a:lnTo>
                  <a:pt x="412720" y="95099"/>
                </a:lnTo>
                <a:lnTo>
                  <a:pt x="412309" y="95094"/>
                </a:lnTo>
                <a:lnTo>
                  <a:pt x="411910" y="95086"/>
                </a:lnTo>
                <a:lnTo>
                  <a:pt x="411523" y="95075"/>
                </a:lnTo>
                <a:lnTo>
                  <a:pt x="411148" y="95060"/>
                </a:lnTo>
                <a:lnTo>
                  <a:pt x="410785" y="95043"/>
                </a:lnTo>
                <a:lnTo>
                  <a:pt x="410434" y="95022"/>
                </a:lnTo>
                <a:lnTo>
                  <a:pt x="410096" y="94998"/>
                </a:lnTo>
                <a:lnTo>
                  <a:pt x="409769" y="94971"/>
                </a:lnTo>
                <a:lnTo>
                  <a:pt x="409454" y="94940"/>
                </a:lnTo>
                <a:lnTo>
                  <a:pt x="409151" y="94907"/>
                </a:lnTo>
                <a:lnTo>
                  <a:pt x="408861" y="94870"/>
                </a:lnTo>
                <a:lnTo>
                  <a:pt x="408582" y="94830"/>
                </a:lnTo>
                <a:lnTo>
                  <a:pt x="408315" y="94786"/>
                </a:lnTo>
                <a:lnTo>
                  <a:pt x="408061" y="94740"/>
                </a:lnTo>
                <a:lnTo>
                  <a:pt x="407818" y="94690"/>
                </a:lnTo>
                <a:lnTo>
                  <a:pt x="407588" y="94638"/>
                </a:lnTo>
                <a:lnTo>
                  <a:pt x="407369" y="94581"/>
                </a:lnTo>
                <a:lnTo>
                  <a:pt x="407163" y="94522"/>
                </a:lnTo>
                <a:lnTo>
                  <a:pt x="406968" y="94460"/>
                </a:lnTo>
                <a:lnTo>
                  <a:pt x="406786" y="94394"/>
                </a:lnTo>
                <a:lnTo>
                  <a:pt x="406616" y="94325"/>
                </a:lnTo>
                <a:lnTo>
                  <a:pt x="406458" y="94253"/>
                </a:lnTo>
                <a:lnTo>
                  <a:pt x="406311" y="94178"/>
                </a:lnTo>
                <a:lnTo>
                  <a:pt x="406172" y="94099"/>
                </a:lnTo>
                <a:lnTo>
                  <a:pt x="406036" y="94017"/>
                </a:lnTo>
                <a:lnTo>
                  <a:pt x="405902" y="93931"/>
                </a:lnTo>
                <a:lnTo>
                  <a:pt x="405771" y="93841"/>
                </a:lnTo>
                <a:lnTo>
                  <a:pt x="405642" y="93747"/>
                </a:lnTo>
                <a:lnTo>
                  <a:pt x="405515" y="93650"/>
                </a:lnTo>
                <a:lnTo>
                  <a:pt x="405391" y="93550"/>
                </a:lnTo>
                <a:lnTo>
                  <a:pt x="405270" y="93445"/>
                </a:lnTo>
                <a:lnTo>
                  <a:pt x="405151" y="93337"/>
                </a:lnTo>
                <a:lnTo>
                  <a:pt x="405035" y="93225"/>
                </a:lnTo>
                <a:lnTo>
                  <a:pt x="404921" y="93110"/>
                </a:lnTo>
                <a:lnTo>
                  <a:pt x="404809" y="92991"/>
                </a:lnTo>
                <a:lnTo>
                  <a:pt x="404700" y="92868"/>
                </a:lnTo>
                <a:lnTo>
                  <a:pt x="404594" y="92741"/>
                </a:lnTo>
                <a:lnTo>
                  <a:pt x="404490" y="92611"/>
                </a:lnTo>
                <a:lnTo>
                  <a:pt x="404389" y="92477"/>
                </a:lnTo>
                <a:lnTo>
                  <a:pt x="404290" y="92340"/>
                </a:lnTo>
                <a:lnTo>
                  <a:pt x="404194" y="92199"/>
                </a:lnTo>
                <a:lnTo>
                  <a:pt x="404100" y="92054"/>
                </a:lnTo>
                <a:lnTo>
                  <a:pt x="404008" y="91905"/>
                </a:lnTo>
                <a:lnTo>
                  <a:pt x="403919" y="91753"/>
                </a:lnTo>
                <a:lnTo>
                  <a:pt x="403833" y="91597"/>
                </a:lnTo>
                <a:lnTo>
                  <a:pt x="403749" y="91438"/>
                </a:lnTo>
                <a:lnTo>
                  <a:pt x="403668" y="91275"/>
                </a:lnTo>
                <a:lnTo>
                  <a:pt x="403606" y="91141"/>
                </a:lnTo>
                <a:lnTo>
                  <a:pt x="403547" y="90991"/>
                </a:lnTo>
                <a:lnTo>
                  <a:pt x="403491" y="90823"/>
                </a:lnTo>
                <a:lnTo>
                  <a:pt x="403437" y="90639"/>
                </a:lnTo>
                <a:lnTo>
                  <a:pt x="403386" y="90438"/>
                </a:lnTo>
                <a:lnTo>
                  <a:pt x="403337" y="90220"/>
                </a:lnTo>
                <a:lnTo>
                  <a:pt x="403291" y="89986"/>
                </a:lnTo>
                <a:lnTo>
                  <a:pt x="403248" y="89734"/>
                </a:lnTo>
                <a:lnTo>
                  <a:pt x="403208" y="89466"/>
                </a:lnTo>
                <a:lnTo>
                  <a:pt x="403169" y="89181"/>
                </a:lnTo>
                <a:lnTo>
                  <a:pt x="403134" y="88879"/>
                </a:lnTo>
                <a:lnTo>
                  <a:pt x="403101" y="88560"/>
                </a:lnTo>
                <a:lnTo>
                  <a:pt x="403071" y="88224"/>
                </a:lnTo>
                <a:lnTo>
                  <a:pt x="403044" y="87871"/>
                </a:lnTo>
                <a:lnTo>
                  <a:pt x="403019" y="87502"/>
                </a:lnTo>
                <a:lnTo>
                  <a:pt x="402996" y="87116"/>
                </a:lnTo>
                <a:lnTo>
                  <a:pt x="402977" y="86712"/>
                </a:lnTo>
                <a:lnTo>
                  <a:pt x="402960" y="86292"/>
                </a:lnTo>
                <a:lnTo>
                  <a:pt x="402945" y="85856"/>
                </a:lnTo>
                <a:lnTo>
                  <a:pt x="402933" y="85402"/>
                </a:lnTo>
                <a:lnTo>
                  <a:pt x="402924" y="84931"/>
                </a:lnTo>
                <a:lnTo>
                  <a:pt x="402918" y="84444"/>
                </a:lnTo>
                <a:lnTo>
                  <a:pt x="402914" y="83940"/>
                </a:lnTo>
                <a:lnTo>
                  <a:pt x="402912" y="83419"/>
                </a:lnTo>
                <a:lnTo>
                  <a:pt x="402912" y="50423"/>
                </a:lnTo>
                <a:lnTo>
                  <a:pt x="403588" y="49699"/>
                </a:lnTo>
                <a:lnTo>
                  <a:pt x="404263" y="49005"/>
                </a:lnTo>
                <a:lnTo>
                  <a:pt x="404939" y="48342"/>
                </a:lnTo>
                <a:lnTo>
                  <a:pt x="405615" y="47710"/>
                </a:lnTo>
                <a:lnTo>
                  <a:pt x="406291" y="47108"/>
                </a:lnTo>
                <a:lnTo>
                  <a:pt x="406968" y="46538"/>
                </a:lnTo>
                <a:lnTo>
                  <a:pt x="407645" y="45998"/>
                </a:lnTo>
                <a:lnTo>
                  <a:pt x="408322" y="45489"/>
                </a:lnTo>
                <a:lnTo>
                  <a:pt x="408999" y="45011"/>
                </a:lnTo>
                <a:lnTo>
                  <a:pt x="409676" y="44564"/>
                </a:lnTo>
                <a:lnTo>
                  <a:pt x="410354" y="44148"/>
                </a:lnTo>
                <a:lnTo>
                  <a:pt x="411032" y="43762"/>
                </a:lnTo>
                <a:lnTo>
                  <a:pt x="411710" y="43408"/>
                </a:lnTo>
                <a:lnTo>
                  <a:pt x="412389" y="43084"/>
                </a:lnTo>
                <a:lnTo>
                  <a:pt x="413067" y="42791"/>
                </a:lnTo>
                <a:lnTo>
                  <a:pt x="413746" y="42529"/>
                </a:lnTo>
                <a:lnTo>
                  <a:pt x="414425" y="42298"/>
                </a:lnTo>
                <a:lnTo>
                  <a:pt x="415105" y="42097"/>
                </a:lnTo>
                <a:lnTo>
                  <a:pt x="415784" y="41928"/>
                </a:lnTo>
                <a:lnTo>
                  <a:pt x="416464" y="41789"/>
                </a:lnTo>
                <a:lnTo>
                  <a:pt x="417144" y="41681"/>
                </a:lnTo>
                <a:lnTo>
                  <a:pt x="417825" y="41604"/>
                </a:lnTo>
                <a:lnTo>
                  <a:pt x="418505" y="41557"/>
                </a:lnTo>
                <a:lnTo>
                  <a:pt x="419186" y="41542"/>
                </a:lnTo>
                <a:lnTo>
                  <a:pt x="419621" y="41549"/>
                </a:lnTo>
                <a:lnTo>
                  <a:pt x="420046" y="41569"/>
                </a:lnTo>
                <a:lnTo>
                  <a:pt x="420460" y="41602"/>
                </a:lnTo>
                <a:lnTo>
                  <a:pt x="420864" y="41649"/>
                </a:lnTo>
                <a:lnTo>
                  <a:pt x="421256" y="41710"/>
                </a:lnTo>
                <a:lnTo>
                  <a:pt x="421639" y="41783"/>
                </a:lnTo>
                <a:lnTo>
                  <a:pt x="422010" y="41870"/>
                </a:lnTo>
                <a:lnTo>
                  <a:pt x="422371" y="41971"/>
                </a:lnTo>
                <a:lnTo>
                  <a:pt x="422722" y="42085"/>
                </a:lnTo>
                <a:lnTo>
                  <a:pt x="423062" y="42212"/>
                </a:lnTo>
                <a:lnTo>
                  <a:pt x="423391" y="42353"/>
                </a:lnTo>
                <a:lnTo>
                  <a:pt x="423709" y="42507"/>
                </a:lnTo>
                <a:lnTo>
                  <a:pt x="424017" y="42675"/>
                </a:lnTo>
                <a:lnTo>
                  <a:pt x="424315" y="42856"/>
                </a:lnTo>
                <a:lnTo>
                  <a:pt x="424601" y="43050"/>
                </a:lnTo>
                <a:lnTo>
                  <a:pt x="424878" y="43258"/>
                </a:lnTo>
                <a:lnTo>
                  <a:pt x="425143" y="43479"/>
                </a:lnTo>
                <a:lnTo>
                  <a:pt x="425398" y="43713"/>
                </a:lnTo>
                <a:lnTo>
                  <a:pt x="425642" y="43961"/>
                </a:lnTo>
                <a:lnTo>
                  <a:pt x="425876" y="44223"/>
                </a:lnTo>
                <a:lnTo>
                  <a:pt x="426099" y="44498"/>
                </a:lnTo>
                <a:lnTo>
                  <a:pt x="426312" y="44786"/>
                </a:lnTo>
                <a:lnTo>
                  <a:pt x="426514" y="45087"/>
                </a:lnTo>
                <a:lnTo>
                  <a:pt x="426705" y="45402"/>
                </a:lnTo>
                <a:lnTo>
                  <a:pt x="426887" y="45732"/>
                </a:lnTo>
                <a:lnTo>
                  <a:pt x="427061" y="46078"/>
                </a:lnTo>
                <a:lnTo>
                  <a:pt x="427228" y="46440"/>
                </a:lnTo>
                <a:lnTo>
                  <a:pt x="427387" y="46819"/>
                </a:lnTo>
                <a:lnTo>
                  <a:pt x="427538" y="47214"/>
                </a:lnTo>
                <a:lnTo>
                  <a:pt x="427681" y="47625"/>
                </a:lnTo>
                <a:lnTo>
                  <a:pt x="427817" y="48052"/>
                </a:lnTo>
                <a:lnTo>
                  <a:pt x="427945" y="48496"/>
                </a:lnTo>
                <a:lnTo>
                  <a:pt x="428065" y="48955"/>
                </a:lnTo>
                <a:lnTo>
                  <a:pt x="428177" y="49431"/>
                </a:lnTo>
                <a:lnTo>
                  <a:pt x="428282" y="49924"/>
                </a:lnTo>
                <a:lnTo>
                  <a:pt x="428379" y="50432"/>
                </a:lnTo>
                <a:lnTo>
                  <a:pt x="428468" y="50957"/>
                </a:lnTo>
                <a:lnTo>
                  <a:pt x="428549" y="51498"/>
                </a:lnTo>
                <a:lnTo>
                  <a:pt x="428623" y="52055"/>
                </a:lnTo>
                <a:lnTo>
                  <a:pt x="428689" y="52628"/>
                </a:lnTo>
                <a:lnTo>
                  <a:pt x="428747" y="53218"/>
                </a:lnTo>
                <a:lnTo>
                  <a:pt x="428797" y="53824"/>
                </a:lnTo>
                <a:lnTo>
                  <a:pt x="428840" y="54446"/>
                </a:lnTo>
                <a:lnTo>
                  <a:pt x="428875" y="55084"/>
                </a:lnTo>
                <a:lnTo>
                  <a:pt x="428902" y="55739"/>
                </a:lnTo>
                <a:lnTo>
                  <a:pt x="428921" y="56410"/>
                </a:lnTo>
                <a:lnTo>
                  <a:pt x="428933" y="57097"/>
                </a:lnTo>
                <a:lnTo>
                  <a:pt x="428937" y="57801"/>
                </a:lnTo>
                <a:lnTo>
                  <a:pt x="428937" y="83419"/>
                </a:lnTo>
                <a:lnTo>
                  <a:pt x="428936" y="83861"/>
                </a:lnTo>
                <a:lnTo>
                  <a:pt x="428935" y="84288"/>
                </a:lnTo>
                <a:lnTo>
                  <a:pt x="428932" y="84700"/>
                </a:lnTo>
                <a:lnTo>
                  <a:pt x="428929" y="85096"/>
                </a:lnTo>
                <a:lnTo>
                  <a:pt x="428925" y="85478"/>
                </a:lnTo>
                <a:lnTo>
                  <a:pt x="428919" y="85844"/>
                </a:lnTo>
                <a:lnTo>
                  <a:pt x="428913" y="86195"/>
                </a:lnTo>
                <a:lnTo>
                  <a:pt x="428906" y="86531"/>
                </a:lnTo>
                <a:lnTo>
                  <a:pt x="428898" y="86852"/>
                </a:lnTo>
                <a:lnTo>
                  <a:pt x="428889" y="87157"/>
                </a:lnTo>
                <a:lnTo>
                  <a:pt x="428879" y="87448"/>
                </a:lnTo>
                <a:lnTo>
                  <a:pt x="428868" y="87723"/>
                </a:lnTo>
                <a:lnTo>
                  <a:pt x="428856" y="87983"/>
                </a:lnTo>
                <a:lnTo>
                  <a:pt x="428843" y="88228"/>
                </a:lnTo>
                <a:lnTo>
                  <a:pt x="428829" y="88457"/>
                </a:lnTo>
                <a:lnTo>
                  <a:pt x="428814" y="88672"/>
                </a:lnTo>
                <a:lnTo>
                  <a:pt x="428799" y="88871"/>
                </a:lnTo>
                <a:lnTo>
                  <a:pt x="428782" y="89055"/>
                </a:lnTo>
                <a:lnTo>
                  <a:pt x="428764" y="89224"/>
                </a:lnTo>
                <a:lnTo>
                  <a:pt x="428746" y="89378"/>
                </a:lnTo>
                <a:lnTo>
                  <a:pt x="428726" y="89516"/>
                </a:lnTo>
                <a:lnTo>
                  <a:pt x="428706" y="89640"/>
                </a:lnTo>
                <a:lnTo>
                  <a:pt x="428684" y="89748"/>
                </a:lnTo>
                <a:lnTo>
                  <a:pt x="428662" y="89841"/>
                </a:lnTo>
                <a:lnTo>
                  <a:pt x="428603" y="90055"/>
                </a:lnTo>
                <a:lnTo>
                  <a:pt x="428540" y="90265"/>
                </a:lnTo>
                <a:lnTo>
                  <a:pt x="428474" y="90470"/>
                </a:lnTo>
                <a:lnTo>
                  <a:pt x="428403" y="90671"/>
                </a:lnTo>
                <a:lnTo>
                  <a:pt x="428330" y="90867"/>
                </a:lnTo>
                <a:lnTo>
                  <a:pt x="428252" y="91059"/>
                </a:lnTo>
                <a:lnTo>
                  <a:pt x="428171" y="91247"/>
                </a:lnTo>
                <a:lnTo>
                  <a:pt x="428086" y="91430"/>
                </a:lnTo>
                <a:lnTo>
                  <a:pt x="427997" y="91609"/>
                </a:lnTo>
                <a:lnTo>
                  <a:pt x="427905" y="91784"/>
                </a:lnTo>
                <a:lnTo>
                  <a:pt x="427809" y="91954"/>
                </a:lnTo>
                <a:lnTo>
                  <a:pt x="427709" y="92120"/>
                </a:lnTo>
                <a:lnTo>
                  <a:pt x="427606" y="92281"/>
                </a:lnTo>
                <a:lnTo>
                  <a:pt x="427499" y="92438"/>
                </a:lnTo>
                <a:lnTo>
                  <a:pt x="427388" y="92591"/>
                </a:lnTo>
                <a:lnTo>
                  <a:pt x="427273" y="92739"/>
                </a:lnTo>
                <a:lnTo>
                  <a:pt x="427155" y="92883"/>
                </a:lnTo>
                <a:lnTo>
                  <a:pt x="427033" y="93023"/>
                </a:lnTo>
                <a:lnTo>
                  <a:pt x="426908" y="93158"/>
                </a:lnTo>
                <a:lnTo>
                  <a:pt x="426778" y="93289"/>
                </a:lnTo>
                <a:lnTo>
                  <a:pt x="426645" y="93415"/>
                </a:lnTo>
                <a:lnTo>
                  <a:pt x="426509" y="93537"/>
                </a:lnTo>
                <a:lnTo>
                  <a:pt x="426368" y="93655"/>
                </a:lnTo>
                <a:lnTo>
                  <a:pt x="426224" y="93768"/>
                </a:lnTo>
                <a:lnTo>
                  <a:pt x="426074" y="93877"/>
                </a:lnTo>
                <a:lnTo>
                  <a:pt x="425914" y="93981"/>
                </a:lnTo>
                <a:lnTo>
                  <a:pt x="425745" y="94080"/>
                </a:lnTo>
                <a:lnTo>
                  <a:pt x="425567" y="94175"/>
                </a:lnTo>
                <a:lnTo>
                  <a:pt x="425380" y="94265"/>
                </a:lnTo>
                <a:lnTo>
                  <a:pt x="425184" y="94351"/>
                </a:lnTo>
                <a:lnTo>
                  <a:pt x="424978" y="94432"/>
                </a:lnTo>
                <a:lnTo>
                  <a:pt x="424763" y="94508"/>
                </a:lnTo>
                <a:lnTo>
                  <a:pt x="424539" y="94580"/>
                </a:lnTo>
                <a:lnTo>
                  <a:pt x="424306" y="94647"/>
                </a:lnTo>
                <a:lnTo>
                  <a:pt x="424064" y="94709"/>
                </a:lnTo>
                <a:lnTo>
                  <a:pt x="423812" y="94767"/>
                </a:lnTo>
                <a:lnTo>
                  <a:pt x="423552" y="94821"/>
                </a:lnTo>
                <a:lnTo>
                  <a:pt x="423282" y="94869"/>
                </a:lnTo>
                <a:lnTo>
                  <a:pt x="423003" y="94913"/>
                </a:lnTo>
                <a:lnTo>
                  <a:pt x="422715" y="94952"/>
                </a:lnTo>
                <a:lnTo>
                  <a:pt x="422417" y="94987"/>
                </a:lnTo>
                <a:lnTo>
                  <a:pt x="422111" y="95017"/>
                </a:lnTo>
                <a:lnTo>
                  <a:pt x="421795" y="95043"/>
                </a:lnTo>
                <a:lnTo>
                  <a:pt x="421470" y="95063"/>
                </a:lnTo>
                <a:lnTo>
                  <a:pt x="421136" y="95080"/>
                </a:lnTo>
                <a:lnTo>
                  <a:pt x="420793" y="95091"/>
                </a:lnTo>
                <a:lnTo>
                  <a:pt x="420440" y="95098"/>
                </a:lnTo>
                <a:lnTo>
                  <a:pt x="420079" y="95100"/>
                </a:lnTo>
                <a:lnTo>
                  <a:pt x="418774" y="95100"/>
                </a:lnTo>
                <a:lnTo>
                  <a:pt x="418774" y="97641"/>
                </a:lnTo>
                <a:lnTo>
                  <a:pt x="449879" y="97641"/>
                </a:lnTo>
                <a:lnTo>
                  <a:pt x="449879" y="95100"/>
                </a:lnTo>
                <a:lnTo>
                  <a:pt x="449507" y="95099"/>
                </a:lnTo>
                <a:lnTo>
                  <a:pt x="449144" y="95094"/>
                </a:lnTo>
                <a:lnTo>
                  <a:pt x="448791" y="95085"/>
                </a:lnTo>
                <a:lnTo>
                  <a:pt x="448448" y="95074"/>
                </a:lnTo>
                <a:lnTo>
                  <a:pt x="448115" y="95059"/>
                </a:lnTo>
                <a:lnTo>
                  <a:pt x="447791" y="95041"/>
                </a:lnTo>
                <a:lnTo>
                  <a:pt x="447478" y="95019"/>
                </a:lnTo>
                <a:lnTo>
                  <a:pt x="447175" y="94994"/>
                </a:lnTo>
                <a:lnTo>
                  <a:pt x="446881" y="94966"/>
                </a:lnTo>
                <a:lnTo>
                  <a:pt x="446597" y="94934"/>
                </a:lnTo>
                <a:lnTo>
                  <a:pt x="446324" y="94899"/>
                </a:lnTo>
                <a:lnTo>
                  <a:pt x="446060" y="94861"/>
                </a:lnTo>
                <a:lnTo>
                  <a:pt x="445806" y="94819"/>
                </a:lnTo>
                <a:lnTo>
                  <a:pt x="445562" y="94774"/>
                </a:lnTo>
                <a:lnTo>
                  <a:pt x="445328" y="94726"/>
                </a:lnTo>
                <a:lnTo>
                  <a:pt x="445103" y="94674"/>
                </a:lnTo>
                <a:lnTo>
                  <a:pt x="444889" y="94619"/>
                </a:lnTo>
                <a:lnTo>
                  <a:pt x="444684" y="94561"/>
                </a:lnTo>
                <a:lnTo>
                  <a:pt x="444490" y="94499"/>
                </a:lnTo>
                <a:lnTo>
                  <a:pt x="444305" y="94434"/>
                </a:lnTo>
                <a:lnTo>
                  <a:pt x="444130" y="94366"/>
                </a:lnTo>
                <a:lnTo>
                  <a:pt x="443965" y="94294"/>
                </a:lnTo>
                <a:lnTo>
                  <a:pt x="443810" y="94220"/>
                </a:lnTo>
                <a:lnTo>
                  <a:pt x="443665" y="94141"/>
                </a:lnTo>
                <a:lnTo>
                  <a:pt x="443527" y="94060"/>
                </a:lnTo>
                <a:lnTo>
                  <a:pt x="443391" y="93976"/>
                </a:lnTo>
                <a:lnTo>
                  <a:pt x="443259" y="93890"/>
                </a:lnTo>
                <a:lnTo>
                  <a:pt x="443130" y="93801"/>
                </a:lnTo>
                <a:lnTo>
                  <a:pt x="443004" y="93709"/>
                </a:lnTo>
                <a:lnTo>
                  <a:pt x="442882" y="93615"/>
                </a:lnTo>
                <a:lnTo>
                  <a:pt x="442763" y="93518"/>
                </a:lnTo>
                <a:lnTo>
                  <a:pt x="442647" y="93418"/>
                </a:lnTo>
                <a:lnTo>
                  <a:pt x="442534" y="93316"/>
                </a:lnTo>
                <a:lnTo>
                  <a:pt x="442424" y="93211"/>
                </a:lnTo>
                <a:lnTo>
                  <a:pt x="442318" y="93104"/>
                </a:lnTo>
                <a:lnTo>
                  <a:pt x="442215" y="92994"/>
                </a:lnTo>
                <a:lnTo>
                  <a:pt x="442115" y="92881"/>
                </a:lnTo>
                <a:lnTo>
                  <a:pt x="442018" y="92766"/>
                </a:lnTo>
                <a:lnTo>
                  <a:pt x="441924" y="92648"/>
                </a:lnTo>
                <a:lnTo>
                  <a:pt x="441834" y="92528"/>
                </a:lnTo>
                <a:lnTo>
                  <a:pt x="441747" y="92405"/>
                </a:lnTo>
                <a:lnTo>
                  <a:pt x="441663" y="92279"/>
                </a:lnTo>
                <a:lnTo>
                  <a:pt x="441582" y="92151"/>
                </a:lnTo>
                <a:lnTo>
                  <a:pt x="441505" y="92020"/>
                </a:lnTo>
                <a:lnTo>
                  <a:pt x="441431" y="91886"/>
                </a:lnTo>
                <a:lnTo>
                  <a:pt x="441360" y="91750"/>
                </a:lnTo>
                <a:lnTo>
                  <a:pt x="441292" y="91611"/>
                </a:lnTo>
                <a:lnTo>
                  <a:pt x="441228" y="91470"/>
                </a:lnTo>
                <a:lnTo>
                  <a:pt x="441149" y="91286"/>
                </a:lnTo>
                <a:lnTo>
                  <a:pt x="441074" y="91089"/>
                </a:lnTo>
                <a:lnTo>
                  <a:pt x="441002" y="90879"/>
                </a:lnTo>
                <a:lnTo>
                  <a:pt x="440934" y="90655"/>
                </a:lnTo>
                <a:lnTo>
                  <a:pt x="440869" y="90418"/>
                </a:lnTo>
                <a:lnTo>
                  <a:pt x="440807" y="90168"/>
                </a:lnTo>
                <a:lnTo>
                  <a:pt x="440749" y="89904"/>
                </a:lnTo>
                <a:lnTo>
                  <a:pt x="440693" y="89627"/>
                </a:lnTo>
                <a:lnTo>
                  <a:pt x="440642" y="89337"/>
                </a:lnTo>
                <a:lnTo>
                  <a:pt x="440593" y="89033"/>
                </a:lnTo>
                <a:lnTo>
                  <a:pt x="440548" y="88717"/>
                </a:lnTo>
                <a:lnTo>
                  <a:pt x="440507" y="88386"/>
                </a:lnTo>
                <a:lnTo>
                  <a:pt x="440468" y="88043"/>
                </a:lnTo>
                <a:lnTo>
                  <a:pt x="440433" y="87686"/>
                </a:lnTo>
                <a:lnTo>
                  <a:pt x="440401" y="87316"/>
                </a:lnTo>
                <a:lnTo>
                  <a:pt x="440373" y="86932"/>
                </a:lnTo>
                <a:lnTo>
                  <a:pt x="440348" y="86535"/>
                </a:lnTo>
                <a:lnTo>
                  <a:pt x="440326" y="86125"/>
                </a:lnTo>
                <a:lnTo>
                  <a:pt x="440308" y="85702"/>
                </a:lnTo>
                <a:lnTo>
                  <a:pt x="440293" y="85265"/>
                </a:lnTo>
                <a:lnTo>
                  <a:pt x="440281" y="84815"/>
                </a:lnTo>
                <a:lnTo>
                  <a:pt x="440273" y="84351"/>
                </a:lnTo>
                <a:lnTo>
                  <a:pt x="440268" y="83875"/>
                </a:lnTo>
                <a:lnTo>
                  <a:pt x="440266" y="83385"/>
                </a:lnTo>
                <a:lnTo>
                  <a:pt x="440266" y="56597"/>
                </a:lnTo>
                <a:lnTo>
                  <a:pt x="440264" y="55896"/>
                </a:lnTo>
                <a:lnTo>
                  <a:pt x="440256" y="55211"/>
                </a:lnTo>
                <a:lnTo>
                  <a:pt x="440243" y="54541"/>
                </a:lnTo>
                <a:lnTo>
                  <a:pt x="440224" y="53886"/>
                </a:lnTo>
                <a:lnTo>
                  <a:pt x="440201" y="53247"/>
                </a:lnTo>
                <a:lnTo>
                  <a:pt x="440172" y="52622"/>
                </a:lnTo>
                <a:lnTo>
                  <a:pt x="440138" y="52013"/>
                </a:lnTo>
                <a:lnTo>
                  <a:pt x="440098" y="51420"/>
                </a:lnTo>
                <a:lnTo>
                  <a:pt x="440054" y="50841"/>
                </a:lnTo>
                <a:lnTo>
                  <a:pt x="440004" y="50278"/>
                </a:lnTo>
                <a:lnTo>
                  <a:pt x="439949" y="49729"/>
                </a:lnTo>
                <a:lnTo>
                  <a:pt x="439889" y="49197"/>
                </a:lnTo>
                <a:lnTo>
                  <a:pt x="439823" y="48679"/>
                </a:lnTo>
                <a:lnTo>
                  <a:pt x="439752" y="48177"/>
                </a:lnTo>
                <a:lnTo>
                  <a:pt x="439676" y="47689"/>
                </a:lnTo>
                <a:lnTo>
                  <a:pt x="439595" y="47217"/>
                </a:lnTo>
                <a:lnTo>
                  <a:pt x="439508" y="46761"/>
                </a:lnTo>
                <a:lnTo>
                  <a:pt x="439417" y="46319"/>
                </a:lnTo>
                <a:lnTo>
                  <a:pt x="439319" y="45893"/>
                </a:lnTo>
                <a:lnTo>
                  <a:pt x="439217" y="45482"/>
                </a:lnTo>
                <a:lnTo>
                  <a:pt x="439110" y="45086"/>
                </a:lnTo>
                <a:lnTo>
                  <a:pt x="438997" y="44706"/>
                </a:lnTo>
                <a:lnTo>
                  <a:pt x="438879" y="44340"/>
                </a:lnTo>
                <a:lnTo>
                  <a:pt x="438756" y="43990"/>
                </a:lnTo>
                <a:lnTo>
                  <a:pt x="438570" y="43505"/>
                </a:lnTo>
                <a:lnTo>
                  <a:pt x="438379" y="43031"/>
                </a:lnTo>
                <a:lnTo>
                  <a:pt x="438183" y="42569"/>
                </a:lnTo>
                <a:lnTo>
                  <a:pt x="437981" y="42119"/>
                </a:lnTo>
                <a:lnTo>
                  <a:pt x="437775" y="41680"/>
                </a:lnTo>
                <a:lnTo>
                  <a:pt x="437563" y="41252"/>
                </a:lnTo>
                <a:lnTo>
                  <a:pt x="437345" y="40836"/>
                </a:lnTo>
                <a:lnTo>
                  <a:pt x="437123" y="40432"/>
                </a:lnTo>
                <a:lnTo>
                  <a:pt x="436895" y="40039"/>
                </a:lnTo>
                <a:lnTo>
                  <a:pt x="436662" y="39657"/>
                </a:lnTo>
                <a:lnTo>
                  <a:pt x="436424" y="39287"/>
                </a:lnTo>
                <a:lnTo>
                  <a:pt x="436181" y="38929"/>
                </a:lnTo>
                <a:lnTo>
                  <a:pt x="435932" y="38582"/>
                </a:lnTo>
                <a:lnTo>
                  <a:pt x="435678" y="38247"/>
                </a:lnTo>
                <a:lnTo>
                  <a:pt x="435419" y="37923"/>
                </a:lnTo>
                <a:lnTo>
                  <a:pt x="435155" y="37611"/>
                </a:lnTo>
                <a:lnTo>
                  <a:pt x="434885" y="37311"/>
                </a:lnTo>
                <a:lnTo>
                  <a:pt x="434610" y="37022"/>
                </a:lnTo>
                <a:lnTo>
                  <a:pt x="434330" y="36744"/>
                </a:lnTo>
                <a:lnTo>
                  <a:pt x="434044" y="36478"/>
                </a:lnTo>
                <a:lnTo>
                  <a:pt x="433754" y="36224"/>
                </a:lnTo>
                <a:lnTo>
                  <a:pt x="433458" y="35981"/>
                </a:lnTo>
                <a:lnTo>
                  <a:pt x="433157" y="35749"/>
                </a:lnTo>
                <a:lnTo>
                  <a:pt x="432850" y="35530"/>
                </a:lnTo>
                <a:lnTo>
                  <a:pt x="432539" y="35320"/>
                </a:lnTo>
                <a:lnTo>
                  <a:pt x="432222" y="35119"/>
                </a:lnTo>
                <a:lnTo>
                  <a:pt x="431901" y="34927"/>
                </a:lnTo>
                <a:lnTo>
                  <a:pt x="431574" y="34744"/>
                </a:lnTo>
                <a:lnTo>
                  <a:pt x="431243" y="34570"/>
                </a:lnTo>
                <a:lnTo>
                  <a:pt x="430906" y="34405"/>
                </a:lnTo>
                <a:lnTo>
                  <a:pt x="430565" y="34249"/>
                </a:lnTo>
                <a:lnTo>
                  <a:pt x="430218" y="34102"/>
                </a:lnTo>
                <a:lnTo>
                  <a:pt x="429867" y="33963"/>
                </a:lnTo>
                <a:lnTo>
                  <a:pt x="429510" y="33834"/>
                </a:lnTo>
                <a:lnTo>
                  <a:pt x="429149" y="33713"/>
                </a:lnTo>
                <a:lnTo>
                  <a:pt x="428782" y="33602"/>
                </a:lnTo>
                <a:lnTo>
                  <a:pt x="428410" y="33499"/>
                </a:lnTo>
                <a:lnTo>
                  <a:pt x="428034" y="33405"/>
                </a:lnTo>
                <a:lnTo>
                  <a:pt x="427652" y="33320"/>
                </a:lnTo>
                <a:lnTo>
                  <a:pt x="427266" y="33245"/>
                </a:lnTo>
                <a:lnTo>
                  <a:pt x="426874" y="33178"/>
                </a:lnTo>
                <a:lnTo>
                  <a:pt x="426477" y="33120"/>
                </a:lnTo>
                <a:lnTo>
                  <a:pt x="426076" y="33071"/>
                </a:lnTo>
                <a:lnTo>
                  <a:pt x="425669" y="33030"/>
                </a:lnTo>
                <a:lnTo>
                  <a:pt x="425258" y="32999"/>
                </a:lnTo>
                <a:lnTo>
                  <a:pt x="424841" y="32977"/>
                </a:lnTo>
                <a:lnTo>
                  <a:pt x="424419" y="32963"/>
                </a:lnTo>
                <a:lnTo>
                  <a:pt x="423993" y="32959"/>
                </a:lnTo>
                <a:lnTo>
                  <a:pt x="423155" y="32982"/>
                </a:lnTo>
                <a:lnTo>
                  <a:pt x="422315" y="33052"/>
                </a:lnTo>
                <a:lnTo>
                  <a:pt x="421470" y="33167"/>
                </a:lnTo>
                <a:lnTo>
                  <a:pt x="420622" y="33329"/>
                </a:lnTo>
                <a:lnTo>
                  <a:pt x="419771" y="33537"/>
                </a:lnTo>
                <a:lnTo>
                  <a:pt x="418916" y="33792"/>
                </a:lnTo>
                <a:lnTo>
                  <a:pt x="418057" y="34092"/>
                </a:lnTo>
                <a:lnTo>
                  <a:pt x="417195" y="34439"/>
                </a:lnTo>
                <a:lnTo>
                  <a:pt x="416329" y="34832"/>
                </a:lnTo>
                <a:lnTo>
                  <a:pt x="415460" y="35272"/>
                </a:lnTo>
                <a:lnTo>
                  <a:pt x="414587" y="35757"/>
                </a:lnTo>
                <a:lnTo>
                  <a:pt x="413710" y="36289"/>
                </a:lnTo>
                <a:lnTo>
                  <a:pt x="412830" y="36867"/>
                </a:lnTo>
                <a:lnTo>
                  <a:pt x="411946" y="37492"/>
                </a:lnTo>
                <a:lnTo>
                  <a:pt x="411059" y="38162"/>
                </a:lnTo>
                <a:lnTo>
                  <a:pt x="410168" y="38879"/>
                </a:lnTo>
                <a:lnTo>
                  <a:pt x="409274" y="39643"/>
                </a:lnTo>
                <a:lnTo>
                  <a:pt x="408376" y="40452"/>
                </a:lnTo>
                <a:lnTo>
                  <a:pt x="407474" y="41308"/>
                </a:lnTo>
                <a:lnTo>
                  <a:pt x="406569" y="42210"/>
                </a:lnTo>
                <a:lnTo>
                  <a:pt x="405660" y="43158"/>
                </a:lnTo>
                <a:lnTo>
                  <a:pt x="404748" y="44152"/>
                </a:lnTo>
                <a:lnTo>
                  <a:pt x="403832" y="45193"/>
                </a:lnTo>
                <a:lnTo>
                  <a:pt x="402912" y="46280"/>
                </a:lnTo>
                <a:lnTo>
                  <a:pt x="402912" y="32959"/>
                </a:lnTo>
                <a:lnTo>
                  <a:pt x="399960" y="32959"/>
                </a:lnTo>
                <a:lnTo>
                  <a:pt x="381008" y="40632"/>
                </a:lnTo>
                <a:lnTo>
                  <a:pt x="382038" y="43100"/>
                </a:lnTo>
                <a:lnTo>
                  <a:pt x="382260" y="43016"/>
                </a:lnTo>
                <a:close/>
                <a:moveTo>
                  <a:pt x="577395" y="42936"/>
                </a:moveTo>
                <a:lnTo>
                  <a:pt x="577613" y="42859"/>
                </a:lnTo>
                <a:lnTo>
                  <a:pt x="577830" y="42786"/>
                </a:lnTo>
                <a:lnTo>
                  <a:pt x="578044" y="42716"/>
                </a:lnTo>
                <a:lnTo>
                  <a:pt x="578257" y="42650"/>
                </a:lnTo>
                <a:lnTo>
                  <a:pt x="578468" y="42588"/>
                </a:lnTo>
                <a:lnTo>
                  <a:pt x="578677" y="42529"/>
                </a:lnTo>
                <a:lnTo>
                  <a:pt x="578884" y="42474"/>
                </a:lnTo>
                <a:lnTo>
                  <a:pt x="579089" y="42422"/>
                </a:lnTo>
                <a:lnTo>
                  <a:pt x="579292" y="42374"/>
                </a:lnTo>
                <a:lnTo>
                  <a:pt x="579493" y="42329"/>
                </a:lnTo>
                <a:lnTo>
                  <a:pt x="579692" y="42288"/>
                </a:lnTo>
                <a:lnTo>
                  <a:pt x="579890" y="42251"/>
                </a:lnTo>
                <a:lnTo>
                  <a:pt x="580085" y="42217"/>
                </a:lnTo>
                <a:lnTo>
                  <a:pt x="580279" y="42186"/>
                </a:lnTo>
                <a:lnTo>
                  <a:pt x="580471" y="42160"/>
                </a:lnTo>
                <a:lnTo>
                  <a:pt x="580660" y="42136"/>
                </a:lnTo>
                <a:lnTo>
                  <a:pt x="580848" y="42117"/>
                </a:lnTo>
                <a:lnTo>
                  <a:pt x="581034" y="42101"/>
                </a:lnTo>
                <a:lnTo>
                  <a:pt x="581218" y="42088"/>
                </a:lnTo>
                <a:lnTo>
                  <a:pt x="581400" y="42079"/>
                </a:lnTo>
                <a:lnTo>
                  <a:pt x="581581" y="42074"/>
                </a:lnTo>
                <a:lnTo>
                  <a:pt x="581759" y="42072"/>
                </a:lnTo>
                <a:lnTo>
                  <a:pt x="581907" y="42074"/>
                </a:lnTo>
                <a:lnTo>
                  <a:pt x="582053" y="42079"/>
                </a:lnTo>
                <a:lnTo>
                  <a:pt x="582196" y="42087"/>
                </a:lnTo>
                <a:lnTo>
                  <a:pt x="582338" y="42099"/>
                </a:lnTo>
                <a:lnTo>
                  <a:pt x="582478" y="42114"/>
                </a:lnTo>
                <a:lnTo>
                  <a:pt x="582615" y="42132"/>
                </a:lnTo>
                <a:lnTo>
                  <a:pt x="582751" y="42154"/>
                </a:lnTo>
                <a:lnTo>
                  <a:pt x="582884" y="42179"/>
                </a:lnTo>
                <a:lnTo>
                  <a:pt x="583016" y="42207"/>
                </a:lnTo>
                <a:lnTo>
                  <a:pt x="583145" y="42239"/>
                </a:lnTo>
                <a:lnTo>
                  <a:pt x="583273" y="42274"/>
                </a:lnTo>
                <a:lnTo>
                  <a:pt x="583398" y="42312"/>
                </a:lnTo>
                <a:lnTo>
                  <a:pt x="583522" y="42354"/>
                </a:lnTo>
                <a:lnTo>
                  <a:pt x="583643" y="42398"/>
                </a:lnTo>
                <a:lnTo>
                  <a:pt x="583763" y="42447"/>
                </a:lnTo>
                <a:lnTo>
                  <a:pt x="583880" y="42498"/>
                </a:lnTo>
                <a:lnTo>
                  <a:pt x="583995" y="42553"/>
                </a:lnTo>
                <a:lnTo>
                  <a:pt x="584109" y="42612"/>
                </a:lnTo>
                <a:lnTo>
                  <a:pt x="584220" y="42673"/>
                </a:lnTo>
                <a:lnTo>
                  <a:pt x="584329" y="42738"/>
                </a:lnTo>
                <a:lnTo>
                  <a:pt x="584436" y="42806"/>
                </a:lnTo>
                <a:lnTo>
                  <a:pt x="584542" y="42878"/>
                </a:lnTo>
                <a:lnTo>
                  <a:pt x="584645" y="42953"/>
                </a:lnTo>
                <a:lnTo>
                  <a:pt x="584746" y="43031"/>
                </a:lnTo>
                <a:lnTo>
                  <a:pt x="584845" y="43113"/>
                </a:lnTo>
                <a:lnTo>
                  <a:pt x="584941" y="43199"/>
                </a:lnTo>
                <a:lnTo>
                  <a:pt x="585035" y="43289"/>
                </a:lnTo>
                <a:lnTo>
                  <a:pt x="585126" y="43382"/>
                </a:lnTo>
                <a:lnTo>
                  <a:pt x="585214" y="43480"/>
                </a:lnTo>
                <a:lnTo>
                  <a:pt x="585300" y="43581"/>
                </a:lnTo>
                <a:lnTo>
                  <a:pt x="585383" y="43687"/>
                </a:lnTo>
                <a:lnTo>
                  <a:pt x="585463" y="43796"/>
                </a:lnTo>
                <a:lnTo>
                  <a:pt x="585541" y="43910"/>
                </a:lnTo>
                <a:lnTo>
                  <a:pt x="585616" y="44027"/>
                </a:lnTo>
                <a:lnTo>
                  <a:pt x="585689" y="44148"/>
                </a:lnTo>
                <a:lnTo>
                  <a:pt x="585759" y="44273"/>
                </a:lnTo>
                <a:lnTo>
                  <a:pt x="585826" y="44402"/>
                </a:lnTo>
                <a:lnTo>
                  <a:pt x="585891" y="44535"/>
                </a:lnTo>
                <a:lnTo>
                  <a:pt x="585953" y="44672"/>
                </a:lnTo>
                <a:lnTo>
                  <a:pt x="586012" y="44813"/>
                </a:lnTo>
                <a:lnTo>
                  <a:pt x="586069" y="44957"/>
                </a:lnTo>
                <a:lnTo>
                  <a:pt x="586124" y="45106"/>
                </a:lnTo>
                <a:lnTo>
                  <a:pt x="586175" y="45259"/>
                </a:lnTo>
                <a:lnTo>
                  <a:pt x="586224" y="45415"/>
                </a:lnTo>
                <a:lnTo>
                  <a:pt x="586271" y="45576"/>
                </a:lnTo>
                <a:lnTo>
                  <a:pt x="586314" y="45740"/>
                </a:lnTo>
                <a:lnTo>
                  <a:pt x="586355" y="45908"/>
                </a:lnTo>
                <a:lnTo>
                  <a:pt x="586394" y="46080"/>
                </a:lnTo>
                <a:lnTo>
                  <a:pt x="586430" y="46270"/>
                </a:lnTo>
                <a:lnTo>
                  <a:pt x="586465" y="46490"/>
                </a:lnTo>
                <a:lnTo>
                  <a:pt x="586499" y="46741"/>
                </a:lnTo>
                <a:lnTo>
                  <a:pt x="586530" y="47023"/>
                </a:lnTo>
                <a:lnTo>
                  <a:pt x="586561" y="47336"/>
                </a:lnTo>
                <a:lnTo>
                  <a:pt x="586589" y="47679"/>
                </a:lnTo>
                <a:lnTo>
                  <a:pt x="586616" y="48053"/>
                </a:lnTo>
                <a:lnTo>
                  <a:pt x="586642" y="48458"/>
                </a:lnTo>
                <a:lnTo>
                  <a:pt x="586666" y="48894"/>
                </a:lnTo>
                <a:lnTo>
                  <a:pt x="586688" y="49361"/>
                </a:lnTo>
                <a:lnTo>
                  <a:pt x="586709" y="49859"/>
                </a:lnTo>
                <a:lnTo>
                  <a:pt x="586729" y="50387"/>
                </a:lnTo>
                <a:lnTo>
                  <a:pt x="586746" y="50946"/>
                </a:lnTo>
                <a:lnTo>
                  <a:pt x="586763" y="51536"/>
                </a:lnTo>
                <a:lnTo>
                  <a:pt x="586777" y="52157"/>
                </a:lnTo>
                <a:lnTo>
                  <a:pt x="586791" y="52809"/>
                </a:lnTo>
                <a:lnTo>
                  <a:pt x="586802" y="53491"/>
                </a:lnTo>
                <a:lnTo>
                  <a:pt x="586812" y="54204"/>
                </a:lnTo>
                <a:lnTo>
                  <a:pt x="586821" y="54948"/>
                </a:lnTo>
                <a:lnTo>
                  <a:pt x="586828" y="55723"/>
                </a:lnTo>
                <a:lnTo>
                  <a:pt x="586833" y="56529"/>
                </a:lnTo>
                <a:lnTo>
                  <a:pt x="586837" y="57365"/>
                </a:lnTo>
                <a:lnTo>
                  <a:pt x="586839" y="58233"/>
                </a:lnTo>
                <a:lnTo>
                  <a:pt x="586840" y="59131"/>
                </a:lnTo>
                <a:lnTo>
                  <a:pt x="586840" y="83453"/>
                </a:lnTo>
                <a:lnTo>
                  <a:pt x="586840" y="83902"/>
                </a:lnTo>
                <a:lnTo>
                  <a:pt x="586838" y="84337"/>
                </a:lnTo>
                <a:lnTo>
                  <a:pt x="586835" y="84756"/>
                </a:lnTo>
                <a:lnTo>
                  <a:pt x="586831" y="85160"/>
                </a:lnTo>
                <a:lnTo>
                  <a:pt x="586825" y="85549"/>
                </a:lnTo>
                <a:lnTo>
                  <a:pt x="586819" y="85924"/>
                </a:lnTo>
                <a:lnTo>
                  <a:pt x="586811" y="86283"/>
                </a:lnTo>
                <a:lnTo>
                  <a:pt x="586802" y="86627"/>
                </a:lnTo>
                <a:lnTo>
                  <a:pt x="586792" y="86957"/>
                </a:lnTo>
                <a:lnTo>
                  <a:pt x="586781" y="87271"/>
                </a:lnTo>
                <a:lnTo>
                  <a:pt x="586768" y="87570"/>
                </a:lnTo>
                <a:lnTo>
                  <a:pt x="586754" y="87855"/>
                </a:lnTo>
                <a:lnTo>
                  <a:pt x="586740" y="88124"/>
                </a:lnTo>
                <a:lnTo>
                  <a:pt x="586723" y="88379"/>
                </a:lnTo>
                <a:lnTo>
                  <a:pt x="586706" y="88618"/>
                </a:lnTo>
                <a:lnTo>
                  <a:pt x="586688" y="88842"/>
                </a:lnTo>
                <a:lnTo>
                  <a:pt x="586668" y="89052"/>
                </a:lnTo>
                <a:lnTo>
                  <a:pt x="586647" y="89246"/>
                </a:lnTo>
                <a:lnTo>
                  <a:pt x="586625" y="89426"/>
                </a:lnTo>
                <a:lnTo>
                  <a:pt x="586602" y="89590"/>
                </a:lnTo>
                <a:lnTo>
                  <a:pt x="586577" y="89740"/>
                </a:lnTo>
                <a:lnTo>
                  <a:pt x="586552" y="89875"/>
                </a:lnTo>
                <a:lnTo>
                  <a:pt x="586525" y="89994"/>
                </a:lnTo>
                <a:lnTo>
                  <a:pt x="586497" y="90099"/>
                </a:lnTo>
                <a:lnTo>
                  <a:pt x="586438" y="90296"/>
                </a:lnTo>
                <a:lnTo>
                  <a:pt x="586375" y="90489"/>
                </a:lnTo>
                <a:lnTo>
                  <a:pt x="586309" y="90678"/>
                </a:lnTo>
                <a:lnTo>
                  <a:pt x="586239" y="90862"/>
                </a:lnTo>
                <a:lnTo>
                  <a:pt x="586166" y="91042"/>
                </a:lnTo>
                <a:lnTo>
                  <a:pt x="586089" y="91217"/>
                </a:lnTo>
                <a:lnTo>
                  <a:pt x="586009" y="91387"/>
                </a:lnTo>
                <a:lnTo>
                  <a:pt x="585925" y="91553"/>
                </a:lnTo>
                <a:lnTo>
                  <a:pt x="585837" y="91715"/>
                </a:lnTo>
                <a:lnTo>
                  <a:pt x="585746" y="91872"/>
                </a:lnTo>
                <a:lnTo>
                  <a:pt x="585651" y="92024"/>
                </a:lnTo>
                <a:lnTo>
                  <a:pt x="585553" y="92172"/>
                </a:lnTo>
                <a:lnTo>
                  <a:pt x="585451" y="92315"/>
                </a:lnTo>
                <a:lnTo>
                  <a:pt x="585345" y="92454"/>
                </a:lnTo>
                <a:lnTo>
                  <a:pt x="585236" y="92589"/>
                </a:lnTo>
                <a:lnTo>
                  <a:pt x="585124" y="92718"/>
                </a:lnTo>
                <a:lnTo>
                  <a:pt x="585007" y="92844"/>
                </a:lnTo>
                <a:lnTo>
                  <a:pt x="584888" y="92964"/>
                </a:lnTo>
                <a:lnTo>
                  <a:pt x="584764" y="93081"/>
                </a:lnTo>
                <a:lnTo>
                  <a:pt x="584637" y="93192"/>
                </a:lnTo>
                <a:lnTo>
                  <a:pt x="584507" y="93300"/>
                </a:lnTo>
                <a:lnTo>
                  <a:pt x="584373" y="93402"/>
                </a:lnTo>
                <a:lnTo>
                  <a:pt x="584235" y="93500"/>
                </a:lnTo>
                <a:lnTo>
                  <a:pt x="584094" y="93594"/>
                </a:lnTo>
                <a:lnTo>
                  <a:pt x="583895" y="93717"/>
                </a:lnTo>
                <a:lnTo>
                  <a:pt x="583687" y="93835"/>
                </a:lnTo>
                <a:lnTo>
                  <a:pt x="583471" y="93947"/>
                </a:lnTo>
                <a:lnTo>
                  <a:pt x="583247" y="94054"/>
                </a:lnTo>
                <a:lnTo>
                  <a:pt x="583014" y="94156"/>
                </a:lnTo>
                <a:lnTo>
                  <a:pt x="582772" y="94253"/>
                </a:lnTo>
                <a:lnTo>
                  <a:pt x="582522" y="94345"/>
                </a:lnTo>
                <a:lnTo>
                  <a:pt x="582263" y="94431"/>
                </a:lnTo>
                <a:lnTo>
                  <a:pt x="581995" y="94512"/>
                </a:lnTo>
                <a:lnTo>
                  <a:pt x="581719" y="94588"/>
                </a:lnTo>
                <a:lnTo>
                  <a:pt x="581434" y="94658"/>
                </a:lnTo>
                <a:lnTo>
                  <a:pt x="581141" y="94724"/>
                </a:lnTo>
                <a:lnTo>
                  <a:pt x="580839" y="94784"/>
                </a:lnTo>
                <a:lnTo>
                  <a:pt x="580529" y="94839"/>
                </a:lnTo>
                <a:lnTo>
                  <a:pt x="580210" y="94889"/>
                </a:lnTo>
                <a:lnTo>
                  <a:pt x="579882" y="94933"/>
                </a:lnTo>
                <a:lnTo>
                  <a:pt x="579546" y="94972"/>
                </a:lnTo>
                <a:lnTo>
                  <a:pt x="579201" y="95006"/>
                </a:lnTo>
                <a:lnTo>
                  <a:pt x="578848" y="95035"/>
                </a:lnTo>
                <a:lnTo>
                  <a:pt x="578486" y="95059"/>
                </a:lnTo>
                <a:lnTo>
                  <a:pt x="578116" y="95077"/>
                </a:lnTo>
                <a:lnTo>
                  <a:pt x="577736" y="95090"/>
                </a:lnTo>
                <a:lnTo>
                  <a:pt x="577349" y="95098"/>
                </a:lnTo>
                <a:lnTo>
                  <a:pt x="576952" y="95100"/>
                </a:lnTo>
                <a:lnTo>
                  <a:pt x="576952" y="97641"/>
                </a:lnTo>
                <a:lnTo>
                  <a:pt x="609156" y="97641"/>
                </a:lnTo>
                <a:lnTo>
                  <a:pt x="609156" y="95100"/>
                </a:lnTo>
                <a:lnTo>
                  <a:pt x="608805" y="95098"/>
                </a:lnTo>
                <a:lnTo>
                  <a:pt x="608461" y="95092"/>
                </a:lnTo>
                <a:lnTo>
                  <a:pt x="608123" y="95081"/>
                </a:lnTo>
                <a:lnTo>
                  <a:pt x="607793" y="95066"/>
                </a:lnTo>
                <a:lnTo>
                  <a:pt x="607469" y="95047"/>
                </a:lnTo>
                <a:lnTo>
                  <a:pt x="607152" y="95023"/>
                </a:lnTo>
                <a:lnTo>
                  <a:pt x="606842" y="94996"/>
                </a:lnTo>
                <a:lnTo>
                  <a:pt x="606539" y="94964"/>
                </a:lnTo>
                <a:lnTo>
                  <a:pt x="606243" y="94927"/>
                </a:lnTo>
                <a:lnTo>
                  <a:pt x="605954" y="94887"/>
                </a:lnTo>
                <a:lnTo>
                  <a:pt x="605672" y="94842"/>
                </a:lnTo>
                <a:lnTo>
                  <a:pt x="605397" y="94793"/>
                </a:lnTo>
                <a:lnTo>
                  <a:pt x="605129" y="94739"/>
                </a:lnTo>
                <a:lnTo>
                  <a:pt x="604867" y="94681"/>
                </a:lnTo>
                <a:lnTo>
                  <a:pt x="604613" y="94619"/>
                </a:lnTo>
                <a:lnTo>
                  <a:pt x="604365" y="94553"/>
                </a:lnTo>
                <a:lnTo>
                  <a:pt x="604124" y="94482"/>
                </a:lnTo>
                <a:lnTo>
                  <a:pt x="603891" y="94408"/>
                </a:lnTo>
                <a:lnTo>
                  <a:pt x="603664" y="94329"/>
                </a:lnTo>
                <a:lnTo>
                  <a:pt x="603444" y="94245"/>
                </a:lnTo>
                <a:lnTo>
                  <a:pt x="603231" y="94157"/>
                </a:lnTo>
                <a:lnTo>
                  <a:pt x="603025" y="94066"/>
                </a:lnTo>
                <a:lnTo>
                  <a:pt x="602825" y="93969"/>
                </a:lnTo>
                <a:lnTo>
                  <a:pt x="602633" y="93869"/>
                </a:lnTo>
                <a:lnTo>
                  <a:pt x="602447" y="93765"/>
                </a:lnTo>
                <a:lnTo>
                  <a:pt x="602265" y="93659"/>
                </a:lnTo>
                <a:lnTo>
                  <a:pt x="602088" y="93551"/>
                </a:lnTo>
                <a:lnTo>
                  <a:pt x="601916" y="93440"/>
                </a:lnTo>
                <a:lnTo>
                  <a:pt x="601749" y="93328"/>
                </a:lnTo>
                <a:lnTo>
                  <a:pt x="601586" y="93213"/>
                </a:lnTo>
                <a:lnTo>
                  <a:pt x="601428" y="93097"/>
                </a:lnTo>
                <a:lnTo>
                  <a:pt x="601275" y="92978"/>
                </a:lnTo>
                <a:lnTo>
                  <a:pt x="601127" y="92857"/>
                </a:lnTo>
                <a:lnTo>
                  <a:pt x="600983" y="92734"/>
                </a:lnTo>
                <a:lnTo>
                  <a:pt x="600845" y="92608"/>
                </a:lnTo>
                <a:lnTo>
                  <a:pt x="600711" y="92481"/>
                </a:lnTo>
                <a:lnTo>
                  <a:pt x="600581" y="92351"/>
                </a:lnTo>
                <a:lnTo>
                  <a:pt x="600457" y="92220"/>
                </a:lnTo>
                <a:lnTo>
                  <a:pt x="600337" y="92086"/>
                </a:lnTo>
                <a:lnTo>
                  <a:pt x="600222" y="91950"/>
                </a:lnTo>
                <a:lnTo>
                  <a:pt x="600112" y="91812"/>
                </a:lnTo>
                <a:lnTo>
                  <a:pt x="600007" y="91672"/>
                </a:lnTo>
                <a:lnTo>
                  <a:pt x="599906" y="91529"/>
                </a:lnTo>
                <a:lnTo>
                  <a:pt x="599810" y="91385"/>
                </a:lnTo>
                <a:lnTo>
                  <a:pt x="599719" y="91238"/>
                </a:lnTo>
                <a:lnTo>
                  <a:pt x="599633" y="91089"/>
                </a:lnTo>
                <a:lnTo>
                  <a:pt x="599551" y="90938"/>
                </a:lnTo>
                <a:lnTo>
                  <a:pt x="599475" y="90785"/>
                </a:lnTo>
                <a:lnTo>
                  <a:pt x="599368" y="90558"/>
                </a:lnTo>
                <a:lnTo>
                  <a:pt x="599266" y="90322"/>
                </a:lnTo>
                <a:lnTo>
                  <a:pt x="599169" y="90078"/>
                </a:lnTo>
                <a:lnTo>
                  <a:pt x="599076" y="89824"/>
                </a:lnTo>
                <a:lnTo>
                  <a:pt x="598988" y="89562"/>
                </a:lnTo>
                <a:lnTo>
                  <a:pt x="598904" y="89291"/>
                </a:lnTo>
                <a:lnTo>
                  <a:pt x="598825" y="89012"/>
                </a:lnTo>
                <a:lnTo>
                  <a:pt x="598750" y="88723"/>
                </a:lnTo>
                <a:lnTo>
                  <a:pt x="598680" y="88426"/>
                </a:lnTo>
                <a:lnTo>
                  <a:pt x="598614" y="88119"/>
                </a:lnTo>
                <a:lnTo>
                  <a:pt x="598553" y="87805"/>
                </a:lnTo>
                <a:lnTo>
                  <a:pt x="598496" y="87481"/>
                </a:lnTo>
                <a:lnTo>
                  <a:pt x="598444" y="87148"/>
                </a:lnTo>
                <a:lnTo>
                  <a:pt x="598396" y="86807"/>
                </a:lnTo>
                <a:lnTo>
                  <a:pt x="598353" y="86457"/>
                </a:lnTo>
                <a:lnTo>
                  <a:pt x="598315" y="86098"/>
                </a:lnTo>
                <a:lnTo>
                  <a:pt x="598281" y="85730"/>
                </a:lnTo>
                <a:lnTo>
                  <a:pt x="598252" y="85354"/>
                </a:lnTo>
                <a:lnTo>
                  <a:pt x="598227" y="84969"/>
                </a:lnTo>
                <a:lnTo>
                  <a:pt x="598206" y="84575"/>
                </a:lnTo>
                <a:lnTo>
                  <a:pt x="598190" y="84172"/>
                </a:lnTo>
                <a:lnTo>
                  <a:pt x="598179" y="83760"/>
                </a:lnTo>
                <a:lnTo>
                  <a:pt x="598172" y="83340"/>
                </a:lnTo>
                <a:lnTo>
                  <a:pt x="598170" y="82910"/>
                </a:lnTo>
                <a:lnTo>
                  <a:pt x="598170" y="52844"/>
                </a:lnTo>
                <a:lnTo>
                  <a:pt x="598444" y="52314"/>
                </a:lnTo>
                <a:lnTo>
                  <a:pt x="598718" y="51796"/>
                </a:lnTo>
                <a:lnTo>
                  <a:pt x="598991" y="51291"/>
                </a:lnTo>
                <a:lnTo>
                  <a:pt x="599263" y="50799"/>
                </a:lnTo>
                <a:lnTo>
                  <a:pt x="599534" y="50319"/>
                </a:lnTo>
                <a:lnTo>
                  <a:pt x="599805" y="49852"/>
                </a:lnTo>
                <a:lnTo>
                  <a:pt x="600075" y="49397"/>
                </a:lnTo>
                <a:lnTo>
                  <a:pt x="600344" y="48955"/>
                </a:lnTo>
                <a:lnTo>
                  <a:pt x="600613" y="48526"/>
                </a:lnTo>
                <a:lnTo>
                  <a:pt x="600881" y="48109"/>
                </a:lnTo>
                <a:lnTo>
                  <a:pt x="601148" y="47705"/>
                </a:lnTo>
                <a:lnTo>
                  <a:pt x="601414" y="47314"/>
                </a:lnTo>
                <a:lnTo>
                  <a:pt x="601680" y="46935"/>
                </a:lnTo>
                <a:lnTo>
                  <a:pt x="601945" y="46568"/>
                </a:lnTo>
                <a:lnTo>
                  <a:pt x="602209" y="46215"/>
                </a:lnTo>
                <a:lnTo>
                  <a:pt x="602473" y="45873"/>
                </a:lnTo>
                <a:lnTo>
                  <a:pt x="602736" y="45545"/>
                </a:lnTo>
                <a:lnTo>
                  <a:pt x="602998" y="45229"/>
                </a:lnTo>
                <a:lnTo>
                  <a:pt x="603259" y="44926"/>
                </a:lnTo>
                <a:lnTo>
                  <a:pt x="603520" y="44635"/>
                </a:lnTo>
                <a:lnTo>
                  <a:pt x="603780" y="44357"/>
                </a:lnTo>
                <a:lnTo>
                  <a:pt x="604039" y="44091"/>
                </a:lnTo>
                <a:lnTo>
                  <a:pt x="604298" y="43838"/>
                </a:lnTo>
                <a:lnTo>
                  <a:pt x="604556" y="43598"/>
                </a:lnTo>
                <a:lnTo>
                  <a:pt x="604676" y="43486"/>
                </a:lnTo>
                <a:lnTo>
                  <a:pt x="604795" y="43379"/>
                </a:lnTo>
                <a:lnTo>
                  <a:pt x="604913" y="43277"/>
                </a:lnTo>
                <a:lnTo>
                  <a:pt x="605031" y="43179"/>
                </a:lnTo>
                <a:lnTo>
                  <a:pt x="605148" y="43087"/>
                </a:lnTo>
                <a:lnTo>
                  <a:pt x="605264" y="42999"/>
                </a:lnTo>
                <a:lnTo>
                  <a:pt x="605379" y="42916"/>
                </a:lnTo>
                <a:lnTo>
                  <a:pt x="605494" y="42837"/>
                </a:lnTo>
                <a:lnTo>
                  <a:pt x="605608" y="42763"/>
                </a:lnTo>
                <a:lnTo>
                  <a:pt x="605722" y="42695"/>
                </a:lnTo>
                <a:lnTo>
                  <a:pt x="605834" y="42630"/>
                </a:lnTo>
                <a:lnTo>
                  <a:pt x="605946" y="42571"/>
                </a:lnTo>
                <a:lnTo>
                  <a:pt x="606058" y="42516"/>
                </a:lnTo>
                <a:lnTo>
                  <a:pt x="606168" y="42466"/>
                </a:lnTo>
                <a:lnTo>
                  <a:pt x="606278" y="42421"/>
                </a:lnTo>
                <a:lnTo>
                  <a:pt x="606387" y="42381"/>
                </a:lnTo>
                <a:lnTo>
                  <a:pt x="606495" y="42345"/>
                </a:lnTo>
                <a:lnTo>
                  <a:pt x="606603" y="42314"/>
                </a:lnTo>
                <a:lnTo>
                  <a:pt x="606710" y="42288"/>
                </a:lnTo>
                <a:lnTo>
                  <a:pt x="606816" y="42267"/>
                </a:lnTo>
                <a:lnTo>
                  <a:pt x="606922" y="42250"/>
                </a:lnTo>
                <a:lnTo>
                  <a:pt x="607026" y="42238"/>
                </a:lnTo>
                <a:lnTo>
                  <a:pt x="607130" y="42231"/>
                </a:lnTo>
                <a:lnTo>
                  <a:pt x="607234" y="42229"/>
                </a:lnTo>
                <a:lnTo>
                  <a:pt x="607357" y="42233"/>
                </a:lnTo>
                <a:lnTo>
                  <a:pt x="607485" y="42245"/>
                </a:lnTo>
                <a:lnTo>
                  <a:pt x="607618" y="42266"/>
                </a:lnTo>
                <a:lnTo>
                  <a:pt x="607757" y="42295"/>
                </a:lnTo>
                <a:lnTo>
                  <a:pt x="607902" y="42332"/>
                </a:lnTo>
                <a:lnTo>
                  <a:pt x="608051" y="42377"/>
                </a:lnTo>
                <a:lnTo>
                  <a:pt x="608206" y="42430"/>
                </a:lnTo>
                <a:lnTo>
                  <a:pt x="608367" y="42492"/>
                </a:lnTo>
                <a:lnTo>
                  <a:pt x="608533" y="42562"/>
                </a:lnTo>
                <a:lnTo>
                  <a:pt x="608704" y="42640"/>
                </a:lnTo>
                <a:lnTo>
                  <a:pt x="608880" y="42726"/>
                </a:lnTo>
                <a:lnTo>
                  <a:pt x="609062" y="42821"/>
                </a:lnTo>
                <a:lnTo>
                  <a:pt x="609249" y="42924"/>
                </a:lnTo>
                <a:lnTo>
                  <a:pt x="609442" y="43035"/>
                </a:lnTo>
                <a:lnTo>
                  <a:pt x="609640" y="43154"/>
                </a:lnTo>
                <a:lnTo>
                  <a:pt x="609843" y="43282"/>
                </a:lnTo>
                <a:lnTo>
                  <a:pt x="610052" y="43417"/>
                </a:lnTo>
                <a:lnTo>
                  <a:pt x="610266" y="43561"/>
                </a:lnTo>
                <a:lnTo>
                  <a:pt x="610485" y="43713"/>
                </a:lnTo>
                <a:lnTo>
                  <a:pt x="610710" y="43874"/>
                </a:lnTo>
                <a:lnTo>
                  <a:pt x="610940" y="44042"/>
                </a:lnTo>
                <a:lnTo>
                  <a:pt x="611176" y="44219"/>
                </a:lnTo>
                <a:lnTo>
                  <a:pt x="611416" y="44404"/>
                </a:lnTo>
                <a:lnTo>
                  <a:pt x="611663" y="44598"/>
                </a:lnTo>
                <a:lnTo>
                  <a:pt x="611911" y="44791"/>
                </a:lnTo>
                <a:lnTo>
                  <a:pt x="612156" y="44976"/>
                </a:lnTo>
                <a:lnTo>
                  <a:pt x="612400" y="45153"/>
                </a:lnTo>
                <a:lnTo>
                  <a:pt x="612642" y="45321"/>
                </a:lnTo>
                <a:lnTo>
                  <a:pt x="612882" y="45482"/>
                </a:lnTo>
                <a:lnTo>
                  <a:pt x="613120" y="45634"/>
                </a:lnTo>
                <a:lnTo>
                  <a:pt x="613355" y="45778"/>
                </a:lnTo>
                <a:lnTo>
                  <a:pt x="613589" y="45914"/>
                </a:lnTo>
                <a:lnTo>
                  <a:pt x="613821" y="46041"/>
                </a:lnTo>
                <a:lnTo>
                  <a:pt x="614050" y="46160"/>
                </a:lnTo>
                <a:lnTo>
                  <a:pt x="614278" y="46272"/>
                </a:lnTo>
                <a:lnTo>
                  <a:pt x="614504" y="46374"/>
                </a:lnTo>
                <a:lnTo>
                  <a:pt x="614727" y="46469"/>
                </a:lnTo>
                <a:lnTo>
                  <a:pt x="614949" y="46555"/>
                </a:lnTo>
                <a:lnTo>
                  <a:pt x="615168" y="46633"/>
                </a:lnTo>
                <a:lnTo>
                  <a:pt x="615386" y="46703"/>
                </a:lnTo>
                <a:lnTo>
                  <a:pt x="615601" y="46765"/>
                </a:lnTo>
                <a:lnTo>
                  <a:pt x="615815" y="46819"/>
                </a:lnTo>
                <a:lnTo>
                  <a:pt x="616026" y="46864"/>
                </a:lnTo>
                <a:lnTo>
                  <a:pt x="616236" y="46901"/>
                </a:lnTo>
                <a:lnTo>
                  <a:pt x="616443" y="46930"/>
                </a:lnTo>
                <a:lnTo>
                  <a:pt x="616648" y="46950"/>
                </a:lnTo>
                <a:lnTo>
                  <a:pt x="616852" y="46962"/>
                </a:lnTo>
                <a:lnTo>
                  <a:pt x="617053" y="46967"/>
                </a:lnTo>
                <a:lnTo>
                  <a:pt x="617258" y="46963"/>
                </a:lnTo>
                <a:lnTo>
                  <a:pt x="617460" y="46954"/>
                </a:lnTo>
                <a:lnTo>
                  <a:pt x="617660" y="46938"/>
                </a:lnTo>
                <a:lnTo>
                  <a:pt x="617858" y="46915"/>
                </a:lnTo>
                <a:lnTo>
                  <a:pt x="618053" y="46886"/>
                </a:lnTo>
                <a:lnTo>
                  <a:pt x="618246" y="46851"/>
                </a:lnTo>
                <a:lnTo>
                  <a:pt x="618436" y="46809"/>
                </a:lnTo>
                <a:lnTo>
                  <a:pt x="618625" y="46761"/>
                </a:lnTo>
                <a:lnTo>
                  <a:pt x="618810" y="46706"/>
                </a:lnTo>
                <a:lnTo>
                  <a:pt x="618994" y="46645"/>
                </a:lnTo>
                <a:lnTo>
                  <a:pt x="619175" y="46577"/>
                </a:lnTo>
                <a:lnTo>
                  <a:pt x="619353" y="46503"/>
                </a:lnTo>
                <a:lnTo>
                  <a:pt x="619529" y="46423"/>
                </a:lnTo>
                <a:lnTo>
                  <a:pt x="619703" y="46336"/>
                </a:lnTo>
                <a:lnTo>
                  <a:pt x="619875" y="46242"/>
                </a:lnTo>
                <a:lnTo>
                  <a:pt x="620044" y="46143"/>
                </a:lnTo>
                <a:lnTo>
                  <a:pt x="620210" y="46036"/>
                </a:lnTo>
                <a:lnTo>
                  <a:pt x="620375" y="45924"/>
                </a:lnTo>
                <a:lnTo>
                  <a:pt x="620536" y="45805"/>
                </a:lnTo>
                <a:lnTo>
                  <a:pt x="620696" y="45679"/>
                </a:lnTo>
                <a:lnTo>
                  <a:pt x="620853" y="45547"/>
                </a:lnTo>
                <a:lnTo>
                  <a:pt x="621008" y="45409"/>
                </a:lnTo>
                <a:lnTo>
                  <a:pt x="621160" y="45264"/>
                </a:lnTo>
                <a:lnTo>
                  <a:pt x="621310" y="45113"/>
                </a:lnTo>
                <a:lnTo>
                  <a:pt x="621456" y="44957"/>
                </a:lnTo>
                <a:lnTo>
                  <a:pt x="621595" y="44798"/>
                </a:lnTo>
                <a:lnTo>
                  <a:pt x="621729" y="44636"/>
                </a:lnTo>
                <a:lnTo>
                  <a:pt x="621856" y="44472"/>
                </a:lnTo>
                <a:lnTo>
                  <a:pt x="621976" y="44304"/>
                </a:lnTo>
                <a:lnTo>
                  <a:pt x="622091" y="44134"/>
                </a:lnTo>
                <a:lnTo>
                  <a:pt x="622200" y="43961"/>
                </a:lnTo>
                <a:lnTo>
                  <a:pt x="622302" y="43785"/>
                </a:lnTo>
                <a:lnTo>
                  <a:pt x="622398" y="43606"/>
                </a:lnTo>
                <a:lnTo>
                  <a:pt x="622488" y="43425"/>
                </a:lnTo>
                <a:lnTo>
                  <a:pt x="622572" y="43240"/>
                </a:lnTo>
                <a:lnTo>
                  <a:pt x="622649" y="43053"/>
                </a:lnTo>
                <a:lnTo>
                  <a:pt x="622720" y="42862"/>
                </a:lnTo>
                <a:lnTo>
                  <a:pt x="622785" y="42669"/>
                </a:lnTo>
                <a:lnTo>
                  <a:pt x="622844" y="42473"/>
                </a:lnTo>
                <a:lnTo>
                  <a:pt x="622897" y="42275"/>
                </a:lnTo>
                <a:lnTo>
                  <a:pt x="622944" y="42073"/>
                </a:lnTo>
                <a:lnTo>
                  <a:pt x="622984" y="41868"/>
                </a:lnTo>
                <a:lnTo>
                  <a:pt x="623018" y="41661"/>
                </a:lnTo>
                <a:lnTo>
                  <a:pt x="623046" y="41451"/>
                </a:lnTo>
                <a:lnTo>
                  <a:pt x="623067" y="41237"/>
                </a:lnTo>
                <a:lnTo>
                  <a:pt x="623083" y="41021"/>
                </a:lnTo>
                <a:lnTo>
                  <a:pt x="623092" y="40803"/>
                </a:lnTo>
                <a:lnTo>
                  <a:pt x="623095" y="40581"/>
                </a:lnTo>
                <a:lnTo>
                  <a:pt x="623091" y="40330"/>
                </a:lnTo>
                <a:lnTo>
                  <a:pt x="623078" y="40082"/>
                </a:lnTo>
                <a:lnTo>
                  <a:pt x="623057" y="39837"/>
                </a:lnTo>
                <a:lnTo>
                  <a:pt x="623027" y="39594"/>
                </a:lnTo>
                <a:lnTo>
                  <a:pt x="622988" y="39353"/>
                </a:lnTo>
                <a:lnTo>
                  <a:pt x="622941" y="39115"/>
                </a:lnTo>
                <a:lnTo>
                  <a:pt x="622885" y="38880"/>
                </a:lnTo>
                <a:lnTo>
                  <a:pt x="622821" y="38647"/>
                </a:lnTo>
                <a:lnTo>
                  <a:pt x="622748" y="38416"/>
                </a:lnTo>
                <a:lnTo>
                  <a:pt x="622666" y="38188"/>
                </a:lnTo>
                <a:lnTo>
                  <a:pt x="622576" y="37963"/>
                </a:lnTo>
                <a:lnTo>
                  <a:pt x="622477" y="37740"/>
                </a:lnTo>
                <a:lnTo>
                  <a:pt x="622370" y="37519"/>
                </a:lnTo>
                <a:lnTo>
                  <a:pt x="622254" y="37301"/>
                </a:lnTo>
                <a:lnTo>
                  <a:pt x="622130" y="37086"/>
                </a:lnTo>
                <a:lnTo>
                  <a:pt x="621997" y="36873"/>
                </a:lnTo>
                <a:lnTo>
                  <a:pt x="621855" y="36662"/>
                </a:lnTo>
                <a:lnTo>
                  <a:pt x="621705" y="36454"/>
                </a:lnTo>
                <a:lnTo>
                  <a:pt x="621546" y="36249"/>
                </a:lnTo>
                <a:lnTo>
                  <a:pt x="621379" y="36046"/>
                </a:lnTo>
                <a:lnTo>
                  <a:pt x="621203" y="35846"/>
                </a:lnTo>
                <a:lnTo>
                  <a:pt x="621018" y="35648"/>
                </a:lnTo>
                <a:lnTo>
                  <a:pt x="620825" y="35452"/>
                </a:lnTo>
                <a:lnTo>
                  <a:pt x="620623" y="35259"/>
                </a:lnTo>
                <a:lnTo>
                  <a:pt x="620415" y="35072"/>
                </a:lnTo>
                <a:lnTo>
                  <a:pt x="620202" y="34892"/>
                </a:lnTo>
                <a:lnTo>
                  <a:pt x="619985" y="34720"/>
                </a:lnTo>
                <a:lnTo>
                  <a:pt x="619763" y="34556"/>
                </a:lnTo>
                <a:lnTo>
                  <a:pt x="619537" y="34401"/>
                </a:lnTo>
                <a:lnTo>
                  <a:pt x="619306" y="34253"/>
                </a:lnTo>
                <a:lnTo>
                  <a:pt x="619070" y="34113"/>
                </a:lnTo>
                <a:lnTo>
                  <a:pt x="618831" y="33981"/>
                </a:lnTo>
                <a:lnTo>
                  <a:pt x="618586" y="33858"/>
                </a:lnTo>
                <a:lnTo>
                  <a:pt x="618337" y="33742"/>
                </a:lnTo>
                <a:lnTo>
                  <a:pt x="618083" y="33634"/>
                </a:lnTo>
                <a:lnTo>
                  <a:pt x="617825" y="33534"/>
                </a:lnTo>
                <a:lnTo>
                  <a:pt x="617563" y="33442"/>
                </a:lnTo>
                <a:lnTo>
                  <a:pt x="617296" y="33358"/>
                </a:lnTo>
                <a:lnTo>
                  <a:pt x="617024" y="33282"/>
                </a:lnTo>
                <a:lnTo>
                  <a:pt x="616748" y="33215"/>
                </a:lnTo>
                <a:lnTo>
                  <a:pt x="616467" y="33155"/>
                </a:lnTo>
                <a:lnTo>
                  <a:pt x="616182" y="33103"/>
                </a:lnTo>
                <a:lnTo>
                  <a:pt x="615892" y="33059"/>
                </a:lnTo>
                <a:lnTo>
                  <a:pt x="615598" y="33023"/>
                </a:lnTo>
                <a:lnTo>
                  <a:pt x="615299" y="32995"/>
                </a:lnTo>
                <a:lnTo>
                  <a:pt x="614995" y="32975"/>
                </a:lnTo>
                <a:lnTo>
                  <a:pt x="614687" y="32963"/>
                </a:lnTo>
                <a:lnTo>
                  <a:pt x="614375" y="32959"/>
                </a:lnTo>
                <a:lnTo>
                  <a:pt x="613683" y="32984"/>
                </a:lnTo>
                <a:lnTo>
                  <a:pt x="612993" y="33057"/>
                </a:lnTo>
                <a:lnTo>
                  <a:pt x="612304" y="33180"/>
                </a:lnTo>
                <a:lnTo>
                  <a:pt x="611617" y="33352"/>
                </a:lnTo>
                <a:lnTo>
                  <a:pt x="610931" y="33573"/>
                </a:lnTo>
                <a:lnTo>
                  <a:pt x="610246" y="33843"/>
                </a:lnTo>
                <a:lnTo>
                  <a:pt x="609563" y="34162"/>
                </a:lnTo>
                <a:lnTo>
                  <a:pt x="608882" y="34531"/>
                </a:lnTo>
                <a:lnTo>
                  <a:pt x="608202" y="34948"/>
                </a:lnTo>
                <a:lnTo>
                  <a:pt x="607523" y="35415"/>
                </a:lnTo>
                <a:lnTo>
                  <a:pt x="606845" y="35930"/>
                </a:lnTo>
                <a:lnTo>
                  <a:pt x="606169" y="36495"/>
                </a:lnTo>
                <a:lnTo>
                  <a:pt x="605495" y="37109"/>
                </a:lnTo>
                <a:lnTo>
                  <a:pt x="604822" y="37772"/>
                </a:lnTo>
                <a:lnTo>
                  <a:pt x="604150" y="38484"/>
                </a:lnTo>
                <a:lnTo>
                  <a:pt x="603480" y="39246"/>
                </a:lnTo>
                <a:lnTo>
                  <a:pt x="602811" y="40056"/>
                </a:lnTo>
                <a:lnTo>
                  <a:pt x="602144" y="40916"/>
                </a:lnTo>
                <a:lnTo>
                  <a:pt x="601478" y="41824"/>
                </a:lnTo>
                <a:lnTo>
                  <a:pt x="600814" y="42782"/>
                </a:lnTo>
                <a:lnTo>
                  <a:pt x="600151" y="43789"/>
                </a:lnTo>
                <a:lnTo>
                  <a:pt x="599489" y="44845"/>
                </a:lnTo>
                <a:lnTo>
                  <a:pt x="598829" y="45950"/>
                </a:lnTo>
                <a:lnTo>
                  <a:pt x="598170" y="47104"/>
                </a:lnTo>
                <a:lnTo>
                  <a:pt x="598170" y="32959"/>
                </a:lnTo>
                <a:lnTo>
                  <a:pt x="595286" y="32959"/>
                </a:lnTo>
                <a:lnTo>
                  <a:pt x="576266" y="40632"/>
                </a:lnTo>
                <a:lnTo>
                  <a:pt x="576952" y="43100"/>
                </a:lnTo>
                <a:lnTo>
                  <a:pt x="577175" y="43016"/>
                </a:lnTo>
                <a:lnTo>
                  <a:pt x="577395" y="42936"/>
                </a:lnTo>
                <a:close/>
                <a:moveTo>
                  <a:pt x="662891" y="42936"/>
                </a:moveTo>
                <a:lnTo>
                  <a:pt x="663113" y="42859"/>
                </a:lnTo>
                <a:lnTo>
                  <a:pt x="663332" y="42786"/>
                </a:lnTo>
                <a:lnTo>
                  <a:pt x="663548" y="42716"/>
                </a:lnTo>
                <a:lnTo>
                  <a:pt x="663761" y="42650"/>
                </a:lnTo>
                <a:lnTo>
                  <a:pt x="663971" y="42588"/>
                </a:lnTo>
                <a:lnTo>
                  <a:pt x="664179" y="42529"/>
                </a:lnTo>
                <a:lnTo>
                  <a:pt x="664383" y="42474"/>
                </a:lnTo>
                <a:lnTo>
                  <a:pt x="664585" y="42422"/>
                </a:lnTo>
                <a:lnTo>
                  <a:pt x="664784" y="42374"/>
                </a:lnTo>
                <a:lnTo>
                  <a:pt x="664980" y="42329"/>
                </a:lnTo>
                <a:lnTo>
                  <a:pt x="665173" y="42288"/>
                </a:lnTo>
                <a:lnTo>
                  <a:pt x="665363" y="42251"/>
                </a:lnTo>
                <a:lnTo>
                  <a:pt x="665551" y="42217"/>
                </a:lnTo>
                <a:lnTo>
                  <a:pt x="665735" y="42186"/>
                </a:lnTo>
                <a:lnTo>
                  <a:pt x="665917" y="42160"/>
                </a:lnTo>
                <a:lnTo>
                  <a:pt x="666096" y="42136"/>
                </a:lnTo>
                <a:lnTo>
                  <a:pt x="666272" y="42117"/>
                </a:lnTo>
                <a:lnTo>
                  <a:pt x="666445" y="42101"/>
                </a:lnTo>
                <a:lnTo>
                  <a:pt x="666615" y="42088"/>
                </a:lnTo>
                <a:lnTo>
                  <a:pt x="666782" y="42079"/>
                </a:lnTo>
                <a:lnTo>
                  <a:pt x="666947" y="42074"/>
                </a:lnTo>
                <a:lnTo>
                  <a:pt x="667109" y="42072"/>
                </a:lnTo>
                <a:lnTo>
                  <a:pt x="667256" y="42074"/>
                </a:lnTo>
                <a:lnTo>
                  <a:pt x="667401" y="42078"/>
                </a:lnTo>
                <a:lnTo>
                  <a:pt x="667543" y="42085"/>
                </a:lnTo>
                <a:lnTo>
                  <a:pt x="667683" y="42096"/>
                </a:lnTo>
                <a:lnTo>
                  <a:pt x="667820" y="42109"/>
                </a:lnTo>
                <a:lnTo>
                  <a:pt x="667954" y="42126"/>
                </a:lnTo>
                <a:lnTo>
                  <a:pt x="668086" y="42145"/>
                </a:lnTo>
                <a:lnTo>
                  <a:pt x="668215" y="42167"/>
                </a:lnTo>
                <a:lnTo>
                  <a:pt x="668341" y="42192"/>
                </a:lnTo>
                <a:lnTo>
                  <a:pt x="668465" y="42221"/>
                </a:lnTo>
                <a:lnTo>
                  <a:pt x="668586" y="42252"/>
                </a:lnTo>
                <a:lnTo>
                  <a:pt x="668705" y="42286"/>
                </a:lnTo>
                <a:lnTo>
                  <a:pt x="668821" y="42323"/>
                </a:lnTo>
                <a:lnTo>
                  <a:pt x="668934" y="42363"/>
                </a:lnTo>
                <a:lnTo>
                  <a:pt x="669045" y="42407"/>
                </a:lnTo>
                <a:lnTo>
                  <a:pt x="669153" y="42453"/>
                </a:lnTo>
                <a:lnTo>
                  <a:pt x="669259" y="42502"/>
                </a:lnTo>
                <a:lnTo>
                  <a:pt x="669362" y="42554"/>
                </a:lnTo>
                <a:lnTo>
                  <a:pt x="669462" y="42609"/>
                </a:lnTo>
                <a:lnTo>
                  <a:pt x="669560" y="42667"/>
                </a:lnTo>
                <a:lnTo>
                  <a:pt x="669655" y="42728"/>
                </a:lnTo>
                <a:lnTo>
                  <a:pt x="669747" y="42791"/>
                </a:lnTo>
                <a:lnTo>
                  <a:pt x="669837" y="42858"/>
                </a:lnTo>
                <a:lnTo>
                  <a:pt x="669924" y="42928"/>
                </a:lnTo>
                <a:lnTo>
                  <a:pt x="670009" y="43002"/>
                </a:lnTo>
                <a:lnTo>
                  <a:pt x="670092" y="43080"/>
                </a:lnTo>
                <a:lnTo>
                  <a:pt x="670173" y="43163"/>
                </a:lnTo>
                <a:lnTo>
                  <a:pt x="670252" y="43251"/>
                </a:lnTo>
                <a:lnTo>
                  <a:pt x="670329" y="43343"/>
                </a:lnTo>
                <a:lnTo>
                  <a:pt x="670404" y="43440"/>
                </a:lnTo>
                <a:lnTo>
                  <a:pt x="670478" y="43541"/>
                </a:lnTo>
                <a:lnTo>
                  <a:pt x="670549" y="43648"/>
                </a:lnTo>
                <a:lnTo>
                  <a:pt x="670619" y="43758"/>
                </a:lnTo>
                <a:lnTo>
                  <a:pt x="670687" y="43874"/>
                </a:lnTo>
                <a:lnTo>
                  <a:pt x="670753" y="43994"/>
                </a:lnTo>
                <a:lnTo>
                  <a:pt x="670816" y="44119"/>
                </a:lnTo>
                <a:lnTo>
                  <a:pt x="670878" y="44248"/>
                </a:lnTo>
                <a:lnTo>
                  <a:pt x="670939" y="44382"/>
                </a:lnTo>
                <a:lnTo>
                  <a:pt x="670997" y="44521"/>
                </a:lnTo>
                <a:lnTo>
                  <a:pt x="671053" y="44664"/>
                </a:lnTo>
                <a:lnTo>
                  <a:pt x="671107" y="44812"/>
                </a:lnTo>
                <a:lnTo>
                  <a:pt x="671160" y="44964"/>
                </a:lnTo>
                <a:lnTo>
                  <a:pt x="671210" y="45122"/>
                </a:lnTo>
                <a:lnTo>
                  <a:pt x="671259" y="45284"/>
                </a:lnTo>
                <a:lnTo>
                  <a:pt x="671306" y="45450"/>
                </a:lnTo>
                <a:lnTo>
                  <a:pt x="671351" y="45621"/>
                </a:lnTo>
                <a:lnTo>
                  <a:pt x="671393" y="45797"/>
                </a:lnTo>
                <a:lnTo>
                  <a:pt x="671434" y="45977"/>
                </a:lnTo>
                <a:lnTo>
                  <a:pt x="671485" y="46241"/>
                </a:lnTo>
                <a:lnTo>
                  <a:pt x="671533" y="46529"/>
                </a:lnTo>
                <a:lnTo>
                  <a:pt x="671579" y="46843"/>
                </a:lnTo>
                <a:lnTo>
                  <a:pt x="671623" y="47182"/>
                </a:lnTo>
                <a:lnTo>
                  <a:pt x="671665" y="47545"/>
                </a:lnTo>
                <a:lnTo>
                  <a:pt x="671705" y="47934"/>
                </a:lnTo>
                <a:lnTo>
                  <a:pt x="671742" y="48347"/>
                </a:lnTo>
                <a:lnTo>
                  <a:pt x="671778" y="48785"/>
                </a:lnTo>
                <a:lnTo>
                  <a:pt x="671811" y="49249"/>
                </a:lnTo>
                <a:lnTo>
                  <a:pt x="671842" y="49737"/>
                </a:lnTo>
                <a:lnTo>
                  <a:pt x="671871" y="50251"/>
                </a:lnTo>
                <a:lnTo>
                  <a:pt x="671898" y="50789"/>
                </a:lnTo>
                <a:lnTo>
                  <a:pt x="671923" y="51353"/>
                </a:lnTo>
                <a:lnTo>
                  <a:pt x="671945" y="51941"/>
                </a:lnTo>
                <a:lnTo>
                  <a:pt x="671966" y="52554"/>
                </a:lnTo>
                <a:lnTo>
                  <a:pt x="671984" y="53193"/>
                </a:lnTo>
                <a:lnTo>
                  <a:pt x="672000" y="53856"/>
                </a:lnTo>
                <a:lnTo>
                  <a:pt x="672014" y="54545"/>
                </a:lnTo>
                <a:lnTo>
                  <a:pt x="672026" y="55258"/>
                </a:lnTo>
                <a:lnTo>
                  <a:pt x="672035" y="55996"/>
                </a:lnTo>
                <a:lnTo>
                  <a:pt x="672043" y="56760"/>
                </a:lnTo>
                <a:lnTo>
                  <a:pt x="672048" y="57548"/>
                </a:lnTo>
                <a:lnTo>
                  <a:pt x="672051" y="58361"/>
                </a:lnTo>
                <a:lnTo>
                  <a:pt x="672052" y="59200"/>
                </a:lnTo>
                <a:lnTo>
                  <a:pt x="672052" y="83385"/>
                </a:lnTo>
                <a:lnTo>
                  <a:pt x="672051" y="83863"/>
                </a:lnTo>
                <a:lnTo>
                  <a:pt x="672046" y="84329"/>
                </a:lnTo>
                <a:lnTo>
                  <a:pt x="672038" y="84782"/>
                </a:lnTo>
                <a:lnTo>
                  <a:pt x="672027" y="85221"/>
                </a:lnTo>
                <a:lnTo>
                  <a:pt x="672012" y="85648"/>
                </a:lnTo>
                <a:lnTo>
                  <a:pt x="671995" y="86061"/>
                </a:lnTo>
                <a:lnTo>
                  <a:pt x="671974" y="86461"/>
                </a:lnTo>
                <a:lnTo>
                  <a:pt x="671949" y="86848"/>
                </a:lnTo>
                <a:lnTo>
                  <a:pt x="671922" y="87222"/>
                </a:lnTo>
                <a:lnTo>
                  <a:pt x="671892" y="87583"/>
                </a:lnTo>
                <a:lnTo>
                  <a:pt x="671858" y="87931"/>
                </a:lnTo>
                <a:lnTo>
                  <a:pt x="671821" y="88266"/>
                </a:lnTo>
                <a:lnTo>
                  <a:pt x="671780" y="88588"/>
                </a:lnTo>
                <a:lnTo>
                  <a:pt x="671737" y="88897"/>
                </a:lnTo>
                <a:lnTo>
                  <a:pt x="671690" y="89192"/>
                </a:lnTo>
                <a:lnTo>
                  <a:pt x="671640" y="89475"/>
                </a:lnTo>
                <a:lnTo>
                  <a:pt x="671587" y="89744"/>
                </a:lnTo>
                <a:lnTo>
                  <a:pt x="671531" y="90001"/>
                </a:lnTo>
                <a:lnTo>
                  <a:pt x="671471" y="90244"/>
                </a:lnTo>
                <a:lnTo>
                  <a:pt x="671409" y="90474"/>
                </a:lnTo>
                <a:lnTo>
                  <a:pt x="671343" y="90691"/>
                </a:lnTo>
                <a:lnTo>
                  <a:pt x="671274" y="90895"/>
                </a:lnTo>
                <a:lnTo>
                  <a:pt x="671201" y="91086"/>
                </a:lnTo>
                <a:lnTo>
                  <a:pt x="671125" y="91264"/>
                </a:lnTo>
                <a:lnTo>
                  <a:pt x="671047" y="91433"/>
                </a:lnTo>
                <a:lnTo>
                  <a:pt x="670966" y="91598"/>
                </a:lnTo>
                <a:lnTo>
                  <a:pt x="670884" y="91760"/>
                </a:lnTo>
                <a:lnTo>
                  <a:pt x="670798" y="91917"/>
                </a:lnTo>
                <a:lnTo>
                  <a:pt x="670711" y="92070"/>
                </a:lnTo>
                <a:lnTo>
                  <a:pt x="670621" y="92219"/>
                </a:lnTo>
                <a:lnTo>
                  <a:pt x="670529" y="92364"/>
                </a:lnTo>
                <a:lnTo>
                  <a:pt x="670435" y="92505"/>
                </a:lnTo>
                <a:lnTo>
                  <a:pt x="670339" y="92642"/>
                </a:lnTo>
                <a:lnTo>
                  <a:pt x="670240" y="92775"/>
                </a:lnTo>
                <a:lnTo>
                  <a:pt x="670139" y="92903"/>
                </a:lnTo>
                <a:lnTo>
                  <a:pt x="670035" y="93028"/>
                </a:lnTo>
                <a:lnTo>
                  <a:pt x="669930" y="93149"/>
                </a:lnTo>
                <a:lnTo>
                  <a:pt x="669822" y="93266"/>
                </a:lnTo>
                <a:lnTo>
                  <a:pt x="669712" y="93378"/>
                </a:lnTo>
                <a:lnTo>
                  <a:pt x="669600" y="93487"/>
                </a:lnTo>
                <a:lnTo>
                  <a:pt x="669485" y="93591"/>
                </a:lnTo>
                <a:lnTo>
                  <a:pt x="669368" y="93692"/>
                </a:lnTo>
                <a:lnTo>
                  <a:pt x="669249" y="93788"/>
                </a:lnTo>
                <a:lnTo>
                  <a:pt x="669128" y="93881"/>
                </a:lnTo>
                <a:lnTo>
                  <a:pt x="669004" y="93969"/>
                </a:lnTo>
                <a:lnTo>
                  <a:pt x="668878" y="94053"/>
                </a:lnTo>
                <a:lnTo>
                  <a:pt x="668750" y="94134"/>
                </a:lnTo>
                <a:lnTo>
                  <a:pt x="668619" y="94210"/>
                </a:lnTo>
                <a:lnTo>
                  <a:pt x="668482" y="94283"/>
                </a:lnTo>
                <a:lnTo>
                  <a:pt x="668335" y="94352"/>
                </a:lnTo>
                <a:lnTo>
                  <a:pt x="668177" y="94419"/>
                </a:lnTo>
                <a:lnTo>
                  <a:pt x="668009" y="94482"/>
                </a:lnTo>
                <a:lnTo>
                  <a:pt x="667830" y="94542"/>
                </a:lnTo>
                <a:lnTo>
                  <a:pt x="667641" y="94600"/>
                </a:lnTo>
                <a:lnTo>
                  <a:pt x="667441" y="94654"/>
                </a:lnTo>
                <a:lnTo>
                  <a:pt x="667231" y="94705"/>
                </a:lnTo>
                <a:lnTo>
                  <a:pt x="667010" y="94753"/>
                </a:lnTo>
                <a:lnTo>
                  <a:pt x="666779" y="94797"/>
                </a:lnTo>
                <a:lnTo>
                  <a:pt x="666537" y="94839"/>
                </a:lnTo>
                <a:lnTo>
                  <a:pt x="666285" y="94878"/>
                </a:lnTo>
                <a:lnTo>
                  <a:pt x="666022" y="94913"/>
                </a:lnTo>
                <a:lnTo>
                  <a:pt x="665749" y="94946"/>
                </a:lnTo>
                <a:lnTo>
                  <a:pt x="665465" y="94975"/>
                </a:lnTo>
                <a:lnTo>
                  <a:pt x="665171" y="95002"/>
                </a:lnTo>
                <a:lnTo>
                  <a:pt x="664866" y="95025"/>
                </a:lnTo>
                <a:lnTo>
                  <a:pt x="664551" y="95045"/>
                </a:lnTo>
                <a:lnTo>
                  <a:pt x="664225" y="95062"/>
                </a:lnTo>
                <a:lnTo>
                  <a:pt x="663889" y="95076"/>
                </a:lnTo>
                <a:lnTo>
                  <a:pt x="663542" y="95087"/>
                </a:lnTo>
                <a:lnTo>
                  <a:pt x="663185" y="95094"/>
                </a:lnTo>
                <a:lnTo>
                  <a:pt x="662817" y="95099"/>
                </a:lnTo>
                <a:lnTo>
                  <a:pt x="662439" y="95100"/>
                </a:lnTo>
                <a:lnTo>
                  <a:pt x="662439" y="97641"/>
                </a:lnTo>
                <a:lnTo>
                  <a:pt x="692995" y="97641"/>
                </a:lnTo>
                <a:lnTo>
                  <a:pt x="692995" y="95100"/>
                </a:lnTo>
                <a:lnTo>
                  <a:pt x="692628" y="95099"/>
                </a:lnTo>
                <a:lnTo>
                  <a:pt x="692271" y="95094"/>
                </a:lnTo>
                <a:lnTo>
                  <a:pt x="691923" y="95085"/>
                </a:lnTo>
                <a:lnTo>
                  <a:pt x="691585" y="95074"/>
                </a:lnTo>
                <a:lnTo>
                  <a:pt x="691256" y="95059"/>
                </a:lnTo>
                <a:lnTo>
                  <a:pt x="690937" y="95041"/>
                </a:lnTo>
                <a:lnTo>
                  <a:pt x="690628" y="95019"/>
                </a:lnTo>
                <a:lnTo>
                  <a:pt x="690329" y="94994"/>
                </a:lnTo>
                <a:lnTo>
                  <a:pt x="690039" y="94966"/>
                </a:lnTo>
                <a:lnTo>
                  <a:pt x="689759" y="94934"/>
                </a:lnTo>
                <a:lnTo>
                  <a:pt x="689488" y="94899"/>
                </a:lnTo>
                <a:lnTo>
                  <a:pt x="689227" y="94861"/>
                </a:lnTo>
                <a:lnTo>
                  <a:pt x="688976" y="94819"/>
                </a:lnTo>
                <a:lnTo>
                  <a:pt x="688734" y="94774"/>
                </a:lnTo>
                <a:lnTo>
                  <a:pt x="688503" y="94726"/>
                </a:lnTo>
                <a:lnTo>
                  <a:pt x="688280" y="94674"/>
                </a:lnTo>
                <a:lnTo>
                  <a:pt x="688068" y="94619"/>
                </a:lnTo>
                <a:lnTo>
                  <a:pt x="687865" y="94561"/>
                </a:lnTo>
                <a:lnTo>
                  <a:pt x="687671" y="94499"/>
                </a:lnTo>
                <a:lnTo>
                  <a:pt x="687488" y="94434"/>
                </a:lnTo>
                <a:lnTo>
                  <a:pt x="687314" y="94366"/>
                </a:lnTo>
                <a:lnTo>
                  <a:pt x="687149" y="94294"/>
                </a:lnTo>
                <a:lnTo>
                  <a:pt x="686995" y="94220"/>
                </a:lnTo>
                <a:lnTo>
                  <a:pt x="686850" y="94141"/>
                </a:lnTo>
                <a:lnTo>
                  <a:pt x="686711" y="94060"/>
                </a:lnTo>
                <a:lnTo>
                  <a:pt x="686575" y="93975"/>
                </a:lnTo>
                <a:lnTo>
                  <a:pt x="686442" y="93886"/>
                </a:lnTo>
                <a:lnTo>
                  <a:pt x="686312" y="93794"/>
                </a:lnTo>
                <a:lnTo>
                  <a:pt x="686185" y="93699"/>
                </a:lnTo>
                <a:lnTo>
                  <a:pt x="686060" y="93600"/>
                </a:lnTo>
                <a:lnTo>
                  <a:pt x="685939" y="93497"/>
                </a:lnTo>
                <a:lnTo>
                  <a:pt x="685820" y="93391"/>
                </a:lnTo>
                <a:lnTo>
                  <a:pt x="685704" y="93282"/>
                </a:lnTo>
                <a:lnTo>
                  <a:pt x="685591" y="93170"/>
                </a:lnTo>
                <a:lnTo>
                  <a:pt x="685481" y="93053"/>
                </a:lnTo>
                <a:lnTo>
                  <a:pt x="685373" y="92934"/>
                </a:lnTo>
                <a:lnTo>
                  <a:pt x="685269" y="92811"/>
                </a:lnTo>
                <a:lnTo>
                  <a:pt x="685167" y="92684"/>
                </a:lnTo>
                <a:lnTo>
                  <a:pt x="685069" y="92554"/>
                </a:lnTo>
                <a:lnTo>
                  <a:pt x="684973" y="92421"/>
                </a:lnTo>
                <a:lnTo>
                  <a:pt x="684880" y="92284"/>
                </a:lnTo>
                <a:lnTo>
                  <a:pt x="684790" y="92144"/>
                </a:lnTo>
                <a:lnTo>
                  <a:pt x="684703" y="92000"/>
                </a:lnTo>
                <a:lnTo>
                  <a:pt x="684618" y="91853"/>
                </a:lnTo>
                <a:lnTo>
                  <a:pt x="684537" y="91702"/>
                </a:lnTo>
                <a:lnTo>
                  <a:pt x="684458" y="91548"/>
                </a:lnTo>
                <a:lnTo>
                  <a:pt x="684382" y="91390"/>
                </a:lnTo>
                <a:lnTo>
                  <a:pt x="684309" y="91229"/>
                </a:lnTo>
                <a:lnTo>
                  <a:pt x="684239" y="91060"/>
                </a:lnTo>
                <a:lnTo>
                  <a:pt x="684172" y="90877"/>
                </a:lnTo>
                <a:lnTo>
                  <a:pt x="684108" y="90680"/>
                </a:lnTo>
                <a:lnTo>
                  <a:pt x="684047" y="90469"/>
                </a:lnTo>
                <a:lnTo>
                  <a:pt x="683989" y="90245"/>
                </a:lnTo>
                <a:lnTo>
                  <a:pt x="683934" y="90007"/>
                </a:lnTo>
                <a:lnTo>
                  <a:pt x="683881" y="89755"/>
                </a:lnTo>
                <a:lnTo>
                  <a:pt x="683832" y="89490"/>
                </a:lnTo>
                <a:lnTo>
                  <a:pt x="683786" y="89211"/>
                </a:lnTo>
                <a:lnTo>
                  <a:pt x="683743" y="88918"/>
                </a:lnTo>
                <a:lnTo>
                  <a:pt x="683703" y="88612"/>
                </a:lnTo>
                <a:lnTo>
                  <a:pt x="683665" y="88292"/>
                </a:lnTo>
                <a:lnTo>
                  <a:pt x="683631" y="87958"/>
                </a:lnTo>
                <a:lnTo>
                  <a:pt x="683600" y="87611"/>
                </a:lnTo>
                <a:lnTo>
                  <a:pt x="683572" y="87250"/>
                </a:lnTo>
                <a:lnTo>
                  <a:pt x="683546" y="86875"/>
                </a:lnTo>
                <a:lnTo>
                  <a:pt x="683524" y="86487"/>
                </a:lnTo>
                <a:lnTo>
                  <a:pt x="683504" y="86084"/>
                </a:lnTo>
                <a:lnTo>
                  <a:pt x="683488" y="85669"/>
                </a:lnTo>
                <a:lnTo>
                  <a:pt x="683475" y="85239"/>
                </a:lnTo>
                <a:lnTo>
                  <a:pt x="683464" y="84796"/>
                </a:lnTo>
                <a:lnTo>
                  <a:pt x="683457" y="84339"/>
                </a:lnTo>
                <a:lnTo>
                  <a:pt x="683452" y="83869"/>
                </a:lnTo>
                <a:lnTo>
                  <a:pt x="683451" y="83385"/>
                </a:lnTo>
                <a:lnTo>
                  <a:pt x="683451" y="32959"/>
                </a:lnTo>
                <a:lnTo>
                  <a:pt x="680430" y="32959"/>
                </a:lnTo>
                <a:lnTo>
                  <a:pt x="661478" y="40632"/>
                </a:lnTo>
                <a:lnTo>
                  <a:pt x="662439" y="43100"/>
                </a:lnTo>
                <a:lnTo>
                  <a:pt x="662667" y="43016"/>
                </a:lnTo>
                <a:lnTo>
                  <a:pt x="662891" y="42936"/>
                </a:lnTo>
                <a:close/>
                <a:moveTo>
                  <a:pt x="553079" y="90780"/>
                </a:moveTo>
                <a:lnTo>
                  <a:pt x="553121" y="91187"/>
                </a:lnTo>
                <a:lnTo>
                  <a:pt x="553171" y="91581"/>
                </a:lnTo>
                <a:lnTo>
                  <a:pt x="553226" y="91965"/>
                </a:lnTo>
                <a:lnTo>
                  <a:pt x="553289" y="92337"/>
                </a:lnTo>
                <a:lnTo>
                  <a:pt x="553358" y="92697"/>
                </a:lnTo>
                <a:lnTo>
                  <a:pt x="553434" y="93046"/>
                </a:lnTo>
                <a:lnTo>
                  <a:pt x="553516" y="93384"/>
                </a:lnTo>
                <a:lnTo>
                  <a:pt x="553605" y="93710"/>
                </a:lnTo>
                <a:lnTo>
                  <a:pt x="553701" y="94025"/>
                </a:lnTo>
                <a:lnTo>
                  <a:pt x="553804" y="94328"/>
                </a:lnTo>
                <a:lnTo>
                  <a:pt x="553913" y="94620"/>
                </a:lnTo>
                <a:lnTo>
                  <a:pt x="554029" y="94900"/>
                </a:lnTo>
                <a:lnTo>
                  <a:pt x="554151" y="95169"/>
                </a:lnTo>
                <a:lnTo>
                  <a:pt x="554281" y="95427"/>
                </a:lnTo>
                <a:lnTo>
                  <a:pt x="554417" y="95673"/>
                </a:lnTo>
                <a:lnTo>
                  <a:pt x="554559" y="95907"/>
                </a:lnTo>
                <a:lnTo>
                  <a:pt x="554708" y="96130"/>
                </a:lnTo>
                <a:lnTo>
                  <a:pt x="554864" y="96342"/>
                </a:lnTo>
                <a:lnTo>
                  <a:pt x="555027" y="96542"/>
                </a:lnTo>
                <a:lnTo>
                  <a:pt x="555195" y="96733"/>
                </a:lnTo>
                <a:lnTo>
                  <a:pt x="555368" y="96915"/>
                </a:lnTo>
                <a:lnTo>
                  <a:pt x="555546" y="97090"/>
                </a:lnTo>
                <a:lnTo>
                  <a:pt x="555729" y="97256"/>
                </a:lnTo>
                <a:lnTo>
                  <a:pt x="555916" y="97414"/>
                </a:lnTo>
                <a:lnTo>
                  <a:pt x="556108" y="97564"/>
                </a:lnTo>
                <a:lnTo>
                  <a:pt x="556305" y="97706"/>
                </a:lnTo>
                <a:lnTo>
                  <a:pt x="556507" y="97839"/>
                </a:lnTo>
                <a:lnTo>
                  <a:pt x="556713" y="97965"/>
                </a:lnTo>
                <a:lnTo>
                  <a:pt x="556925" y="98083"/>
                </a:lnTo>
                <a:lnTo>
                  <a:pt x="557141" y="98192"/>
                </a:lnTo>
                <a:lnTo>
                  <a:pt x="557361" y="98293"/>
                </a:lnTo>
                <a:lnTo>
                  <a:pt x="557587" y="98387"/>
                </a:lnTo>
                <a:lnTo>
                  <a:pt x="557817" y="98472"/>
                </a:lnTo>
                <a:lnTo>
                  <a:pt x="558052" y="98549"/>
                </a:lnTo>
                <a:lnTo>
                  <a:pt x="558292" y="98618"/>
                </a:lnTo>
                <a:lnTo>
                  <a:pt x="558537" y="98678"/>
                </a:lnTo>
                <a:lnTo>
                  <a:pt x="558786" y="98731"/>
                </a:lnTo>
                <a:lnTo>
                  <a:pt x="559040" y="98776"/>
                </a:lnTo>
                <a:lnTo>
                  <a:pt x="559299" y="98812"/>
                </a:lnTo>
                <a:lnTo>
                  <a:pt x="559563" y="98841"/>
                </a:lnTo>
                <a:lnTo>
                  <a:pt x="559832" y="98861"/>
                </a:lnTo>
                <a:lnTo>
                  <a:pt x="560105" y="98873"/>
                </a:lnTo>
                <a:lnTo>
                  <a:pt x="560383" y="98877"/>
                </a:lnTo>
                <a:lnTo>
                  <a:pt x="560968" y="98859"/>
                </a:lnTo>
                <a:lnTo>
                  <a:pt x="561555" y="98805"/>
                </a:lnTo>
                <a:lnTo>
                  <a:pt x="562144" y="98716"/>
                </a:lnTo>
                <a:lnTo>
                  <a:pt x="562736" y="98591"/>
                </a:lnTo>
                <a:lnTo>
                  <a:pt x="563331" y="98430"/>
                </a:lnTo>
                <a:lnTo>
                  <a:pt x="563928" y="98233"/>
                </a:lnTo>
                <a:lnTo>
                  <a:pt x="564527" y="98001"/>
                </a:lnTo>
                <a:lnTo>
                  <a:pt x="565128" y="97733"/>
                </a:lnTo>
                <a:lnTo>
                  <a:pt x="565732" y="97429"/>
                </a:lnTo>
                <a:lnTo>
                  <a:pt x="566338" y="97089"/>
                </a:lnTo>
                <a:lnTo>
                  <a:pt x="566947" y="96713"/>
                </a:lnTo>
                <a:lnTo>
                  <a:pt x="567558" y="96302"/>
                </a:lnTo>
                <a:lnTo>
                  <a:pt x="568172" y="95855"/>
                </a:lnTo>
                <a:lnTo>
                  <a:pt x="568788" y="95372"/>
                </a:lnTo>
                <a:lnTo>
                  <a:pt x="569406" y="94854"/>
                </a:lnTo>
                <a:lnTo>
                  <a:pt x="570026" y="94299"/>
                </a:lnTo>
                <a:lnTo>
                  <a:pt x="570649" y="93709"/>
                </a:lnTo>
                <a:lnTo>
                  <a:pt x="571275" y="93083"/>
                </a:lnTo>
                <a:lnTo>
                  <a:pt x="571902" y="92422"/>
                </a:lnTo>
                <a:lnTo>
                  <a:pt x="572533" y="91724"/>
                </a:lnTo>
                <a:lnTo>
                  <a:pt x="573165" y="90991"/>
                </a:lnTo>
                <a:lnTo>
                  <a:pt x="573800" y="90222"/>
                </a:lnTo>
                <a:lnTo>
                  <a:pt x="574437" y="89418"/>
                </a:lnTo>
                <a:lnTo>
                  <a:pt x="575077" y="88577"/>
                </a:lnTo>
                <a:lnTo>
                  <a:pt x="575077" y="84732"/>
                </a:lnTo>
                <a:lnTo>
                  <a:pt x="574738" y="85070"/>
                </a:lnTo>
                <a:lnTo>
                  <a:pt x="574409" y="85396"/>
                </a:lnTo>
                <a:lnTo>
                  <a:pt x="574089" y="85712"/>
                </a:lnTo>
                <a:lnTo>
                  <a:pt x="573778" y="86016"/>
                </a:lnTo>
                <a:lnTo>
                  <a:pt x="573477" y="86309"/>
                </a:lnTo>
                <a:lnTo>
                  <a:pt x="573184" y="86590"/>
                </a:lnTo>
                <a:lnTo>
                  <a:pt x="572902" y="86861"/>
                </a:lnTo>
                <a:lnTo>
                  <a:pt x="572628" y="87120"/>
                </a:lnTo>
                <a:lnTo>
                  <a:pt x="572364" y="87368"/>
                </a:lnTo>
                <a:lnTo>
                  <a:pt x="572109" y="87605"/>
                </a:lnTo>
                <a:lnTo>
                  <a:pt x="571863" y="87831"/>
                </a:lnTo>
                <a:lnTo>
                  <a:pt x="571627" y="88045"/>
                </a:lnTo>
                <a:lnTo>
                  <a:pt x="571400" y="88248"/>
                </a:lnTo>
                <a:lnTo>
                  <a:pt x="571182" y="88440"/>
                </a:lnTo>
                <a:lnTo>
                  <a:pt x="570973" y="88621"/>
                </a:lnTo>
                <a:lnTo>
                  <a:pt x="570774" y="88791"/>
                </a:lnTo>
                <a:lnTo>
                  <a:pt x="570584" y="88949"/>
                </a:lnTo>
                <a:lnTo>
                  <a:pt x="570404" y="89097"/>
                </a:lnTo>
                <a:lnTo>
                  <a:pt x="570232" y="89233"/>
                </a:lnTo>
                <a:lnTo>
                  <a:pt x="570070" y="89357"/>
                </a:lnTo>
                <a:lnTo>
                  <a:pt x="569918" y="89471"/>
                </a:lnTo>
                <a:lnTo>
                  <a:pt x="569774" y="89573"/>
                </a:lnTo>
                <a:lnTo>
                  <a:pt x="569640" y="89665"/>
                </a:lnTo>
                <a:lnTo>
                  <a:pt x="569515" y="89745"/>
                </a:lnTo>
                <a:lnTo>
                  <a:pt x="569446" y="89784"/>
                </a:lnTo>
                <a:lnTo>
                  <a:pt x="569376" y="89821"/>
                </a:lnTo>
                <a:lnTo>
                  <a:pt x="569305" y="89857"/>
                </a:lnTo>
                <a:lnTo>
                  <a:pt x="569233" y="89891"/>
                </a:lnTo>
                <a:lnTo>
                  <a:pt x="569160" y="89924"/>
                </a:lnTo>
                <a:lnTo>
                  <a:pt x="569086" y="89955"/>
                </a:lnTo>
                <a:lnTo>
                  <a:pt x="569011" y="89984"/>
                </a:lnTo>
                <a:lnTo>
                  <a:pt x="568935" y="90012"/>
                </a:lnTo>
                <a:lnTo>
                  <a:pt x="568859" y="90038"/>
                </a:lnTo>
                <a:lnTo>
                  <a:pt x="568781" y="90062"/>
                </a:lnTo>
                <a:lnTo>
                  <a:pt x="568702" y="90084"/>
                </a:lnTo>
                <a:lnTo>
                  <a:pt x="568623" y="90105"/>
                </a:lnTo>
                <a:lnTo>
                  <a:pt x="568542" y="90124"/>
                </a:lnTo>
                <a:lnTo>
                  <a:pt x="568460" y="90142"/>
                </a:lnTo>
                <a:lnTo>
                  <a:pt x="568378" y="90158"/>
                </a:lnTo>
                <a:lnTo>
                  <a:pt x="568294" y="90172"/>
                </a:lnTo>
                <a:lnTo>
                  <a:pt x="568210" y="90184"/>
                </a:lnTo>
                <a:lnTo>
                  <a:pt x="568125" y="90195"/>
                </a:lnTo>
                <a:lnTo>
                  <a:pt x="568038" y="90204"/>
                </a:lnTo>
                <a:lnTo>
                  <a:pt x="567951" y="90212"/>
                </a:lnTo>
                <a:lnTo>
                  <a:pt x="567863" y="90218"/>
                </a:lnTo>
                <a:lnTo>
                  <a:pt x="567774" y="90222"/>
                </a:lnTo>
                <a:lnTo>
                  <a:pt x="567684" y="90224"/>
                </a:lnTo>
                <a:lnTo>
                  <a:pt x="567593" y="90225"/>
                </a:lnTo>
                <a:lnTo>
                  <a:pt x="567507" y="90224"/>
                </a:lnTo>
                <a:lnTo>
                  <a:pt x="567423" y="90221"/>
                </a:lnTo>
                <a:lnTo>
                  <a:pt x="567339" y="90215"/>
                </a:lnTo>
                <a:lnTo>
                  <a:pt x="567256" y="90206"/>
                </a:lnTo>
                <a:lnTo>
                  <a:pt x="567174" y="90196"/>
                </a:lnTo>
                <a:lnTo>
                  <a:pt x="567093" y="90182"/>
                </a:lnTo>
                <a:lnTo>
                  <a:pt x="567012" y="90167"/>
                </a:lnTo>
                <a:lnTo>
                  <a:pt x="566933" y="90149"/>
                </a:lnTo>
                <a:lnTo>
                  <a:pt x="566854" y="90129"/>
                </a:lnTo>
                <a:lnTo>
                  <a:pt x="566776" y="90106"/>
                </a:lnTo>
                <a:lnTo>
                  <a:pt x="566699" y="90081"/>
                </a:lnTo>
                <a:lnTo>
                  <a:pt x="566623" y="90054"/>
                </a:lnTo>
                <a:lnTo>
                  <a:pt x="566547" y="90024"/>
                </a:lnTo>
                <a:lnTo>
                  <a:pt x="566473" y="89992"/>
                </a:lnTo>
                <a:lnTo>
                  <a:pt x="566399" y="89958"/>
                </a:lnTo>
                <a:lnTo>
                  <a:pt x="566326" y="89921"/>
                </a:lnTo>
                <a:lnTo>
                  <a:pt x="566254" y="89882"/>
                </a:lnTo>
                <a:lnTo>
                  <a:pt x="566183" y="89840"/>
                </a:lnTo>
                <a:lnTo>
                  <a:pt x="566112" y="89796"/>
                </a:lnTo>
                <a:lnTo>
                  <a:pt x="566043" y="89750"/>
                </a:lnTo>
                <a:lnTo>
                  <a:pt x="565974" y="89701"/>
                </a:lnTo>
                <a:lnTo>
                  <a:pt x="565906" y="89650"/>
                </a:lnTo>
                <a:lnTo>
                  <a:pt x="565839" y="89597"/>
                </a:lnTo>
                <a:lnTo>
                  <a:pt x="565773" y="89541"/>
                </a:lnTo>
                <a:lnTo>
                  <a:pt x="565708" y="89481"/>
                </a:lnTo>
                <a:lnTo>
                  <a:pt x="565644" y="89417"/>
                </a:lnTo>
                <a:lnTo>
                  <a:pt x="565583" y="89348"/>
                </a:lnTo>
                <a:lnTo>
                  <a:pt x="565522" y="89275"/>
                </a:lnTo>
                <a:lnTo>
                  <a:pt x="565463" y="89197"/>
                </a:lnTo>
                <a:lnTo>
                  <a:pt x="565406" y="89114"/>
                </a:lnTo>
                <a:lnTo>
                  <a:pt x="565350" y="89027"/>
                </a:lnTo>
                <a:lnTo>
                  <a:pt x="565296" y="88934"/>
                </a:lnTo>
                <a:lnTo>
                  <a:pt x="565243" y="88838"/>
                </a:lnTo>
                <a:lnTo>
                  <a:pt x="565192" y="88736"/>
                </a:lnTo>
                <a:lnTo>
                  <a:pt x="565143" y="88631"/>
                </a:lnTo>
                <a:lnTo>
                  <a:pt x="565095" y="88520"/>
                </a:lnTo>
                <a:lnTo>
                  <a:pt x="565048" y="88405"/>
                </a:lnTo>
                <a:lnTo>
                  <a:pt x="565004" y="88285"/>
                </a:lnTo>
                <a:lnTo>
                  <a:pt x="564960" y="88160"/>
                </a:lnTo>
                <a:lnTo>
                  <a:pt x="564918" y="88031"/>
                </a:lnTo>
                <a:lnTo>
                  <a:pt x="564878" y="87897"/>
                </a:lnTo>
                <a:lnTo>
                  <a:pt x="564840" y="87759"/>
                </a:lnTo>
                <a:lnTo>
                  <a:pt x="564802" y="87616"/>
                </a:lnTo>
                <a:lnTo>
                  <a:pt x="564767" y="87468"/>
                </a:lnTo>
                <a:lnTo>
                  <a:pt x="564733" y="87316"/>
                </a:lnTo>
                <a:lnTo>
                  <a:pt x="564700" y="87159"/>
                </a:lnTo>
                <a:lnTo>
                  <a:pt x="564669" y="86997"/>
                </a:lnTo>
                <a:lnTo>
                  <a:pt x="564640" y="86831"/>
                </a:lnTo>
                <a:lnTo>
                  <a:pt x="564612" y="86650"/>
                </a:lnTo>
                <a:lnTo>
                  <a:pt x="564585" y="86445"/>
                </a:lnTo>
                <a:lnTo>
                  <a:pt x="564560" y="86216"/>
                </a:lnTo>
                <a:lnTo>
                  <a:pt x="564535" y="85963"/>
                </a:lnTo>
                <a:lnTo>
                  <a:pt x="564512" y="85685"/>
                </a:lnTo>
                <a:lnTo>
                  <a:pt x="564490" y="85384"/>
                </a:lnTo>
                <a:lnTo>
                  <a:pt x="564469" y="85058"/>
                </a:lnTo>
                <a:lnTo>
                  <a:pt x="564449" y="84708"/>
                </a:lnTo>
                <a:lnTo>
                  <a:pt x="564431" y="84334"/>
                </a:lnTo>
                <a:lnTo>
                  <a:pt x="564413" y="83936"/>
                </a:lnTo>
                <a:lnTo>
                  <a:pt x="564397" y="83514"/>
                </a:lnTo>
                <a:lnTo>
                  <a:pt x="564382" y="83067"/>
                </a:lnTo>
                <a:lnTo>
                  <a:pt x="564369" y="82596"/>
                </a:lnTo>
                <a:lnTo>
                  <a:pt x="564356" y="82101"/>
                </a:lnTo>
                <a:lnTo>
                  <a:pt x="564345" y="81582"/>
                </a:lnTo>
                <a:lnTo>
                  <a:pt x="564335" y="81039"/>
                </a:lnTo>
                <a:lnTo>
                  <a:pt x="564326" y="80472"/>
                </a:lnTo>
                <a:lnTo>
                  <a:pt x="564318" y="79880"/>
                </a:lnTo>
                <a:lnTo>
                  <a:pt x="564312" y="79264"/>
                </a:lnTo>
                <a:lnTo>
                  <a:pt x="564306" y="78624"/>
                </a:lnTo>
                <a:lnTo>
                  <a:pt x="564302" y="77960"/>
                </a:lnTo>
                <a:lnTo>
                  <a:pt x="564299" y="77272"/>
                </a:lnTo>
                <a:lnTo>
                  <a:pt x="564297" y="76559"/>
                </a:lnTo>
                <a:lnTo>
                  <a:pt x="564297" y="75823"/>
                </a:lnTo>
                <a:lnTo>
                  <a:pt x="564297" y="54494"/>
                </a:lnTo>
                <a:lnTo>
                  <a:pt x="564295" y="53745"/>
                </a:lnTo>
                <a:lnTo>
                  <a:pt x="564288" y="53017"/>
                </a:lnTo>
                <a:lnTo>
                  <a:pt x="564277" y="52310"/>
                </a:lnTo>
                <a:lnTo>
                  <a:pt x="564262" y="51625"/>
                </a:lnTo>
                <a:lnTo>
                  <a:pt x="564243" y="50961"/>
                </a:lnTo>
                <a:lnTo>
                  <a:pt x="564219" y="50319"/>
                </a:lnTo>
                <a:lnTo>
                  <a:pt x="564192" y="49698"/>
                </a:lnTo>
                <a:lnTo>
                  <a:pt x="564159" y="49099"/>
                </a:lnTo>
                <a:lnTo>
                  <a:pt x="564123" y="48521"/>
                </a:lnTo>
                <a:lnTo>
                  <a:pt x="564082" y="47964"/>
                </a:lnTo>
                <a:lnTo>
                  <a:pt x="564037" y="47429"/>
                </a:lnTo>
                <a:lnTo>
                  <a:pt x="563988" y="46916"/>
                </a:lnTo>
                <a:lnTo>
                  <a:pt x="563934" y="46423"/>
                </a:lnTo>
                <a:lnTo>
                  <a:pt x="563876" y="45953"/>
                </a:lnTo>
                <a:lnTo>
                  <a:pt x="563814" y="45503"/>
                </a:lnTo>
                <a:lnTo>
                  <a:pt x="563747" y="45075"/>
                </a:lnTo>
                <a:lnTo>
                  <a:pt x="563677" y="44669"/>
                </a:lnTo>
                <a:lnTo>
                  <a:pt x="563601" y="44284"/>
                </a:lnTo>
                <a:lnTo>
                  <a:pt x="563522" y="43920"/>
                </a:lnTo>
                <a:lnTo>
                  <a:pt x="563438" y="43578"/>
                </a:lnTo>
                <a:lnTo>
                  <a:pt x="563350" y="43258"/>
                </a:lnTo>
                <a:lnTo>
                  <a:pt x="563258" y="42958"/>
                </a:lnTo>
                <a:lnTo>
                  <a:pt x="563162" y="42680"/>
                </a:lnTo>
                <a:lnTo>
                  <a:pt x="563061" y="42424"/>
                </a:lnTo>
                <a:lnTo>
                  <a:pt x="562897" y="42051"/>
                </a:lnTo>
                <a:lnTo>
                  <a:pt x="562725" y="41686"/>
                </a:lnTo>
                <a:lnTo>
                  <a:pt x="562547" y="41330"/>
                </a:lnTo>
                <a:lnTo>
                  <a:pt x="562361" y="40981"/>
                </a:lnTo>
                <a:lnTo>
                  <a:pt x="562167" y="40642"/>
                </a:lnTo>
                <a:lnTo>
                  <a:pt x="561966" y="40310"/>
                </a:lnTo>
                <a:lnTo>
                  <a:pt x="561758" y="39987"/>
                </a:lnTo>
                <a:lnTo>
                  <a:pt x="561542" y="39672"/>
                </a:lnTo>
                <a:lnTo>
                  <a:pt x="561319" y="39366"/>
                </a:lnTo>
                <a:lnTo>
                  <a:pt x="561089" y="39068"/>
                </a:lnTo>
                <a:lnTo>
                  <a:pt x="560851" y="38778"/>
                </a:lnTo>
                <a:lnTo>
                  <a:pt x="560606" y="38497"/>
                </a:lnTo>
                <a:lnTo>
                  <a:pt x="560353" y="38224"/>
                </a:lnTo>
                <a:lnTo>
                  <a:pt x="560093" y="37959"/>
                </a:lnTo>
                <a:lnTo>
                  <a:pt x="559826" y="37702"/>
                </a:lnTo>
                <a:lnTo>
                  <a:pt x="559551" y="37454"/>
                </a:lnTo>
                <a:lnTo>
                  <a:pt x="559269" y="37215"/>
                </a:lnTo>
                <a:lnTo>
                  <a:pt x="558979" y="36983"/>
                </a:lnTo>
                <a:lnTo>
                  <a:pt x="558682" y="36760"/>
                </a:lnTo>
                <a:lnTo>
                  <a:pt x="558378" y="36545"/>
                </a:lnTo>
                <a:lnTo>
                  <a:pt x="558066" y="36339"/>
                </a:lnTo>
                <a:lnTo>
                  <a:pt x="557747" y="36141"/>
                </a:lnTo>
                <a:lnTo>
                  <a:pt x="557421" y="35951"/>
                </a:lnTo>
                <a:lnTo>
                  <a:pt x="557087" y="35770"/>
                </a:lnTo>
                <a:lnTo>
                  <a:pt x="556635" y="35541"/>
                </a:lnTo>
                <a:lnTo>
                  <a:pt x="556173" y="35321"/>
                </a:lnTo>
                <a:lnTo>
                  <a:pt x="555701" y="35111"/>
                </a:lnTo>
                <a:lnTo>
                  <a:pt x="555218" y="34911"/>
                </a:lnTo>
                <a:lnTo>
                  <a:pt x="554724" y="34721"/>
                </a:lnTo>
                <a:lnTo>
                  <a:pt x="554220" y="34540"/>
                </a:lnTo>
                <a:lnTo>
                  <a:pt x="553706" y="34369"/>
                </a:lnTo>
                <a:lnTo>
                  <a:pt x="553181" y="34208"/>
                </a:lnTo>
                <a:lnTo>
                  <a:pt x="552645" y="34057"/>
                </a:lnTo>
                <a:lnTo>
                  <a:pt x="552099" y="33916"/>
                </a:lnTo>
                <a:lnTo>
                  <a:pt x="551543" y="33784"/>
                </a:lnTo>
                <a:lnTo>
                  <a:pt x="550976" y="33662"/>
                </a:lnTo>
                <a:lnTo>
                  <a:pt x="550398" y="33549"/>
                </a:lnTo>
                <a:lnTo>
                  <a:pt x="549810" y="33447"/>
                </a:lnTo>
                <a:lnTo>
                  <a:pt x="549212" y="33354"/>
                </a:lnTo>
                <a:lnTo>
                  <a:pt x="548603" y="33271"/>
                </a:lnTo>
                <a:lnTo>
                  <a:pt x="547983" y="33198"/>
                </a:lnTo>
                <a:lnTo>
                  <a:pt x="547354" y="33135"/>
                </a:lnTo>
                <a:lnTo>
                  <a:pt x="546713" y="33081"/>
                </a:lnTo>
                <a:lnTo>
                  <a:pt x="546062" y="33037"/>
                </a:lnTo>
                <a:lnTo>
                  <a:pt x="545401" y="33003"/>
                </a:lnTo>
                <a:lnTo>
                  <a:pt x="544729" y="32979"/>
                </a:lnTo>
                <a:lnTo>
                  <a:pt x="544047" y="32964"/>
                </a:lnTo>
                <a:lnTo>
                  <a:pt x="543354" y="32959"/>
                </a:lnTo>
                <a:lnTo>
                  <a:pt x="542452" y="32968"/>
                </a:lnTo>
                <a:lnTo>
                  <a:pt x="541568" y="32993"/>
                </a:lnTo>
                <a:lnTo>
                  <a:pt x="540701" y="33036"/>
                </a:lnTo>
                <a:lnTo>
                  <a:pt x="539850" y="33096"/>
                </a:lnTo>
                <a:lnTo>
                  <a:pt x="539016" y="33173"/>
                </a:lnTo>
                <a:lnTo>
                  <a:pt x="538200" y="33267"/>
                </a:lnTo>
                <a:lnTo>
                  <a:pt x="537400" y="33378"/>
                </a:lnTo>
                <a:lnTo>
                  <a:pt x="536617" y="33507"/>
                </a:lnTo>
                <a:lnTo>
                  <a:pt x="535851" y="33652"/>
                </a:lnTo>
                <a:lnTo>
                  <a:pt x="535102" y="33815"/>
                </a:lnTo>
                <a:lnTo>
                  <a:pt x="534370" y="33994"/>
                </a:lnTo>
                <a:lnTo>
                  <a:pt x="533655" y="34191"/>
                </a:lnTo>
                <a:lnTo>
                  <a:pt x="532957" y="34405"/>
                </a:lnTo>
                <a:lnTo>
                  <a:pt x="532275" y="34636"/>
                </a:lnTo>
                <a:lnTo>
                  <a:pt x="531611" y="34884"/>
                </a:lnTo>
                <a:lnTo>
                  <a:pt x="530964" y="35150"/>
                </a:lnTo>
                <a:lnTo>
                  <a:pt x="530333" y="35432"/>
                </a:lnTo>
                <a:lnTo>
                  <a:pt x="529720" y="35731"/>
                </a:lnTo>
                <a:lnTo>
                  <a:pt x="529123" y="36048"/>
                </a:lnTo>
                <a:lnTo>
                  <a:pt x="528543" y="36382"/>
                </a:lnTo>
                <a:lnTo>
                  <a:pt x="527980" y="36733"/>
                </a:lnTo>
                <a:lnTo>
                  <a:pt x="527435" y="37101"/>
                </a:lnTo>
                <a:lnTo>
                  <a:pt x="526906" y="37486"/>
                </a:lnTo>
                <a:lnTo>
                  <a:pt x="526394" y="37888"/>
                </a:lnTo>
                <a:lnTo>
                  <a:pt x="525901" y="38300"/>
                </a:lnTo>
                <a:lnTo>
                  <a:pt x="525428" y="38716"/>
                </a:lnTo>
                <a:lnTo>
                  <a:pt x="524977" y="39135"/>
                </a:lnTo>
                <a:lnTo>
                  <a:pt x="524547" y="39557"/>
                </a:lnTo>
                <a:lnTo>
                  <a:pt x="524138" y="39983"/>
                </a:lnTo>
                <a:lnTo>
                  <a:pt x="523750" y="40412"/>
                </a:lnTo>
                <a:lnTo>
                  <a:pt x="523383" y="40844"/>
                </a:lnTo>
                <a:lnTo>
                  <a:pt x="523037" y="41280"/>
                </a:lnTo>
                <a:lnTo>
                  <a:pt x="522711" y="41719"/>
                </a:lnTo>
                <a:lnTo>
                  <a:pt x="522407" y="42161"/>
                </a:lnTo>
                <a:lnTo>
                  <a:pt x="522124" y="42607"/>
                </a:lnTo>
                <a:lnTo>
                  <a:pt x="521862" y="43056"/>
                </a:lnTo>
                <a:lnTo>
                  <a:pt x="521620" y="43508"/>
                </a:lnTo>
                <a:lnTo>
                  <a:pt x="521400" y="43964"/>
                </a:lnTo>
                <a:lnTo>
                  <a:pt x="521201" y="44423"/>
                </a:lnTo>
                <a:lnTo>
                  <a:pt x="521022" y="44885"/>
                </a:lnTo>
                <a:lnTo>
                  <a:pt x="520865" y="45351"/>
                </a:lnTo>
                <a:lnTo>
                  <a:pt x="520729" y="45819"/>
                </a:lnTo>
                <a:lnTo>
                  <a:pt x="520613" y="46292"/>
                </a:lnTo>
                <a:lnTo>
                  <a:pt x="520519" y="46767"/>
                </a:lnTo>
                <a:lnTo>
                  <a:pt x="520445" y="47246"/>
                </a:lnTo>
                <a:lnTo>
                  <a:pt x="520393" y="47728"/>
                </a:lnTo>
                <a:lnTo>
                  <a:pt x="520362" y="48214"/>
                </a:lnTo>
                <a:lnTo>
                  <a:pt x="520351" y="48703"/>
                </a:lnTo>
                <a:lnTo>
                  <a:pt x="520354" y="48957"/>
                </a:lnTo>
                <a:lnTo>
                  <a:pt x="520362" y="49207"/>
                </a:lnTo>
                <a:lnTo>
                  <a:pt x="520376" y="49453"/>
                </a:lnTo>
                <a:lnTo>
                  <a:pt x="520396" y="49693"/>
                </a:lnTo>
                <a:lnTo>
                  <a:pt x="520421" y="49930"/>
                </a:lnTo>
                <a:lnTo>
                  <a:pt x="520452" y="50162"/>
                </a:lnTo>
                <a:lnTo>
                  <a:pt x="520488" y="50389"/>
                </a:lnTo>
                <a:lnTo>
                  <a:pt x="520530" y="50612"/>
                </a:lnTo>
                <a:lnTo>
                  <a:pt x="520578" y="50831"/>
                </a:lnTo>
                <a:lnTo>
                  <a:pt x="520631" y="51045"/>
                </a:lnTo>
                <a:lnTo>
                  <a:pt x="520690" y="51254"/>
                </a:lnTo>
                <a:lnTo>
                  <a:pt x="520754" y="51459"/>
                </a:lnTo>
                <a:lnTo>
                  <a:pt x="520824" y="51659"/>
                </a:lnTo>
                <a:lnTo>
                  <a:pt x="520900" y="51855"/>
                </a:lnTo>
                <a:lnTo>
                  <a:pt x="520981" y="52046"/>
                </a:lnTo>
                <a:lnTo>
                  <a:pt x="521068" y="52233"/>
                </a:lnTo>
                <a:lnTo>
                  <a:pt x="521161" y="52415"/>
                </a:lnTo>
                <a:lnTo>
                  <a:pt x="521259" y="52593"/>
                </a:lnTo>
                <a:lnTo>
                  <a:pt x="521362" y="52766"/>
                </a:lnTo>
                <a:lnTo>
                  <a:pt x="521472" y="52935"/>
                </a:lnTo>
                <a:lnTo>
                  <a:pt x="521586" y="53099"/>
                </a:lnTo>
                <a:lnTo>
                  <a:pt x="521707" y="53259"/>
                </a:lnTo>
                <a:lnTo>
                  <a:pt x="521833" y="53414"/>
                </a:lnTo>
                <a:lnTo>
                  <a:pt x="521965" y="53565"/>
                </a:lnTo>
                <a:lnTo>
                  <a:pt x="522101" y="53710"/>
                </a:lnTo>
                <a:lnTo>
                  <a:pt x="522240" y="53849"/>
                </a:lnTo>
                <a:lnTo>
                  <a:pt x="522383" y="53982"/>
                </a:lnTo>
                <a:lnTo>
                  <a:pt x="522528" y="54108"/>
                </a:lnTo>
                <a:lnTo>
                  <a:pt x="522677" y="54229"/>
                </a:lnTo>
                <a:lnTo>
                  <a:pt x="522829" y="54343"/>
                </a:lnTo>
                <a:lnTo>
                  <a:pt x="522985" y="54451"/>
                </a:lnTo>
                <a:lnTo>
                  <a:pt x="523143" y="54553"/>
                </a:lnTo>
                <a:lnTo>
                  <a:pt x="523305" y="54649"/>
                </a:lnTo>
                <a:lnTo>
                  <a:pt x="523470" y="54738"/>
                </a:lnTo>
                <a:lnTo>
                  <a:pt x="523639" y="54822"/>
                </a:lnTo>
                <a:lnTo>
                  <a:pt x="523810" y="54899"/>
                </a:lnTo>
                <a:lnTo>
                  <a:pt x="523985" y="54970"/>
                </a:lnTo>
                <a:lnTo>
                  <a:pt x="524163" y="55035"/>
                </a:lnTo>
                <a:lnTo>
                  <a:pt x="524344" y="55094"/>
                </a:lnTo>
                <a:lnTo>
                  <a:pt x="524528" y="55146"/>
                </a:lnTo>
                <a:lnTo>
                  <a:pt x="524716" y="55192"/>
                </a:lnTo>
                <a:lnTo>
                  <a:pt x="524907" y="55232"/>
                </a:lnTo>
                <a:lnTo>
                  <a:pt x="525101" y="55266"/>
                </a:lnTo>
                <a:lnTo>
                  <a:pt x="525298" y="55294"/>
                </a:lnTo>
                <a:lnTo>
                  <a:pt x="525498" y="55316"/>
                </a:lnTo>
                <a:lnTo>
                  <a:pt x="525702" y="55331"/>
                </a:lnTo>
                <a:lnTo>
                  <a:pt x="525909" y="55341"/>
                </a:lnTo>
                <a:lnTo>
                  <a:pt x="526119" y="55344"/>
                </a:lnTo>
                <a:lnTo>
                  <a:pt x="526335" y="55341"/>
                </a:lnTo>
                <a:lnTo>
                  <a:pt x="526547" y="55332"/>
                </a:lnTo>
                <a:lnTo>
                  <a:pt x="526756" y="55317"/>
                </a:lnTo>
                <a:lnTo>
                  <a:pt x="526961" y="55296"/>
                </a:lnTo>
                <a:lnTo>
                  <a:pt x="527163" y="55269"/>
                </a:lnTo>
                <a:lnTo>
                  <a:pt x="527361" y="55237"/>
                </a:lnTo>
                <a:lnTo>
                  <a:pt x="527556" y="55198"/>
                </a:lnTo>
                <a:lnTo>
                  <a:pt x="527748" y="55154"/>
                </a:lnTo>
                <a:lnTo>
                  <a:pt x="527936" y="55103"/>
                </a:lnTo>
                <a:lnTo>
                  <a:pt x="528120" y="55047"/>
                </a:lnTo>
                <a:lnTo>
                  <a:pt x="528302" y="54984"/>
                </a:lnTo>
                <a:lnTo>
                  <a:pt x="528479" y="54916"/>
                </a:lnTo>
                <a:lnTo>
                  <a:pt x="528653" y="54842"/>
                </a:lnTo>
                <a:lnTo>
                  <a:pt x="528824" y="54762"/>
                </a:lnTo>
                <a:lnTo>
                  <a:pt x="528992" y="54676"/>
                </a:lnTo>
                <a:lnTo>
                  <a:pt x="529155" y="54584"/>
                </a:lnTo>
                <a:lnTo>
                  <a:pt x="529316" y="54486"/>
                </a:lnTo>
                <a:lnTo>
                  <a:pt x="529473" y="54382"/>
                </a:lnTo>
                <a:lnTo>
                  <a:pt x="529626" y="54272"/>
                </a:lnTo>
                <a:lnTo>
                  <a:pt x="529776" y="54156"/>
                </a:lnTo>
                <a:lnTo>
                  <a:pt x="529923" y="54034"/>
                </a:lnTo>
                <a:lnTo>
                  <a:pt x="530066" y="53907"/>
                </a:lnTo>
                <a:lnTo>
                  <a:pt x="530206" y="53773"/>
                </a:lnTo>
                <a:lnTo>
                  <a:pt x="530342" y="53633"/>
                </a:lnTo>
                <a:lnTo>
                  <a:pt x="530473" y="53488"/>
                </a:lnTo>
                <a:lnTo>
                  <a:pt x="530600" y="53338"/>
                </a:lnTo>
                <a:lnTo>
                  <a:pt x="530720" y="53184"/>
                </a:lnTo>
                <a:lnTo>
                  <a:pt x="530835" y="53024"/>
                </a:lnTo>
                <a:lnTo>
                  <a:pt x="530944" y="52859"/>
                </a:lnTo>
                <a:lnTo>
                  <a:pt x="531048" y="52689"/>
                </a:lnTo>
                <a:lnTo>
                  <a:pt x="531146" y="52514"/>
                </a:lnTo>
                <a:lnTo>
                  <a:pt x="531238" y="52334"/>
                </a:lnTo>
                <a:lnTo>
                  <a:pt x="531325" y="52149"/>
                </a:lnTo>
                <a:lnTo>
                  <a:pt x="531406" y="51959"/>
                </a:lnTo>
                <a:lnTo>
                  <a:pt x="531482" y="51764"/>
                </a:lnTo>
                <a:lnTo>
                  <a:pt x="531552" y="51564"/>
                </a:lnTo>
                <a:lnTo>
                  <a:pt x="531616" y="51360"/>
                </a:lnTo>
                <a:lnTo>
                  <a:pt x="531675" y="51150"/>
                </a:lnTo>
                <a:lnTo>
                  <a:pt x="531729" y="50935"/>
                </a:lnTo>
                <a:lnTo>
                  <a:pt x="531776" y="50715"/>
                </a:lnTo>
                <a:lnTo>
                  <a:pt x="531818" y="50490"/>
                </a:lnTo>
                <a:lnTo>
                  <a:pt x="531855" y="50261"/>
                </a:lnTo>
                <a:lnTo>
                  <a:pt x="531885" y="50026"/>
                </a:lnTo>
                <a:lnTo>
                  <a:pt x="531911" y="49786"/>
                </a:lnTo>
                <a:lnTo>
                  <a:pt x="531930" y="49542"/>
                </a:lnTo>
                <a:lnTo>
                  <a:pt x="531944" y="49292"/>
                </a:lnTo>
                <a:lnTo>
                  <a:pt x="531953" y="49037"/>
                </a:lnTo>
                <a:lnTo>
                  <a:pt x="531955" y="48778"/>
                </a:lnTo>
                <a:lnTo>
                  <a:pt x="531818" y="44810"/>
                </a:lnTo>
                <a:lnTo>
                  <a:pt x="531823" y="44560"/>
                </a:lnTo>
                <a:lnTo>
                  <a:pt x="531836" y="44313"/>
                </a:lnTo>
                <a:lnTo>
                  <a:pt x="531859" y="44068"/>
                </a:lnTo>
                <a:lnTo>
                  <a:pt x="531891" y="43826"/>
                </a:lnTo>
                <a:lnTo>
                  <a:pt x="531931" y="43585"/>
                </a:lnTo>
                <a:lnTo>
                  <a:pt x="531981" y="43348"/>
                </a:lnTo>
                <a:lnTo>
                  <a:pt x="532040" y="43112"/>
                </a:lnTo>
                <a:lnTo>
                  <a:pt x="532108" y="42879"/>
                </a:lnTo>
                <a:lnTo>
                  <a:pt x="532185" y="42648"/>
                </a:lnTo>
                <a:lnTo>
                  <a:pt x="532271" y="42420"/>
                </a:lnTo>
                <a:lnTo>
                  <a:pt x="532366" y="42194"/>
                </a:lnTo>
                <a:lnTo>
                  <a:pt x="532470" y="41971"/>
                </a:lnTo>
                <a:lnTo>
                  <a:pt x="532584" y="41750"/>
                </a:lnTo>
                <a:lnTo>
                  <a:pt x="532706" y="41531"/>
                </a:lnTo>
                <a:lnTo>
                  <a:pt x="532837" y="41314"/>
                </a:lnTo>
                <a:lnTo>
                  <a:pt x="532978" y="41100"/>
                </a:lnTo>
                <a:lnTo>
                  <a:pt x="533127" y="40889"/>
                </a:lnTo>
                <a:lnTo>
                  <a:pt x="533286" y="40679"/>
                </a:lnTo>
                <a:lnTo>
                  <a:pt x="533453" y="40472"/>
                </a:lnTo>
                <a:lnTo>
                  <a:pt x="533630" y="40268"/>
                </a:lnTo>
                <a:lnTo>
                  <a:pt x="533816" y="40066"/>
                </a:lnTo>
                <a:lnTo>
                  <a:pt x="534011" y="39866"/>
                </a:lnTo>
                <a:lnTo>
                  <a:pt x="534214" y="39669"/>
                </a:lnTo>
                <a:lnTo>
                  <a:pt x="534427" y="39474"/>
                </a:lnTo>
                <a:lnTo>
                  <a:pt x="534642" y="39284"/>
                </a:lnTo>
                <a:lnTo>
                  <a:pt x="534863" y="39102"/>
                </a:lnTo>
                <a:lnTo>
                  <a:pt x="535090" y="38928"/>
                </a:lnTo>
                <a:lnTo>
                  <a:pt x="535324" y="38763"/>
                </a:lnTo>
                <a:lnTo>
                  <a:pt x="535563" y="38605"/>
                </a:lnTo>
                <a:lnTo>
                  <a:pt x="535809" y="38456"/>
                </a:lnTo>
                <a:lnTo>
                  <a:pt x="536061" y="38315"/>
                </a:lnTo>
                <a:lnTo>
                  <a:pt x="536319" y="38181"/>
                </a:lnTo>
                <a:lnTo>
                  <a:pt x="536584" y="38056"/>
                </a:lnTo>
                <a:lnTo>
                  <a:pt x="536854" y="37939"/>
                </a:lnTo>
                <a:lnTo>
                  <a:pt x="537131" y="37830"/>
                </a:lnTo>
                <a:lnTo>
                  <a:pt x="537414" y="37729"/>
                </a:lnTo>
                <a:lnTo>
                  <a:pt x="537704" y="37636"/>
                </a:lnTo>
                <a:lnTo>
                  <a:pt x="537999" y="37551"/>
                </a:lnTo>
                <a:lnTo>
                  <a:pt x="538301" y="37475"/>
                </a:lnTo>
                <a:lnTo>
                  <a:pt x="538608" y="37406"/>
                </a:lnTo>
                <a:lnTo>
                  <a:pt x="538922" y="37345"/>
                </a:lnTo>
                <a:lnTo>
                  <a:pt x="539243" y="37293"/>
                </a:lnTo>
                <a:lnTo>
                  <a:pt x="539569" y="37248"/>
                </a:lnTo>
                <a:lnTo>
                  <a:pt x="539902" y="37212"/>
                </a:lnTo>
                <a:lnTo>
                  <a:pt x="540240" y="37184"/>
                </a:lnTo>
                <a:lnTo>
                  <a:pt x="540585" y="37164"/>
                </a:lnTo>
                <a:lnTo>
                  <a:pt x="540936" y="37152"/>
                </a:lnTo>
                <a:lnTo>
                  <a:pt x="541294" y="37148"/>
                </a:lnTo>
                <a:lnTo>
                  <a:pt x="541764" y="37154"/>
                </a:lnTo>
                <a:lnTo>
                  <a:pt x="542225" y="37172"/>
                </a:lnTo>
                <a:lnTo>
                  <a:pt x="542676" y="37202"/>
                </a:lnTo>
                <a:lnTo>
                  <a:pt x="543118" y="37245"/>
                </a:lnTo>
                <a:lnTo>
                  <a:pt x="543551" y="37300"/>
                </a:lnTo>
                <a:lnTo>
                  <a:pt x="543974" y="37366"/>
                </a:lnTo>
                <a:lnTo>
                  <a:pt x="544388" y="37445"/>
                </a:lnTo>
                <a:lnTo>
                  <a:pt x="544792" y="37537"/>
                </a:lnTo>
                <a:lnTo>
                  <a:pt x="545187" y="37640"/>
                </a:lnTo>
                <a:lnTo>
                  <a:pt x="545572" y="37756"/>
                </a:lnTo>
                <a:lnTo>
                  <a:pt x="545948" y="37883"/>
                </a:lnTo>
                <a:lnTo>
                  <a:pt x="546315" y="38023"/>
                </a:lnTo>
                <a:lnTo>
                  <a:pt x="546672" y="38175"/>
                </a:lnTo>
                <a:lnTo>
                  <a:pt x="547020" y="38339"/>
                </a:lnTo>
                <a:lnTo>
                  <a:pt x="547358" y="38515"/>
                </a:lnTo>
                <a:lnTo>
                  <a:pt x="547687" y="38704"/>
                </a:lnTo>
                <a:lnTo>
                  <a:pt x="548007" y="38905"/>
                </a:lnTo>
                <a:lnTo>
                  <a:pt x="548317" y="39117"/>
                </a:lnTo>
                <a:lnTo>
                  <a:pt x="548618" y="39342"/>
                </a:lnTo>
                <a:lnTo>
                  <a:pt x="548909" y="39579"/>
                </a:lnTo>
                <a:lnTo>
                  <a:pt x="549191" y="39829"/>
                </a:lnTo>
                <a:lnTo>
                  <a:pt x="549463" y="40090"/>
                </a:lnTo>
                <a:lnTo>
                  <a:pt x="549726" y="40364"/>
                </a:lnTo>
                <a:lnTo>
                  <a:pt x="549980" y="40649"/>
                </a:lnTo>
                <a:lnTo>
                  <a:pt x="550224" y="40952"/>
                </a:lnTo>
                <a:lnTo>
                  <a:pt x="550457" y="41274"/>
                </a:lnTo>
                <a:lnTo>
                  <a:pt x="550680" y="41617"/>
                </a:lnTo>
                <a:lnTo>
                  <a:pt x="550893" y="41981"/>
                </a:lnTo>
                <a:lnTo>
                  <a:pt x="551095" y="42365"/>
                </a:lnTo>
                <a:lnTo>
                  <a:pt x="551287" y="42769"/>
                </a:lnTo>
                <a:lnTo>
                  <a:pt x="551468" y="43195"/>
                </a:lnTo>
                <a:lnTo>
                  <a:pt x="551639" y="43640"/>
                </a:lnTo>
                <a:lnTo>
                  <a:pt x="551800" y="44106"/>
                </a:lnTo>
                <a:lnTo>
                  <a:pt x="551951" y="44593"/>
                </a:lnTo>
                <a:lnTo>
                  <a:pt x="552091" y="45100"/>
                </a:lnTo>
                <a:lnTo>
                  <a:pt x="552220" y="45628"/>
                </a:lnTo>
                <a:lnTo>
                  <a:pt x="552339" y="46176"/>
                </a:lnTo>
                <a:lnTo>
                  <a:pt x="552448" y="46744"/>
                </a:lnTo>
                <a:lnTo>
                  <a:pt x="552547" y="47334"/>
                </a:lnTo>
                <a:lnTo>
                  <a:pt x="552635" y="47943"/>
                </a:lnTo>
                <a:lnTo>
                  <a:pt x="552713" y="48573"/>
                </a:lnTo>
                <a:lnTo>
                  <a:pt x="552780" y="49224"/>
                </a:lnTo>
                <a:lnTo>
                  <a:pt x="552837" y="49895"/>
                </a:lnTo>
                <a:lnTo>
                  <a:pt x="552884" y="50587"/>
                </a:lnTo>
                <a:lnTo>
                  <a:pt x="552920" y="51299"/>
                </a:lnTo>
                <a:lnTo>
                  <a:pt x="552946" y="52032"/>
                </a:lnTo>
                <a:lnTo>
                  <a:pt x="552962" y="52785"/>
                </a:lnTo>
                <a:lnTo>
                  <a:pt x="552967" y="53558"/>
                </a:lnTo>
                <a:lnTo>
                  <a:pt x="552967" y="56030"/>
                </a:lnTo>
                <a:lnTo>
                  <a:pt x="551633" y="56519"/>
                </a:lnTo>
                <a:lnTo>
                  <a:pt x="550330" y="57002"/>
                </a:lnTo>
                <a:lnTo>
                  <a:pt x="549060" y="57479"/>
                </a:lnTo>
                <a:lnTo>
                  <a:pt x="547822" y="57949"/>
                </a:lnTo>
                <a:lnTo>
                  <a:pt x="546616" y="58413"/>
                </a:lnTo>
                <a:lnTo>
                  <a:pt x="545442" y="58871"/>
                </a:lnTo>
                <a:lnTo>
                  <a:pt x="544300" y="59323"/>
                </a:lnTo>
                <a:lnTo>
                  <a:pt x="543190" y="59769"/>
                </a:lnTo>
                <a:lnTo>
                  <a:pt x="542112" y="60208"/>
                </a:lnTo>
                <a:lnTo>
                  <a:pt x="541066" y="60641"/>
                </a:lnTo>
                <a:lnTo>
                  <a:pt x="540052" y="61068"/>
                </a:lnTo>
                <a:lnTo>
                  <a:pt x="539071" y="61489"/>
                </a:lnTo>
                <a:lnTo>
                  <a:pt x="538121" y="61904"/>
                </a:lnTo>
                <a:lnTo>
                  <a:pt x="537204" y="62312"/>
                </a:lnTo>
                <a:lnTo>
                  <a:pt x="536318" y="62714"/>
                </a:lnTo>
                <a:lnTo>
                  <a:pt x="535465" y="63110"/>
                </a:lnTo>
                <a:lnTo>
                  <a:pt x="534644" y="63500"/>
                </a:lnTo>
                <a:lnTo>
                  <a:pt x="533854" y="63884"/>
                </a:lnTo>
                <a:lnTo>
                  <a:pt x="533097" y="64261"/>
                </a:lnTo>
                <a:lnTo>
                  <a:pt x="532372" y="64632"/>
                </a:lnTo>
                <a:lnTo>
                  <a:pt x="531679" y="64997"/>
                </a:lnTo>
                <a:lnTo>
                  <a:pt x="531018" y="65356"/>
                </a:lnTo>
                <a:lnTo>
                  <a:pt x="530389" y="65709"/>
                </a:lnTo>
                <a:lnTo>
                  <a:pt x="529792" y="66055"/>
                </a:lnTo>
                <a:lnTo>
                  <a:pt x="529219" y="66400"/>
                </a:lnTo>
                <a:lnTo>
                  <a:pt x="528660" y="66746"/>
                </a:lnTo>
                <a:lnTo>
                  <a:pt x="528115" y="67094"/>
                </a:lnTo>
                <a:lnTo>
                  <a:pt x="527585" y="67444"/>
                </a:lnTo>
                <a:lnTo>
                  <a:pt x="527069" y="67796"/>
                </a:lnTo>
                <a:lnTo>
                  <a:pt x="526567" y="68150"/>
                </a:lnTo>
                <a:lnTo>
                  <a:pt x="526080" y="68505"/>
                </a:lnTo>
                <a:lnTo>
                  <a:pt x="525608" y="68863"/>
                </a:lnTo>
                <a:lnTo>
                  <a:pt x="525150" y="69222"/>
                </a:lnTo>
                <a:lnTo>
                  <a:pt x="524706" y="69584"/>
                </a:lnTo>
                <a:lnTo>
                  <a:pt x="524276" y="69947"/>
                </a:lnTo>
                <a:lnTo>
                  <a:pt x="523862" y="70313"/>
                </a:lnTo>
                <a:lnTo>
                  <a:pt x="523461" y="70680"/>
                </a:lnTo>
                <a:lnTo>
                  <a:pt x="523075" y="71049"/>
                </a:lnTo>
                <a:lnTo>
                  <a:pt x="522703" y="71420"/>
                </a:lnTo>
                <a:lnTo>
                  <a:pt x="522346" y="71793"/>
                </a:lnTo>
                <a:lnTo>
                  <a:pt x="522003" y="72167"/>
                </a:lnTo>
                <a:lnTo>
                  <a:pt x="521675" y="72544"/>
                </a:lnTo>
                <a:lnTo>
                  <a:pt x="521361" y="72923"/>
                </a:lnTo>
                <a:lnTo>
                  <a:pt x="521062" y="73303"/>
                </a:lnTo>
                <a:lnTo>
                  <a:pt x="520776" y="73686"/>
                </a:lnTo>
                <a:lnTo>
                  <a:pt x="520506" y="74070"/>
                </a:lnTo>
                <a:lnTo>
                  <a:pt x="520250" y="74456"/>
                </a:lnTo>
                <a:lnTo>
                  <a:pt x="520008" y="74844"/>
                </a:lnTo>
                <a:lnTo>
                  <a:pt x="519840" y="75127"/>
                </a:lnTo>
                <a:lnTo>
                  <a:pt x="519679" y="75414"/>
                </a:lnTo>
                <a:lnTo>
                  <a:pt x="519525" y="75705"/>
                </a:lnTo>
                <a:lnTo>
                  <a:pt x="519378" y="76000"/>
                </a:lnTo>
                <a:lnTo>
                  <a:pt x="519239" y="76300"/>
                </a:lnTo>
                <a:lnTo>
                  <a:pt x="519106" y="76604"/>
                </a:lnTo>
                <a:lnTo>
                  <a:pt x="518981" y="76912"/>
                </a:lnTo>
                <a:lnTo>
                  <a:pt x="518863" y="77225"/>
                </a:lnTo>
                <a:lnTo>
                  <a:pt x="518752" y="77542"/>
                </a:lnTo>
                <a:lnTo>
                  <a:pt x="518649" y="77863"/>
                </a:lnTo>
                <a:lnTo>
                  <a:pt x="518552" y="78188"/>
                </a:lnTo>
                <a:lnTo>
                  <a:pt x="518463" y="78518"/>
                </a:lnTo>
                <a:lnTo>
                  <a:pt x="518381" y="78852"/>
                </a:lnTo>
                <a:lnTo>
                  <a:pt x="518305" y="79190"/>
                </a:lnTo>
                <a:lnTo>
                  <a:pt x="518237" y="79533"/>
                </a:lnTo>
                <a:lnTo>
                  <a:pt x="518177" y="79880"/>
                </a:lnTo>
                <a:lnTo>
                  <a:pt x="518123" y="80231"/>
                </a:lnTo>
                <a:lnTo>
                  <a:pt x="518077" y="80586"/>
                </a:lnTo>
                <a:lnTo>
                  <a:pt x="518037" y="80946"/>
                </a:lnTo>
                <a:lnTo>
                  <a:pt x="518005" y="81310"/>
                </a:lnTo>
                <a:lnTo>
                  <a:pt x="517980" y="81679"/>
                </a:lnTo>
                <a:lnTo>
                  <a:pt x="517962" y="82051"/>
                </a:lnTo>
                <a:lnTo>
                  <a:pt x="517951" y="82428"/>
                </a:lnTo>
                <a:lnTo>
                  <a:pt x="517948" y="82809"/>
                </a:lnTo>
                <a:lnTo>
                  <a:pt x="517955" y="83411"/>
                </a:lnTo>
                <a:lnTo>
                  <a:pt x="517977" y="84003"/>
                </a:lnTo>
                <a:lnTo>
                  <a:pt x="518014" y="84585"/>
                </a:lnTo>
                <a:lnTo>
                  <a:pt x="518065" y="85157"/>
                </a:lnTo>
                <a:lnTo>
                  <a:pt x="518131" y="85720"/>
                </a:lnTo>
                <a:lnTo>
                  <a:pt x="518212" y="86273"/>
                </a:lnTo>
                <a:lnTo>
                  <a:pt x="518307" y="86816"/>
                </a:lnTo>
                <a:lnTo>
                  <a:pt x="518417" y="87349"/>
                </a:lnTo>
                <a:lnTo>
                  <a:pt x="518542" y="87872"/>
                </a:lnTo>
                <a:lnTo>
                  <a:pt x="518681" y="88386"/>
                </a:lnTo>
                <a:lnTo>
                  <a:pt x="518835" y="88890"/>
                </a:lnTo>
                <a:lnTo>
                  <a:pt x="519003" y="89384"/>
                </a:lnTo>
                <a:lnTo>
                  <a:pt x="519187" y="89868"/>
                </a:lnTo>
                <a:lnTo>
                  <a:pt x="519385" y="90343"/>
                </a:lnTo>
                <a:lnTo>
                  <a:pt x="519597" y="90808"/>
                </a:lnTo>
                <a:lnTo>
                  <a:pt x="519825" y="91263"/>
                </a:lnTo>
                <a:lnTo>
                  <a:pt x="520067" y="91708"/>
                </a:lnTo>
                <a:lnTo>
                  <a:pt x="520323" y="92144"/>
                </a:lnTo>
                <a:lnTo>
                  <a:pt x="520594" y="92569"/>
                </a:lnTo>
                <a:lnTo>
                  <a:pt x="520880" y="92985"/>
                </a:lnTo>
                <a:lnTo>
                  <a:pt x="521181" y="93391"/>
                </a:lnTo>
                <a:lnTo>
                  <a:pt x="521496" y="93788"/>
                </a:lnTo>
                <a:lnTo>
                  <a:pt x="521826" y="94174"/>
                </a:lnTo>
                <a:lnTo>
                  <a:pt x="522171" y="94551"/>
                </a:lnTo>
                <a:lnTo>
                  <a:pt x="522527" y="94915"/>
                </a:lnTo>
                <a:lnTo>
                  <a:pt x="522890" y="95264"/>
                </a:lnTo>
                <a:lnTo>
                  <a:pt x="523262" y="95597"/>
                </a:lnTo>
                <a:lnTo>
                  <a:pt x="523642" y="95915"/>
                </a:lnTo>
                <a:lnTo>
                  <a:pt x="524030" y="96217"/>
                </a:lnTo>
                <a:lnTo>
                  <a:pt x="524426" y="96504"/>
                </a:lnTo>
                <a:lnTo>
                  <a:pt x="524830" y="96775"/>
                </a:lnTo>
                <a:lnTo>
                  <a:pt x="525242" y="97031"/>
                </a:lnTo>
                <a:lnTo>
                  <a:pt x="525661" y="97271"/>
                </a:lnTo>
                <a:lnTo>
                  <a:pt x="526089" y="97496"/>
                </a:lnTo>
                <a:lnTo>
                  <a:pt x="526525" y="97705"/>
                </a:lnTo>
                <a:lnTo>
                  <a:pt x="526969" y="97899"/>
                </a:lnTo>
                <a:lnTo>
                  <a:pt x="527420" y="98077"/>
                </a:lnTo>
                <a:lnTo>
                  <a:pt x="527880" y="98239"/>
                </a:lnTo>
                <a:lnTo>
                  <a:pt x="528348" y="98387"/>
                </a:lnTo>
                <a:lnTo>
                  <a:pt x="528824" y="98518"/>
                </a:lnTo>
                <a:lnTo>
                  <a:pt x="529307" y="98635"/>
                </a:lnTo>
                <a:lnTo>
                  <a:pt x="529799" y="98735"/>
                </a:lnTo>
                <a:lnTo>
                  <a:pt x="530299" y="98821"/>
                </a:lnTo>
                <a:lnTo>
                  <a:pt x="530806" y="98890"/>
                </a:lnTo>
                <a:lnTo>
                  <a:pt x="531322" y="98945"/>
                </a:lnTo>
                <a:lnTo>
                  <a:pt x="531846" y="98983"/>
                </a:lnTo>
                <a:lnTo>
                  <a:pt x="532377" y="99007"/>
                </a:lnTo>
                <a:lnTo>
                  <a:pt x="532917" y="99014"/>
                </a:lnTo>
                <a:lnTo>
                  <a:pt x="533265" y="99011"/>
                </a:lnTo>
                <a:lnTo>
                  <a:pt x="533612" y="99002"/>
                </a:lnTo>
                <a:lnTo>
                  <a:pt x="533956" y="98986"/>
                </a:lnTo>
                <a:lnTo>
                  <a:pt x="534300" y="98965"/>
                </a:lnTo>
                <a:lnTo>
                  <a:pt x="534641" y="98937"/>
                </a:lnTo>
                <a:lnTo>
                  <a:pt x="534981" y="98903"/>
                </a:lnTo>
                <a:lnTo>
                  <a:pt x="535319" y="98862"/>
                </a:lnTo>
                <a:lnTo>
                  <a:pt x="535656" y="98816"/>
                </a:lnTo>
                <a:lnTo>
                  <a:pt x="535991" y="98763"/>
                </a:lnTo>
                <a:lnTo>
                  <a:pt x="536324" y="98704"/>
                </a:lnTo>
                <a:lnTo>
                  <a:pt x="536655" y="98639"/>
                </a:lnTo>
                <a:lnTo>
                  <a:pt x="536985" y="98568"/>
                </a:lnTo>
                <a:lnTo>
                  <a:pt x="537313" y="98491"/>
                </a:lnTo>
                <a:lnTo>
                  <a:pt x="537640" y="98407"/>
                </a:lnTo>
                <a:lnTo>
                  <a:pt x="537965" y="98317"/>
                </a:lnTo>
                <a:lnTo>
                  <a:pt x="538288" y="98221"/>
                </a:lnTo>
                <a:lnTo>
                  <a:pt x="538609" y="98119"/>
                </a:lnTo>
                <a:lnTo>
                  <a:pt x="538929" y="98010"/>
                </a:lnTo>
                <a:lnTo>
                  <a:pt x="539247" y="97895"/>
                </a:lnTo>
                <a:lnTo>
                  <a:pt x="539564" y="97775"/>
                </a:lnTo>
                <a:lnTo>
                  <a:pt x="539879" y="97647"/>
                </a:lnTo>
                <a:lnTo>
                  <a:pt x="540192" y="97514"/>
                </a:lnTo>
                <a:lnTo>
                  <a:pt x="540503" y="97375"/>
                </a:lnTo>
                <a:lnTo>
                  <a:pt x="540813" y="97229"/>
                </a:lnTo>
                <a:lnTo>
                  <a:pt x="541032" y="97121"/>
                </a:lnTo>
                <a:lnTo>
                  <a:pt x="541275" y="96991"/>
                </a:lnTo>
                <a:lnTo>
                  <a:pt x="541544" y="96839"/>
                </a:lnTo>
                <a:lnTo>
                  <a:pt x="541837" y="96664"/>
                </a:lnTo>
                <a:lnTo>
                  <a:pt x="542156" y="96469"/>
                </a:lnTo>
                <a:lnTo>
                  <a:pt x="542500" y="96251"/>
                </a:lnTo>
                <a:lnTo>
                  <a:pt x="542869" y="96011"/>
                </a:lnTo>
                <a:lnTo>
                  <a:pt x="543262" y="95749"/>
                </a:lnTo>
                <a:lnTo>
                  <a:pt x="543681" y="95465"/>
                </a:lnTo>
                <a:lnTo>
                  <a:pt x="544125" y="95160"/>
                </a:lnTo>
                <a:lnTo>
                  <a:pt x="544594" y="94832"/>
                </a:lnTo>
                <a:lnTo>
                  <a:pt x="545088" y="94482"/>
                </a:lnTo>
                <a:lnTo>
                  <a:pt x="545607" y="94111"/>
                </a:lnTo>
                <a:lnTo>
                  <a:pt x="546150" y="93718"/>
                </a:lnTo>
                <a:lnTo>
                  <a:pt x="546719" y="93302"/>
                </a:lnTo>
                <a:lnTo>
                  <a:pt x="547314" y="92865"/>
                </a:lnTo>
                <a:lnTo>
                  <a:pt x="547933" y="92406"/>
                </a:lnTo>
                <a:lnTo>
                  <a:pt x="548577" y="91925"/>
                </a:lnTo>
                <a:lnTo>
                  <a:pt x="549246" y="91422"/>
                </a:lnTo>
                <a:lnTo>
                  <a:pt x="549940" y="90897"/>
                </a:lnTo>
                <a:lnTo>
                  <a:pt x="550659" y="90350"/>
                </a:lnTo>
                <a:lnTo>
                  <a:pt x="551403" y="89781"/>
                </a:lnTo>
                <a:lnTo>
                  <a:pt x="552173" y="89190"/>
                </a:lnTo>
                <a:lnTo>
                  <a:pt x="552967" y="88577"/>
                </a:lnTo>
                <a:lnTo>
                  <a:pt x="552976" y="89041"/>
                </a:lnTo>
                <a:lnTo>
                  <a:pt x="552992" y="89493"/>
                </a:lnTo>
                <a:lnTo>
                  <a:pt x="553014" y="89933"/>
                </a:lnTo>
                <a:lnTo>
                  <a:pt x="553043" y="90363"/>
                </a:lnTo>
                <a:lnTo>
                  <a:pt x="553079" y="90780"/>
                </a:lnTo>
                <a:close/>
                <a:moveTo>
                  <a:pt x="549562" y="86627"/>
                </a:moveTo>
                <a:lnTo>
                  <a:pt x="548916" y="87066"/>
                </a:lnTo>
                <a:lnTo>
                  <a:pt x="548281" y="87482"/>
                </a:lnTo>
                <a:lnTo>
                  <a:pt x="547657" y="87874"/>
                </a:lnTo>
                <a:lnTo>
                  <a:pt x="547045" y="88241"/>
                </a:lnTo>
                <a:lnTo>
                  <a:pt x="546444" y="88586"/>
                </a:lnTo>
                <a:lnTo>
                  <a:pt x="545854" y="88906"/>
                </a:lnTo>
                <a:lnTo>
                  <a:pt x="545276" y="89203"/>
                </a:lnTo>
                <a:lnTo>
                  <a:pt x="544710" y="89476"/>
                </a:lnTo>
                <a:lnTo>
                  <a:pt x="544155" y="89725"/>
                </a:lnTo>
                <a:lnTo>
                  <a:pt x="543611" y="89951"/>
                </a:lnTo>
                <a:lnTo>
                  <a:pt x="543079" y="90152"/>
                </a:lnTo>
                <a:lnTo>
                  <a:pt x="542558" y="90330"/>
                </a:lnTo>
                <a:lnTo>
                  <a:pt x="542049" y="90485"/>
                </a:lnTo>
                <a:lnTo>
                  <a:pt x="541551" y="90615"/>
                </a:lnTo>
                <a:lnTo>
                  <a:pt x="541065" y="90722"/>
                </a:lnTo>
                <a:lnTo>
                  <a:pt x="540590" y="90805"/>
                </a:lnTo>
                <a:lnTo>
                  <a:pt x="540127" y="90864"/>
                </a:lnTo>
                <a:lnTo>
                  <a:pt x="539675" y="90900"/>
                </a:lnTo>
                <a:lnTo>
                  <a:pt x="539234" y="90912"/>
                </a:lnTo>
                <a:lnTo>
                  <a:pt x="538915" y="90906"/>
                </a:lnTo>
                <a:lnTo>
                  <a:pt x="538599" y="90889"/>
                </a:lnTo>
                <a:lnTo>
                  <a:pt x="538287" y="90861"/>
                </a:lnTo>
                <a:lnTo>
                  <a:pt x="537977" y="90822"/>
                </a:lnTo>
                <a:lnTo>
                  <a:pt x="537670" y="90771"/>
                </a:lnTo>
                <a:lnTo>
                  <a:pt x="537367" y="90709"/>
                </a:lnTo>
                <a:lnTo>
                  <a:pt x="537067" y="90636"/>
                </a:lnTo>
                <a:lnTo>
                  <a:pt x="536770" y="90551"/>
                </a:lnTo>
                <a:lnTo>
                  <a:pt x="536476" y="90455"/>
                </a:lnTo>
                <a:lnTo>
                  <a:pt x="536185" y="90348"/>
                </a:lnTo>
                <a:lnTo>
                  <a:pt x="535897" y="90230"/>
                </a:lnTo>
                <a:lnTo>
                  <a:pt x="535612" y="90100"/>
                </a:lnTo>
                <a:lnTo>
                  <a:pt x="535330" y="89959"/>
                </a:lnTo>
                <a:lnTo>
                  <a:pt x="535052" y="89807"/>
                </a:lnTo>
                <a:lnTo>
                  <a:pt x="534776" y="89644"/>
                </a:lnTo>
                <a:lnTo>
                  <a:pt x="534504" y="89469"/>
                </a:lnTo>
                <a:lnTo>
                  <a:pt x="534234" y="89283"/>
                </a:lnTo>
                <a:lnTo>
                  <a:pt x="533968" y="89086"/>
                </a:lnTo>
                <a:lnTo>
                  <a:pt x="533705" y="88877"/>
                </a:lnTo>
                <a:lnTo>
                  <a:pt x="533445" y="88657"/>
                </a:lnTo>
                <a:lnTo>
                  <a:pt x="533188" y="88426"/>
                </a:lnTo>
                <a:lnTo>
                  <a:pt x="532934" y="88184"/>
                </a:lnTo>
                <a:lnTo>
                  <a:pt x="532684" y="87930"/>
                </a:lnTo>
                <a:lnTo>
                  <a:pt x="532436" y="87665"/>
                </a:lnTo>
                <a:lnTo>
                  <a:pt x="532195" y="87392"/>
                </a:lnTo>
                <a:lnTo>
                  <a:pt x="531964" y="87113"/>
                </a:lnTo>
                <a:lnTo>
                  <a:pt x="531744" y="86828"/>
                </a:lnTo>
                <a:lnTo>
                  <a:pt x="531534" y="86537"/>
                </a:lnTo>
                <a:lnTo>
                  <a:pt x="531334" y="86240"/>
                </a:lnTo>
                <a:lnTo>
                  <a:pt x="531144" y="85937"/>
                </a:lnTo>
                <a:lnTo>
                  <a:pt x="530965" y="85629"/>
                </a:lnTo>
                <a:lnTo>
                  <a:pt x="530796" y="85315"/>
                </a:lnTo>
                <a:lnTo>
                  <a:pt x="530637" y="84995"/>
                </a:lnTo>
                <a:lnTo>
                  <a:pt x="530488" y="84669"/>
                </a:lnTo>
                <a:lnTo>
                  <a:pt x="530350" y="84337"/>
                </a:lnTo>
                <a:lnTo>
                  <a:pt x="530222" y="84000"/>
                </a:lnTo>
                <a:lnTo>
                  <a:pt x="530104" y="83657"/>
                </a:lnTo>
                <a:lnTo>
                  <a:pt x="529996" y="83307"/>
                </a:lnTo>
                <a:lnTo>
                  <a:pt x="529899" y="82953"/>
                </a:lnTo>
                <a:lnTo>
                  <a:pt x="529812" y="82592"/>
                </a:lnTo>
                <a:lnTo>
                  <a:pt x="529735" y="82225"/>
                </a:lnTo>
                <a:lnTo>
                  <a:pt x="529668" y="81853"/>
                </a:lnTo>
                <a:lnTo>
                  <a:pt x="529612" y="81475"/>
                </a:lnTo>
                <a:lnTo>
                  <a:pt x="529566" y="81091"/>
                </a:lnTo>
                <a:lnTo>
                  <a:pt x="529530" y="80701"/>
                </a:lnTo>
                <a:lnTo>
                  <a:pt x="529504" y="80305"/>
                </a:lnTo>
                <a:lnTo>
                  <a:pt x="529489" y="79904"/>
                </a:lnTo>
                <a:lnTo>
                  <a:pt x="529483" y="79496"/>
                </a:lnTo>
                <a:lnTo>
                  <a:pt x="529488" y="79173"/>
                </a:lnTo>
                <a:lnTo>
                  <a:pt x="529500" y="78851"/>
                </a:lnTo>
                <a:lnTo>
                  <a:pt x="529520" y="78532"/>
                </a:lnTo>
                <a:lnTo>
                  <a:pt x="529548" y="78215"/>
                </a:lnTo>
                <a:lnTo>
                  <a:pt x="529585" y="77900"/>
                </a:lnTo>
                <a:lnTo>
                  <a:pt x="529629" y="77587"/>
                </a:lnTo>
                <a:lnTo>
                  <a:pt x="529682" y="77276"/>
                </a:lnTo>
                <a:lnTo>
                  <a:pt x="529743" y="76967"/>
                </a:lnTo>
                <a:lnTo>
                  <a:pt x="529812" y="76660"/>
                </a:lnTo>
                <a:lnTo>
                  <a:pt x="529889" y="76356"/>
                </a:lnTo>
                <a:lnTo>
                  <a:pt x="529974" y="76054"/>
                </a:lnTo>
                <a:lnTo>
                  <a:pt x="530067" y="75754"/>
                </a:lnTo>
                <a:lnTo>
                  <a:pt x="530168" y="75456"/>
                </a:lnTo>
                <a:lnTo>
                  <a:pt x="530278" y="75160"/>
                </a:lnTo>
                <a:lnTo>
                  <a:pt x="530395" y="74866"/>
                </a:lnTo>
                <a:lnTo>
                  <a:pt x="530521" y="74575"/>
                </a:lnTo>
                <a:lnTo>
                  <a:pt x="530655" y="74285"/>
                </a:lnTo>
                <a:lnTo>
                  <a:pt x="530797" y="73998"/>
                </a:lnTo>
                <a:lnTo>
                  <a:pt x="530947" y="73713"/>
                </a:lnTo>
                <a:lnTo>
                  <a:pt x="531105" y="73430"/>
                </a:lnTo>
                <a:lnTo>
                  <a:pt x="531271" y="73149"/>
                </a:lnTo>
                <a:lnTo>
                  <a:pt x="531445" y="72870"/>
                </a:lnTo>
                <a:lnTo>
                  <a:pt x="531628" y="72593"/>
                </a:lnTo>
                <a:lnTo>
                  <a:pt x="531818" y="72319"/>
                </a:lnTo>
                <a:lnTo>
                  <a:pt x="532018" y="72046"/>
                </a:lnTo>
                <a:lnTo>
                  <a:pt x="532229" y="71774"/>
                </a:lnTo>
                <a:lnTo>
                  <a:pt x="532450" y="71503"/>
                </a:lnTo>
                <a:lnTo>
                  <a:pt x="532682" y="71233"/>
                </a:lnTo>
                <a:lnTo>
                  <a:pt x="532925" y="70964"/>
                </a:lnTo>
                <a:lnTo>
                  <a:pt x="533179" y="70695"/>
                </a:lnTo>
                <a:lnTo>
                  <a:pt x="533443" y="70428"/>
                </a:lnTo>
                <a:lnTo>
                  <a:pt x="533718" y="70162"/>
                </a:lnTo>
                <a:lnTo>
                  <a:pt x="534004" y="69896"/>
                </a:lnTo>
                <a:lnTo>
                  <a:pt x="534300" y="69632"/>
                </a:lnTo>
                <a:lnTo>
                  <a:pt x="534607" y="69369"/>
                </a:lnTo>
                <a:lnTo>
                  <a:pt x="534925" y="69106"/>
                </a:lnTo>
                <a:lnTo>
                  <a:pt x="535254" y="68845"/>
                </a:lnTo>
                <a:lnTo>
                  <a:pt x="535593" y="68584"/>
                </a:lnTo>
                <a:lnTo>
                  <a:pt x="535943" y="68324"/>
                </a:lnTo>
                <a:lnTo>
                  <a:pt x="536304" y="68065"/>
                </a:lnTo>
                <a:lnTo>
                  <a:pt x="536676" y="67808"/>
                </a:lnTo>
                <a:lnTo>
                  <a:pt x="537058" y="67551"/>
                </a:lnTo>
                <a:lnTo>
                  <a:pt x="537451" y="67295"/>
                </a:lnTo>
                <a:lnTo>
                  <a:pt x="537855" y="67040"/>
                </a:lnTo>
                <a:lnTo>
                  <a:pt x="538269" y="66786"/>
                </a:lnTo>
                <a:lnTo>
                  <a:pt x="538695" y="66533"/>
                </a:lnTo>
                <a:lnTo>
                  <a:pt x="539131" y="66281"/>
                </a:lnTo>
                <a:lnTo>
                  <a:pt x="539577" y="66030"/>
                </a:lnTo>
                <a:lnTo>
                  <a:pt x="539842" y="65883"/>
                </a:lnTo>
                <a:lnTo>
                  <a:pt x="540132" y="65728"/>
                </a:lnTo>
                <a:lnTo>
                  <a:pt x="540447" y="65565"/>
                </a:lnTo>
                <a:lnTo>
                  <a:pt x="540788" y="65393"/>
                </a:lnTo>
                <a:lnTo>
                  <a:pt x="541155" y="65213"/>
                </a:lnTo>
                <a:lnTo>
                  <a:pt x="541547" y="65025"/>
                </a:lnTo>
                <a:lnTo>
                  <a:pt x="541965" y="64829"/>
                </a:lnTo>
                <a:lnTo>
                  <a:pt x="542408" y="64624"/>
                </a:lnTo>
                <a:lnTo>
                  <a:pt x="542876" y="64411"/>
                </a:lnTo>
                <a:lnTo>
                  <a:pt x="543371" y="64189"/>
                </a:lnTo>
                <a:lnTo>
                  <a:pt x="543890" y="63960"/>
                </a:lnTo>
                <a:lnTo>
                  <a:pt x="544435" y="63722"/>
                </a:lnTo>
                <a:lnTo>
                  <a:pt x="545006" y="63476"/>
                </a:lnTo>
                <a:lnTo>
                  <a:pt x="545602" y="63221"/>
                </a:lnTo>
                <a:lnTo>
                  <a:pt x="546224" y="62958"/>
                </a:lnTo>
                <a:lnTo>
                  <a:pt x="546871" y="62687"/>
                </a:lnTo>
                <a:lnTo>
                  <a:pt x="547544" y="62407"/>
                </a:lnTo>
                <a:lnTo>
                  <a:pt x="548242" y="62120"/>
                </a:lnTo>
                <a:lnTo>
                  <a:pt x="548966" y="61824"/>
                </a:lnTo>
                <a:lnTo>
                  <a:pt x="549715" y="61519"/>
                </a:lnTo>
                <a:lnTo>
                  <a:pt x="550490" y="61207"/>
                </a:lnTo>
                <a:lnTo>
                  <a:pt x="551290" y="60886"/>
                </a:lnTo>
                <a:lnTo>
                  <a:pt x="552116" y="60556"/>
                </a:lnTo>
                <a:lnTo>
                  <a:pt x="552967" y="60219"/>
                </a:lnTo>
                <a:lnTo>
                  <a:pt x="552967" y="84075"/>
                </a:lnTo>
                <a:lnTo>
                  <a:pt x="552263" y="84633"/>
                </a:lnTo>
                <a:lnTo>
                  <a:pt x="551571" y="85167"/>
                </a:lnTo>
                <a:lnTo>
                  <a:pt x="550890" y="85678"/>
                </a:lnTo>
                <a:lnTo>
                  <a:pt x="550220" y="86164"/>
                </a:lnTo>
                <a:lnTo>
                  <a:pt x="549562" y="86627"/>
                </a:lnTo>
                <a:close/>
                <a:moveTo>
                  <a:pt x="508742" y="54752"/>
                </a:moveTo>
                <a:lnTo>
                  <a:pt x="508636" y="53855"/>
                </a:lnTo>
                <a:lnTo>
                  <a:pt x="508506" y="52975"/>
                </a:lnTo>
                <a:lnTo>
                  <a:pt x="508353" y="52111"/>
                </a:lnTo>
                <a:lnTo>
                  <a:pt x="508176" y="51263"/>
                </a:lnTo>
                <a:lnTo>
                  <a:pt x="507975" y="50431"/>
                </a:lnTo>
                <a:lnTo>
                  <a:pt x="507751" y="49616"/>
                </a:lnTo>
                <a:lnTo>
                  <a:pt x="507503" y="48817"/>
                </a:lnTo>
                <a:lnTo>
                  <a:pt x="507232" y="48034"/>
                </a:lnTo>
                <a:lnTo>
                  <a:pt x="506937" y="47268"/>
                </a:lnTo>
                <a:lnTo>
                  <a:pt x="506618" y="46517"/>
                </a:lnTo>
                <a:lnTo>
                  <a:pt x="506276" y="45784"/>
                </a:lnTo>
                <a:lnTo>
                  <a:pt x="505910" y="45066"/>
                </a:lnTo>
                <a:lnTo>
                  <a:pt x="505521" y="44365"/>
                </a:lnTo>
                <a:lnTo>
                  <a:pt x="505107" y="43680"/>
                </a:lnTo>
                <a:lnTo>
                  <a:pt x="504671" y="43011"/>
                </a:lnTo>
                <a:lnTo>
                  <a:pt x="504211" y="42358"/>
                </a:lnTo>
                <a:lnTo>
                  <a:pt x="503727" y="41722"/>
                </a:lnTo>
                <a:lnTo>
                  <a:pt x="503219" y="41102"/>
                </a:lnTo>
                <a:lnTo>
                  <a:pt x="502688" y="40499"/>
                </a:lnTo>
                <a:lnTo>
                  <a:pt x="502133" y="39911"/>
                </a:lnTo>
                <a:lnTo>
                  <a:pt x="501560" y="39344"/>
                </a:lnTo>
                <a:lnTo>
                  <a:pt x="500974" y="38801"/>
                </a:lnTo>
                <a:lnTo>
                  <a:pt x="500375" y="38282"/>
                </a:lnTo>
                <a:lnTo>
                  <a:pt x="499763" y="37787"/>
                </a:lnTo>
                <a:lnTo>
                  <a:pt x="499137" y="37316"/>
                </a:lnTo>
                <a:lnTo>
                  <a:pt x="498498" y="36870"/>
                </a:lnTo>
                <a:lnTo>
                  <a:pt x="497847" y="36447"/>
                </a:lnTo>
                <a:lnTo>
                  <a:pt x="497182" y="36049"/>
                </a:lnTo>
                <a:lnTo>
                  <a:pt x="496504" y="35675"/>
                </a:lnTo>
                <a:lnTo>
                  <a:pt x="495813" y="35325"/>
                </a:lnTo>
                <a:lnTo>
                  <a:pt x="495109" y="34999"/>
                </a:lnTo>
                <a:lnTo>
                  <a:pt x="494391" y="34697"/>
                </a:lnTo>
                <a:lnTo>
                  <a:pt x="493661" y="34419"/>
                </a:lnTo>
                <a:lnTo>
                  <a:pt x="492918" y="34166"/>
                </a:lnTo>
                <a:lnTo>
                  <a:pt x="492161" y="33937"/>
                </a:lnTo>
                <a:lnTo>
                  <a:pt x="491391" y="33731"/>
                </a:lnTo>
                <a:lnTo>
                  <a:pt x="490608" y="33550"/>
                </a:lnTo>
                <a:lnTo>
                  <a:pt x="489812" y="33394"/>
                </a:lnTo>
                <a:lnTo>
                  <a:pt x="489003" y="33261"/>
                </a:lnTo>
                <a:lnTo>
                  <a:pt x="488181" y="33152"/>
                </a:lnTo>
                <a:lnTo>
                  <a:pt x="487346" y="33068"/>
                </a:lnTo>
                <a:lnTo>
                  <a:pt x="486497" y="33007"/>
                </a:lnTo>
                <a:lnTo>
                  <a:pt x="485636" y="32971"/>
                </a:lnTo>
                <a:lnTo>
                  <a:pt x="484761" y="32959"/>
                </a:lnTo>
                <a:lnTo>
                  <a:pt x="483727" y="32975"/>
                </a:lnTo>
                <a:lnTo>
                  <a:pt x="482708" y="33022"/>
                </a:lnTo>
                <a:lnTo>
                  <a:pt x="481703" y="33100"/>
                </a:lnTo>
                <a:lnTo>
                  <a:pt x="480713" y="33209"/>
                </a:lnTo>
                <a:lnTo>
                  <a:pt x="479737" y="33350"/>
                </a:lnTo>
                <a:lnTo>
                  <a:pt x="478777" y="33522"/>
                </a:lnTo>
                <a:lnTo>
                  <a:pt x="477830" y="33726"/>
                </a:lnTo>
                <a:lnTo>
                  <a:pt x="476899" y="33960"/>
                </a:lnTo>
                <a:lnTo>
                  <a:pt x="475982" y="34226"/>
                </a:lnTo>
                <a:lnTo>
                  <a:pt x="475080" y="34524"/>
                </a:lnTo>
                <a:lnTo>
                  <a:pt x="474193" y="34852"/>
                </a:lnTo>
                <a:lnTo>
                  <a:pt x="473320" y="35212"/>
                </a:lnTo>
                <a:lnTo>
                  <a:pt x="472462" y="35603"/>
                </a:lnTo>
                <a:lnTo>
                  <a:pt x="471618" y="36026"/>
                </a:lnTo>
                <a:lnTo>
                  <a:pt x="470789" y="36479"/>
                </a:lnTo>
                <a:lnTo>
                  <a:pt x="469975" y="36964"/>
                </a:lnTo>
                <a:lnTo>
                  <a:pt x="469176" y="37481"/>
                </a:lnTo>
                <a:lnTo>
                  <a:pt x="468391" y="38028"/>
                </a:lnTo>
                <a:lnTo>
                  <a:pt x="467621" y="38607"/>
                </a:lnTo>
                <a:lnTo>
                  <a:pt x="466865" y="39217"/>
                </a:lnTo>
                <a:lnTo>
                  <a:pt x="466124" y="39859"/>
                </a:lnTo>
                <a:lnTo>
                  <a:pt x="465398" y="40532"/>
                </a:lnTo>
                <a:lnTo>
                  <a:pt x="464687" y="41236"/>
                </a:lnTo>
                <a:lnTo>
                  <a:pt x="463990" y="41971"/>
                </a:lnTo>
                <a:lnTo>
                  <a:pt x="463315" y="42734"/>
                </a:lnTo>
                <a:lnTo>
                  <a:pt x="462668" y="43522"/>
                </a:lnTo>
                <a:lnTo>
                  <a:pt x="462051" y="44335"/>
                </a:lnTo>
                <a:lnTo>
                  <a:pt x="461462" y="45172"/>
                </a:lnTo>
                <a:lnTo>
                  <a:pt x="460902" y="46033"/>
                </a:lnTo>
                <a:lnTo>
                  <a:pt x="460370" y="46920"/>
                </a:lnTo>
                <a:lnTo>
                  <a:pt x="459867" y="47830"/>
                </a:lnTo>
                <a:lnTo>
                  <a:pt x="459393" y="48766"/>
                </a:lnTo>
                <a:lnTo>
                  <a:pt x="458948" y="49726"/>
                </a:lnTo>
                <a:lnTo>
                  <a:pt x="458531" y="50711"/>
                </a:lnTo>
                <a:lnTo>
                  <a:pt x="458144" y="51720"/>
                </a:lnTo>
                <a:lnTo>
                  <a:pt x="457784" y="52754"/>
                </a:lnTo>
                <a:lnTo>
                  <a:pt x="457454" y="53813"/>
                </a:lnTo>
                <a:lnTo>
                  <a:pt x="457152" y="54896"/>
                </a:lnTo>
                <a:lnTo>
                  <a:pt x="456879" y="56004"/>
                </a:lnTo>
                <a:lnTo>
                  <a:pt x="456635" y="57137"/>
                </a:lnTo>
                <a:lnTo>
                  <a:pt x="456420" y="58294"/>
                </a:lnTo>
                <a:lnTo>
                  <a:pt x="456233" y="59475"/>
                </a:lnTo>
                <a:lnTo>
                  <a:pt x="456075" y="60682"/>
                </a:lnTo>
                <a:lnTo>
                  <a:pt x="455946" y="61913"/>
                </a:lnTo>
                <a:lnTo>
                  <a:pt x="455845" y="63169"/>
                </a:lnTo>
                <a:lnTo>
                  <a:pt x="455773" y="64449"/>
                </a:lnTo>
                <a:lnTo>
                  <a:pt x="455730" y="65754"/>
                </a:lnTo>
                <a:lnTo>
                  <a:pt x="455716" y="67083"/>
                </a:lnTo>
                <a:lnTo>
                  <a:pt x="455730" y="68312"/>
                </a:lnTo>
                <a:lnTo>
                  <a:pt x="455772" y="69519"/>
                </a:lnTo>
                <a:lnTo>
                  <a:pt x="455842" y="70706"/>
                </a:lnTo>
                <a:lnTo>
                  <a:pt x="455940" y="71871"/>
                </a:lnTo>
                <a:lnTo>
                  <a:pt x="456066" y="73016"/>
                </a:lnTo>
                <a:lnTo>
                  <a:pt x="456220" y="74139"/>
                </a:lnTo>
                <a:lnTo>
                  <a:pt x="456402" y="75242"/>
                </a:lnTo>
                <a:lnTo>
                  <a:pt x="456612" y="76323"/>
                </a:lnTo>
                <a:lnTo>
                  <a:pt x="456850" y="77383"/>
                </a:lnTo>
                <a:lnTo>
                  <a:pt x="457117" y="78422"/>
                </a:lnTo>
                <a:lnTo>
                  <a:pt x="457411" y="79440"/>
                </a:lnTo>
                <a:lnTo>
                  <a:pt x="457733" y="80437"/>
                </a:lnTo>
                <a:lnTo>
                  <a:pt x="458083" y="81413"/>
                </a:lnTo>
                <a:lnTo>
                  <a:pt x="458461" y="82368"/>
                </a:lnTo>
                <a:lnTo>
                  <a:pt x="458867" y="83302"/>
                </a:lnTo>
                <a:lnTo>
                  <a:pt x="459302" y="84215"/>
                </a:lnTo>
                <a:lnTo>
                  <a:pt x="459764" y="85107"/>
                </a:lnTo>
                <a:lnTo>
                  <a:pt x="460254" y="85977"/>
                </a:lnTo>
                <a:lnTo>
                  <a:pt x="460772" y="86827"/>
                </a:lnTo>
                <a:lnTo>
                  <a:pt x="461319" y="87656"/>
                </a:lnTo>
                <a:lnTo>
                  <a:pt x="461893" y="88463"/>
                </a:lnTo>
                <a:lnTo>
                  <a:pt x="462495" y="89250"/>
                </a:lnTo>
                <a:lnTo>
                  <a:pt x="463126" y="90015"/>
                </a:lnTo>
                <a:lnTo>
                  <a:pt x="463784" y="90760"/>
                </a:lnTo>
                <a:lnTo>
                  <a:pt x="464462" y="91478"/>
                </a:lnTo>
                <a:lnTo>
                  <a:pt x="465151" y="92166"/>
                </a:lnTo>
                <a:lnTo>
                  <a:pt x="465852" y="92823"/>
                </a:lnTo>
                <a:lnTo>
                  <a:pt x="466564" y="93450"/>
                </a:lnTo>
                <a:lnTo>
                  <a:pt x="467287" y="94046"/>
                </a:lnTo>
                <a:lnTo>
                  <a:pt x="468022" y="94611"/>
                </a:lnTo>
                <a:lnTo>
                  <a:pt x="468768" y="95146"/>
                </a:lnTo>
                <a:lnTo>
                  <a:pt x="469525" y="95651"/>
                </a:lnTo>
                <a:lnTo>
                  <a:pt x="470294" y="96125"/>
                </a:lnTo>
                <a:lnTo>
                  <a:pt x="471074" y="96568"/>
                </a:lnTo>
                <a:lnTo>
                  <a:pt x="471865" y="96981"/>
                </a:lnTo>
                <a:lnTo>
                  <a:pt x="472668" y="97363"/>
                </a:lnTo>
                <a:lnTo>
                  <a:pt x="473481" y="97714"/>
                </a:lnTo>
                <a:lnTo>
                  <a:pt x="474307" y="98035"/>
                </a:lnTo>
                <a:lnTo>
                  <a:pt x="475143" y="98326"/>
                </a:lnTo>
                <a:lnTo>
                  <a:pt x="475991" y="98585"/>
                </a:lnTo>
                <a:lnTo>
                  <a:pt x="476850" y="98815"/>
                </a:lnTo>
                <a:lnTo>
                  <a:pt x="477721" y="99013"/>
                </a:lnTo>
                <a:lnTo>
                  <a:pt x="478603" y="99182"/>
                </a:lnTo>
                <a:lnTo>
                  <a:pt x="479496" y="99319"/>
                </a:lnTo>
                <a:lnTo>
                  <a:pt x="480400" y="99426"/>
                </a:lnTo>
                <a:lnTo>
                  <a:pt x="481316" y="99503"/>
                </a:lnTo>
                <a:lnTo>
                  <a:pt x="482243" y="99548"/>
                </a:lnTo>
                <a:lnTo>
                  <a:pt x="483182" y="99564"/>
                </a:lnTo>
                <a:lnTo>
                  <a:pt x="484046" y="99550"/>
                </a:lnTo>
                <a:lnTo>
                  <a:pt x="484897" y="99510"/>
                </a:lnTo>
                <a:lnTo>
                  <a:pt x="485736" y="99443"/>
                </a:lnTo>
                <a:lnTo>
                  <a:pt x="486564" y="99349"/>
                </a:lnTo>
                <a:lnTo>
                  <a:pt x="487379" y="99228"/>
                </a:lnTo>
                <a:lnTo>
                  <a:pt x="488182" y="99081"/>
                </a:lnTo>
                <a:lnTo>
                  <a:pt x="488972" y="98907"/>
                </a:lnTo>
                <a:lnTo>
                  <a:pt x="489751" y="98705"/>
                </a:lnTo>
                <a:lnTo>
                  <a:pt x="490517" y="98477"/>
                </a:lnTo>
                <a:lnTo>
                  <a:pt x="491271" y="98223"/>
                </a:lnTo>
                <a:lnTo>
                  <a:pt x="492014" y="97941"/>
                </a:lnTo>
                <a:lnTo>
                  <a:pt x="492743" y="97632"/>
                </a:lnTo>
                <a:lnTo>
                  <a:pt x="493461" y="97297"/>
                </a:lnTo>
                <a:lnTo>
                  <a:pt x="494167" y="96935"/>
                </a:lnTo>
                <a:lnTo>
                  <a:pt x="494860" y="96546"/>
                </a:lnTo>
                <a:lnTo>
                  <a:pt x="495542" y="96130"/>
                </a:lnTo>
                <a:lnTo>
                  <a:pt x="496211" y="95688"/>
                </a:lnTo>
                <a:lnTo>
                  <a:pt x="496868" y="95218"/>
                </a:lnTo>
                <a:lnTo>
                  <a:pt x="497512" y="94722"/>
                </a:lnTo>
                <a:lnTo>
                  <a:pt x="498145" y="94199"/>
                </a:lnTo>
                <a:lnTo>
                  <a:pt x="498766" y="93649"/>
                </a:lnTo>
                <a:lnTo>
                  <a:pt x="499374" y="93073"/>
                </a:lnTo>
                <a:lnTo>
                  <a:pt x="499970" y="92469"/>
                </a:lnTo>
                <a:lnTo>
                  <a:pt x="500554" y="91839"/>
                </a:lnTo>
                <a:lnTo>
                  <a:pt x="501122" y="91192"/>
                </a:lnTo>
                <a:lnTo>
                  <a:pt x="501672" y="90540"/>
                </a:lnTo>
                <a:lnTo>
                  <a:pt x="502202" y="89881"/>
                </a:lnTo>
                <a:lnTo>
                  <a:pt x="502713" y="89217"/>
                </a:lnTo>
                <a:lnTo>
                  <a:pt x="503205" y="88547"/>
                </a:lnTo>
                <a:lnTo>
                  <a:pt x="503678" y="87871"/>
                </a:lnTo>
                <a:lnTo>
                  <a:pt x="504132" y="87190"/>
                </a:lnTo>
                <a:lnTo>
                  <a:pt x="504567" y="86502"/>
                </a:lnTo>
                <a:lnTo>
                  <a:pt x="504983" y="85809"/>
                </a:lnTo>
                <a:lnTo>
                  <a:pt x="505380" y="85110"/>
                </a:lnTo>
                <a:lnTo>
                  <a:pt x="505757" y="84404"/>
                </a:lnTo>
                <a:lnTo>
                  <a:pt x="506116" y="83694"/>
                </a:lnTo>
                <a:lnTo>
                  <a:pt x="506455" y="82977"/>
                </a:lnTo>
                <a:lnTo>
                  <a:pt x="506776" y="82254"/>
                </a:lnTo>
                <a:lnTo>
                  <a:pt x="507077" y="81526"/>
                </a:lnTo>
                <a:lnTo>
                  <a:pt x="507360" y="80792"/>
                </a:lnTo>
                <a:lnTo>
                  <a:pt x="507623" y="80051"/>
                </a:lnTo>
                <a:lnTo>
                  <a:pt x="507867" y="79305"/>
                </a:lnTo>
                <a:lnTo>
                  <a:pt x="508092" y="78554"/>
                </a:lnTo>
                <a:lnTo>
                  <a:pt x="508298" y="77796"/>
                </a:lnTo>
                <a:lnTo>
                  <a:pt x="508485" y="77033"/>
                </a:lnTo>
                <a:lnTo>
                  <a:pt x="508653" y="76263"/>
                </a:lnTo>
                <a:lnTo>
                  <a:pt x="508802" y="75488"/>
                </a:lnTo>
                <a:lnTo>
                  <a:pt x="508931" y="74707"/>
                </a:lnTo>
                <a:lnTo>
                  <a:pt x="506803" y="73334"/>
                </a:lnTo>
                <a:lnTo>
                  <a:pt x="506543" y="74012"/>
                </a:lnTo>
                <a:lnTo>
                  <a:pt x="506277" y="74673"/>
                </a:lnTo>
                <a:lnTo>
                  <a:pt x="506007" y="75318"/>
                </a:lnTo>
                <a:lnTo>
                  <a:pt x="505732" y="75946"/>
                </a:lnTo>
                <a:lnTo>
                  <a:pt x="505451" y="76557"/>
                </a:lnTo>
                <a:lnTo>
                  <a:pt x="505165" y="77151"/>
                </a:lnTo>
                <a:lnTo>
                  <a:pt x="504875" y="77728"/>
                </a:lnTo>
                <a:lnTo>
                  <a:pt x="504579" y="78289"/>
                </a:lnTo>
                <a:lnTo>
                  <a:pt x="504278" y="78833"/>
                </a:lnTo>
                <a:lnTo>
                  <a:pt x="503971" y="79360"/>
                </a:lnTo>
                <a:lnTo>
                  <a:pt x="503660" y="79870"/>
                </a:lnTo>
                <a:lnTo>
                  <a:pt x="503344" y="80363"/>
                </a:lnTo>
                <a:lnTo>
                  <a:pt x="503022" y="80840"/>
                </a:lnTo>
                <a:lnTo>
                  <a:pt x="502695" y="81300"/>
                </a:lnTo>
                <a:lnTo>
                  <a:pt x="502364" y="81743"/>
                </a:lnTo>
                <a:lnTo>
                  <a:pt x="502027" y="82169"/>
                </a:lnTo>
                <a:lnTo>
                  <a:pt x="501685" y="82578"/>
                </a:lnTo>
                <a:lnTo>
                  <a:pt x="501337" y="82970"/>
                </a:lnTo>
                <a:lnTo>
                  <a:pt x="500985" y="83346"/>
                </a:lnTo>
                <a:lnTo>
                  <a:pt x="500628" y="83705"/>
                </a:lnTo>
                <a:lnTo>
                  <a:pt x="500265" y="84047"/>
                </a:lnTo>
                <a:lnTo>
                  <a:pt x="499897" y="84372"/>
                </a:lnTo>
                <a:lnTo>
                  <a:pt x="499524" y="84681"/>
                </a:lnTo>
                <a:lnTo>
                  <a:pt x="499146" y="84972"/>
                </a:lnTo>
                <a:lnTo>
                  <a:pt x="498763" y="85250"/>
                </a:lnTo>
                <a:lnTo>
                  <a:pt x="498374" y="85515"/>
                </a:lnTo>
                <a:lnTo>
                  <a:pt x="497980" y="85769"/>
                </a:lnTo>
                <a:lnTo>
                  <a:pt x="497580" y="86011"/>
                </a:lnTo>
                <a:lnTo>
                  <a:pt x="497174" y="86241"/>
                </a:lnTo>
                <a:lnTo>
                  <a:pt x="496763" y="86459"/>
                </a:lnTo>
                <a:lnTo>
                  <a:pt x="496346" y="86666"/>
                </a:lnTo>
                <a:lnTo>
                  <a:pt x="495923" y="86861"/>
                </a:lnTo>
                <a:lnTo>
                  <a:pt x="495495" y="87044"/>
                </a:lnTo>
                <a:lnTo>
                  <a:pt x="495061" y="87215"/>
                </a:lnTo>
                <a:lnTo>
                  <a:pt x="494622" y="87374"/>
                </a:lnTo>
                <a:lnTo>
                  <a:pt x="494177" y="87522"/>
                </a:lnTo>
                <a:lnTo>
                  <a:pt x="493726" y="87657"/>
                </a:lnTo>
                <a:lnTo>
                  <a:pt x="493270" y="87781"/>
                </a:lnTo>
                <a:lnTo>
                  <a:pt x="492808" y="87893"/>
                </a:lnTo>
                <a:lnTo>
                  <a:pt x="492341" y="87994"/>
                </a:lnTo>
                <a:lnTo>
                  <a:pt x="491868" y="88082"/>
                </a:lnTo>
                <a:lnTo>
                  <a:pt x="491389" y="88159"/>
                </a:lnTo>
                <a:lnTo>
                  <a:pt x="490905" y="88224"/>
                </a:lnTo>
                <a:lnTo>
                  <a:pt x="490416" y="88277"/>
                </a:lnTo>
                <a:lnTo>
                  <a:pt x="489920" y="88318"/>
                </a:lnTo>
                <a:lnTo>
                  <a:pt x="489419" y="88348"/>
                </a:lnTo>
                <a:lnTo>
                  <a:pt x="488913" y="88365"/>
                </a:lnTo>
                <a:lnTo>
                  <a:pt x="488400" y="88371"/>
                </a:lnTo>
                <a:lnTo>
                  <a:pt x="487632" y="88358"/>
                </a:lnTo>
                <a:lnTo>
                  <a:pt x="486872" y="88316"/>
                </a:lnTo>
                <a:lnTo>
                  <a:pt x="486121" y="88247"/>
                </a:lnTo>
                <a:lnTo>
                  <a:pt x="485377" y="88151"/>
                </a:lnTo>
                <a:lnTo>
                  <a:pt x="484642" y="88026"/>
                </a:lnTo>
                <a:lnTo>
                  <a:pt x="483916" y="87875"/>
                </a:lnTo>
                <a:lnTo>
                  <a:pt x="483197" y="87695"/>
                </a:lnTo>
                <a:lnTo>
                  <a:pt x="482488" y="87488"/>
                </a:lnTo>
                <a:lnTo>
                  <a:pt x="481786" y="87254"/>
                </a:lnTo>
                <a:lnTo>
                  <a:pt x="481093" y="86992"/>
                </a:lnTo>
                <a:lnTo>
                  <a:pt x="480408" y="86702"/>
                </a:lnTo>
                <a:lnTo>
                  <a:pt x="479731" y="86385"/>
                </a:lnTo>
                <a:lnTo>
                  <a:pt x="479063" y="86040"/>
                </a:lnTo>
                <a:lnTo>
                  <a:pt x="478403" y="85668"/>
                </a:lnTo>
                <a:lnTo>
                  <a:pt x="477752" y="85268"/>
                </a:lnTo>
                <a:lnTo>
                  <a:pt x="477109" y="84840"/>
                </a:lnTo>
                <a:lnTo>
                  <a:pt x="476474" y="84385"/>
                </a:lnTo>
                <a:lnTo>
                  <a:pt x="475848" y="83902"/>
                </a:lnTo>
                <a:lnTo>
                  <a:pt x="475229" y="83391"/>
                </a:lnTo>
                <a:lnTo>
                  <a:pt x="474620" y="82853"/>
                </a:lnTo>
                <a:lnTo>
                  <a:pt x="474018" y="82288"/>
                </a:lnTo>
                <a:lnTo>
                  <a:pt x="473425" y="81695"/>
                </a:lnTo>
                <a:lnTo>
                  <a:pt x="472840" y="81074"/>
                </a:lnTo>
                <a:lnTo>
                  <a:pt x="472264" y="80426"/>
                </a:lnTo>
                <a:lnTo>
                  <a:pt x="471704" y="79753"/>
                </a:lnTo>
                <a:lnTo>
                  <a:pt x="471168" y="79059"/>
                </a:lnTo>
                <a:lnTo>
                  <a:pt x="470656" y="78344"/>
                </a:lnTo>
                <a:lnTo>
                  <a:pt x="470168" y="77609"/>
                </a:lnTo>
                <a:lnTo>
                  <a:pt x="469704" y="76852"/>
                </a:lnTo>
                <a:lnTo>
                  <a:pt x="469264" y="76075"/>
                </a:lnTo>
                <a:lnTo>
                  <a:pt x="468849" y="75277"/>
                </a:lnTo>
                <a:lnTo>
                  <a:pt x="468457" y="74457"/>
                </a:lnTo>
                <a:lnTo>
                  <a:pt x="468089" y="73617"/>
                </a:lnTo>
                <a:lnTo>
                  <a:pt x="467746" y="72756"/>
                </a:lnTo>
                <a:lnTo>
                  <a:pt x="467427" y="71874"/>
                </a:lnTo>
                <a:lnTo>
                  <a:pt x="467131" y="70971"/>
                </a:lnTo>
                <a:lnTo>
                  <a:pt x="466860" y="70047"/>
                </a:lnTo>
                <a:lnTo>
                  <a:pt x="466613" y="69102"/>
                </a:lnTo>
                <a:lnTo>
                  <a:pt x="466390" y="68136"/>
                </a:lnTo>
                <a:lnTo>
                  <a:pt x="466191" y="67149"/>
                </a:lnTo>
                <a:lnTo>
                  <a:pt x="466016" y="66142"/>
                </a:lnTo>
                <a:lnTo>
                  <a:pt x="465865" y="65113"/>
                </a:lnTo>
                <a:lnTo>
                  <a:pt x="465739" y="64064"/>
                </a:lnTo>
                <a:lnTo>
                  <a:pt x="465636" y="62993"/>
                </a:lnTo>
                <a:lnTo>
                  <a:pt x="465557" y="61902"/>
                </a:lnTo>
                <a:lnTo>
                  <a:pt x="465503" y="60790"/>
                </a:lnTo>
                <a:lnTo>
                  <a:pt x="465473" y="59656"/>
                </a:lnTo>
                <a:lnTo>
                  <a:pt x="465466" y="58502"/>
                </a:lnTo>
                <a:lnTo>
                  <a:pt x="508931" y="58502"/>
                </a:lnTo>
                <a:lnTo>
                  <a:pt x="508919" y="57540"/>
                </a:lnTo>
                <a:lnTo>
                  <a:pt x="508884" y="56595"/>
                </a:lnTo>
                <a:lnTo>
                  <a:pt x="508825" y="55665"/>
                </a:lnTo>
                <a:lnTo>
                  <a:pt x="508742" y="54752"/>
                </a:lnTo>
                <a:close/>
                <a:moveTo>
                  <a:pt x="465943" y="51380"/>
                </a:moveTo>
                <a:lnTo>
                  <a:pt x="466078" y="50788"/>
                </a:lnTo>
                <a:lnTo>
                  <a:pt x="466225" y="50208"/>
                </a:lnTo>
                <a:lnTo>
                  <a:pt x="466386" y="49641"/>
                </a:lnTo>
                <a:lnTo>
                  <a:pt x="466559" y="49085"/>
                </a:lnTo>
                <a:lnTo>
                  <a:pt x="466745" y="48541"/>
                </a:lnTo>
                <a:lnTo>
                  <a:pt x="466945" y="48010"/>
                </a:lnTo>
                <a:lnTo>
                  <a:pt x="467157" y="47490"/>
                </a:lnTo>
                <a:lnTo>
                  <a:pt x="467383" y="46983"/>
                </a:lnTo>
                <a:lnTo>
                  <a:pt x="467621" y="46487"/>
                </a:lnTo>
                <a:lnTo>
                  <a:pt x="467872" y="46004"/>
                </a:lnTo>
                <a:lnTo>
                  <a:pt x="468137" y="45532"/>
                </a:lnTo>
                <a:lnTo>
                  <a:pt x="468414" y="45073"/>
                </a:lnTo>
                <a:lnTo>
                  <a:pt x="468704" y="44626"/>
                </a:lnTo>
                <a:lnTo>
                  <a:pt x="469008" y="44190"/>
                </a:lnTo>
                <a:lnTo>
                  <a:pt x="469324" y="43767"/>
                </a:lnTo>
                <a:lnTo>
                  <a:pt x="469653" y="43356"/>
                </a:lnTo>
                <a:lnTo>
                  <a:pt x="469996" y="42957"/>
                </a:lnTo>
                <a:lnTo>
                  <a:pt x="470351" y="42569"/>
                </a:lnTo>
                <a:lnTo>
                  <a:pt x="470719" y="42194"/>
                </a:lnTo>
                <a:lnTo>
                  <a:pt x="471096" y="41833"/>
                </a:lnTo>
                <a:lnTo>
                  <a:pt x="471477" y="41487"/>
                </a:lnTo>
                <a:lnTo>
                  <a:pt x="471862" y="41156"/>
                </a:lnTo>
                <a:lnTo>
                  <a:pt x="472252" y="40841"/>
                </a:lnTo>
                <a:lnTo>
                  <a:pt x="472645" y="40541"/>
                </a:lnTo>
                <a:lnTo>
                  <a:pt x="473043" y="40257"/>
                </a:lnTo>
                <a:lnTo>
                  <a:pt x="473445" y="39988"/>
                </a:lnTo>
                <a:lnTo>
                  <a:pt x="473851" y="39734"/>
                </a:lnTo>
                <a:lnTo>
                  <a:pt x="474261" y="39496"/>
                </a:lnTo>
                <a:lnTo>
                  <a:pt x="474676" y="39273"/>
                </a:lnTo>
                <a:lnTo>
                  <a:pt x="475094" y="39065"/>
                </a:lnTo>
                <a:lnTo>
                  <a:pt x="475517" y="38873"/>
                </a:lnTo>
                <a:lnTo>
                  <a:pt x="475944" y="38696"/>
                </a:lnTo>
                <a:lnTo>
                  <a:pt x="476375" y="38534"/>
                </a:lnTo>
                <a:lnTo>
                  <a:pt x="476810" y="38388"/>
                </a:lnTo>
                <a:lnTo>
                  <a:pt x="477250" y="38258"/>
                </a:lnTo>
                <a:lnTo>
                  <a:pt x="477694" y="38142"/>
                </a:lnTo>
                <a:lnTo>
                  <a:pt x="478141" y="38042"/>
                </a:lnTo>
                <a:lnTo>
                  <a:pt x="478593" y="37958"/>
                </a:lnTo>
                <a:lnTo>
                  <a:pt x="479050" y="37889"/>
                </a:lnTo>
                <a:lnTo>
                  <a:pt x="479510" y="37835"/>
                </a:lnTo>
                <a:lnTo>
                  <a:pt x="479974" y="37796"/>
                </a:lnTo>
                <a:lnTo>
                  <a:pt x="480443" y="37773"/>
                </a:lnTo>
                <a:lnTo>
                  <a:pt x="480916" y="37766"/>
                </a:lnTo>
                <a:lnTo>
                  <a:pt x="481224" y="37769"/>
                </a:lnTo>
                <a:lnTo>
                  <a:pt x="481532" y="37781"/>
                </a:lnTo>
                <a:lnTo>
                  <a:pt x="481838" y="37800"/>
                </a:lnTo>
                <a:lnTo>
                  <a:pt x="482143" y="37827"/>
                </a:lnTo>
                <a:lnTo>
                  <a:pt x="482447" y="37861"/>
                </a:lnTo>
                <a:lnTo>
                  <a:pt x="482751" y="37903"/>
                </a:lnTo>
                <a:lnTo>
                  <a:pt x="483053" y="37952"/>
                </a:lnTo>
                <a:lnTo>
                  <a:pt x="483354" y="38010"/>
                </a:lnTo>
                <a:lnTo>
                  <a:pt x="483653" y="38075"/>
                </a:lnTo>
                <a:lnTo>
                  <a:pt x="483952" y="38147"/>
                </a:lnTo>
                <a:lnTo>
                  <a:pt x="484250" y="38227"/>
                </a:lnTo>
                <a:lnTo>
                  <a:pt x="484547" y="38315"/>
                </a:lnTo>
                <a:lnTo>
                  <a:pt x="484842" y="38410"/>
                </a:lnTo>
                <a:lnTo>
                  <a:pt x="485137" y="38513"/>
                </a:lnTo>
                <a:lnTo>
                  <a:pt x="485430" y="38624"/>
                </a:lnTo>
                <a:lnTo>
                  <a:pt x="485722" y="38742"/>
                </a:lnTo>
                <a:lnTo>
                  <a:pt x="486014" y="38868"/>
                </a:lnTo>
                <a:lnTo>
                  <a:pt x="486304" y="39001"/>
                </a:lnTo>
                <a:lnTo>
                  <a:pt x="486593" y="39143"/>
                </a:lnTo>
                <a:lnTo>
                  <a:pt x="486881" y="39291"/>
                </a:lnTo>
                <a:lnTo>
                  <a:pt x="487168" y="39448"/>
                </a:lnTo>
                <a:lnTo>
                  <a:pt x="487454" y="39612"/>
                </a:lnTo>
                <a:lnTo>
                  <a:pt x="487739" y="39784"/>
                </a:lnTo>
                <a:lnTo>
                  <a:pt x="488023" y="39963"/>
                </a:lnTo>
                <a:lnTo>
                  <a:pt x="488303" y="40149"/>
                </a:lnTo>
                <a:lnTo>
                  <a:pt x="488578" y="40340"/>
                </a:lnTo>
                <a:lnTo>
                  <a:pt x="488846" y="40538"/>
                </a:lnTo>
                <a:lnTo>
                  <a:pt x="489109" y="40741"/>
                </a:lnTo>
                <a:lnTo>
                  <a:pt x="489366" y="40950"/>
                </a:lnTo>
                <a:lnTo>
                  <a:pt x="489617" y="41164"/>
                </a:lnTo>
                <a:lnTo>
                  <a:pt x="489862" y="41385"/>
                </a:lnTo>
                <a:lnTo>
                  <a:pt x="490102" y="41611"/>
                </a:lnTo>
                <a:lnTo>
                  <a:pt x="490335" y="41842"/>
                </a:lnTo>
                <a:lnTo>
                  <a:pt x="490563" y="42080"/>
                </a:lnTo>
                <a:lnTo>
                  <a:pt x="490785" y="42323"/>
                </a:lnTo>
                <a:lnTo>
                  <a:pt x="491001" y="42572"/>
                </a:lnTo>
                <a:lnTo>
                  <a:pt x="491211" y="42827"/>
                </a:lnTo>
                <a:lnTo>
                  <a:pt x="491416" y="43087"/>
                </a:lnTo>
                <a:lnTo>
                  <a:pt x="491614" y="43353"/>
                </a:lnTo>
                <a:lnTo>
                  <a:pt x="491807" y="43625"/>
                </a:lnTo>
                <a:lnTo>
                  <a:pt x="491994" y="43902"/>
                </a:lnTo>
                <a:lnTo>
                  <a:pt x="492175" y="44186"/>
                </a:lnTo>
                <a:lnTo>
                  <a:pt x="492350" y="44475"/>
                </a:lnTo>
                <a:lnTo>
                  <a:pt x="492519" y="44769"/>
                </a:lnTo>
                <a:lnTo>
                  <a:pt x="492683" y="45070"/>
                </a:lnTo>
                <a:lnTo>
                  <a:pt x="492840" y="45376"/>
                </a:lnTo>
                <a:lnTo>
                  <a:pt x="492992" y="45688"/>
                </a:lnTo>
                <a:lnTo>
                  <a:pt x="493138" y="46005"/>
                </a:lnTo>
                <a:lnTo>
                  <a:pt x="493229" y="46217"/>
                </a:lnTo>
                <a:lnTo>
                  <a:pt x="493316" y="46442"/>
                </a:lnTo>
                <a:lnTo>
                  <a:pt x="493401" y="46679"/>
                </a:lnTo>
                <a:lnTo>
                  <a:pt x="493484" y="46928"/>
                </a:lnTo>
                <a:lnTo>
                  <a:pt x="493563" y="47190"/>
                </a:lnTo>
                <a:lnTo>
                  <a:pt x="493640" y="47464"/>
                </a:lnTo>
                <a:lnTo>
                  <a:pt x="493715" y="47751"/>
                </a:lnTo>
                <a:lnTo>
                  <a:pt x="493787" y="48050"/>
                </a:lnTo>
                <a:lnTo>
                  <a:pt x="493856" y="48361"/>
                </a:lnTo>
                <a:lnTo>
                  <a:pt x="493923" y="48685"/>
                </a:lnTo>
                <a:lnTo>
                  <a:pt x="493987" y="49021"/>
                </a:lnTo>
                <a:lnTo>
                  <a:pt x="494048" y="49370"/>
                </a:lnTo>
                <a:lnTo>
                  <a:pt x="494107" y="49731"/>
                </a:lnTo>
                <a:lnTo>
                  <a:pt x="494163" y="50104"/>
                </a:lnTo>
                <a:lnTo>
                  <a:pt x="494217" y="50490"/>
                </a:lnTo>
                <a:lnTo>
                  <a:pt x="494267" y="50888"/>
                </a:lnTo>
                <a:lnTo>
                  <a:pt x="494316" y="51299"/>
                </a:lnTo>
                <a:lnTo>
                  <a:pt x="494361" y="51722"/>
                </a:lnTo>
                <a:lnTo>
                  <a:pt x="494404" y="52157"/>
                </a:lnTo>
                <a:lnTo>
                  <a:pt x="494445" y="52605"/>
                </a:lnTo>
                <a:lnTo>
                  <a:pt x="494483" y="53065"/>
                </a:lnTo>
                <a:lnTo>
                  <a:pt x="494518" y="53537"/>
                </a:lnTo>
                <a:lnTo>
                  <a:pt x="494550" y="54022"/>
                </a:lnTo>
                <a:lnTo>
                  <a:pt x="494580" y="54520"/>
                </a:lnTo>
                <a:lnTo>
                  <a:pt x="465466" y="54520"/>
                </a:lnTo>
                <a:lnTo>
                  <a:pt x="465536" y="53868"/>
                </a:lnTo>
                <a:lnTo>
                  <a:pt x="465618" y="53228"/>
                </a:lnTo>
                <a:lnTo>
                  <a:pt x="465714" y="52600"/>
                </a:lnTo>
                <a:lnTo>
                  <a:pt x="465822" y="51984"/>
                </a:lnTo>
                <a:lnTo>
                  <a:pt x="465943" y="51380"/>
                </a:lnTo>
                <a:close/>
                <a:moveTo>
                  <a:pt x="83843" y="84381"/>
                </a:moveTo>
                <a:lnTo>
                  <a:pt x="83594" y="84415"/>
                </a:lnTo>
                <a:lnTo>
                  <a:pt x="83349" y="84457"/>
                </a:lnTo>
                <a:lnTo>
                  <a:pt x="83106" y="84507"/>
                </a:lnTo>
                <a:lnTo>
                  <a:pt x="82867" y="84564"/>
                </a:lnTo>
                <a:lnTo>
                  <a:pt x="82631" y="84629"/>
                </a:lnTo>
                <a:lnTo>
                  <a:pt x="82399" y="84702"/>
                </a:lnTo>
                <a:lnTo>
                  <a:pt x="82169" y="84782"/>
                </a:lnTo>
                <a:lnTo>
                  <a:pt x="81943" y="84869"/>
                </a:lnTo>
                <a:lnTo>
                  <a:pt x="81720" y="84965"/>
                </a:lnTo>
                <a:lnTo>
                  <a:pt x="81500" y="85068"/>
                </a:lnTo>
                <a:lnTo>
                  <a:pt x="81284" y="85178"/>
                </a:lnTo>
                <a:lnTo>
                  <a:pt x="81071" y="85297"/>
                </a:lnTo>
                <a:lnTo>
                  <a:pt x="80860" y="85423"/>
                </a:lnTo>
                <a:lnTo>
                  <a:pt x="80654" y="85556"/>
                </a:lnTo>
                <a:lnTo>
                  <a:pt x="80450" y="85697"/>
                </a:lnTo>
                <a:lnTo>
                  <a:pt x="80249" y="85846"/>
                </a:lnTo>
                <a:lnTo>
                  <a:pt x="80052" y="86002"/>
                </a:lnTo>
                <a:lnTo>
                  <a:pt x="79858" y="86166"/>
                </a:lnTo>
                <a:lnTo>
                  <a:pt x="79667" y="86338"/>
                </a:lnTo>
                <a:lnTo>
                  <a:pt x="79480" y="86517"/>
                </a:lnTo>
                <a:lnTo>
                  <a:pt x="79298" y="86702"/>
                </a:lnTo>
                <a:lnTo>
                  <a:pt x="79123" y="86891"/>
                </a:lnTo>
                <a:lnTo>
                  <a:pt x="78957" y="87083"/>
                </a:lnTo>
                <a:lnTo>
                  <a:pt x="78798" y="87278"/>
                </a:lnTo>
                <a:lnTo>
                  <a:pt x="78647" y="87478"/>
                </a:lnTo>
                <a:lnTo>
                  <a:pt x="78503" y="87680"/>
                </a:lnTo>
                <a:lnTo>
                  <a:pt x="78368" y="87887"/>
                </a:lnTo>
                <a:lnTo>
                  <a:pt x="78240" y="88097"/>
                </a:lnTo>
                <a:lnTo>
                  <a:pt x="78120" y="88310"/>
                </a:lnTo>
                <a:lnTo>
                  <a:pt x="78008" y="88527"/>
                </a:lnTo>
                <a:lnTo>
                  <a:pt x="77903" y="88748"/>
                </a:lnTo>
                <a:lnTo>
                  <a:pt x="77806" y="88972"/>
                </a:lnTo>
                <a:lnTo>
                  <a:pt x="77717" y="89200"/>
                </a:lnTo>
                <a:lnTo>
                  <a:pt x="77636" y="89431"/>
                </a:lnTo>
                <a:lnTo>
                  <a:pt x="77562" y="89666"/>
                </a:lnTo>
                <a:lnTo>
                  <a:pt x="77496" y="89905"/>
                </a:lnTo>
                <a:lnTo>
                  <a:pt x="77438" y="90147"/>
                </a:lnTo>
                <a:lnTo>
                  <a:pt x="77388" y="90393"/>
                </a:lnTo>
                <a:lnTo>
                  <a:pt x="77345" y="90642"/>
                </a:lnTo>
                <a:lnTo>
                  <a:pt x="77310" y="90895"/>
                </a:lnTo>
                <a:lnTo>
                  <a:pt x="77283" y="91151"/>
                </a:lnTo>
                <a:lnTo>
                  <a:pt x="77264" y="91411"/>
                </a:lnTo>
                <a:lnTo>
                  <a:pt x="77252" y="91675"/>
                </a:lnTo>
                <a:lnTo>
                  <a:pt x="77248" y="91942"/>
                </a:lnTo>
                <a:lnTo>
                  <a:pt x="77252" y="92203"/>
                </a:lnTo>
                <a:lnTo>
                  <a:pt x="77264" y="92462"/>
                </a:lnTo>
                <a:lnTo>
                  <a:pt x="77283" y="92717"/>
                </a:lnTo>
                <a:lnTo>
                  <a:pt x="77310" y="92969"/>
                </a:lnTo>
                <a:lnTo>
                  <a:pt x="77345" y="93218"/>
                </a:lnTo>
                <a:lnTo>
                  <a:pt x="77388" y="93463"/>
                </a:lnTo>
                <a:lnTo>
                  <a:pt x="77438" y="93706"/>
                </a:lnTo>
                <a:lnTo>
                  <a:pt x="77496" y="93945"/>
                </a:lnTo>
                <a:lnTo>
                  <a:pt x="77562" y="94180"/>
                </a:lnTo>
                <a:lnTo>
                  <a:pt x="77636" y="94413"/>
                </a:lnTo>
                <a:lnTo>
                  <a:pt x="77717" y="94643"/>
                </a:lnTo>
                <a:lnTo>
                  <a:pt x="77806" y="94869"/>
                </a:lnTo>
                <a:lnTo>
                  <a:pt x="77903" y="95092"/>
                </a:lnTo>
                <a:lnTo>
                  <a:pt x="78008" y="95311"/>
                </a:lnTo>
                <a:lnTo>
                  <a:pt x="78120" y="95528"/>
                </a:lnTo>
                <a:lnTo>
                  <a:pt x="78240" y="95741"/>
                </a:lnTo>
                <a:lnTo>
                  <a:pt x="78368" y="95951"/>
                </a:lnTo>
                <a:lnTo>
                  <a:pt x="78503" y="96158"/>
                </a:lnTo>
                <a:lnTo>
                  <a:pt x="78647" y="96362"/>
                </a:lnTo>
                <a:lnTo>
                  <a:pt x="78798" y="96562"/>
                </a:lnTo>
                <a:lnTo>
                  <a:pt x="78957" y="96760"/>
                </a:lnTo>
                <a:lnTo>
                  <a:pt x="79123" y="96954"/>
                </a:lnTo>
                <a:lnTo>
                  <a:pt x="79298" y="97144"/>
                </a:lnTo>
                <a:lnTo>
                  <a:pt x="79480" y="97332"/>
                </a:lnTo>
                <a:lnTo>
                  <a:pt x="79667" y="97514"/>
                </a:lnTo>
                <a:lnTo>
                  <a:pt x="79858" y="97688"/>
                </a:lnTo>
                <a:lnTo>
                  <a:pt x="80052" y="97855"/>
                </a:lnTo>
                <a:lnTo>
                  <a:pt x="80249" y="98014"/>
                </a:lnTo>
                <a:lnTo>
                  <a:pt x="80450" y="98165"/>
                </a:lnTo>
                <a:lnTo>
                  <a:pt x="80654" y="98308"/>
                </a:lnTo>
                <a:lnTo>
                  <a:pt x="80860" y="98444"/>
                </a:lnTo>
                <a:lnTo>
                  <a:pt x="81071" y="98572"/>
                </a:lnTo>
                <a:lnTo>
                  <a:pt x="81284" y="98692"/>
                </a:lnTo>
                <a:lnTo>
                  <a:pt x="81500" y="98804"/>
                </a:lnTo>
                <a:lnTo>
                  <a:pt x="81720" y="98909"/>
                </a:lnTo>
                <a:lnTo>
                  <a:pt x="81943" y="99006"/>
                </a:lnTo>
                <a:lnTo>
                  <a:pt x="82169" y="99095"/>
                </a:lnTo>
                <a:lnTo>
                  <a:pt x="82399" y="99176"/>
                </a:lnTo>
                <a:lnTo>
                  <a:pt x="82631" y="99250"/>
                </a:lnTo>
                <a:lnTo>
                  <a:pt x="82867" y="99316"/>
                </a:lnTo>
                <a:lnTo>
                  <a:pt x="83106" y="99374"/>
                </a:lnTo>
                <a:lnTo>
                  <a:pt x="83349" y="99424"/>
                </a:lnTo>
                <a:lnTo>
                  <a:pt x="83594" y="99467"/>
                </a:lnTo>
                <a:lnTo>
                  <a:pt x="83843" y="99502"/>
                </a:lnTo>
                <a:lnTo>
                  <a:pt x="84095" y="99529"/>
                </a:lnTo>
                <a:lnTo>
                  <a:pt x="84350" y="99548"/>
                </a:lnTo>
                <a:lnTo>
                  <a:pt x="84608" y="99560"/>
                </a:lnTo>
                <a:lnTo>
                  <a:pt x="84870" y="99564"/>
                </a:lnTo>
                <a:lnTo>
                  <a:pt x="85132" y="99560"/>
                </a:lnTo>
                <a:lnTo>
                  <a:pt x="85390" y="99548"/>
                </a:lnTo>
                <a:lnTo>
                  <a:pt x="85645" y="99529"/>
                </a:lnTo>
                <a:lnTo>
                  <a:pt x="85897" y="99502"/>
                </a:lnTo>
                <a:lnTo>
                  <a:pt x="86146" y="99467"/>
                </a:lnTo>
                <a:lnTo>
                  <a:pt x="86391" y="99424"/>
                </a:lnTo>
                <a:lnTo>
                  <a:pt x="86634" y="99374"/>
                </a:lnTo>
                <a:lnTo>
                  <a:pt x="86873" y="99316"/>
                </a:lnTo>
                <a:lnTo>
                  <a:pt x="87109" y="99250"/>
                </a:lnTo>
                <a:lnTo>
                  <a:pt x="87341" y="99176"/>
                </a:lnTo>
                <a:lnTo>
                  <a:pt x="87571" y="99095"/>
                </a:lnTo>
                <a:lnTo>
                  <a:pt x="87797" y="99006"/>
                </a:lnTo>
                <a:lnTo>
                  <a:pt x="88020" y="98909"/>
                </a:lnTo>
                <a:lnTo>
                  <a:pt x="88240" y="98804"/>
                </a:lnTo>
                <a:lnTo>
                  <a:pt x="88456" y="98692"/>
                </a:lnTo>
                <a:lnTo>
                  <a:pt x="88669" y="98572"/>
                </a:lnTo>
                <a:lnTo>
                  <a:pt x="88880" y="98444"/>
                </a:lnTo>
                <a:lnTo>
                  <a:pt x="89086" y="98308"/>
                </a:lnTo>
                <a:lnTo>
                  <a:pt x="89290" y="98165"/>
                </a:lnTo>
                <a:lnTo>
                  <a:pt x="89491" y="98014"/>
                </a:lnTo>
                <a:lnTo>
                  <a:pt x="89688" y="97855"/>
                </a:lnTo>
                <a:lnTo>
                  <a:pt x="89882" y="97688"/>
                </a:lnTo>
                <a:lnTo>
                  <a:pt x="90073" y="97514"/>
                </a:lnTo>
                <a:lnTo>
                  <a:pt x="90260" y="97332"/>
                </a:lnTo>
                <a:lnTo>
                  <a:pt x="90442" y="97144"/>
                </a:lnTo>
                <a:lnTo>
                  <a:pt x="90617" y="96954"/>
                </a:lnTo>
                <a:lnTo>
                  <a:pt x="90783" y="96760"/>
                </a:lnTo>
                <a:lnTo>
                  <a:pt x="90942" y="96562"/>
                </a:lnTo>
                <a:lnTo>
                  <a:pt x="91093" y="96362"/>
                </a:lnTo>
                <a:lnTo>
                  <a:pt x="91237" y="96158"/>
                </a:lnTo>
                <a:lnTo>
                  <a:pt x="91372" y="95951"/>
                </a:lnTo>
                <a:lnTo>
                  <a:pt x="91500" y="95741"/>
                </a:lnTo>
                <a:lnTo>
                  <a:pt x="91620" y="95528"/>
                </a:lnTo>
                <a:lnTo>
                  <a:pt x="91732" y="95311"/>
                </a:lnTo>
                <a:lnTo>
                  <a:pt x="91837" y="95092"/>
                </a:lnTo>
                <a:lnTo>
                  <a:pt x="91934" y="94869"/>
                </a:lnTo>
                <a:lnTo>
                  <a:pt x="92023" y="94643"/>
                </a:lnTo>
                <a:lnTo>
                  <a:pt x="92104" y="94413"/>
                </a:lnTo>
                <a:lnTo>
                  <a:pt x="92178" y="94180"/>
                </a:lnTo>
                <a:lnTo>
                  <a:pt x="92244" y="93945"/>
                </a:lnTo>
                <a:lnTo>
                  <a:pt x="92302" y="93706"/>
                </a:lnTo>
                <a:lnTo>
                  <a:pt x="92352" y="93463"/>
                </a:lnTo>
                <a:lnTo>
                  <a:pt x="92395" y="93218"/>
                </a:lnTo>
                <a:lnTo>
                  <a:pt x="92430" y="92969"/>
                </a:lnTo>
                <a:lnTo>
                  <a:pt x="92457" y="92717"/>
                </a:lnTo>
                <a:lnTo>
                  <a:pt x="92476" y="92462"/>
                </a:lnTo>
                <a:lnTo>
                  <a:pt x="92488" y="92203"/>
                </a:lnTo>
                <a:lnTo>
                  <a:pt x="92492" y="91942"/>
                </a:lnTo>
                <a:lnTo>
                  <a:pt x="92488" y="91680"/>
                </a:lnTo>
                <a:lnTo>
                  <a:pt x="92477" y="91422"/>
                </a:lnTo>
                <a:lnTo>
                  <a:pt x="92457" y="91167"/>
                </a:lnTo>
                <a:lnTo>
                  <a:pt x="92431" y="90915"/>
                </a:lnTo>
                <a:lnTo>
                  <a:pt x="92396" y="90666"/>
                </a:lnTo>
                <a:lnTo>
                  <a:pt x="92354" y="90421"/>
                </a:lnTo>
                <a:lnTo>
                  <a:pt x="92305" y="90178"/>
                </a:lnTo>
                <a:lnTo>
                  <a:pt x="92248" y="89939"/>
                </a:lnTo>
                <a:lnTo>
                  <a:pt x="92183" y="89703"/>
                </a:lnTo>
                <a:lnTo>
                  <a:pt x="92110" y="89471"/>
                </a:lnTo>
                <a:lnTo>
                  <a:pt x="92030" y="89241"/>
                </a:lnTo>
                <a:lnTo>
                  <a:pt x="91942" y="89015"/>
                </a:lnTo>
                <a:lnTo>
                  <a:pt x="91847" y="88792"/>
                </a:lnTo>
                <a:lnTo>
                  <a:pt x="91744" y="88572"/>
                </a:lnTo>
                <a:lnTo>
                  <a:pt x="91634" y="88356"/>
                </a:lnTo>
                <a:lnTo>
                  <a:pt x="91515" y="88142"/>
                </a:lnTo>
                <a:lnTo>
                  <a:pt x="91389" y="87932"/>
                </a:lnTo>
                <a:lnTo>
                  <a:pt x="91256" y="87725"/>
                </a:lnTo>
                <a:lnTo>
                  <a:pt x="91115" y="87522"/>
                </a:lnTo>
                <a:lnTo>
                  <a:pt x="90966" y="87321"/>
                </a:lnTo>
                <a:lnTo>
                  <a:pt x="90810" y="87124"/>
                </a:lnTo>
                <a:lnTo>
                  <a:pt x="90645" y="86930"/>
                </a:lnTo>
                <a:lnTo>
                  <a:pt x="90474" y="86739"/>
                </a:lnTo>
                <a:lnTo>
                  <a:pt x="90295" y="86552"/>
                </a:lnTo>
                <a:lnTo>
                  <a:pt x="90110" y="86370"/>
                </a:lnTo>
                <a:lnTo>
                  <a:pt x="89921" y="86195"/>
                </a:lnTo>
                <a:lnTo>
                  <a:pt x="89729" y="86029"/>
                </a:lnTo>
                <a:lnTo>
                  <a:pt x="89533" y="85870"/>
                </a:lnTo>
                <a:lnTo>
                  <a:pt x="89334" y="85719"/>
                </a:lnTo>
                <a:lnTo>
                  <a:pt x="89132" y="85575"/>
                </a:lnTo>
                <a:lnTo>
                  <a:pt x="88925" y="85440"/>
                </a:lnTo>
                <a:lnTo>
                  <a:pt x="88715" y="85312"/>
                </a:lnTo>
                <a:lnTo>
                  <a:pt x="88502" y="85192"/>
                </a:lnTo>
                <a:lnTo>
                  <a:pt x="88285" y="85079"/>
                </a:lnTo>
                <a:lnTo>
                  <a:pt x="88064" y="84975"/>
                </a:lnTo>
                <a:lnTo>
                  <a:pt x="87840" y="84878"/>
                </a:lnTo>
                <a:lnTo>
                  <a:pt x="87612" y="84789"/>
                </a:lnTo>
                <a:lnTo>
                  <a:pt x="87381" y="84708"/>
                </a:lnTo>
                <a:lnTo>
                  <a:pt x="87146" y="84634"/>
                </a:lnTo>
                <a:lnTo>
                  <a:pt x="86907" y="84568"/>
                </a:lnTo>
                <a:lnTo>
                  <a:pt x="86665" y="84510"/>
                </a:lnTo>
                <a:lnTo>
                  <a:pt x="86419" y="84460"/>
                </a:lnTo>
                <a:lnTo>
                  <a:pt x="86170" y="84417"/>
                </a:lnTo>
                <a:lnTo>
                  <a:pt x="85917" y="84382"/>
                </a:lnTo>
                <a:lnTo>
                  <a:pt x="85661" y="84355"/>
                </a:lnTo>
                <a:lnTo>
                  <a:pt x="85401" y="84336"/>
                </a:lnTo>
                <a:lnTo>
                  <a:pt x="85137" y="84324"/>
                </a:lnTo>
                <a:lnTo>
                  <a:pt x="84870" y="84320"/>
                </a:lnTo>
                <a:lnTo>
                  <a:pt x="84608" y="84324"/>
                </a:lnTo>
                <a:lnTo>
                  <a:pt x="84350" y="84335"/>
                </a:lnTo>
                <a:lnTo>
                  <a:pt x="84095" y="84354"/>
                </a:lnTo>
                <a:lnTo>
                  <a:pt x="83843" y="84381"/>
                </a:lnTo>
                <a:close/>
                <a:moveTo>
                  <a:pt x="1215581" y="88"/>
                </a:moveTo>
                <a:lnTo>
                  <a:pt x="1215352" y="127"/>
                </a:lnTo>
                <a:lnTo>
                  <a:pt x="1215127" y="173"/>
                </a:lnTo>
                <a:lnTo>
                  <a:pt x="1214905" y="226"/>
                </a:lnTo>
                <a:lnTo>
                  <a:pt x="1214687" y="286"/>
                </a:lnTo>
                <a:lnTo>
                  <a:pt x="1214471" y="354"/>
                </a:lnTo>
                <a:lnTo>
                  <a:pt x="1214259" y="428"/>
                </a:lnTo>
                <a:lnTo>
                  <a:pt x="1214050" y="509"/>
                </a:lnTo>
                <a:lnTo>
                  <a:pt x="1213844" y="597"/>
                </a:lnTo>
                <a:lnTo>
                  <a:pt x="1213641" y="693"/>
                </a:lnTo>
                <a:lnTo>
                  <a:pt x="1213442" y="795"/>
                </a:lnTo>
                <a:lnTo>
                  <a:pt x="1213246" y="905"/>
                </a:lnTo>
                <a:lnTo>
                  <a:pt x="1213053" y="1022"/>
                </a:lnTo>
                <a:lnTo>
                  <a:pt x="1212863" y="1145"/>
                </a:lnTo>
                <a:lnTo>
                  <a:pt x="1212677" y="1276"/>
                </a:lnTo>
                <a:lnTo>
                  <a:pt x="1212493" y="1414"/>
                </a:lnTo>
                <a:lnTo>
                  <a:pt x="1212313" y="1559"/>
                </a:lnTo>
                <a:lnTo>
                  <a:pt x="1212137" y="1711"/>
                </a:lnTo>
                <a:lnTo>
                  <a:pt x="1211963" y="1870"/>
                </a:lnTo>
                <a:lnTo>
                  <a:pt x="1211793" y="2036"/>
                </a:lnTo>
                <a:lnTo>
                  <a:pt x="1211627" y="2207"/>
                </a:lnTo>
                <a:lnTo>
                  <a:pt x="1211469" y="2381"/>
                </a:lnTo>
                <a:lnTo>
                  <a:pt x="1211318" y="2558"/>
                </a:lnTo>
                <a:lnTo>
                  <a:pt x="1211174" y="2738"/>
                </a:lnTo>
                <a:lnTo>
                  <a:pt x="1211036" y="2921"/>
                </a:lnTo>
                <a:lnTo>
                  <a:pt x="1210906" y="3107"/>
                </a:lnTo>
                <a:lnTo>
                  <a:pt x="1210783" y="3297"/>
                </a:lnTo>
                <a:lnTo>
                  <a:pt x="1210667" y="3489"/>
                </a:lnTo>
                <a:lnTo>
                  <a:pt x="1210558" y="3684"/>
                </a:lnTo>
                <a:lnTo>
                  <a:pt x="1210456" y="3882"/>
                </a:lnTo>
                <a:lnTo>
                  <a:pt x="1210361" y="4083"/>
                </a:lnTo>
                <a:lnTo>
                  <a:pt x="1210273" y="4287"/>
                </a:lnTo>
                <a:lnTo>
                  <a:pt x="1210192" y="4494"/>
                </a:lnTo>
                <a:lnTo>
                  <a:pt x="1210119" y="4704"/>
                </a:lnTo>
                <a:lnTo>
                  <a:pt x="1210052" y="4917"/>
                </a:lnTo>
                <a:lnTo>
                  <a:pt x="1209992" y="5133"/>
                </a:lnTo>
                <a:lnTo>
                  <a:pt x="1209939" y="5352"/>
                </a:lnTo>
                <a:lnTo>
                  <a:pt x="1209893" y="5574"/>
                </a:lnTo>
                <a:lnTo>
                  <a:pt x="1209855" y="5799"/>
                </a:lnTo>
                <a:lnTo>
                  <a:pt x="1209823" y="6027"/>
                </a:lnTo>
                <a:lnTo>
                  <a:pt x="1209799" y="6258"/>
                </a:lnTo>
                <a:lnTo>
                  <a:pt x="1209781" y="6492"/>
                </a:lnTo>
                <a:lnTo>
                  <a:pt x="1209770" y="6729"/>
                </a:lnTo>
                <a:lnTo>
                  <a:pt x="1209767" y="6969"/>
                </a:lnTo>
                <a:lnTo>
                  <a:pt x="1209770" y="7210"/>
                </a:lnTo>
                <a:lnTo>
                  <a:pt x="1209781" y="7447"/>
                </a:lnTo>
                <a:lnTo>
                  <a:pt x="1209799" y="7681"/>
                </a:lnTo>
                <a:lnTo>
                  <a:pt x="1209824" y="7913"/>
                </a:lnTo>
                <a:lnTo>
                  <a:pt x="1209856" y="8141"/>
                </a:lnTo>
                <a:lnTo>
                  <a:pt x="1209896" y="8367"/>
                </a:lnTo>
                <a:lnTo>
                  <a:pt x="1209942" y="8590"/>
                </a:lnTo>
                <a:lnTo>
                  <a:pt x="1209996" y="8810"/>
                </a:lnTo>
                <a:lnTo>
                  <a:pt x="1210057" y="9027"/>
                </a:lnTo>
                <a:lnTo>
                  <a:pt x="1210125" y="9241"/>
                </a:lnTo>
                <a:lnTo>
                  <a:pt x="1210200" y="9453"/>
                </a:lnTo>
                <a:lnTo>
                  <a:pt x="1210282" y="9661"/>
                </a:lnTo>
                <a:lnTo>
                  <a:pt x="1210371" y="9867"/>
                </a:lnTo>
                <a:lnTo>
                  <a:pt x="1210468" y="10070"/>
                </a:lnTo>
                <a:lnTo>
                  <a:pt x="1210572" y="10270"/>
                </a:lnTo>
                <a:lnTo>
                  <a:pt x="1210682" y="10467"/>
                </a:lnTo>
                <a:lnTo>
                  <a:pt x="1210800" y="10661"/>
                </a:lnTo>
                <a:lnTo>
                  <a:pt x="1210926" y="10852"/>
                </a:lnTo>
                <a:lnTo>
                  <a:pt x="1211058" y="11040"/>
                </a:lnTo>
                <a:lnTo>
                  <a:pt x="1211197" y="11226"/>
                </a:lnTo>
                <a:lnTo>
                  <a:pt x="1211344" y="11408"/>
                </a:lnTo>
                <a:lnTo>
                  <a:pt x="1211498" y="11588"/>
                </a:lnTo>
                <a:lnTo>
                  <a:pt x="1211659" y="11765"/>
                </a:lnTo>
                <a:lnTo>
                  <a:pt x="1211827" y="11939"/>
                </a:lnTo>
                <a:lnTo>
                  <a:pt x="1212000" y="12108"/>
                </a:lnTo>
                <a:lnTo>
                  <a:pt x="1212176" y="12269"/>
                </a:lnTo>
                <a:lnTo>
                  <a:pt x="1212355" y="12424"/>
                </a:lnTo>
                <a:lnTo>
                  <a:pt x="1212536" y="12571"/>
                </a:lnTo>
                <a:lnTo>
                  <a:pt x="1212721" y="12711"/>
                </a:lnTo>
                <a:lnTo>
                  <a:pt x="1212908" y="12844"/>
                </a:lnTo>
                <a:lnTo>
                  <a:pt x="1213099" y="12970"/>
                </a:lnTo>
                <a:lnTo>
                  <a:pt x="1213292" y="13088"/>
                </a:lnTo>
                <a:lnTo>
                  <a:pt x="1213488" y="13200"/>
                </a:lnTo>
                <a:lnTo>
                  <a:pt x="1213687" y="13304"/>
                </a:lnTo>
                <a:lnTo>
                  <a:pt x="1213888" y="13401"/>
                </a:lnTo>
                <a:lnTo>
                  <a:pt x="1214093" y="13490"/>
                </a:lnTo>
                <a:lnTo>
                  <a:pt x="1214300" y="13573"/>
                </a:lnTo>
                <a:lnTo>
                  <a:pt x="1214511" y="13648"/>
                </a:lnTo>
                <a:lnTo>
                  <a:pt x="1214724" y="13717"/>
                </a:lnTo>
                <a:lnTo>
                  <a:pt x="1214940" y="13778"/>
                </a:lnTo>
                <a:lnTo>
                  <a:pt x="1215159" y="13832"/>
                </a:lnTo>
                <a:lnTo>
                  <a:pt x="1215380" y="13878"/>
                </a:lnTo>
                <a:lnTo>
                  <a:pt x="1215605" y="13918"/>
                </a:lnTo>
                <a:lnTo>
                  <a:pt x="1215832" y="13950"/>
                </a:lnTo>
                <a:lnTo>
                  <a:pt x="1216063" y="13975"/>
                </a:lnTo>
                <a:lnTo>
                  <a:pt x="1216296" y="13993"/>
                </a:lnTo>
                <a:lnTo>
                  <a:pt x="1216532" y="14004"/>
                </a:lnTo>
                <a:lnTo>
                  <a:pt x="1216771" y="14008"/>
                </a:lnTo>
                <a:lnTo>
                  <a:pt x="1217010" y="14004"/>
                </a:lnTo>
                <a:lnTo>
                  <a:pt x="1217245" y="13993"/>
                </a:lnTo>
                <a:lnTo>
                  <a:pt x="1217478" y="13975"/>
                </a:lnTo>
                <a:lnTo>
                  <a:pt x="1217708" y="13950"/>
                </a:lnTo>
                <a:lnTo>
                  <a:pt x="1217935" y="13918"/>
                </a:lnTo>
                <a:lnTo>
                  <a:pt x="1218159" y="13878"/>
                </a:lnTo>
                <a:lnTo>
                  <a:pt x="1218380" y="13832"/>
                </a:lnTo>
                <a:lnTo>
                  <a:pt x="1218598" y="13778"/>
                </a:lnTo>
                <a:lnTo>
                  <a:pt x="1218813" y="13717"/>
                </a:lnTo>
                <a:lnTo>
                  <a:pt x="1219025" y="13648"/>
                </a:lnTo>
                <a:lnTo>
                  <a:pt x="1219234" y="13573"/>
                </a:lnTo>
                <a:lnTo>
                  <a:pt x="1219440" y="13490"/>
                </a:lnTo>
                <a:lnTo>
                  <a:pt x="1219643" y="13401"/>
                </a:lnTo>
                <a:lnTo>
                  <a:pt x="1219843" y="13304"/>
                </a:lnTo>
                <a:lnTo>
                  <a:pt x="1220040" y="13200"/>
                </a:lnTo>
                <a:lnTo>
                  <a:pt x="1220234" y="13088"/>
                </a:lnTo>
                <a:lnTo>
                  <a:pt x="1220426" y="12970"/>
                </a:lnTo>
                <a:lnTo>
                  <a:pt x="1220614" y="12844"/>
                </a:lnTo>
                <a:lnTo>
                  <a:pt x="1220799" y="12711"/>
                </a:lnTo>
                <a:lnTo>
                  <a:pt x="1220981" y="12571"/>
                </a:lnTo>
                <a:lnTo>
                  <a:pt x="1221160" y="12424"/>
                </a:lnTo>
                <a:lnTo>
                  <a:pt x="1221337" y="12269"/>
                </a:lnTo>
                <a:lnTo>
                  <a:pt x="1221510" y="12108"/>
                </a:lnTo>
                <a:lnTo>
                  <a:pt x="1221680" y="11939"/>
                </a:lnTo>
                <a:lnTo>
                  <a:pt x="1221846" y="11765"/>
                </a:lnTo>
                <a:lnTo>
                  <a:pt x="1222004" y="11588"/>
                </a:lnTo>
                <a:lnTo>
                  <a:pt x="1222155" y="11408"/>
                </a:lnTo>
                <a:lnTo>
                  <a:pt x="1222299" y="11226"/>
                </a:lnTo>
                <a:lnTo>
                  <a:pt x="1222436" y="11040"/>
                </a:lnTo>
                <a:lnTo>
                  <a:pt x="1222566" y="10852"/>
                </a:lnTo>
                <a:lnTo>
                  <a:pt x="1222690" y="10661"/>
                </a:lnTo>
                <a:lnTo>
                  <a:pt x="1222806" y="10467"/>
                </a:lnTo>
                <a:lnTo>
                  <a:pt x="1222915" y="10270"/>
                </a:lnTo>
                <a:lnTo>
                  <a:pt x="1223017" y="10070"/>
                </a:lnTo>
                <a:lnTo>
                  <a:pt x="1223112" y="9867"/>
                </a:lnTo>
                <a:lnTo>
                  <a:pt x="1223199" y="9661"/>
                </a:lnTo>
                <a:lnTo>
                  <a:pt x="1223280" y="9453"/>
                </a:lnTo>
                <a:lnTo>
                  <a:pt x="1223354" y="9241"/>
                </a:lnTo>
                <a:lnTo>
                  <a:pt x="1223421" y="9027"/>
                </a:lnTo>
                <a:lnTo>
                  <a:pt x="1223481" y="8810"/>
                </a:lnTo>
                <a:lnTo>
                  <a:pt x="1223534" y="8590"/>
                </a:lnTo>
                <a:lnTo>
                  <a:pt x="1223579" y="8367"/>
                </a:lnTo>
                <a:lnTo>
                  <a:pt x="1223618" y="8141"/>
                </a:lnTo>
                <a:lnTo>
                  <a:pt x="1223650" y="7913"/>
                </a:lnTo>
                <a:lnTo>
                  <a:pt x="1223674" y="7681"/>
                </a:lnTo>
                <a:lnTo>
                  <a:pt x="1223692" y="7447"/>
                </a:lnTo>
                <a:lnTo>
                  <a:pt x="1223702" y="7210"/>
                </a:lnTo>
                <a:lnTo>
                  <a:pt x="1223706" y="6969"/>
                </a:lnTo>
                <a:lnTo>
                  <a:pt x="1223702" y="6729"/>
                </a:lnTo>
                <a:lnTo>
                  <a:pt x="1223692" y="6492"/>
                </a:lnTo>
                <a:lnTo>
                  <a:pt x="1223674" y="6258"/>
                </a:lnTo>
                <a:lnTo>
                  <a:pt x="1223650" y="6027"/>
                </a:lnTo>
                <a:lnTo>
                  <a:pt x="1223618" y="5799"/>
                </a:lnTo>
                <a:lnTo>
                  <a:pt x="1223579" y="5574"/>
                </a:lnTo>
                <a:lnTo>
                  <a:pt x="1223534" y="5352"/>
                </a:lnTo>
                <a:lnTo>
                  <a:pt x="1223481" y="5133"/>
                </a:lnTo>
                <a:lnTo>
                  <a:pt x="1223421" y="4917"/>
                </a:lnTo>
                <a:lnTo>
                  <a:pt x="1223354" y="4704"/>
                </a:lnTo>
                <a:lnTo>
                  <a:pt x="1223280" y="4494"/>
                </a:lnTo>
                <a:lnTo>
                  <a:pt x="1223199" y="4287"/>
                </a:lnTo>
                <a:lnTo>
                  <a:pt x="1223112" y="4083"/>
                </a:lnTo>
                <a:lnTo>
                  <a:pt x="1223017" y="3882"/>
                </a:lnTo>
                <a:lnTo>
                  <a:pt x="1222915" y="3684"/>
                </a:lnTo>
                <a:lnTo>
                  <a:pt x="1222806" y="3489"/>
                </a:lnTo>
                <a:lnTo>
                  <a:pt x="1222690" y="3297"/>
                </a:lnTo>
                <a:lnTo>
                  <a:pt x="1222566" y="3107"/>
                </a:lnTo>
                <a:lnTo>
                  <a:pt x="1222436" y="2921"/>
                </a:lnTo>
                <a:lnTo>
                  <a:pt x="1222299" y="2738"/>
                </a:lnTo>
                <a:lnTo>
                  <a:pt x="1222155" y="2558"/>
                </a:lnTo>
                <a:lnTo>
                  <a:pt x="1222004" y="2381"/>
                </a:lnTo>
                <a:lnTo>
                  <a:pt x="1221846" y="2207"/>
                </a:lnTo>
                <a:lnTo>
                  <a:pt x="1221680" y="2036"/>
                </a:lnTo>
                <a:lnTo>
                  <a:pt x="1221510" y="1870"/>
                </a:lnTo>
                <a:lnTo>
                  <a:pt x="1221337" y="1711"/>
                </a:lnTo>
                <a:lnTo>
                  <a:pt x="1221160" y="1559"/>
                </a:lnTo>
                <a:lnTo>
                  <a:pt x="1220981" y="1414"/>
                </a:lnTo>
                <a:lnTo>
                  <a:pt x="1220799" y="1276"/>
                </a:lnTo>
                <a:lnTo>
                  <a:pt x="1220614" y="1145"/>
                </a:lnTo>
                <a:lnTo>
                  <a:pt x="1220426" y="1022"/>
                </a:lnTo>
                <a:lnTo>
                  <a:pt x="1220234" y="905"/>
                </a:lnTo>
                <a:lnTo>
                  <a:pt x="1220040" y="795"/>
                </a:lnTo>
                <a:lnTo>
                  <a:pt x="1219843" y="693"/>
                </a:lnTo>
                <a:lnTo>
                  <a:pt x="1219643" y="597"/>
                </a:lnTo>
                <a:lnTo>
                  <a:pt x="1219440" y="509"/>
                </a:lnTo>
                <a:lnTo>
                  <a:pt x="1219234" y="428"/>
                </a:lnTo>
                <a:lnTo>
                  <a:pt x="1219025" y="354"/>
                </a:lnTo>
                <a:lnTo>
                  <a:pt x="1218813" y="286"/>
                </a:lnTo>
                <a:lnTo>
                  <a:pt x="1218598" y="226"/>
                </a:lnTo>
                <a:lnTo>
                  <a:pt x="1218380" y="173"/>
                </a:lnTo>
                <a:lnTo>
                  <a:pt x="1218159" y="127"/>
                </a:lnTo>
                <a:lnTo>
                  <a:pt x="1217935" y="88"/>
                </a:lnTo>
                <a:lnTo>
                  <a:pt x="1217708" y="57"/>
                </a:lnTo>
                <a:lnTo>
                  <a:pt x="1217478" y="32"/>
                </a:lnTo>
                <a:lnTo>
                  <a:pt x="1217245" y="14"/>
                </a:lnTo>
                <a:lnTo>
                  <a:pt x="1217010" y="4"/>
                </a:lnTo>
                <a:lnTo>
                  <a:pt x="1216771" y="0"/>
                </a:lnTo>
                <a:lnTo>
                  <a:pt x="1216526" y="4"/>
                </a:lnTo>
                <a:lnTo>
                  <a:pt x="1216285" y="14"/>
                </a:lnTo>
                <a:lnTo>
                  <a:pt x="1216047" y="32"/>
                </a:lnTo>
                <a:lnTo>
                  <a:pt x="1215812" y="57"/>
                </a:lnTo>
                <a:lnTo>
                  <a:pt x="1215581" y="88"/>
                </a:lnTo>
                <a:close/>
                <a:moveTo>
                  <a:pt x="1061558" y="9912"/>
                </a:moveTo>
                <a:lnTo>
                  <a:pt x="1061779" y="9830"/>
                </a:lnTo>
                <a:lnTo>
                  <a:pt x="1061996" y="9752"/>
                </a:lnTo>
                <a:lnTo>
                  <a:pt x="1062210" y="9677"/>
                </a:lnTo>
                <a:lnTo>
                  <a:pt x="1062420" y="9607"/>
                </a:lnTo>
                <a:lnTo>
                  <a:pt x="1062628" y="9540"/>
                </a:lnTo>
                <a:lnTo>
                  <a:pt x="1062831" y="9477"/>
                </a:lnTo>
                <a:lnTo>
                  <a:pt x="1063032" y="9418"/>
                </a:lnTo>
                <a:lnTo>
                  <a:pt x="1063229" y="9362"/>
                </a:lnTo>
                <a:lnTo>
                  <a:pt x="1063423" y="9311"/>
                </a:lnTo>
                <a:lnTo>
                  <a:pt x="1063613" y="9263"/>
                </a:lnTo>
                <a:lnTo>
                  <a:pt x="1063801" y="9219"/>
                </a:lnTo>
                <a:lnTo>
                  <a:pt x="1063984" y="9179"/>
                </a:lnTo>
                <a:lnTo>
                  <a:pt x="1064165" y="9143"/>
                </a:lnTo>
                <a:lnTo>
                  <a:pt x="1064342" y="9111"/>
                </a:lnTo>
                <a:lnTo>
                  <a:pt x="1064516" y="9082"/>
                </a:lnTo>
                <a:lnTo>
                  <a:pt x="1064686" y="9057"/>
                </a:lnTo>
                <a:lnTo>
                  <a:pt x="1064853" y="9036"/>
                </a:lnTo>
                <a:lnTo>
                  <a:pt x="1065017" y="9019"/>
                </a:lnTo>
                <a:lnTo>
                  <a:pt x="1065178" y="9006"/>
                </a:lnTo>
                <a:lnTo>
                  <a:pt x="1065335" y="8996"/>
                </a:lnTo>
                <a:lnTo>
                  <a:pt x="1065489" y="8991"/>
                </a:lnTo>
                <a:lnTo>
                  <a:pt x="1065639" y="8989"/>
                </a:lnTo>
                <a:lnTo>
                  <a:pt x="1065775" y="8990"/>
                </a:lnTo>
                <a:lnTo>
                  <a:pt x="1065910" y="8995"/>
                </a:lnTo>
                <a:lnTo>
                  <a:pt x="1066042" y="9003"/>
                </a:lnTo>
                <a:lnTo>
                  <a:pt x="1066172" y="9013"/>
                </a:lnTo>
                <a:lnTo>
                  <a:pt x="1066300" y="9027"/>
                </a:lnTo>
                <a:lnTo>
                  <a:pt x="1066427" y="9044"/>
                </a:lnTo>
                <a:lnTo>
                  <a:pt x="1066551" y="9065"/>
                </a:lnTo>
                <a:lnTo>
                  <a:pt x="1066673" y="9088"/>
                </a:lnTo>
                <a:lnTo>
                  <a:pt x="1066793" y="9114"/>
                </a:lnTo>
                <a:lnTo>
                  <a:pt x="1066911" y="9144"/>
                </a:lnTo>
                <a:lnTo>
                  <a:pt x="1067027" y="9176"/>
                </a:lnTo>
                <a:lnTo>
                  <a:pt x="1067141" y="9212"/>
                </a:lnTo>
                <a:lnTo>
                  <a:pt x="1067253" y="9251"/>
                </a:lnTo>
                <a:lnTo>
                  <a:pt x="1067363" y="9292"/>
                </a:lnTo>
                <a:lnTo>
                  <a:pt x="1067471" y="9337"/>
                </a:lnTo>
                <a:lnTo>
                  <a:pt x="1067577" y="9385"/>
                </a:lnTo>
                <a:lnTo>
                  <a:pt x="1067681" y="9436"/>
                </a:lnTo>
                <a:lnTo>
                  <a:pt x="1067783" y="9491"/>
                </a:lnTo>
                <a:lnTo>
                  <a:pt x="1067883" y="9548"/>
                </a:lnTo>
                <a:lnTo>
                  <a:pt x="1067980" y="9609"/>
                </a:lnTo>
                <a:lnTo>
                  <a:pt x="1068076" y="9672"/>
                </a:lnTo>
                <a:lnTo>
                  <a:pt x="1068170" y="9739"/>
                </a:lnTo>
                <a:lnTo>
                  <a:pt x="1068262" y="9808"/>
                </a:lnTo>
                <a:lnTo>
                  <a:pt x="1068351" y="9881"/>
                </a:lnTo>
                <a:lnTo>
                  <a:pt x="1068439" y="9958"/>
                </a:lnTo>
                <a:lnTo>
                  <a:pt x="1068525" y="10040"/>
                </a:lnTo>
                <a:lnTo>
                  <a:pt x="1068608" y="10128"/>
                </a:lnTo>
                <a:lnTo>
                  <a:pt x="1068690" y="10221"/>
                </a:lnTo>
                <a:lnTo>
                  <a:pt x="1068769" y="10319"/>
                </a:lnTo>
                <a:lnTo>
                  <a:pt x="1068847" y="10423"/>
                </a:lnTo>
                <a:lnTo>
                  <a:pt x="1068923" y="10532"/>
                </a:lnTo>
                <a:lnTo>
                  <a:pt x="1068996" y="10647"/>
                </a:lnTo>
                <a:lnTo>
                  <a:pt x="1069067" y="10767"/>
                </a:lnTo>
                <a:lnTo>
                  <a:pt x="1069137" y="10892"/>
                </a:lnTo>
                <a:lnTo>
                  <a:pt x="1069204" y="11023"/>
                </a:lnTo>
                <a:lnTo>
                  <a:pt x="1069270" y="11159"/>
                </a:lnTo>
                <a:lnTo>
                  <a:pt x="1069333" y="11300"/>
                </a:lnTo>
                <a:lnTo>
                  <a:pt x="1069394" y="11447"/>
                </a:lnTo>
                <a:lnTo>
                  <a:pt x="1069454" y="11599"/>
                </a:lnTo>
                <a:lnTo>
                  <a:pt x="1069511" y="11756"/>
                </a:lnTo>
                <a:lnTo>
                  <a:pt x="1069566" y="11919"/>
                </a:lnTo>
                <a:lnTo>
                  <a:pt x="1069619" y="12087"/>
                </a:lnTo>
                <a:lnTo>
                  <a:pt x="1069671" y="12261"/>
                </a:lnTo>
                <a:lnTo>
                  <a:pt x="1069720" y="12440"/>
                </a:lnTo>
                <a:lnTo>
                  <a:pt x="1069767" y="12624"/>
                </a:lnTo>
                <a:lnTo>
                  <a:pt x="1069812" y="12814"/>
                </a:lnTo>
                <a:lnTo>
                  <a:pt x="1069855" y="13009"/>
                </a:lnTo>
                <a:lnTo>
                  <a:pt x="1069896" y="13209"/>
                </a:lnTo>
                <a:lnTo>
                  <a:pt x="1069936" y="13427"/>
                </a:lnTo>
                <a:lnTo>
                  <a:pt x="1069973" y="13672"/>
                </a:lnTo>
                <a:lnTo>
                  <a:pt x="1070009" y="13946"/>
                </a:lnTo>
                <a:lnTo>
                  <a:pt x="1070043" y="14249"/>
                </a:lnTo>
                <a:lnTo>
                  <a:pt x="1070076" y="14580"/>
                </a:lnTo>
                <a:lnTo>
                  <a:pt x="1070107" y="14940"/>
                </a:lnTo>
                <a:lnTo>
                  <a:pt x="1070136" y="15328"/>
                </a:lnTo>
                <a:lnTo>
                  <a:pt x="1070163" y="15744"/>
                </a:lnTo>
                <a:lnTo>
                  <a:pt x="1070189" y="16189"/>
                </a:lnTo>
                <a:lnTo>
                  <a:pt x="1070213" y="16662"/>
                </a:lnTo>
                <a:lnTo>
                  <a:pt x="1070236" y="17164"/>
                </a:lnTo>
                <a:lnTo>
                  <a:pt x="1070257" y="17695"/>
                </a:lnTo>
                <a:lnTo>
                  <a:pt x="1070276" y="18253"/>
                </a:lnTo>
                <a:lnTo>
                  <a:pt x="1070293" y="18841"/>
                </a:lnTo>
                <a:lnTo>
                  <a:pt x="1070309" y="19456"/>
                </a:lnTo>
                <a:lnTo>
                  <a:pt x="1070324" y="20101"/>
                </a:lnTo>
                <a:lnTo>
                  <a:pt x="1070336" y="20773"/>
                </a:lnTo>
                <a:lnTo>
                  <a:pt x="1070347" y="21474"/>
                </a:lnTo>
                <a:lnTo>
                  <a:pt x="1070356" y="22204"/>
                </a:lnTo>
                <a:lnTo>
                  <a:pt x="1070364" y="22962"/>
                </a:lnTo>
                <a:lnTo>
                  <a:pt x="1070369" y="23749"/>
                </a:lnTo>
                <a:lnTo>
                  <a:pt x="1070374" y="24564"/>
                </a:lnTo>
                <a:lnTo>
                  <a:pt x="1070376" y="25407"/>
                </a:lnTo>
                <a:lnTo>
                  <a:pt x="1070377" y="26279"/>
                </a:lnTo>
                <a:lnTo>
                  <a:pt x="1070377" y="83367"/>
                </a:lnTo>
                <a:lnTo>
                  <a:pt x="1070375" y="83847"/>
                </a:lnTo>
                <a:lnTo>
                  <a:pt x="1070371" y="84313"/>
                </a:lnTo>
                <a:lnTo>
                  <a:pt x="1070363" y="84767"/>
                </a:lnTo>
                <a:lnTo>
                  <a:pt x="1070352" y="85207"/>
                </a:lnTo>
                <a:lnTo>
                  <a:pt x="1070338" y="85634"/>
                </a:lnTo>
                <a:lnTo>
                  <a:pt x="1070321" y="86048"/>
                </a:lnTo>
                <a:lnTo>
                  <a:pt x="1070301" y="86449"/>
                </a:lnTo>
                <a:lnTo>
                  <a:pt x="1070278" y="86836"/>
                </a:lnTo>
                <a:lnTo>
                  <a:pt x="1070251" y="87211"/>
                </a:lnTo>
                <a:lnTo>
                  <a:pt x="1070222" y="87573"/>
                </a:lnTo>
                <a:lnTo>
                  <a:pt x="1070189" y="87921"/>
                </a:lnTo>
                <a:lnTo>
                  <a:pt x="1070154" y="88257"/>
                </a:lnTo>
                <a:lnTo>
                  <a:pt x="1070115" y="88579"/>
                </a:lnTo>
                <a:lnTo>
                  <a:pt x="1070073" y="88888"/>
                </a:lnTo>
                <a:lnTo>
                  <a:pt x="1070028" y="89184"/>
                </a:lnTo>
                <a:lnTo>
                  <a:pt x="1069980" y="89467"/>
                </a:lnTo>
                <a:lnTo>
                  <a:pt x="1069929" y="89737"/>
                </a:lnTo>
                <a:lnTo>
                  <a:pt x="1069875" y="89994"/>
                </a:lnTo>
                <a:lnTo>
                  <a:pt x="1069817" y="90237"/>
                </a:lnTo>
                <a:lnTo>
                  <a:pt x="1069757" y="90468"/>
                </a:lnTo>
                <a:lnTo>
                  <a:pt x="1069694" y="90686"/>
                </a:lnTo>
                <a:lnTo>
                  <a:pt x="1069627" y="90890"/>
                </a:lnTo>
                <a:lnTo>
                  <a:pt x="1069557" y="91081"/>
                </a:lnTo>
                <a:lnTo>
                  <a:pt x="1069484" y="91260"/>
                </a:lnTo>
                <a:lnTo>
                  <a:pt x="1069409" y="91429"/>
                </a:lnTo>
                <a:lnTo>
                  <a:pt x="1069331" y="91594"/>
                </a:lnTo>
                <a:lnTo>
                  <a:pt x="1069250" y="91756"/>
                </a:lnTo>
                <a:lnTo>
                  <a:pt x="1069168" y="91913"/>
                </a:lnTo>
                <a:lnTo>
                  <a:pt x="1069083" y="92066"/>
                </a:lnTo>
                <a:lnTo>
                  <a:pt x="1068995" y="92216"/>
                </a:lnTo>
                <a:lnTo>
                  <a:pt x="1068905" y="92361"/>
                </a:lnTo>
                <a:lnTo>
                  <a:pt x="1068813" y="92502"/>
                </a:lnTo>
                <a:lnTo>
                  <a:pt x="1068718" y="92639"/>
                </a:lnTo>
                <a:lnTo>
                  <a:pt x="1068621" y="92772"/>
                </a:lnTo>
                <a:lnTo>
                  <a:pt x="1068522" y="92901"/>
                </a:lnTo>
                <a:lnTo>
                  <a:pt x="1068420" y="93026"/>
                </a:lnTo>
                <a:lnTo>
                  <a:pt x="1068316" y="93147"/>
                </a:lnTo>
                <a:lnTo>
                  <a:pt x="1068209" y="93264"/>
                </a:lnTo>
                <a:lnTo>
                  <a:pt x="1068100" y="93377"/>
                </a:lnTo>
                <a:lnTo>
                  <a:pt x="1067989" y="93485"/>
                </a:lnTo>
                <a:lnTo>
                  <a:pt x="1067875" y="93590"/>
                </a:lnTo>
                <a:lnTo>
                  <a:pt x="1067759" y="93691"/>
                </a:lnTo>
                <a:lnTo>
                  <a:pt x="1067641" y="93787"/>
                </a:lnTo>
                <a:lnTo>
                  <a:pt x="1067520" y="93880"/>
                </a:lnTo>
                <a:lnTo>
                  <a:pt x="1067396" y="93969"/>
                </a:lnTo>
                <a:lnTo>
                  <a:pt x="1067271" y="94053"/>
                </a:lnTo>
                <a:lnTo>
                  <a:pt x="1067143" y="94134"/>
                </a:lnTo>
                <a:lnTo>
                  <a:pt x="1067012" y="94210"/>
                </a:lnTo>
                <a:lnTo>
                  <a:pt x="1066876" y="94283"/>
                </a:lnTo>
                <a:lnTo>
                  <a:pt x="1066730" y="94352"/>
                </a:lnTo>
                <a:lnTo>
                  <a:pt x="1066575" y="94419"/>
                </a:lnTo>
                <a:lnTo>
                  <a:pt x="1066410" y="94482"/>
                </a:lnTo>
                <a:lnTo>
                  <a:pt x="1066235" y="94542"/>
                </a:lnTo>
                <a:lnTo>
                  <a:pt x="1066051" y="94600"/>
                </a:lnTo>
                <a:lnTo>
                  <a:pt x="1065857" y="94654"/>
                </a:lnTo>
                <a:lnTo>
                  <a:pt x="1065654" y="94705"/>
                </a:lnTo>
                <a:lnTo>
                  <a:pt x="1065442" y="94753"/>
                </a:lnTo>
                <a:lnTo>
                  <a:pt x="1065219" y="94797"/>
                </a:lnTo>
                <a:lnTo>
                  <a:pt x="1064988" y="94839"/>
                </a:lnTo>
                <a:lnTo>
                  <a:pt x="1064746" y="94878"/>
                </a:lnTo>
                <a:lnTo>
                  <a:pt x="1064496" y="94913"/>
                </a:lnTo>
                <a:lnTo>
                  <a:pt x="1064235" y="94946"/>
                </a:lnTo>
                <a:lnTo>
                  <a:pt x="1063965" y="94975"/>
                </a:lnTo>
                <a:lnTo>
                  <a:pt x="1063686" y="95002"/>
                </a:lnTo>
                <a:lnTo>
                  <a:pt x="1063397" y="95025"/>
                </a:lnTo>
                <a:lnTo>
                  <a:pt x="1063098" y="95045"/>
                </a:lnTo>
                <a:lnTo>
                  <a:pt x="1062790" y="95062"/>
                </a:lnTo>
                <a:lnTo>
                  <a:pt x="1062473" y="95076"/>
                </a:lnTo>
                <a:lnTo>
                  <a:pt x="1062146" y="95087"/>
                </a:lnTo>
                <a:lnTo>
                  <a:pt x="1061809" y="95094"/>
                </a:lnTo>
                <a:lnTo>
                  <a:pt x="1061463" y="95099"/>
                </a:lnTo>
                <a:lnTo>
                  <a:pt x="1061107" y="95100"/>
                </a:lnTo>
                <a:lnTo>
                  <a:pt x="1061107" y="97641"/>
                </a:lnTo>
                <a:lnTo>
                  <a:pt x="1091938" y="97641"/>
                </a:lnTo>
                <a:lnTo>
                  <a:pt x="1091938" y="95100"/>
                </a:lnTo>
                <a:lnTo>
                  <a:pt x="1091537" y="95099"/>
                </a:lnTo>
                <a:lnTo>
                  <a:pt x="1091147" y="95094"/>
                </a:lnTo>
                <a:lnTo>
                  <a:pt x="1090767" y="95085"/>
                </a:lnTo>
                <a:lnTo>
                  <a:pt x="1090399" y="95073"/>
                </a:lnTo>
                <a:lnTo>
                  <a:pt x="1090041" y="95057"/>
                </a:lnTo>
                <a:lnTo>
                  <a:pt x="1089693" y="95038"/>
                </a:lnTo>
                <a:lnTo>
                  <a:pt x="1089357" y="95016"/>
                </a:lnTo>
                <a:lnTo>
                  <a:pt x="1089031" y="94990"/>
                </a:lnTo>
                <a:lnTo>
                  <a:pt x="1088716" y="94961"/>
                </a:lnTo>
                <a:lnTo>
                  <a:pt x="1088412" y="94928"/>
                </a:lnTo>
                <a:lnTo>
                  <a:pt x="1088118" y="94892"/>
                </a:lnTo>
                <a:lnTo>
                  <a:pt x="1087835" y="94852"/>
                </a:lnTo>
                <a:lnTo>
                  <a:pt x="1087563" y="94809"/>
                </a:lnTo>
                <a:lnTo>
                  <a:pt x="1087301" y="94762"/>
                </a:lnTo>
                <a:lnTo>
                  <a:pt x="1087051" y="94712"/>
                </a:lnTo>
                <a:lnTo>
                  <a:pt x="1086811" y="94659"/>
                </a:lnTo>
                <a:lnTo>
                  <a:pt x="1086582" y="94602"/>
                </a:lnTo>
                <a:lnTo>
                  <a:pt x="1086363" y="94542"/>
                </a:lnTo>
                <a:lnTo>
                  <a:pt x="1086155" y="94478"/>
                </a:lnTo>
                <a:lnTo>
                  <a:pt x="1085958" y="94411"/>
                </a:lnTo>
                <a:lnTo>
                  <a:pt x="1085772" y="94340"/>
                </a:lnTo>
                <a:lnTo>
                  <a:pt x="1085596" y="94266"/>
                </a:lnTo>
                <a:lnTo>
                  <a:pt x="1085431" y="94188"/>
                </a:lnTo>
                <a:lnTo>
                  <a:pt x="1085277" y="94107"/>
                </a:lnTo>
                <a:lnTo>
                  <a:pt x="1085130" y="94022"/>
                </a:lnTo>
                <a:lnTo>
                  <a:pt x="1084986" y="93935"/>
                </a:lnTo>
                <a:lnTo>
                  <a:pt x="1084845" y="93844"/>
                </a:lnTo>
                <a:lnTo>
                  <a:pt x="1084708" y="93749"/>
                </a:lnTo>
                <a:lnTo>
                  <a:pt x="1084574" y="93652"/>
                </a:lnTo>
                <a:lnTo>
                  <a:pt x="1084443" y="93551"/>
                </a:lnTo>
                <a:lnTo>
                  <a:pt x="1084315" y="93448"/>
                </a:lnTo>
                <a:lnTo>
                  <a:pt x="1084190" y="93340"/>
                </a:lnTo>
                <a:lnTo>
                  <a:pt x="1084069" y="93230"/>
                </a:lnTo>
                <a:lnTo>
                  <a:pt x="1083950" y="93117"/>
                </a:lnTo>
                <a:lnTo>
                  <a:pt x="1083835" y="93000"/>
                </a:lnTo>
                <a:lnTo>
                  <a:pt x="1083724" y="92880"/>
                </a:lnTo>
                <a:lnTo>
                  <a:pt x="1083615" y="92757"/>
                </a:lnTo>
                <a:lnTo>
                  <a:pt x="1083510" y="92631"/>
                </a:lnTo>
                <a:lnTo>
                  <a:pt x="1083408" y="92501"/>
                </a:lnTo>
                <a:lnTo>
                  <a:pt x="1083309" y="92368"/>
                </a:lnTo>
                <a:lnTo>
                  <a:pt x="1083213" y="92232"/>
                </a:lnTo>
                <a:lnTo>
                  <a:pt x="1083121" y="92093"/>
                </a:lnTo>
                <a:lnTo>
                  <a:pt x="1083032" y="91951"/>
                </a:lnTo>
                <a:lnTo>
                  <a:pt x="1082946" y="91805"/>
                </a:lnTo>
                <a:lnTo>
                  <a:pt x="1082863" y="91657"/>
                </a:lnTo>
                <a:lnTo>
                  <a:pt x="1082783" y="91505"/>
                </a:lnTo>
                <a:lnTo>
                  <a:pt x="1082707" y="91349"/>
                </a:lnTo>
                <a:lnTo>
                  <a:pt x="1082634" y="91191"/>
                </a:lnTo>
                <a:lnTo>
                  <a:pt x="1082564" y="91024"/>
                </a:lnTo>
                <a:lnTo>
                  <a:pt x="1082497" y="90843"/>
                </a:lnTo>
                <a:lnTo>
                  <a:pt x="1082432" y="90648"/>
                </a:lnTo>
                <a:lnTo>
                  <a:pt x="1082371" y="90439"/>
                </a:lnTo>
                <a:lnTo>
                  <a:pt x="1082313" y="90217"/>
                </a:lnTo>
                <a:lnTo>
                  <a:pt x="1082258" y="89981"/>
                </a:lnTo>
                <a:lnTo>
                  <a:pt x="1082206" y="89731"/>
                </a:lnTo>
                <a:lnTo>
                  <a:pt x="1082157" y="89467"/>
                </a:lnTo>
                <a:lnTo>
                  <a:pt x="1082111" y="89189"/>
                </a:lnTo>
                <a:lnTo>
                  <a:pt x="1082067" y="88898"/>
                </a:lnTo>
                <a:lnTo>
                  <a:pt x="1082027" y="88593"/>
                </a:lnTo>
                <a:lnTo>
                  <a:pt x="1081990" y="88274"/>
                </a:lnTo>
                <a:lnTo>
                  <a:pt x="1081956" y="87941"/>
                </a:lnTo>
                <a:lnTo>
                  <a:pt x="1081924" y="87594"/>
                </a:lnTo>
                <a:lnTo>
                  <a:pt x="1081896" y="87234"/>
                </a:lnTo>
                <a:lnTo>
                  <a:pt x="1081871" y="86859"/>
                </a:lnTo>
                <a:lnTo>
                  <a:pt x="1081848" y="86471"/>
                </a:lnTo>
                <a:lnTo>
                  <a:pt x="1081829" y="86069"/>
                </a:lnTo>
                <a:lnTo>
                  <a:pt x="1081813" y="85653"/>
                </a:lnTo>
                <a:lnTo>
                  <a:pt x="1081799" y="85224"/>
                </a:lnTo>
                <a:lnTo>
                  <a:pt x="1081789" y="84780"/>
                </a:lnTo>
                <a:lnTo>
                  <a:pt x="1081781" y="84323"/>
                </a:lnTo>
                <a:lnTo>
                  <a:pt x="1081777" y="83852"/>
                </a:lnTo>
                <a:lnTo>
                  <a:pt x="1081775" y="83367"/>
                </a:lnTo>
                <a:lnTo>
                  <a:pt x="1081775" y="0"/>
                </a:lnTo>
                <a:lnTo>
                  <a:pt x="1078685" y="0"/>
                </a:lnTo>
                <a:lnTo>
                  <a:pt x="1059940" y="7684"/>
                </a:lnTo>
                <a:lnTo>
                  <a:pt x="1061107" y="10087"/>
                </a:lnTo>
                <a:lnTo>
                  <a:pt x="1061334" y="9998"/>
                </a:lnTo>
                <a:lnTo>
                  <a:pt x="1061558" y="9912"/>
                </a:lnTo>
                <a:close/>
                <a:moveTo>
                  <a:pt x="786392" y="16206"/>
                </a:moveTo>
                <a:lnTo>
                  <a:pt x="786176" y="16718"/>
                </a:lnTo>
                <a:lnTo>
                  <a:pt x="785965" y="17215"/>
                </a:lnTo>
                <a:lnTo>
                  <a:pt x="785759" y="17696"/>
                </a:lnTo>
                <a:lnTo>
                  <a:pt x="785556" y="18163"/>
                </a:lnTo>
                <a:lnTo>
                  <a:pt x="785358" y="18615"/>
                </a:lnTo>
                <a:lnTo>
                  <a:pt x="785164" y="19051"/>
                </a:lnTo>
                <a:lnTo>
                  <a:pt x="784975" y="19473"/>
                </a:lnTo>
                <a:lnTo>
                  <a:pt x="784790" y="19879"/>
                </a:lnTo>
                <a:lnTo>
                  <a:pt x="784609" y="20270"/>
                </a:lnTo>
                <a:lnTo>
                  <a:pt x="784432" y="20646"/>
                </a:lnTo>
                <a:lnTo>
                  <a:pt x="784260" y="21008"/>
                </a:lnTo>
                <a:lnTo>
                  <a:pt x="784091" y="21354"/>
                </a:lnTo>
                <a:lnTo>
                  <a:pt x="783928" y="21685"/>
                </a:lnTo>
                <a:lnTo>
                  <a:pt x="783768" y="22001"/>
                </a:lnTo>
                <a:lnTo>
                  <a:pt x="783613" y="22302"/>
                </a:lnTo>
                <a:lnTo>
                  <a:pt x="783462" y="22587"/>
                </a:lnTo>
                <a:lnTo>
                  <a:pt x="783315" y="22858"/>
                </a:lnTo>
                <a:lnTo>
                  <a:pt x="783173" y="23114"/>
                </a:lnTo>
                <a:lnTo>
                  <a:pt x="783035" y="23354"/>
                </a:lnTo>
                <a:lnTo>
                  <a:pt x="782901" y="23580"/>
                </a:lnTo>
                <a:lnTo>
                  <a:pt x="782642" y="23991"/>
                </a:lnTo>
                <a:lnTo>
                  <a:pt x="782380" y="24397"/>
                </a:lnTo>
                <a:lnTo>
                  <a:pt x="782115" y="24799"/>
                </a:lnTo>
                <a:lnTo>
                  <a:pt x="781847" y="25195"/>
                </a:lnTo>
                <a:lnTo>
                  <a:pt x="781577" y="25588"/>
                </a:lnTo>
                <a:lnTo>
                  <a:pt x="781303" y="25975"/>
                </a:lnTo>
                <a:lnTo>
                  <a:pt x="781026" y="26358"/>
                </a:lnTo>
                <a:lnTo>
                  <a:pt x="780746" y="26737"/>
                </a:lnTo>
                <a:lnTo>
                  <a:pt x="780463" y="27110"/>
                </a:lnTo>
                <a:lnTo>
                  <a:pt x="780177" y="27479"/>
                </a:lnTo>
                <a:lnTo>
                  <a:pt x="779888" y="27843"/>
                </a:lnTo>
                <a:lnTo>
                  <a:pt x="779597" y="28203"/>
                </a:lnTo>
                <a:lnTo>
                  <a:pt x="779302" y="28558"/>
                </a:lnTo>
                <a:lnTo>
                  <a:pt x="779004" y="28908"/>
                </a:lnTo>
                <a:lnTo>
                  <a:pt x="778704" y="29254"/>
                </a:lnTo>
                <a:lnTo>
                  <a:pt x="778400" y="29595"/>
                </a:lnTo>
                <a:lnTo>
                  <a:pt x="778093" y="29931"/>
                </a:lnTo>
                <a:lnTo>
                  <a:pt x="777784" y="30263"/>
                </a:lnTo>
                <a:lnTo>
                  <a:pt x="777471" y="30590"/>
                </a:lnTo>
                <a:lnTo>
                  <a:pt x="777155" y="30912"/>
                </a:lnTo>
                <a:lnTo>
                  <a:pt x="776837" y="31229"/>
                </a:lnTo>
                <a:lnTo>
                  <a:pt x="776515" y="31542"/>
                </a:lnTo>
                <a:lnTo>
                  <a:pt x="776191" y="31851"/>
                </a:lnTo>
                <a:lnTo>
                  <a:pt x="775863" y="32154"/>
                </a:lnTo>
                <a:lnTo>
                  <a:pt x="775534" y="32452"/>
                </a:lnTo>
                <a:lnTo>
                  <a:pt x="775206" y="32742"/>
                </a:lnTo>
                <a:lnTo>
                  <a:pt x="774879" y="33025"/>
                </a:lnTo>
                <a:lnTo>
                  <a:pt x="774552" y="33301"/>
                </a:lnTo>
                <a:lnTo>
                  <a:pt x="774225" y="33570"/>
                </a:lnTo>
                <a:lnTo>
                  <a:pt x="773900" y="33831"/>
                </a:lnTo>
                <a:lnTo>
                  <a:pt x="773575" y="34085"/>
                </a:lnTo>
                <a:lnTo>
                  <a:pt x="773250" y="34331"/>
                </a:lnTo>
                <a:lnTo>
                  <a:pt x="772926" y="34571"/>
                </a:lnTo>
                <a:lnTo>
                  <a:pt x="772603" y="34803"/>
                </a:lnTo>
                <a:lnTo>
                  <a:pt x="772280" y="35027"/>
                </a:lnTo>
                <a:lnTo>
                  <a:pt x="771958" y="35245"/>
                </a:lnTo>
                <a:lnTo>
                  <a:pt x="771636" y="35455"/>
                </a:lnTo>
                <a:lnTo>
                  <a:pt x="771315" y="35658"/>
                </a:lnTo>
                <a:lnTo>
                  <a:pt x="770995" y="35853"/>
                </a:lnTo>
                <a:lnTo>
                  <a:pt x="770675" y="36042"/>
                </a:lnTo>
                <a:lnTo>
                  <a:pt x="770356" y="36222"/>
                </a:lnTo>
                <a:lnTo>
                  <a:pt x="770037" y="36396"/>
                </a:lnTo>
                <a:lnTo>
                  <a:pt x="769719" y="36562"/>
                </a:lnTo>
                <a:lnTo>
                  <a:pt x="769402" y="36722"/>
                </a:lnTo>
                <a:lnTo>
                  <a:pt x="769085" y="36873"/>
                </a:lnTo>
                <a:lnTo>
                  <a:pt x="768769" y="37018"/>
                </a:lnTo>
                <a:lnTo>
                  <a:pt x="768453" y="37155"/>
                </a:lnTo>
                <a:lnTo>
                  <a:pt x="768138" y="37285"/>
                </a:lnTo>
                <a:lnTo>
                  <a:pt x="768138" y="39551"/>
                </a:lnTo>
                <a:lnTo>
                  <a:pt x="778095" y="39551"/>
                </a:lnTo>
                <a:lnTo>
                  <a:pt x="778095" y="81898"/>
                </a:lnTo>
                <a:lnTo>
                  <a:pt x="778097" y="82459"/>
                </a:lnTo>
                <a:lnTo>
                  <a:pt x="778105" y="83007"/>
                </a:lnTo>
                <a:lnTo>
                  <a:pt x="778117" y="83544"/>
                </a:lnTo>
                <a:lnTo>
                  <a:pt x="778135" y="84068"/>
                </a:lnTo>
                <a:lnTo>
                  <a:pt x="778157" y="84580"/>
                </a:lnTo>
                <a:lnTo>
                  <a:pt x="778185" y="85079"/>
                </a:lnTo>
                <a:lnTo>
                  <a:pt x="778217" y="85567"/>
                </a:lnTo>
                <a:lnTo>
                  <a:pt x="778255" y="86042"/>
                </a:lnTo>
                <a:lnTo>
                  <a:pt x="778297" y="86504"/>
                </a:lnTo>
                <a:lnTo>
                  <a:pt x="778345" y="86955"/>
                </a:lnTo>
                <a:lnTo>
                  <a:pt x="778398" y="87393"/>
                </a:lnTo>
                <a:lnTo>
                  <a:pt x="778455" y="87819"/>
                </a:lnTo>
                <a:lnTo>
                  <a:pt x="778518" y="88232"/>
                </a:lnTo>
                <a:lnTo>
                  <a:pt x="778585" y="88634"/>
                </a:lnTo>
                <a:lnTo>
                  <a:pt x="778658" y="89023"/>
                </a:lnTo>
                <a:lnTo>
                  <a:pt x="778736" y="89399"/>
                </a:lnTo>
                <a:lnTo>
                  <a:pt x="778818" y="89764"/>
                </a:lnTo>
                <a:lnTo>
                  <a:pt x="778906" y="90116"/>
                </a:lnTo>
                <a:lnTo>
                  <a:pt x="778998" y="90455"/>
                </a:lnTo>
                <a:lnTo>
                  <a:pt x="779096" y="90783"/>
                </a:lnTo>
                <a:lnTo>
                  <a:pt x="779199" y="91098"/>
                </a:lnTo>
                <a:lnTo>
                  <a:pt x="779306" y="91401"/>
                </a:lnTo>
                <a:lnTo>
                  <a:pt x="779419" y="91691"/>
                </a:lnTo>
                <a:lnTo>
                  <a:pt x="779537" y="91970"/>
                </a:lnTo>
                <a:lnTo>
                  <a:pt x="779660" y="92239"/>
                </a:lnTo>
                <a:lnTo>
                  <a:pt x="779788" y="92503"/>
                </a:lnTo>
                <a:lnTo>
                  <a:pt x="779922" y="92762"/>
                </a:lnTo>
                <a:lnTo>
                  <a:pt x="780061" y="93016"/>
                </a:lnTo>
                <a:lnTo>
                  <a:pt x="780206" y="93264"/>
                </a:lnTo>
                <a:lnTo>
                  <a:pt x="780356" y="93507"/>
                </a:lnTo>
                <a:lnTo>
                  <a:pt x="780512" y="93745"/>
                </a:lnTo>
                <a:lnTo>
                  <a:pt x="780673" y="93978"/>
                </a:lnTo>
                <a:lnTo>
                  <a:pt x="780840" y="94205"/>
                </a:lnTo>
                <a:lnTo>
                  <a:pt x="781012" y="94427"/>
                </a:lnTo>
                <a:lnTo>
                  <a:pt x="781190" y="94644"/>
                </a:lnTo>
                <a:lnTo>
                  <a:pt x="781373" y="94856"/>
                </a:lnTo>
                <a:lnTo>
                  <a:pt x="781562" y="95062"/>
                </a:lnTo>
                <a:lnTo>
                  <a:pt x="781756" y="95263"/>
                </a:lnTo>
                <a:lnTo>
                  <a:pt x="781956" y="95459"/>
                </a:lnTo>
                <a:lnTo>
                  <a:pt x="782161" y="95650"/>
                </a:lnTo>
                <a:lnTo>
                  <a:pt x="782372" y="95835"/>
                </a:lnTo>
                <a:lnTo>
                  <a:pt x="782588" y="96016"/>
                </a:lnTo>
                <a:lnTo>
                  <a:pt x="782810" y="96191"/>
                </a:lnTo>
                <a:lnTo>
                  <a:pt x="783037" y="96360"/>
                </a:lnTo>
                <a:lnTo>
                  <a:pt x="783269" y="96525"/>
                </a:lnTo>
                <a:lnTo>
                  <a:pt x="783507" y="96684"/>
                </a:lnTo>
                <a:lnTo>
                  <a:pt x="783751" y="96838"/>
                </a:lnTo>
                <a:lnTo>
                  <a:pt x="784000" y="96987"/>
                </a:lnTo>
                <a:lnTo>
                  <a:pt x="784252" y="97130"/>
                </a:lnTo>
                <a:lnTo>
                  <a:pt x="784504" y="97267"/>
                </a:lnTo>
                <a:lnTo>
                  <a:pt x="784757" y="97397"/>
                </a:lnTo>
                <a:lnTo>
                  <a:pt x="785011" y="97522"/>
                </a:lnTo>
                <a:lnTo>
                  <a:pt x="785265" y="97641"/>
                </a:lnTo>
                <a:lnTo>
                  <a:pt x="785519" y="97754"/>
                </a:lnTo>
                <a:lnTo>
                  <a:pt x="785774" y="97860"/>
                </a:lnTo>
                <a:lnTo>
                  <a:pt x="786029" y="97961"/>
                </a:lnTo>
                <a:lnTo>
                  <a:pt x="786285" y="98055"/>
                </a:lnTo>
                <a:lnTo>
                  <a:pt x="786541" y="98143"/>
                </a:lnTo>
                <a:lnTo>
                  <a:pt x="786798" y="98225"/>
                </a:lnTo>
                <a:lnTo>
                  <a:pt x="787055" y="98301"/>
                </a:lnTo>
                <a:lnTo>
                  <a:pt x="787313" y="98371"/>
                </a:lnTo>
                <a:lnTo>
                  <a:pt x="787571" y="98435"/>
                </a:lnTo>
                <a:lnTo>
                  <a:pt x="787830" y="98493"/>
                </a:lnTo>
                <a:lnTo>
                  <a:pt x="788089" y="98545"/>
                </a:lnTo>
                <a:lnTo>
                  <a:pt x="788349" y="98591"/>
                </a:lnTo>
                <a:lnTo>
                  <a:pt x="788609" y="98630"/>
                </a:lnTo>
                <a:lnTo>
                  <a:pt x="788870" y="98664"/>
                </a:lnTo>
                <a:lnTo>
                  <a:pt x="789131" y="98691"/>
                </a:lnTo>
                <a:lnTo>
                  <a:pt x="789392" y="98712"/>
                </a:lnTo>
                <a:lnTo>
                  <a:pt x="789654" y="98728"/>
                </a:lnTo>
                <a:lnTo>
                  <a:pt x="789917" y="98737"/>
                </a:lnTo>
                <a:lnTo>
                  <a:pt x="790180" y="98740"/>
                </a:lnTo>
                <a:lnTo>
                  <a:pt x="790568" y="98734"/>
                </a:lnTo>
                <a:lnTo>
                  <a:pt x="790956" y="98716"/>
                </a:lnTo>
                <a:lnTo>
                  <a:pt x="791343" y="98686"/>
                </a:lnTo>
                <a:lnTo>
                  <a:pt x="791728" y="98644"/>
                </a:lnTo>
                <a:lnTo>
                  <a:pt x="792113" y="98590"/>
                </a:lnTo>
                <a:lnTo>
                  <a:pt x="792497" y="98524"/>
                </a:lnTo>
                <a:lnTo>
                  <a:pt x="792880" y="98446"/>
                </a:lnTo>
                <a:lnTo>
                  <a:pt x="793262" y="98356"/>
                </a:lnTo>
                <a:lnTo>
                  <a:pt x="793643" y="98254"/>
                </a:lnTo>
                <a:lnTo>
                  <a:pt x="794023" y="98140"/>
                </a:lnTo>
                <a:lnTo>
                  <a:pt x="794402" y="98014"/>
                </a:lnTo>
                <a:lnTo>
                  <a:pt x="794780" y="97875"/>
                </a:lnTo>
                <a:lnTo>
                  <a:pt x="795157" y="97725"/>
                </a:lnTo>
                <a:lnTo>
                  <a:pt x="795534" y="97563"/>
                </a:lnTo>
                <a:lnTo>
                  <a:pt x="795909" y="97389"/>
                </a:lnTo>
                <a:lnTo>
                  <a:pt x="796283" y="97203"/>
                </a:lnTo>
                <a:lnTo>
                  <a:pt x="796657" y="97005"/>
                </a:lnTo>
                <a:lnTo>
                  <a:pt x="797029" y="96795"/>
                </a:lnTo>
                <a:lnTo>
                  <a:pt x="797401" y="96573"/>
                </a:lnTo>
                <a:lnTo>
                  <a:pt x="797771" y="96339"/>
                </a:lnTo>
                <a:lnTo>
                  <a:pt x="798141" y="96093"/>
                </a:lnTo>
                <a:lnTo>
                  <a:pt x="798509" y="95835"/>
                </a:lnTo>
                <a:lnTo>
                  <a:pt x="798877" y="95565"/>
                </a:lnTo>
                <a:lnTo>
                  <a:pt x="799244" y="95283"/>
                </a:lnTo>
                <a:lnTo>
                  <a:pt x="799606" y="94989"/>
                </a:lnTo>
                <a:lnTo>
                  <a:pt x="799962" y="94684"/>
                </a:lnTo>
                <a:lnTo>
                  <a:pt x="800311" y="94367"/>
                </a:lnTo>
                <a:lnTo>
                  <a:pt x="800653" y="94038"/>
                </a:lnTo>
                <a:lnTo>
                  <a:pt x="800988" y="93699"/>
                </a:lnTo>
                <a:lnTo>
                  <a:pt x="801316" y="93348"/>
                </a:lnTo>
                <a:lnTo>
                  <a:pt x="801638" y="92985"/>
                </a:lnTo>
                <a:lnTo>
                  <a:pt x="801952" y="92611"/>
                </a:lnTo>
                <a:lnTo>
                  <a:pt x="802259" y="92226"/>
                </a:lnTo>
                <a:lnTo>
                  <a:pt x="802560" y="91829"/>
                </a:lnTo>
                <a:lnTo>
                  <a:pt x="802854" y="91421"/>
                </a:lnTo>
                <a:lnTo>
                  <a:pt x="803140" y="91002"/>
                </a:lnTo>
                <a:lnTo>
                  <a:pt x="803420" y="90570"/>
                </a:lnTo>
                <a:lnTo>
                  <a:pt x="803693" y="90128"/>
                </a:lnTo>
                <a:lnTo>
                  <a:pt x="803959" y="89674"/>
                </a:lnTo>
                <a:lnTo>
                  <a:pt x="804218" y="89209"/>
                </a:lnTo>
                <a:lnTo>
                  <a:pt x="804470" y="88732"/>
                </a:lnTo>
                <a:lnTo>
                  <a:pt x="804715" y="88244"/>
                </a:lnTo>
                <a:lnTo>
                  <a:pt x="804954" y="87745"/>
                </a:lnTo>
                <a:lnTo>
                  <a:pt x="805185" y="87234"/>
                </a:lnTo>
                <a:lnTo>
                  <a:pt x="805409" y="86711"/>
                </a:lnTo>
                <a:lnTo>
                  <a:pt x="805627" y="86177"/>
                </a:lnTo>
                <a:lnTo>
                  <a:pt x="805838" y="85632"/>
                </a:lnTo>
                <a:lnTo>
                  <a:pt x="806041" y="85075"/>
                </a:lnTo>
                <a:lnTo>
                  <a:pt x="803363" y="85075"/>
                </a:lnTo>
                <a:lnTo>
                  <a:pt x="803264" y="85302"/>
                </a:lnTo>
                <a:lnTo>
                  <a:pt x="803162" y="85524"/>
                </a:lnTo>
                <a:lnTo>
                  <a:pt x="803057" y="85741"/>
                </a:lnTo>
                <a:lnTo>
                  <a:pt x="802948" y="85954"/>
                </a:lnTo>
                <a:lnTo>
                  <a:pt x="802835" y="86162"/>
                </a:lnTo>
                <a:lnTo>
                  <a:pt x="802720" y="86365"/>
                </a:lnTo>
                <a:lnTo>
                  <a:pt x="802601" y="86564"/>
                </a:lnTo>
                <a:lnTo>
                  <a:pt x="802478" y="86758"/>
                </a:lnTo>
                <a:lnTo>
                  <a:pt x="802353" y="86947"/>
                </a:lnTo>
                <a:lnTo>
                  <a:pt x="802224" y="87132"/>
                </a:lnTo>
                <a:lnTo>
                  <a:pt x="802091" y="87312"/>
                </a:lnTo>
                <a:lnTo>
                  <a:pt x="801956" y="87487"/>
                </a:lnTo>
                <a:lnTo>
                  <a:pt x="801817" y="87658"/>
                </a:lnTo>
                <a:lnTo>
                  <a:pt x="801674" y="87824"/>
                </a:lnTo>
                <a:lnTo>
                  <a:pt x="801529" y="87986"/>
                </a:lnTo>
                <a:lnTo>
                  <a:pt x="801380" y="88142"/>
                </a:lnTo>
                <a:lnTo>
                  <a:pt x="801227" y="88295"/>
                </a:lnTo>
                <a:lnTo>
                  <a:pt x="801072" y="88442"/>
                </a:lnTo>
                <a:lnTo>
                  <a:pt x="800913" y="88585"/>
                </a:lnTo>
                <a:lnTo>
                  <a:pt x="800750" y="88723"/>
                </a:lnTo>
                <a:lnTo>
                  <a:pt x="800585" y="88857"/>
                </a:lnTo>
                <a:lnTo>
                  <a:pt x="800416" y="88986"/>
                </a:lnTo>
                <a:lnTo>
                  <a:pt x="800243" y="89110"/>
                </a:lnTo>
                <a:lnTo>
                  <a:pt x="800067" y="89230"/>
                </a:lnTo>
                <a:lnTo>
                  <a:pt x="799890" y="89344"/>
                </a:lnTo>
                <a:lnTo>
                  <a:pt x="799712" y="89454"/>
                </a:lnTo>
                <a:lnTo>
                  <a:pt x="799533" y="89560"/>
                </a:lnTo>
                <a:lnTo>
                  <a:pt x="799354" y="89660"/>
                </a:lnTo>
                <a:lnTo>
                  <a:pt x="799175" y="89755"/>
                </a:lnTo>
                <a:lnTo>
                  <a:pt x="798995" y="89845"/>
                </a:lnTo>
                <a:lnTo>
                  <a:pt x="798814" y="89931"/>
                </a:lnTo>
                <a:lnTo>
                  <a:pt x="798633" y="90012"/>
                </a:lnTo>
                <a:lnTo>
                  <a:pt x="798452" y="90087"/>
                </a:lnTo>
                <a:lnTo>
                  <a:pt x="798270" y="90158"/>
                </a:lnTo>
                <a:lnTo>
                  <a:pt x="798087" y="90224"/>
                </a:lnTo>
                <a:lnTo>
                  <a:pt x="797905" y="90285"/>
                </a:lnTo>
                <a:lnTo>
                  <a:pt x="797721" y="90342"/>
                </a:lnTo>
                <a:lnTo>
                  <a:pt x="797537" y="90393"/>
                </a:lnTo>
                <a:lnTo>
                  <a:pt x="797353" y="90439"/>
                </a:lnTo>
                <a:lnTo>
                  <a:pt x="797168" y="90481"/>
                </a:lnTo>
                <a:lnTo>
                  <a:pt x="796983" y="90518"/>
                </a:lnTo>
                <a:lnTo>
                  <a:pt x="796797" y="90549"/>
                </a:lnTo>
                <a:lnTo>
                  <a:pt x="796611" y="90576"/>
                </a:lnTo>
                <a:lnTo>
                  <a:pt x="796424" y="90598"/>
                </a:lnTo>
                <a:lnTo>
                  <a:pt x="796237" y="90615"/>
                </a:lnTo>
                <a:lnTo>
                  <a:pt x="796050" y="90627"/>
                </a:lnTo>
                <a:lnTo>
                  <a:pt x="795862" y="90635"/>
                </a:lnTo>
                <a:lnTo>
                  <a:pt x="795673" y="90637"/>
                </a:lnTo>
                <a:lnTo>
                  <a:pt x="795446" y="90634"/>
                </a:lnTo>
                <a:lnTo>
                  <a:pt x="795222" y="90623"/>
                </a:lnTo>
                <a:lnTo>
                  <a:pt x="795002" y="90604"/>
                </a:lnTo>
                <a:lnTo>
                  <a:pt x="794785" y="90578"/>
                </a:lnTo>
                <a:lnTo>
                  <a:pt x="794572" y="90545"/>
                </a:lnTo>
                <a:lnTo>
                  <a:pt x="794362" y="90504"/>
                </a:lnTo>
                <a:lnTo>
                  <a:pt x="794155" y="90457"/>
                </a:lnTo>
                <a:lnTo>
                  <a:pt x="793952" y="90401"/>
                </a:lnTo>
                <a:lnTo>
                  <a:pt x="793753" y="90339"/>
                </a:lnTo>
                <a:lnTo>
                  <a:pt x="793557" y="90268"/>
                </a:lnTo>
                <a:lnTo>
                  <a:pt x="793364" y="90191"/>
                </a:lnTo>
                <a:lnTo>
                  <a:pt x="793175" y="90106"/>
                </a:lnTo>
                <a:lnTo>
                  <a:pt x="792990" y="90014"/>
                </a:lnTo>
                <a:lnTo>
                  <a:pt x="792807" y="89914"/>
                </a:lnTo>
                <a:lnTo>
                  <a:pt x="792629" y="89807"/>
                </a:lnTo>
                <a:lnTo>
                  <a:pt x="792453" y="89693"/>
                </a:lnTo>
                <a:lnTo>
                  <a:pt x="792281" y="89571"/>
                </a:lnTo>
                <a:lnTo>
                  <a:pt x="792113" y="89442"/>
                </a:lnTo>
                <a:lnTo>
                  <a:pt x="791948" y="89306"/>
                </a:lnTo>
                <a:lnTo>
                  <a:pt x="791787" y="89162"/>
                </a:lnTo>
                <a:lnTo>
                  <a:pt x="791629" y="89011"/>
                </a:lnTo>
                <a:lnTo>
                  <a:pt x="791474" y="88852"/>
                </a:lnTo>
                <a:lnTo>
                  <a:pt x="791323" y="88686"/>
                </a:lnTo>
                <a:lnTo>
                  <a:pt x="791175" y="88513"/>
                </a:lnTo>
                <a:lnTo>
                  <a:pt x="791032" y="88329"/>
                </a:lnTo>
                <a:lnTo>
                  <a:pt x="790896" y="88131"/>
                </a:lnTo>
                <a:lnTo>
                  <a:pt x="790765" y="87919"/>
                </a:lnTo>
                <a:lnTo>
                  <a:pt x="790640" y="87694"/>
                </a:lnTo>
                <a:lnTo>
                  <a:pt x="790522" y="87454"/>
                </a:lnTo>
                <a:lnTo>
                  <a:pt x="790409" y="87201"/>
                </a:lnTo>
                <a:lnTo>
                  <a:pt x="790303" y="86934"/>
                </a:lnTo>
                <a:lnTo>
                  <a:pt x="790203" y="86653"/>
                </a:lnTo>
                <a:lnTo>
                  <a:pt x="790108" y="86359"/>
                </a:lnTo>
                <a:lnTo>
                  <a:pt x="790020" y="86050"/>
                </a:lnTo>
                <a:lnTo>
                  <a:pt x="789938" y="85728"/>
                </a:lnTo>
                <a:lnTo>
                  <a:pt x="789862" y="85392"/>
                </a:lnTo>
                <a:lnTo>
                  <a:pt x="789792" y="85042"/>
                </a:lnTo>
                <a:lnTo>
                  <a:pt x="789728" y="84678"/>
                </a:lnTo>
                <a:lnTo>
                  <a:pt x="789671" y="84301"/>
                </a:lnTo>
                <a:lnTo>
                  <a:pt x="789619" y="83910"/>
                </a:lnTo>
                <a:lnTo>
                  <a:pt x="789573" y="83504"/>
                </a:lnTo>
                <a:lnTo>
                  <a:pt x="789534" y="83085"/>
                </a:lnTo>
                <a:lnTo>
                  <a:pt x="789500" y="82653"/>
                </a:lnTo>
                <a:lnTo>
                  <a:pt x="789473" y="82206"/>
                </a:lnTo>
                <a:lnTo>
                  <a:pt x="789452" y="81746"/>
                </a:lnTo>
                <a:lnTo>
                  <a:pt x="789437" y="81272"/>
                </a:lnTo>
                <a:lnTo>
                  <a:pt x="789427" y="80784"/>
                </a:lnTo>
                <a:lnTo>
                  <a:pt x="789424" y="80282"/>
                </a:lnTo>
                <a:lnTo>
                  <a:pt x="789424" y="39551"/>
                </a:lnTo>
                <a:lnTo>
                  <a:pt x="804119" y="39551"/>
                </a:lnTo>
                <a:lnTo>
                  <a:pt x="804119" y="34744"/>
                </a:lnTo>
                <a:lnTo>
                  <a:pt x="789424" y="34744"/>
                </a:lnTo>
                <a:lnTo>
                  <a:pt x="789424" y="14008"/>
                </a:lnTo>
                <a:lnTo>
                  <a:pt x="787296" y="14008"/>
                </a:lnTo>
                <a:lnTo>
                  <a:pt x="787063" y="14580"/>
                </a:lnTo>
                <a:lnTo>
                  <a:pt x="786835" y="15137"/>
                </a:lnTo>
                <a:lnTo>
                  <a:pt x="786611" y="15679"/>
                </a:lnTo>
                <a:lnTo>
                  <a:pt x="786392" y="16206"/>
                </a:lnTo>
                <a:close/>
                <a:moveTo>
                  <a:pt x="1176910" y="16206"/>
                </a:moveTo>
                <a:lnTo>
                  <a:pt x="1176695" y="16718"/>
                </a:lnTo>
                <a:lnTo>
                  <a:pt x="1176484" y="17215"/>
                </a:lnTo>
                <a:lnTo>
                  <a:pt x="1176277" y="17696"/>
                </a:lnTo>
                <a:lnTo>
                  <a:pt x="1176075" y="18163"/>
                </a:lnTo>
                <a:lnTo>
                  <a:pt x="1175876" y="18615"/>
                </a:lnTo>
                <a:lnTo>
                  <a:pt x="1175683" y="19051"/>
                </a:lnTo>
                <a:lnTo>
                  <a:pt x="1175493" y="19473"/>
                </a:lnTo>
                <a:lnTo>
                  <a:pt x="1175308" y="19879"/>
                </a:lnTo>
                <a:lnTo>
                  <a:pt x="1175127" y="20270"/>
                </a:lnTo>
                <a:lnTo>
                  <a:pt x="1174950" y="20646"/>
                </a:lnTo>
                <a:lnTo>
                  <a:pt x="1174778" y="21008"/>
                </a:lnTo>
                <a:lnTo>
                  <a:pt x="1174610" y="21354"/>
                </a:lnTo>
                <a:lnTo>
                  <a:pt x="1174446" y="21685"/>
                </a:lnTo>
                <a:lnTo>
                  <a:pt x="1174286" y="22001"/>
                </a:lnTo>
                <a:lnTo>
                  <a:pt x="1174131" y="22302"/>
                </a:lnTo>
                <a:lnTo>
                  <a:pt x="1173980" y="22587"/>
                </a:lnTo>
                <a:lnTo>
                  <a:pt x="1173834" y="22858"/>
                </a:lnTo>
                <a:lnTo>
                  <a:pt x="1173691" y="23114"/>
                </a:lnTo>
                <a:lnTo>
                  <a:pt x="1173553" y="23354"/>
                </a:lnTo>
                <a:lnTo>
                  <a:pt x="1173419" y="23580"/>
                </a:lnTo>
                <a:lnTo>
                  <a:pt x="1173160" y="23991"/>
                </a:lnTo>
                <a:lnTo>
                  <a:pt x="1172899" y="24397"/>
                </a:lnTo>
                <a:lnTo>
                  <a:pt x="1172634" y="24799"/>
                </a:lnTo>
                <a:lnTo>
                  <a:pt x="1172366" y="25195"/>
                </a:lnTo>
                <a:lnTo>
                  <a:pt x="1172095" y="25588"/>
                </a:lnTo>
                <a:lnTo>
                  <a:pt x="1171821" y="25975"/>
                </a:lnTo>
                <a:lnTo>
                  <a:pt x="1171544" y="26358"/>
                </a:lnTo>
                <a:lnTo>
                  <a:pt x="1171264" y="26737"/>
                </a:lnTo>
                <a:lnTo>
                  <a:pt x="1170981" y="27110"/>
                </a:lnTo>
                <a:lnTo>
                  <a:pt x="1170696" y="27479"/>
                </a:lnTo>
                <a:lnTo>
                  <a:pt x="1170407" y="27843"/>
                </a:lnTo>
                <a:lnTo>
                  <a:pt x="1170115" y="28203"/>
                </a:lnTo>
                <a:lnTo>
                  <a:pt x="1169820" y="28558"/>
                </a:lnTo>
                <a:lnTo>
                  <a:pt x="1169522" y="28908"/>
                </a:lnTo>
                <a:lnTo>
                  <a:pt x="1169222" y="29254"/>
                </a:lnTo>
                <a:lnTo>
                  <a:pt x="1168918" y="29595"/>
                </a:lnTo>
                <a:lnTo>
                  <a:pt x="1168611" y="29931"/>
                </a:lnTo>
                <a:lnTo>
                  <a:pt x="1168302" y="30263"/>
                </a:lnTo>
                <a:lnTo>
                  <a:pt x="1167989" y="30590"/>
                </a:lnTo>
                <a:lnTo>
                  <a:pt x="1167674" y="30912"/>
                </a:lnTo>
                <a:lnTo>
                  <a:pt x="1167355" y="31229"/>
                </a:lnTo>
                <a:lnTo>
                  <a:pt x="1167033" y="31542"/>
                </a:lnTo>
                <a:lnTo>
                  <a:pt x="1166709" y="31851"/>
                </a:lnTo>
                <a:lnTo>
                  <a:pt x="1166381" y="32154"/>
                </a:lnTo>
                <a:lnTo>
                  <a:pt x="1166053" y="32452"/>
                </a:lnTo>
                <a:lnTo>
                  <a:pt x="1165724" y="32742"/>
                </a:lnTo>
                <a:lnTo>
                  <a:pt x="1165397" y="33025"/>
                </a:lnTo>
                <a:lnTo>
                  <a:pt x="1165070" y="33301"/>
                </a:lnTo>
                <a:lnTo>
                  <a:pt x="1164744" y="33570"/>
                </a:lnTo>
                <a:lnTo>
                  <a:pt x="1164418" y="33831"/>
                </a:lnTo>
                <a:lnTo>
                  <a:pt x="1164093" y="34085"/>
                </a:lnTo>
                <a:lnTo>
                  <a:pt x="1163768" y="34331"/>
                </a:lnTo>
                <a:lnTo>
                  <a:pt x="1163444" y="34571"/>
                </a:lnTo>
                <a:lnTo>
                  <a:pt x="1163121" y="34803"/>
                </a:lnTo>
                <a:lnTo>
                  <a:pt x="1162798" y="35027"/>
                </a:lnTo>
                <a:lnTo>
                  <a:pt x="1162476" y="35245"/>
                </a:lnTo>
                <a:lnTo>
                  <a:pt x="1162154" y="35455"/>
                </a:lnTo>
                <a:lnTo>
                  <a:pt x="1161833" y="35658"/>
                </a:lnTo>
                <a:lnTo>
                  <a:pt x="1161513" y="35853"/>
                </a:lnTo>
                <a:lnTo>
                  <a:pt x="1161193" y="36042"/>
                </a:lnTo>
                <a:lnTo>
                  <a:pt x="1160874" y="36222"/>
                </a:lnTo>
                <a:lnTo>
                  <a:pt x="1160556" y="36396"/>
                </a:lnTo>
                <a:lnTo>
                  <a:pt x="1160238" y="36562"/>
                </a:lnTo>
                <a:lnTo>
                  <a:pt x="1159920" y="36722"/>
                </a:lnTo>
                <a:lnTo>
                  <a:pt x="1159603" y="36873"/>
                </a:lnTo>
                <a:lnTo>
                  <a:pt x="1159287" y="37018"/>
                </a:lnTo>
                <a:lnTo>
                  <a:pt x="1158972" y="37155"/>
                </a:lnTo>
                <a:lnTo>
                  <a:pt x="1158656" y="37285"/>
                </a:lnTo>
                <a:lnTo>
                  <a:pt x="1158656" y="39551"/>
                </a:lnTo>
                <a:lnTo>
                  <a:pt x="1168613" y="39551"/>
                </a:lnTo>
                <a:lnTo>
                  <a:pt x="1168613" y="81898"/>
                </a:lnTo>
                <a:lnTo>
                  <a:pt x="1168615" y="82459"/>
                </a:lnTo>
                <a:lnTo>
                  <a:pt x="1168623" y="83007"/>
                </a:lnTo>
                <a:lnTo>
                  <a:pt x="1168635" y="83544"/>
                </a:lnTo>
                <a:lnTo>
                  <a:pt x="1168653" y="84068"/>
                </a:lnTo>
                <a:lnTo>
                  <a:pt x="1168676" y="84580"/>
                </a:lnTo>
                <a:lnTo>
                  <a:pt x="1168703" y="85079"/>
                </a:lnTo>
                <a:lnTo>
                  <a:pt x="1168736" y="85567"/>
                </a:lnTo>
                <a:lnTo>
                  <a:pt x="1168773" y="86042"/>
                </a:lnTo>
                <a:lnTo>
                  <a:pt x="1168816" y="86504"/>
                </a:lnTo>
                <a:lnTo>
                  <a:pt x="1168863" y="86955"/>
                </a:lnTo>
                <a:lnTo>
                  <a:pt x="1168916" y="87393"/>
                </a:lnTo>
                <a:lnTo>
                  <a:pt x="1168973" y="87819"/>
                </a:lnTo>
                <a:lnTo>
                  <a:pt x="1169036" y="88232"/>
                </a:lnTo>
                <a:lnTo>
                  <a:pt x="1169104" y="88634"/>
                </a:lnTo>
                <a:lnTo>
                  <a:pt x="1169176" y="89023"/>
                </a:lnTo>
                <a:lnTo>
                  <a:pt x="1169254" y="89399"/>
                </a:lnTo>
                <a:lnTo>
                  <a:pt x="1169336" y="89764"/>
                </a:lnTo>
                <a:lnTo>
                  <a:pt x="1169424" y="90116"/>
                </a:lnTo>
                <a:lnTo>
                  <a:pt x="1169517" y="90455"/>
                </a:lnTo>
                <a:lnTo>
                  <a:pt x="1169614" y="90783"/>
                </a:lnTo>
                <a:lnTo>
                  <a:pt x="1169717" y="91098"/>
                </a:lnTo>
                <a:lnTo>
                  <a:pt x="1169825" y="91401"/>
                </a:lnTo>
                <a:lnTo>
                  <a:pt x="1169937" y="91691"/>
                </a:lnTo>
                <a:lnTo>
                  <a:pt x="1170055" y="91970"/>
                </a:lnTo>
                <a:lnTo>
                  <a:pt x="1170178" y="92239"/>
                </a:lnTo>
                <a:lnTo>
                  <a:pt x="1170306" y="92503"/>
                </a:lnTo>
                <a:lnTo>
                  <a:pt x="1170440" y="92762"/>
                </a:lnTo>
                <a:lnTo>
                  <a:pt x="1170579" y="93016"/>
                </a:lnTo>
                <a:lnTo>
                  <a:pt x="1170724" y="93264"/>
                </a:lnTo>
                <a:lnTo>
                  <a:pt x="1170875" y="93507"/>
                </a:lnTo>
                <a:lnTo>
                  <a:pt x="1171030" y="93745"/>
                </a:lnTo>
                <a:lnTo>
                  <a:pt x="1171192" y="93978"/>
                </a:lnTo>
                <a:lnTo>
                  <a:pt x="1171358" y="94205"/>
                </a:lnTo>
                <a:lnTo>
                  <a:pt x="1171531" y="94427"/>
                </a:lnTo>
                <a:lnTo>
                  <a:pt x="1171708" y="94644"/>
                </a:lnTo>
                <a:lnTo>
                  <a:pt x="1171892" y="94856"/>
                </a:lnTo>
                <a:lnTo>
                  <a:pt x="1172080" y="95062"/>
                </a:lnTo>
                <a:lnTo>
                  <a:pt x="1172275" y="95263"/>
                </a:lnTo>
                <a:lnTo>
                  <a:pt x="1172474" y="95459"/>
                </a:lnTo>
                <a:lnTo>
                  <a:pt x="1172679" y="95650"/>
                </a:lnTo>
                <a:lnTo>
                  <a:pt x="1172890" y="95835"/>
                </a:lnTo>
                <a:lnTo>
                  <a:pt x="1173106" y="96016"/>
                </a:lnTo>
                <a:lnTo>
                  <a:pt x="1173328" y="96191"/>
                </a:lnTo>
                <a:lnTo>
                  <a:pt x="1173555" y="96360"/>
                </a:lnTo>
                <a:lnTo>
                  <a:pt x="1173787" y="96525"/>
                </a:lnTo>
                <a:lnTo>
                  <a:pt x="1174026" y="96684"/>
                </a:lnTo>
                <a:lnTo>
                  <a:pt x="1174269" y="96838"/>
                </a:lnTo>
                <a:lnTo>
                  <a:pt x="1174518" y="96987"/>
                </a:lnTo>
                <a:lnTo>
                  <a:pt x="1174770" y="97130"/>
                </a:lnTo>
                <a:lnTo>
                  <a:pt x="1175023" y="97267"/>
                </a:lnTo>
                <a:lnTo>
                  <a:pt x="1175276" y="97397"/>
                </a:lnTo>
                <a:lnTo>
                  <a:pt x="1175529" y="97522"/>
                </a:lnTo>
                <a:lnTo>
                  <a:pt x="1175783" y="97641"/>
                </a:lnTo>
                <a:lnTo>
                  <a:pt x="1176037" y="97754"/>
                </a:lnTo>
                <a:lnTo>
                  <a:pt x="1176292" y="97860"/>
                </a:lnTo>
                <a:lnTo>
                  <a:pt x="1176548" y="97961"/>
                </a:lnTo>
                <a:lnTo>
                  <a:pt x="1176803" y="98055"/>
                </a:lnTo>
                <a:lnTo>
                  <a:pt x="1177060" y="98143"/>
                </a:lnTo>
                <a:lnTo>
                  <a:pt x="1177316" y="98225"/>
                </a:lnTo>
                <a:lnTo>
                  <a:pt x="1177574" y="98301"/>
                </a:lnTo>
                <a:lnTo>
                  <a:pt x="1177831" y="98371"/>
                </a:lnTo>
                <a:lnTo>
                  <a:pt x="1178090" y="98435"/>
                </a:lnTo>
                <a:lnTo>
                  <a:pt x="1178348" y="98493"/>
                </a:lnTo>
                <a:lnTo>
                  <a:pt x="1178607" y="98545"/>
                </a:lnTo>
                <a:lnTo>
                  <a:pt x="1178867" y="98591"/>
                </a:lnTo>
                <a:lnTo>
                  <a:pt x="1179127" y="98630"/>
                </a:lnTo>
                <a:lnTo>
                  <a:pt x="1179388" y="98664"/>
                </a:lnTo>
                <a:lnTo>
                  <a:pt x="1179649" y="98691"/>
                </a:lnTo>
                <a:lnTo>
                  <a:pt x="1179910" y="98712"/>
                </a:lnTo>
                <a:lnTo>
                  <a:pt x="1180172" y="98728"/>
                </a:lnTo>
                <a:lnTo>
                  <a:pt x="1180435" y="98737"/>
                </a:lnTo>
                <a:lnTo>
                  <a:pt x="1180698" y="98740"/>
                </a:lnTo>
                <a:lnTo>
                  <a:pt x="1181087" y="98734"/>
                </a:lnTo>
                <a:lnTo>
                  <a:pt x="1181474" y="98716"/>
                </a:lnTo>
                <a:lnTo>
                  <a:pt x="1181861" y="98686"/>
                </a:lnTo>
                <a:lnTo>
                  <a:pt x="1182247" y="98644"/>
                </a:lnTo>
                <a:lnTo>
                  <a:pt x="1182632" y="98590"/>
                </a:lnTo>
                <a:lnTo>
                  <a:pt x="1183015" y="98524"/>
                </a:lnTo>
                <a:lnTo>
                  <a:pt x="1183398" y="98446"/>
                </a:lnTo>
                <a:lnTo>
                  <a:pt x="1183780" y="98356"/>
                </a:lnTo>
                <a:lnTo>
                  <a:pt x="1184161" y="98254"/>
                </a:lnTo>
                <a:lnTo>
                  <a:pt x="1184541" y="98140"/>
                </a:lnTo>
                <a:lnTo>
                  <a:pt x="1184920" y="98014"/>
                </a:lnTo>
                <a:lnTo>
                  <a:pt x="1185299" y="97875"/>
                </a:lnTo>
                <a:lnTo>
                  <a:pt x="1185676" y="97725"/>
                </a:lnTo>
                <a:lnTo>
                  <a:pt x="1186052" y="97563"/>
                </a:lnTo>
                <a:lnTo>
                  <a:pt x="1186427" y="97389"/>
                </a:lnTo>
                <a:lnTo>
                  <a:pt x="1186802" y="97203"/>
                </a:lnTo>
                <a:lnTo>
                  <a:pt x="1187175" y="97005"/>
                </a:lnTo>
                <a:lnTo>
                  <a:pt x="1187547" y="96795"/>
                </a:lnTo>
                <a:lnTo>
                  <a:pt x="1187919" y="96573"/>
                </a:lnTo>
                <a:lnTo>
                  <a:pt x="1188289" y="96339"/>
                </a:lnTo>
                <a:lnTo>
                  <a:pt x="1188659" y="96093"/>
                </a:lnTo>
                <a:lnTo>
                  <a:pt x="1189027" y="95835"/>
                </a:lnTo>
                <a:lnTo>
                  <a:pt x="1189395" y="95565"/>
                </a:lnTo>
                <a:lnTo>
                  <a:pt x="1189762" y="95283"/>
                </a:lnTo>
                <a:lnTo>
                  <a:pt x="1190124" y="94989"/>
                </a:lnTo>
                <a:lnTo>
                  <a:pt x="1190480" y="94684"/>
                </a:lnTo>
                <a:lnTo>
                  <a:pt x="1190829" y="94367"/>
                </a:lnTo>
                <a:lnTo>
                  <a:pt x="1191171" y="94038"/>
                </a:lnTo>
                <a:lnTo>
                  <a:pt x="1191506" y="93699"/>
                </a:lnTo>
                <a:lnTo>
                  <a:pt x="1191835" y="93348"/>
                </a:lnTo>
                <a:lnTo>
                  <a:pt x="1192156" y="92985"/>
                </a:lnTo>
                <a:lnTo>
                  <a:pt x="1192470" y="92611"/>
                </a:lnTo>
                <a:lnTo>
                  <a:pt x="1192778" y="92226"/>
                </a:lnTo>
                <a:lnTo>
                  <a:pt x="1193078" y="91829"/>
                </a:lnTo>
                <a:lnTo>
                  <a:pt x="1193372" y="91421"/>
                </a:lnTo>
                <a:lnTo>
                  <a:pt x="1193658" y="91002"/>
                </a:lnTo>
                <a:lnTo>
                  <a:pt x="1193938" y="90570"/>
                </a:lnTo>
                <a:lnTo>
                  <a:pt x="1194211" y="90128"/>
                </a:lnTo>
                <a:lnTo>
                  <a:pt x="1194477" y="89674"/>
                </a:lnTo>
                <a:lnTo>
                  <a:pt x="1194736" y="89209"/>
                </a:lnTo>
                <a:lnTo>
                  <a:pt x="1194988" y="88732"/>
                </a:lnTo>
                <a:lnTo>
                  <a:pt x="1195233" y="88244"/>
                </a:lnTo>
                <a:lnTo>
                  <a:pt x="1195472" y="87745"/>
                </a:lnTo>
                <a:lnTo>
                  <a:pt x="1195703" y="87234"/>
                </a:lnTo>
                <a:lnTo>
                  <a:pt x="1195928" y="86711"/>
                </a:lnTo>
                <a:lnTo>
                  <a:pt x="1196145" y="86177"/>
                </a:lnTo>
                <a:lnTo>
                  <a:pt x="1196356" y="85632"/>
                </a:lnTo>
                <a:lnTo>
                  <a:pt x="1196560" y="85075"/>
                </a:lnTo>
                <a:lnTo>
                  <a:pt x="1193882" y="85075"/>
                </a:lnTo>
                <a:lnTo>
                  <a:pt x="1193783" y="85302"/>
                </a:lnTo>
                <a:lnTo>
                  <a:pt x="1193680" y="85524"/>
                </a:lnTo>
                <a:lnTo>
                  <a:pt x="1193575" y="85741"/>
                </a:lnTo>
                <a:lnTo>
                  <a:pt x="1193466" y="85954"/>
                </a:lnTo>
                <a:lnTo>
                  <a:pt x="1193354" y="86162"/>
                </a:lnTo>
                <a:lnTo>
                  <a:pt x="1193238" y="86365"/>
                </a:lnTo>
                <a:lnTo>
                  <a:pt x="1193119" y="86564"/>
                </a:lnTo>
                <a:lnTo>
                  <a:pt x="1192997" y="86758"/>
                </a:lnTo>
                <a:lnTo>
                  <a:pt x="1192871" y="86947"/>
                </a:lnTo>
                <a:lnTo>
                  <a:pt x="1192742" y="87132"/>
                </a:lnTo>
                <a:lnTo>
                  <a:pt x="1192610" y="87312"/>
                </a:lnTo>
                <a:lnTo>
                  <a:pt x="1192474" y="87487"/>
                </a:lnTo>
                <a:lnTo>
                  <a:pt x="1192335" y="87658"/>
                </a:lnTo>
                <a:lnTo>
                  <a:pt x="1192193" y="87824"/>
                </a:lnTo>
                <a:lnTo>
                  <a:pt x="1192047" y="87986"/>
                </a:lnTo>
                <a:lnTo>
                  <a:pt x="1191898" y="88142"/>
                </a:lnTo>
                <a:lnTo>
                  <a:pt x="1191746" y="88295"/>
                </a:lnTo>
                <a:lnTo>
                  <a:pt x="1191590" y="88442"/>
                </a:lnTo>
                <a:lnTo>
                  <a:pt x="1191431" y="88585"/>
                </a:lnTo>
                <a:lnTo>
                  <a:pt x="1191269" y="88723"/>
                </a:lnTo>
                <a:lnTo>
                  <a:pt x="1191103" y="88857"/>
                </a:lnTo>
                <a:lnTo>
                  <a:pt x="1190934" y="88986"/>
                </a:lnTo>
                <a:lnTo>
                  <a:pt x="1190761" y="89110"/>
                </a:lnTo>
                <a:lnTo>
                  <a:pt x="1190586" y="89230"/>
                </a:lnTo>
                <a:lnTo>
                  <a:pt x="1190408" y="89344"/>
                </a:lnTo>
                <a:lnTo>
                  <a:pt x="1190230" y="89454"/>
                </a:lnTo>
                <a:lnTo>
                  <a:pt x="1190051" y="89560"/>
                </a:lnTo>
                <a:lnTo>
                  <a:pt x="1189872" y="89660"/>
                </a:lnTo>
                <a:lnTo>
                  <a:pt x="1189693" y="89755"/>
                </a:lnTo>
                <a:lnTo>
                  <a:pt x="1189513" y="89845"/>
                </a:lnTo>
                <a:lnTo>
                  <a:pt x="1189332" y="89931"/>
                </a:lnTo>
                <a:lnTo>
                  <a:pt x="1189151" y="90012"/>
                </a:lnTo>
                <a:lnTo>
                  <a:pt x="1188970" y="90087"/>
                </a:lnTo>
                <a:lnTo>
                  <a:pt x="1188788" y="90158"/>
                </a:lnTo>
                <a:lnTo>
                  <a:pt x="1188606" y="90224"/>
                </a:lnTo>
                <a:lnTo>
                  <a:pt x="1188423" y="90285"/>
                </a:lnTo>
                <a:lnTo>
                  <a:pt x="1188239" y="90342"/>
                </a:lnTo>
                <a:lnTo>
                  <a:pt x="1188056" y="90393"/>
                </a:lnTo>
                <a:lnTo>
                  <a:pt x="1187871" y="90439"/>
                </a:lnTo>
                <a:lnTo>
                  <a:pt x="1187687" y="90481"/>
                </a:lnTo>
                <a:lnTo>
                  <a:pt x="1187501" y="90518"/>
                </a:lnTo>
                <a:lnTo>
                  <a:pt x="1187316" y="90549"/>
                </a:lnTo>
                <a:lnTo>
                  <a:pt x="1187129" y="90576"/>
                </a:lnTo>
                <a:lnTo>
                  <a:pt x="1186943" y="90598"/>
                </a:lnTo>
                <a:lnTo>
                  <a:pt x="1186755" y="90615"/>
                </a:lnTo>
                <a:lnTo>
                  <a:pt x="1186568" y="90627"/>
                </a:lnTo>
                <a:lnTo>
                  <a:pt x="1186380" y="90635"/>
                </a:lnTo>
                <a:lnTo>
                  <a:pt x="1186191" y="90637"/>
                </a:lnTo>
                <a:lnTo>
                  <a:pt x="1185964" y="90634"/>
                </a:lnTo>
                <a:lnTo>
                  <a:pt x="1185740" y="90623"/>
                </a:lnTo>
                <a:lnTo>
                  <a:pt x="1185520" y="90604"/>
                </a:lnTo>
                <a:lnTo>
                  <a:pt x="1185303" y="90578"/>
                </a:lnTo>
                <a:lnTo>
                  <a:pt x="1185090" y="90545"/>
                </a:lnTo>
                <a:lnTo>
                  <a:pt x="1184880" y="90504"/>
                </a:lnTo>
                <a:lnTo>
                  <a:pt x="1184674" y="90457"/>
                </a:lnTo>
                <a:lnTo>
                  <a:pt x="1184471" y="90401"/>
                </a:lnTo>
                <a:lnTo>
                  <a:pt x="1184271" y="90339"/>
                </a:lnTo>
                <a:lnTo>
                  <a:pt x="1184075" y="90268"/>
                </a:lnTo>
                <a:lnTo>
                  <a:pt x="1183883" y="90191"/>
                </a:lnTo>
                <a:lnTo>
                  <a:pt x="1183693" y="90106"/>
                </a:lnTo>
                <a:lnTo>
                  <a:pt x="1183508" y="90014"/>
                </a:lnTo>
                <a:lnTo>
                  <a:pt x="1183326" y="89914"/>
                </a:lnTo>
                <a:lnTo>
                  <a:pt x="1183147" y="89807"/>
                </a:lnTo>
                <a:lnTo>
                  <a:pt x="1182972" y="89693"/>
                </a:lnTo>
                <a:lnTo>
                  <a:pt x="1182800" y="89571"/>
                </a:lnTo>
                <a:lnTo>
                  <a:pt x="1182631" y="89442"/>
                </a:lnTo>
                <a:lnTo>
                  <a:pt x="1182466" y="89306"/>
                </a:lnTo>
                <a:lnTo>
                  <a:pt x="1182305" y="89162"/>
                </a:lnTo>
                <a:lnTo>
                  <a:pt x="1182147" y="89011"/>
                </a:lnTo>
                <a:lnTo>
                  <a:pt x="1181992" y="88852"/>
                </a:lnTo>
                <a:lnTo>
                  <a:pt x="1181841" y="88686"/>
                </a:lnTo>
                <a:lnTo>
                  <a:pt x="1181694" y="88513"/>
                </a:lnTo>
                <a:lnTo>
                  <a:pt x="1181551" y="88329"/>
                </a:lnTo>
                <a:lnTo>
                  <a:pt x="1181414" y="88131"/>
                </a:lnTo>
                <a:lnTo>
                  <a:pt x="1181283" y="87919"/>
                </a:lnTo>
                <a:lnTo>
                  <a:pt x="1181159" y="87694"/>
                </a:lnTo>
                <a:lnTo>
                  <a:pt x="1181040" y="87454"/>
                </a:lnTo>
                <a:lnTo>
                  <a:pt x="1180928" y="87201"/>
                </a:lnTo>
                <a:lnTo>
                  <a:pt x="1180821" y="86934"/>
                </a:lnTo>
                <a:lnTo>
                  <a:pt x="1180721" y="86653"/>
                </a:lnTo>
                <a:lnTo>
                  <a:pt x="1180627" y="86359"/>
                </a:lnTo>
                <a:lnTo>
                  <a:pt x="1180538" y="86050"/>
                </a:lnTo>
                <a:lnTo>
                  <a:pt x="1180456" y="85728"/>
                </a:lnTo>
                <a:lnTo>
                  <a:pt x="1180380" y="85392"/>
                </a:lnTo>
                <a:lnTo>
                  <a:pt x="1180310" y="85042"/>
                </a:lnTo>
                <a:lnTo>
                  <a:pt x="1180247" y="84678"/>
                </a:lnTo>
                <a:lnTo>
                  <a:pt x="1180189" y="84301"/>
                </a:lnTo>
                <a:lnTo>
                  <a:pt x="1180137" y="83910"/>
                </a:lnTo>
                <a:lnTo>
                  <a:pt x="1180092" y="83504"/>
                </a:lnTo>
                <a:lnTo>
                  <a:pt x="1180052" y="83085"/>
                </a:lnTo>
                <a:lnTo>
                  <a:pt x="1180019" y="82653"/>
                </a:lnTo>
                <a:lnTo>
                  <a:pt x="1179991" y="82206"/>
                </a:lnTo>
                <a:lnTo>
                  <a:pt x="1179970" y="81746"/>
                </a:lnTo>
                <a:lnTo>
                  <a:pt x="1179955" y="81272"/>
                </a:lnTo>
                <a:lnTo>
                  <a:pt x="1179946" y="80784"/>
                </a:lnTo>
                <a:lnTo>
                  <a:pt x="1179943" y="80282"/>
                </a:lnTo>
                <a:lnTo>
                  <a:pt x="1179943" y="39551"/>
                </a:lnTo>
                <a:lnTo>
                  <a:pt x="1194637" y="39551"/>
                </a:lnTo>
                <a:lnTo>
                  <a:pt x="1194637" y="34744"/>
                </a:lnTo>
                <a:lnTo>
                  <a:pt x="1179943" y="34744"/>
                </a:lnTo>
                <a:lnTo>
                  <a:pt x="1179943" y="14008"/>
                </a:lnTo>
                <a:lnTo>
                  <a:pt x="1177814" y="14008"/>
                </a:lnTo>
                <a:lnTo>
                  <a:pt x="1177582" y="14580"/>
                </a:lnTo>
                <a:lnTo>
                  <a:pt x="1177353" y="15137"/>
                </a:lnTo>
                <a:lnTo>
                  <a:pt x="1177130" y="15679"/>
                </a:lnTo>
                <a:lnTo>
                  <a:pt x="1176910" y="16206"/>
                </a:lnTo>
                <a:close/>
                <a:moveTo>
                  <a:pt x="698528" y="43016"/>
                </a:moveTo>
                <a:lnTo>
                  <a:pt x="698747" y="42936"/>
                </a:lnTo>
                <a:lnTo>
                  <a:pt x="698964" y="42859"/>
                </a:lnTo>
                <a:lnTo>
                  <a:pt x="699178" y="42786"/>
                </a:lnTo>
                <a:lnTo>
                  <a:pt x="699389" y="42716"/>
                </a:lnTo>
                <a:lnTo>
                  <a:pt x="699598" y="42650"/>
                </a:lnTo>
                <a:lnTo>
                  <a:pt x="699804" y="42588"/>
                </a:lnTo>
                <a:lnTo>
                  <a:pt x="700007" y="42529"/>
                </a:lnTo>
                <a:lnTo>
                  <a:pt x="700208" y="42474"/>
                </a:lnTo>
                <a:lnTo>
                  <a:pt x="700407" y="42422"/>
                </a:lnTo>
                <a:lnTo>
                  <a:pt x="700602" y="42374"/>
                </a:lnTo>
                <a:lnTo>
                  <a:pt x="700795" y="42329"/>
                </a:lnTo>
                <a:lnTo>
                  <a:pt x="700986" y="42288"/>
                </a:lnTo>
                <a:lnTo>
                  <a:pt x="701173" y="42251"/>
                </a:lnTo>
                <a:lnTo>
                  <a:pt x="701358" y="42217"/>
                </a:lnTo>
                <a:lnTo>
                  <a:pt x="701541" y="42186"/>
                </a:lnTo>
                <a:lnTo>
                  <a:pt x="701721" y="42160"/>
                </a:lnTo>
                <a:lnTo>
                  <a:pt x="701898" y="42136"/>
                </a:lnTo>
                <a:lnTo>
                  <a:pt x="702073" y="42117"/>
                </a:lnTo>
                <a:lnTo>
                  <a:pt x="702245" y="42101"/>
                </a:lnTo>
                <a:lnTo>
                  <a:pt x="702414" y="42088"/>
                </a:lnTo>
                <a:lnTo>
                  <a:pt x="702581" y="42079"/>
                </a:lnTo>
                <a:lnTo>
                  <a:pt x="702745" y="42074"/>
                </a:lnTo>
                <a:lnTo>
                  <a:pt x="702907" y="42072"/>
                </a:lnTo>
                <a:lnTo>
                  <a:pt x="703054" y="42074"/>
                </a:lnTo>
                <a:lnTo>
                  <a:pt x="703199" y="42078"/>
                </a:lnTo>
                <a:lnTo>
                  <a:pt x="703342" y="42086"/>
                </a:lnTo>
                <a:lnTo>
                  <a:pt x="703482" y="42097"/>
                </a:lnTo>
                <a:lnTo>
                  <a:pt x="703619" y="42111"/>
                </a:lnTo>
                <a:lnTo>
                  <a:pt x="703754" y="42128"/>
                </a:lnTo>
                <a:lnTo>
                  <a:pt x="703887" y="42148"/>
                </a:lnTo>
                <a:lnTo>
                  <a:pt x="704017" y="42171"/>
                </a:lnTo>
                <a:lnTo>
                  <a:pt x="704144" y="42197"/>
                </a:lnTo>
                <a:lnTo>
                  <a:pt x="704269" y="42227"/>
                </a:lnTo>
                <a:lnTo>
                  <a:pt x="704392" y="42259"/>
                </a:lnTo>
                <a:lnTo>
                  <a:pt x="704512" y="42295"/>
                </a:lnTo>
                <a:lnTo>
                  <a:pt x="704629" y="42333"/>
                </a:lnTo>
                <a:lnTo>
                  <a:pt x="704744" y="42375"/>
                </a:lnTo>
                <a:lnTo>
                  <a:pt x="704857" y="42420"/>
                </a:lnTo>
                <a:lnTo>
                  <a:pt x="704967" y="42468"/>
                </a:lnTo>
                <a:lnTo>
                  <a:pt x="705074" y="42519"/>
                </a:lnTo>
                <a:lnTo>
                  <a:pt x="705179" y="42573"/>
                </a:lnTo>
                <a:lnTo>
                  <a:pt x="705281" y="42630"/>
                </a:lnTo>
                <a:lnTo>
                  <a:pt x="705381" y="42690"/>
                </a:lnTo>
                <a:lnTo>
                  <a:pt x="705479" y="42754"/>
                </a:lnTo>
                <a:lnTo>
                  <a:pt x="705574" y="42820"/>
                </a:lnTo>
                <a:lnTo>
                  <a:pt x="705666" y="42890"/>
                </a:lnTo>
                <a:lnTo>
                  <a:pt x="705756" y="42963"/>
                </a:lnTo>
                <a:lnTo>
                  <a:pt x="705844" y="43040"/>
                </a:lnTo>
                <a:lnTo>
                  <a:pt x="705930" y="43122"/>
                </a:lnTo>
                <a:lnTo>
                  <a:pt x="706014" y="43210"/>
                </a:lnTo>
                <a:lnTo>
                  <a:pt x="706096" y="43303"/>
                </a:lnTo>
                <a:lnTo>
                  <a:pt x="706176" y="43402"/>
                </a:lnTo>
                <a:lnTo>
                  <a:pt x="706254" y="43506"/>
                </a:lnTo>
                <a:lnTo>
                  <a:pt x="706330" y="43616"/>
                </a:lnTo>
                <a:lnTo>
                  <a:pt x="706405" y="43731"/>
                </a:lnTo>
                <a:lnTo>
                  <a:pt x="706477" y="43852"/>
                </a:lnTo>
                <a:lnTo>
                  <a:pt x="706548" y="43978"/>
                </a:lnTo>
                <a:lnTo>
                  <a:pt x="706616" y="44110"/>
                </a:lnTo>
                <a:lnTo>
                  <a:pt x="706683" y="44247"/>
                </a:lnTo>
                <a:lnTo>
                  <a:pt x="706748" y="44390"/>
                </a:lnTo>
                <a:lnTo>
                  <a:pt x="706811" y="44538"/>
                </a:lnTo>
                <a:lnTo>
                  <a:pt x="706872" y="44692"/>
                </a:lnTo>
                <a:lnTo>
                  <a:pt x="706931" y="44851"/>
                </a:lnTo>
                <a:lnTo>
                  <a:pt x="706988" y="45015"/>
                </a:lnTo>
                <a:lnTo>
                  <a:pt x="707044" y="45185"/>
                </a:lnTo>
                <a:lnTo>
                  <a:pt x="707097" y="45361"/>
                </a:lnTo>
                <a:lnTo>
                  <a:pt x="707149" y="45542"/>
                </a:lnTo>
                <a:lnTo>
                  <a:pt x="707198" y="45728"/>
                </a:lnTo>
                <a:lnTo>
                  <a:pt x="707246" y="45920"/>
                </a:lnTo>
                <a:lnTo>
                  <a:pt x="707292" y="46118"/>
                </a:lnTo>
                <a:lnTo>
                  <a:pt x="707336" y="46321"/>
                </a:lnTo>
                <a:lnTo>
                  <a:pt x="707378" y="46542"/>
                </a:lnTo>
                <a:lnTo>
                  <a:pt x="707418" y="46793"/>
                </a:lnTo>
                <a:lnTo>
                  <a:pt x="707456" y="47075"/>
                </a:lnTo>
                <a:lnTo>
                  <a:pt x="707493" y="47388"/>
                </a:lnTo>
                <a:lnTo>
                  <a:pt x="707528" y="47732"/>
                </a:lnTo>
                <a:lnTo>
                  <a:pt x="707561" y="48106"/>
                </a:lnTo>
                <a:lnTo>
                  <a:pt x="707592" y="48511"/>
                </a:lnTo>
                <a:lnTo>
                  <a:pt x="707622" y="48946"/>
                </a:lnTo>
                <a:lnTo>
                  <a:pt x="707649" y="49413"/>
                </a:lnTo>
                <a:lnTo>
                  <a:pt x="707675" y="49910"/>
                </a:lnTo>
                <a:lnTo>
                  <a:pt x="707699" y="50437"/>
                </a:lnTo>
                <a:lnTo>
                  <a:pt x="707722" y="50996"/>
                </a:lnTo>
                <a:lnTo>
                  <a:pt x="707742" y="51585"/>
                </a:lnTo>
                <a:lnTo>
                  <a:pt x="707761" y="52205"/>
                </a:lnTo>
                <a:lnTo>
                  <a:pt x="707778" y="52855"/>
                </a:lnTo>
                <a:lnTo>
                  <a:pt x="707793" y="53536"/>
                </a:lnTo>
                <a:lnTo>
                  <a:pt x="707807" y="54248"/>
                </a:lnTo>
                <a:lnTo>
                  <a:pt x="707818" y="54991"/>
                </a:lnTo>
                <a:lnTo>
                  <a:pt x="707828" y="55764"/>
                </a:lnTo>
                <a:lnTo>
                  <a:pt x="707836" y="56568"/>
                </a:lnTo>
                <a:lnTo>
                  <a:pt x="707842" y="57402"/>
                </a:lnTo>
                <a:lnTo>
                  <a:pt x="707847" y="58267"/>
                </a:lnTo>
                <a:lnTo>
                  <a:pt x="707850" y="59163"/>
                </a:lnTo>
                <a:lnTo>
                  <a:pt x="707850" y="60090"/>
                </a:lnTo>
                <a:lnTo>
                  <a:pt x="707850" y="83385"/>
                </a:lnTo>
                <a:lnTo>
                  <a:pt x="707848" y="83948"/>
                </a:lnTo>
                <a:lnTo>
                  <a:pt x="707839" y="84496"/>
                </a:lnTo>
                <a:lnTo>
                  <a:pt x="707824" y="85028"/>
                </a:lnTo>
                <a:lnTo>
                  <a:pt x="707804" y="85546"/>
                </a:lnTo>
                <a:lnTo>
                  <a:pt x="707777" y="86048"/>
                </a:lnTo>
                <a:lnTo>
                  <a:pt x="707745" y="86534"/>
                </a:lnTo>
                <a:lnTo>
                  <a:pt x="707707" y="87005"/>
                </a:lnTo>
                <a:lnTo>
                  <a:pt x="707664" y="87461"/>
                </a:lnTo>
                <a:lnTo>
                  <a:pt x="707614" y="87902"/>
                </a:lnTo>
                <a:lnTo>
                  <a:pt x="707558" y="88327"/>
                </a:lnTo>
                <a:lnTo>
                  <a:pt x="707497" y="88737"/>
                </a:lnTo>
                <a:lnTo>
                  <a:pt x="707430" y="89131"/>
                </a:lnTo>
                <a:lnTo>
                  <a:pt x="707357" y="89511"/>
                </a:lnTo>
                <a:lnTo>
                  <a:pt x="707278" y="89875"/>
                </a:lnTo>
                <a:lnTo>
                  <a:pt x="707193" y="90223"/>
                </a:lnTo>
                <a:lnTo>
                  <a:pt x="707103" y="90556"/>
                </a:lnTo>
                <a:lnTo>
                  <a:pt x="707006" y="90874"/>
                </a:lnTo>
                <a:lnTo>
                  <a:pt x="706904" y="91177"/>
                </a:lnTo>
                <a:lnTo>
                  <a:pt x="706796" y="91464"/>
                </a:lnTo>
                <a:lnTo>
                  <a:pt x="706682" y="91735"/>
                </a:lnTo>
                <a:lnTo>
                  <a:pt x="706562" y="91992"/>
                </a:lnTo>
                <a:lnTo>
                  <a:pt x="706437" y="92233"/>
                </a:lnTo>
                <a:lnTo>
                  <a:pt x="706305" y="92459"/>
                </a:lnTo>
                <a:lnTo>
                  <a:pt x="706168" y="92669"/>
                </a:lnTo>
                <a:lnTo>
                  <a:pt x="706023" y="92868"/>
                </a:lnTo>
                <a:lnTo>
                  <a:pt x="705866" y="93058"/>
                </a:lnTo>
                <a:lnTo>
                  <a:pt x="705699" y="93239"/>
                </a:lnTo>
                <a:lnTo>
                  <a:pt x="705521" y="93412"/>
                </a:lnTo>
                <a:lnTo>
                  <a:pt x="705332" y="93577"/>
                </a:lnTo>
                <a:lnTo>
                  <a:pt x="705132" y="93733"/>
                </a:lnTo>
                <a:lnTo>
                  <a:pt x="704921" y="93881"/>
                </a:lnTo>
                <a:lnTo>
                  <a:pt x="704700" y="94020"/>
                </a:lnTo>
                <a:lnTo>
                  <a:pt x="704467" y="94151"/>
                </a:lnTo>
                <a:lnTo>
                  <a:pt x="704224" y="94273"/>
                </a:lnTo>
                <a:lnTo>
                  <a:pt x="703970" y="94387"/>
                </a:lnTo>
                <a:lnTo>
                  <a:pt x="703705" y="94493"/>
                </a:lnTo>
                <a:lnTo>
                  <a:pt x="703429" y="94590"/>
                </a:lnTo>
                <a:lnTo>
                  <a:pt x="703142" y="94678"/>
                </a:lnTo>
                <a:lnTo>
                  <a:pt x="702845" y="94759"/>
                </a:lnTo>
                <a:lnTo>
                  <a:pt x="702537" y="94830"/>
                </a:lnTo>
                <a:lnTo>
                  <a:pt x="702217" y="94894"/>
                </a:lnTo>
                <a:lnTo>
                  <a:pt x="701887" y="94949"/>
                </a:lnTo>
                <a:lnTo>
                  <a:pt x="701546" y="94995"/>
                </a:lnTo>
                <a:lnTo>
                  <a:pt x="701195" y="95033"/>
                </a:lnTo>
                <a:lnTo>
                  <a:pt x="700832" y="95062"/>
                </a:lnTo>
                <a:lnTo>
                  <a:pt x="700459" y="95084"/>
                </a:lnTo>
                <a:lnTo>
                  <a:pt x="700074" y="95096"/>
                </a:lnTo>
                <a:lnTo>
                  <a:pt x="699679" y="95100"/>
                </a:lnTo>
                <a:lnTo>
                  <a:pt x="698306" y="95100"/>
                </a:lnTo>
                <a:lnTo>
                  <a:pt x="698306" y="97641"/>
                </a:lnTo>
                <a:lnTo>
                  <a:pt x="729411" y="97641"/>
                </a:lnTo>
                <a:lnTo>
                  <a:pt x="729411" y="95100"/>
                </a:lnTo>
                <a:lnTo>
                  <a:pt x="728988" y="95099"/>
                </a:lnTo>
                <a:lnTo>
                  <a:pt x="728577" y="95094"/>
                </a:lnTo>
                <a:lnTo>
                  <a:pt x="728178" y="95086"/>
                </a:lnTo>
                <a:lnTo>
                  <a:pt x="727791" y="95075"/>
                </a:lnTo>
                <a:lnTo>
                  <a:pt x="727416" y="95060"/>
                </a:lnTo>
                <a:lnTo>
                  <a:pt x="727053" y="95043"/>
                </a:lnTo>
                <a:lnTo>
                  <a:pt x="726702" y="95022"/>
                </a:lnTo>
                <a:lnTo>
                  <a:pt x="726363" y="94998"/>
                </a:lnTo>
                <a:lnTo>
                  <a:pt x="726037" y="94971"/>
                </a:lnTo>
                <a:lnTo>
                  <a:pt x="725722" y="94940"/>
                </a:lnTo>
                <a:lnTo>
                  <a:pt x="725419" y="94907"/>
                </a:lnTo>
                <a:lnTo>
                  <a:pt x="725128" y="94870"/>
                </a:lnTo>
                <a:lnTo>
                  <a:pt x="724850" y="94830"/>
                </a:lnTo>
                <a:lnTo>
                  <a:pt x="724583" y="94786"/>
                </a:lnTo>
                <a:lnTo>
                  <a:pt x="724328" y="94740"/>
                </a:lnTo>
                <a:lnTo>
                  <a:pt x="724086" y="94690"/>
                </a:lnTo>
                <a:lnTo>
                  <a:pt x="723855" y="94638"/>
                </a:lnTo>
                <a:lnTo>
                  <a:pt x="723637" y="94581"/>
                </a:lnTo>
                <a:lnTo>
                  <a:pt x="723431" y="94522"/>
                </a:lnTo>
                <a:lnTo>
                  <a:pt x="723236" y="94460"/>
                </a:lnTo>
                <a:lnTo>
                  <a:pt x="723054" y="94394"/>
                </a:lnTo>
                <a:lnTo>
                  <a:pt x="722884" y="94325"/>
                </a:lnTo>
                <a:lnTo>
                  <a:pt x="722725" y="94253"/>
                </a:lnTo>
                <a:lnTo>
                  <a:pt x="722579" y="94178"/>
                </a:lnTo>
                <a:lnTo>
                  <a:pt x="722440" y="94099"/>
                </a:lnTo>
                <a:lnTo>
                  <a:pt x="722304" y="94017"/>
                </a:lnTo>
                <a:lnTo>
                  <a:pt x="722170" y="93931"/>
                </a:lnTo>
                <a:lnTo>
                  <a:pt x="722038" y="93841"/>
                </a:lnTo>
                <a:lnTo>
                  <a:pt x="721909" y="93747"/>
                </a:lnTo>
                <a:lnTo>
                  <a:pt x="721783" y="93650"/>
                </a:lnTo>
                <a:lnTo>
                  <a:pt x="721659" y="93550"/>
                </a:lnTo>
                <a:lnTo>
                  <a:pt x="721538" y="93445"/>
                </a:lnTo>
                <a:lnTo>
                  <a:pt x="721419" y="93337"/>
                </a:lnTo>
                <a:lnTo>
                  <a:pt x="721302" y="93225"/>
                </a:lnTo>
                <a:lnTo>
                  <a:pt x="721188" y="93110"/>
                </a:lnTo>
                <a:lnTo>
                  <a:pt x="721077" y="92991"/>
                </a:lnTo>
                <a:lnTo>
                  <a:pt x="720968" y="92868"/>
                </a:lnTo>
                <a:lnTo>
                  <a:pt x="720862" y="92741"/>
                </a:lnTo>
                <a:lnTo>
                  <a:pt x="720758" y="92611"/>
                </a:lnTo>
                <a:lnTo>
                  <a:pt x="720657" y="92477"/>
                </a:lnTo>
                <a:lnTo>
                  <a:pt x="720558" y="92340"/>
                </a:lnTo>
                <a:lnTo>
                  <a:pt x="720461" y="92199"/>
                </a:lnTo>
                <a:lnTo>
                  <a:pt x="720367" y="92054"/>
                </a:lnTo>
                <a:lnTo>
                  <a:pt x="720276" y="91905"/>
                </a:lnTo>
                <a:lnTo>
                  <a:pt x="720187" y="91753"/>
                </a:lnTo>
                <a:lnTo>
                  <a:pt x="720101" y="91597"/>
                </a:lnTo>
                <a:lnTo>
                  <a:pt x="720017" y="91438"/>
                </a:lnTo>
                <a:lnTo>
                  <a:pt x="719936" y="91275"/>
                </a:lnTo>
                <a:lnTo>
                  <a:pt x="719874" y="91141"/>
                </a:lnTo>
                <a:lnTo>
                  <a:pt x="719815" y="90991"/>
                </a:lnTo>
                <a:lnTo>
                  <a:pt x="719759" y="90823"/>
                </a:lnTo>
                <a:lnTo>
                  <a:pt x="719705" y="90639"/>
                </a:lnTo>
                <a:lnTo>
                  <a:pt x="719654" y="90438"/>
                </a:lnTo>
                <a:lnTo>
                  <a:pt x="719605" y="90220"/>
                </a:lnTo>
                <a:lnTo>
                  <a:pt x="719559" y="89986"/>
                </a:lnTo>
                <a:lnTo>
                  <a:pt x="719516" y="89734"/>
                </a:lnTo>
                <a:lnTo>
                  <a:pt x="719475" y="89466"/>
                </a:lnTo>
                <a:lnTo>
                  <a:pt x="719437" y="89181"/>
                </a:lnTo>
                <a:lnTo>
                  <a:pt x="719402" y="88879"/>
                </a:lnTo>
                <a:lnTo>
                  <a:pt x="719369" y="88560"/>
                </a:lnTo>
                <a:lnTo>
                  <a:pt x="719339" y="88224"/>
                </a:lnTo>
                <a:lnTo>
                  <a:pt x="719311" y="87871"/>
                </a:lnTo>
                <a:lnTo>
                  <a:pt x="719286" y="87502"/>
                </a:lnTo>
                <a:lnTo>
                  <a:pt x="719264" y="87116"/>
                </a:lnTo>
                <a:lnTo>
                  <a:pt x="719244" y="86712"/>
                </a:lnTo>
                <a:lnTo>
                  <a:pt x="719227" y="86292"/>
                </a:lnTo>
                <a:lnTo>
                  <a:pt x="719213" y="85856"/>
                </a:lnTo>
                <a:lnTo>
                  <a:pt x="719201" y="85402"/>
                </a:lnTo>
                <a:lnTo>
                  <a:pt x="719192" y="84931"/>
                </a:lnTo>
                <a:lnTo>
                  <a:pt x="719185" y="84444"/>
                </a:lnTo>
                <a:lnTo>
                  <a:pt x="719182" y="83940"/>
                </a:lnTo>
                <a:lnTo>
                  <a:pt x="719180" y="83419"/>
                </a:lnTo>
                <a:lnTo>
                  <a:pt x="719180" y="50423"/>
                </a:lnTo>
                <a:lnTo>
                  <a:pt x="719856" y="49699"/>
                </a:lnTo>
                <a:lnTo>
                  <a:pt x="720531" y="49005"/>
                </a:lnTo>
                <a:lnTo>
                  <a:pt x="721207" y="48342"/>
                </a:lnTo>
                <a:lnTo>
                  <a:pt x="721883" y="47710"/>
                </a:lnTo>
                <a:lnTo>
                  <a:pt x="722559" y="47108"/>
                </a:lnTo>
                <a:lnTo>
                  <a:pt x="723236" y="46538"/>
                </a:lnTo>
                <a:lnTo>
                  <a:pt x="723913" y="45998"/>
                </a:lnTo>
                <a:lnTo>
                  <a:pt x="724590" y="45489"/>
                </a:lnTo>
                <a:lnTo>
                  <a:pt x="725267" y="45011"/>
                </a:lnTo>
                <a:lnTo>
                  <a:pt x="725944" y="44564"/>
                </a:lnTo>
                <a:lnTo>
                  <a:pt x="726622" y="44148"/>
                </a:lnTo>
                <a:lnTo>
                  <a:pt x="727300" y="43762"/>
                </a:lnTo>
                <a:lnTo>
                  <a:pt x="727978" y="43408"/>
                </a:lnTo>
                <a:lnTo>
                  <a:pt x="728656" y="43084"/>
                </a:lnTo>
                <a:lnTo>
                  <a:pt x="729335" y="42791"/>
                </a:lnTo>
                <a:lnTo>
                  <a:pt x="730014" y="42529"/>
                </a:lnTo>
                <a:lnTo>
                  <a:pt x="730693" y="42298"/>
                </a:lnTo>
                <a:lnTo>
                  <a:pt x="731373" y="42097"/>
                </a:lnTo>
                <a:lnTo>
                  <a:pt x="732052" y="41928"/>
                </a:lnTo>
                <a:lnTo>
                  <a:pt x="732732" y="41789"/>
                </a:lnTo>
                <a:lnTo>
                  <a:pt x="733412" y="41681"/>
                </a:lnTo>
                <a:lnTo>
                  <a:pt x="734092" y="41604"/>
                </a:lnTo>
                <a:lnTo>
                  <a:pt x="734773" y="41557"/>
                </a:lnTo>
                <a:lnTo>
                  <a:pt x="735454" y="41542"/>
                </a:lnTo>
                <a:lnTo>
                  <a:pt x="735889" y="41549"/>
                </a:lnTo>
                <a:lnTo>
                  <a:pt x="736314" y="41569"/>
                </a:lnTo>
                <a:lnTo>
                  <a:pt x="736728" y="41602"/>
                </a:lnTo>
                <a:lnTo>
                  <a:pt x="737131" y="41649"/>
                </a:lnTo>
                <a:lnTo>
                  <a:pt x="737524" y="41710"/>
                </a:lnTo>
                <a:lnTo>
                  <a:pt x="737906" y="41783"/>
                </a:lnTo>
                <a:lnTo>
                  <a:pt x="738278" y="41870"/>
                </a:lnTo>
                <a:lnTo>
                  <a:pt x="738639" y="41971"/>
                </a:lnTo>
                <a:lnTo>
                  <a:pt x="738990" y="42085"/>
                </a:lnTo>
                <a:lnTo>
                  <a:pt x="739329" y="42212"/>
                </a:lnTo>
                <a:lnTo>
                  <a:pt x="739659" y="42353"/>
                </a:lnTo>
                <a:lnTo>
                  <a:pt x="739977" y="42507"/>
                </a:lnTo>
                <a:lnTo>
                  <a:pt x="740285" y="42675"/>
                </a:lnTo>
                <a:lnTo>
                  <a:pt x="740582" y="42856"/>
                </a:lnTo>
                <a:lnTo>
                  <a:pt x="740869" y="43050"/>
                </a:lnTo>
                <a:lnTo>
                  <a:pt x="741145" y="43258"/>
                </a:lnTo>
                <a:lnTo>
                  <a:pt x="741411" y="43479"/>
                </a:lnTo>
                <a:lnTo>
                  <a:pt x="741666" y="43713"/>
                </a:lnTo>
                <a:lnTo>
                  <a:pt x="741910" y="43961"/>
                </a:lnTo>
                <a:lnTo>
                  <a:pt x="742144" y="44223"/>
                </a:lnTo>
                <a:lnTo>
                  <a:pt x="742367" y="44498"/>
                </a:lnTo>
                <a:lnTo>
                  <a:pt x="742579" y="44786"/>
                </a:lnTo>
                <a:lnTo>
                  <a:pt x="742781" y="45087"/>
                </a:lnTo>
                <a:lnTo>
                  <a:pt x="742973" y="45402"/>
                </a:lnTo>
                <a:lnTo>
                  <a:pt x="743155" y="45732"/>
                </a:lnTo>
                <a:lnTo>
                  <a:pt x="743329" y="46078"/>
                </a:lnTo>
                <a:lnTo>
                  <a:pt x="743496" y="46440"/>
                </a:lnTo>
                <a:lnTo>
                  <a:pt x="743655" y="46819"/>
                </a:lnTo>
                <a:lnTo>
                  <a:pt x="743806" y="47214"/>
                </a:lnTo>
                <a:lnTo>
                  <a:pt x="743949" y="47625"/>
                </a:lnTo>
                <a:lnTo>
                  <a:pt x="744085" y="48052"/>
                </a:lnTo>
                <a:lnTo>
                  <a:pt x="744212" y="48496"/>
                </a:lnTo>
                <a:lnTo>
                  <a:pt x="744333" y="48955"/>
                </a:lnTo>
                <a:lnTo>
                  <a:pt x="744445" y="49431"/>
                </a:lnTo>
                <a:lnTo>
                  <a:pt x="744550" y="49924"/>
                </a:lnTo>
                <a:lnTo>
                  <a:pt x="744646" y="50432"/>
                </a:lnTo>
                <a:lnTo>
                  <a:pt x="744735" y="50957"/>
                </a:lnTo>
                <a:lnTo>
                  <a:pt x="744817" y="51498"/>
                </a:lnTo>
                <a:lnTo>
                  <a:pt x="744890" y="52055"/>
                </a:lnTo>
                <a:lnTo>
                  <a:pt x="744956" y="52628"/>
                </a:lnTo>
                <a:lnTo>
                  <a:pt x="745014" y="53218"/>
                </a:lnTo>
                <a:lnTo>
                  <a:pt x="745065" y="53824"/>
                </a:lnTo>
                <a:lnTo>
                  <a:pt x="745107" y="54446"/>
                </a:lnTo>
                <a:lnTo>
                  <a:pt x="745142" y="55084"/>
                </a:lnTo>
                <a:lnTo>
                  <a:pt x="745169" y="55739"/>
                </a:lnTo>
                <a:lnTo>
                  <a:pt x="745189" y="56410"/>
                </a:lnTo>
                <a:lnTo>
                  <a:pt x="745200" y="57097"/>
                </a:lnTo>
                <a:lnTo>
                  <a:pt x="745204" y="57801"/>
                </a:lnTo>
                <a:lnTo>
                  <a:pt x="745204" y="83419"/>
                </a:lnTo>
                <a:lnTo>
                  <a:pt x="745204" y="83861"/>
                </a:lnTo>
                <a:lnTo>
                  <a:pt x="745202" y="84288"/>
                </a:lnTo>
                <a:lnTo>
                  <a:pt x="745200" y="84700"/>
                </a:lnTo>
                <a:lnTo>
                  <a:pt x="745197" y="85096"/>
                </a:lnTo>
                <a:lnTo>
                  <a:pt x="745192" y="85478"/>
                </a:lnTo>
                <a:lnTo>
                  <a:pt x="745187" y="85844"/>
                </a:lnTo>
                <a:lnTo>
                  <a:pt x="745181" y="86195"/>
                </a:lnTo>
                <a:lnTo>
                  <a:pt x="745174" y="86531"/>
                </a:lnTo>
                <a:lnTo>
                  <a:pt x="745166" y="86852"/>
                </a:lnTo>
                <a:lnTo>
                  <a:pt x="745157" y="87157"/>
                </a:lnTo>
                <a:lnTo>
                  <a:pt x="745147" y="87448"/>
                </a:lnTo>
                <a:lnTo>
                  <a:pt x="745136" y="87723"/>
                </a:lnTo>
                <a:lnTo>
                  <a:pt x="745124" y="87983"/>
                </a:lnTo>
                <a:lnTo>
                  <a:pt x="745111" y="88228"/>
                </a:lnTo>
                <a:lnTo>
                  <a:pt x="745097" y="88457"/>
                </a:lnTo>
                <a:lnTo>
                  <a:pt x="745082" y="88672"/>
                </a:lnTo>
                <a:lnTo>
                  <a:pt x="745066" y="88871"/>
                </a:lnTo>
                <a:lnTo>
                  <a:pt x="745050" y="89055"/>
                </a:lnTo>
                <a:lnTo>
                  <a:pt x="745032" y="89224"/>
                </a:lnTo>
                <a:lnTo>
                  <a:pt x="745014" y="89378"/>
                </a:lnTo>
                <a:lnTo>
                  <a:pt x="744994" y="89516"/>
                </a:lnTo>
                <a:lnTo>
                  <a:pt x="744973" y="89640"/>
                </a:lnTo>
                <a:lnTo>
                  <a:pt x="744952" y="89748"/>
                </a:lnTo>
                <a:lnTo>
                  <a:pt x="744930" y="89841"/>
                </a:lnTo>
                <a:lnTo>
                  <a:pt x="744871" y="90055"/>
                </a:lnTo>
                <a:lnTo>
                  <a:pt x="744808" y="90265"/>
                </a:lnTo>
                <a:lnTo>
                  <a:pt x="744741" y="90470"/>
                </a:lnTo>
                <a:lnTo>
                  <a:pt x="744671" y="90671"/>
                </a:lnTo>
                <a:lnTo>
                  <a:pt x="744597" y="90867"/>
                </a:lnTo>
                <a:lnTo>
                  <a:pt x="744520" y="91059"/>
                </a:lnTo>
                <a:lnTo>
                  <a:pt x="744439" y="91247"/>
                </a:lnTo>
                <a:lnTo>
                  <a:pt x="744354" y="91430"/>
                </a:lnTo>
                <a:lnTo>
                  <a:pt x="744265" y="91609"/>
                </a:lnTo>
                <a:lnTo>
                  <a:pt x="744173" y="91784"/>
                </a:lnTo>
                <a:lnTo>
                  <a:pt x="744077" y="91954"/>
                </a:lnTo>
                <a:lnTo>
                  <a:pt x="743977" y="92120"/>
                </a:lnTo>
                <a:lnTo>
                  <a:pt x="743873" y="92281"/>
                </a:lnTo>
                <a:lnTo>
                  <a:pt x="743766" y="92438"/>
                </a:lnTo>
                <a:lnTo>
                  <a:pt x="743656" y="92591"/>
                </a:lnTo>
                <a:lnTo>
                  <a:pt x="743541" y="92739"/>
                </a:lnTo>
                <a:lnTo>
                  <a:pt x="743423" y="92883"/>
                </a:lnTo>
                <a:lnTo>
                  <a:pt x="743301" y="93023"/>
                </a:lnTo>
                <a:lnTo>
                  <a:pt x="743175" y="93158"/>
                </a:lnTo>
                <a:lnTo>
                  <a:pt x="743046" y="93289"/>
                </a:lnTo>
                <a:lnTo>
                  <a:pt x="742913" y="93415"/>
                </a:lnTo>
                <a:lnTo>
                  <a:pt x="742776" y="93537"/>
                </a:lnTo>
                <a:lnTo>
                  <a:pt x="742636" y="93655"/>
                </a:lnTo>
                <a:lnTo>
                  <a:pt x="742492" y="93768"/>
                </a:lnTo>
                <a:lnTo>
                  <a:pt x="742341" y="93877"/>
                </a:lnTo>
                <a:lnTo>
                  <a:pt x="742182" y="93981"/>
                </a:lnTo>
                <a:lnTo>
                  <a:pt x="742013" y="94080"/>
                </a:lnTo>
                <a:lnTo>
                  <a:pt x="741835" y="94175"/>
                </a:lnTo>
                <a:lnTo>
                  <a:pt x="741648" y="94265"/>
                </a:lnTo>
                <a:lnTo>
                  <a:pt x="741451" y="94351"/>
                </a:lnTo>
                <a:lnTo>
                  <a:pt x="741246" y="94432"/>
                </a:lnTo>
                <a:lnTo>
                  <a:pt x="741031" y="94508"/>
                </a:lnTo>
                <a:lnTo>
                  <a:pt x="740807" y="94580"/>
                </a:lnTo>
                <a:lnTo>
                  <a:pt x="740574" y="94647"/>
                </a:lnTo>
                <a:lnTo>
                  <a:pt x="740332" y="94709"/>
                </a:lnTo>
                <a:lnTo>
                  <a:pt x="740080" y="94767"/>
                </a:lnTo>
                <a:lnTo>
                  <a:pt x="739819" y="94821"/>
                </a:lnTo>
                <a:lnTo>
                  <a:pt x="739550" y="94869"/>
                </a:lnTo>
                <a:lnTo>
                  <a:pt x="739271" y="94913"/>
                </a:lnTo>
                <a:lnTo>
                  <a:pt x="738982" y="94952"/>
                </a:lnTo>
                <a:lnTo>
                  <a:pt x="738685" y="94987"/>
                </a:lnTo>
                <a:lnTo>
                  <a:pt x="738379" y="95017"/>
                </a:lnTo>
                <a:lnTo>
                  <a:pt x="738063" y="95043"/>
                </a:lnTo>
                <a:lnTo>
                  <a:pt x="737738" y="95063"/>
                </a:lnTo>
                <a:lnTo>
                  <a:pt x="737404" y="95080"/>
                </a:lnTo>
                <a:lnTo>
                  <a:pt x="737061" y="95091"/>
                </a:lnTo>
                <a:lnTo>
                  <a:pt x="736708" y="95098"/>
                </a:lnTo>
                <a:lnTo>
                  <a:pt x="736346" y="95100"/>
                </a:lnTo>
                <a:lnTo>
                  <a:pt x="735042" y="95100"/>
                </a:lnTo>
                <a:lnTo>
                  <a:pt x="735042" y="97641"/>
                </a:lnTo>
                <a:lnTo>
                  <a:pt x="766147" y="97641"/>
                </a:lnTo>
                <a:lnTo>
                  <a:pt x="766147" y="95100"/>
                </a:lnTo>
                <a:lnTo>
                  <a:pt x="765774" y="95099"/>
                </a:lnTo>
                <a:lnTo>
                  <a:pt x="765412" y="95094"/>
                </a:lnTo>
                <a:lnTo>
                  <a:pt x="765059" y="95085"/>
                </a:lnTo>
                <a:lnTo>
                  <a:pt x="764716" y="95074"/>
                </a:lnTo>
                <a:lnTo>
                  <a:pt x="764382" y="95059"/>
                </a:lnTo>
                <a:lnTo>
                  <a:pt x="764059" y="95041"/>
                </a:lnTo>
                <a:lnTo>
                  <a:pt x="763746" y="95019"/>
                </a:lnTo>
                <a:lnTo>
                  <a:pt x="763442" y="94994"/>
                </a:lnTo>
                <a:lnTo>
                  <a:pt x="763149" y="94966"/>
                </a:lnTo>
                <a:lnTo>
                  <a:pt x="762865" y="94934"/>
                </a:lnTo>
                <a:lnTo>
                  <a:pt x="762591" y="94899"/>
                </a:lnTo>
                <a:lnTo>
                  <a:pt x="762328" y="94861"/>
                </a:lnTo>
                <a:lnTo>
                  <a:pt x="762074" y="94819"/>
                </a:lnTo>
                <a:lnTo>
                  <a:pt x="761830" y="94774"/>
                </a:lnTo>
                <a:lnTo>
                  <a:pt x="761595" y="94726"/>
                </a:lnTo>
                <a:lnTo>
                  <a:pt x="761371" y="94674"/>
                </a:lnTo>
                <a:lnTo>
                  <a:pt x="761157" y="94619"/>
                </a:lnTo>
                <a:lnTo>
                  <a:pt x="760952" y="94561"/>
                </a:lnTo>
                <a:lnTo>
                  <a:pt x="760758" y="94499"/>
                </a:lnTo>
                <a:lnTo>
                  <a:pt x="760573" y="94434"/>
                </a:lnTo>
                <a:lnTo>
                  <a:pt x="760398" y="94366"/>
                </a:lnTo>
                <a:lnTo>
                  <a:pt x="760233" y="94294"/>
                </a:lnTo>
                <a:lnTo>
                  <a:pt x="760078" y="94220"/>
                </a:lnTo>
                <a:lnTo>
                  <a:pt x="759933" y="94141"/>
                </a:lnTo>
                <a:lnTo>
                  <a:pt x="759794" y="94060"/>
                </a:lnTo>
                <a:lnTo>
                  <a:pt x="759659" y="93976"/>
                </a:lnTo>
                <a:lnTo>
                  <a:pt x="759527" y="93890"/>
                </a:lnTo>
                <a:lnTo>
                  <a:pt x="759398" y="93801"/>
                </a:lnTo>
                <a:lnTo>
                  <a:pt x="759272" y="93709"/>
                </a:lnTo>
                <a:lnTo>
                  <a:pt x="759150" y="93615"/>
                </a:lnTo>
                <a:lnTo>
                  <a:pt x="759030" y="93518"/>
                </a:lnTo>
                <a:lnTo>
                  <a:pt x="758914" y="93418"/>
                </a:lnTo>
                <a:lnTo>
                  <a:pt x="758802" y="93316"/>
                </a:lnTo>
                <a:lnTo>
                  <a:pt x="758692" y="93211"/>
                </a:lnTo>
                <a:lnTo>
                  <a:pt x="758586" y="93104"/>
                </a:lnTo>
                <a:lnTo>
                  <a:pt x="758482" y="92994"/>
                </a:lnTo>
                <a:lnTo>
                  <a:pt x="758382" y="92881"/>
                </a:lnTo>
                <a:lnTo>
                  <a:pt x="758286" y="92766"/>
                </a:lnTo>
                <a:lnTo>
                  <a:pt x="758192" y="92648"/>
                </a:lnTo>
                <a:lnTo>
                  <a:pt x="758102" y="92528"/>
                </a:lnTo>
                <a:lnTo>
                  <a:pt x="758015" y="92405"/>
                </a:lnTo>
                <a:lnTo>
                  <a:pt x="757931" y="92279"/>
                </a:lnTo>
                <a:lnTo>
                  <a:pt x="757850" y="92151"/>
                </a:lnTo>
                <a:lnTo>
                  <a:pt x="757773" y="92020"/>
                </a:lnTo>
                <a:lnTo>
                  <a:pt x="757699" y="91886"/>
                </a:lnTo>
                <a:lnTo>
                  <a:pt x="757628" y="91750"/>
                </a:lnTo>
                <a:lnTo>
                  <a:pt x="757560" y="91611"/>
                </a:lnTo>
                <a:lnTo>
                  <a:pt x="757495" y="91470"/>
                </a:lnTo>
                <a:lnTo>
                  <a:pt x="757417" y="91286"/>
                </a:lnTo>
                <a:lnTo>
                  <a:pt x="757342" y="91089"/>
                </a:lnTo>
                <a:lnTo>
                  <a:pt x="757270" y="90879"/>
                </a:lnTo>
                <a:lnTo>
                  <a:pt x="757202" y="90655"/>
                </a:lnTo>
                <a:lnTo>
                  <a:pt x="757136" y="90418"/>
                </a:lnTo>
                <a:lnTo>
                  <a:pt x="757075" y="90168"/>
                </a:lnTo>
                <a:lnTo>
                  <a:pt x="757016" y="89904"/>
                </a:lnTo>
                <a:lnTo>
                  <a:pt x="756961" y="89627"/>
                </a:lnTo>
                <a:lnTo>
                  <a:pt x="756910" y="89337"/>
                </a:lnTo>
                <a:lnTo>
                  <a:pt x="756861" y="89033"/>
                </a:lnTo>
                <a:lnTo>
                  <a:pt x="756816" y="88717"/>
                </a:lnTo>
                <a:lnTo>
                  <a:pt x="756774" y="88386"/>
                </a:lnTo>
                <a:lnTo>
                  <a:pt x="756736" y="88043"/>
                </a:lnTo>
                <a:lnTo>
                  <a:pt x="756701" y="87686"/>
                </a:lnTo>
                <a:lnTo>
                  <a:pt x="756669" y="87316"/>
                </a:lnTo>
                <a:lnTo>
                  <a:pt x="756641" y="86932"/>
                </a:lnTo>
                <a:lnTo>
                  <a:pt x="756616" y="86535"/>
                </a:lnTo>
                <a:lnTo>
                  <a:pt x="756594" y="86125"/>
                </a:lnTo>
                <a:lnTo>
                  <a:pt x="756576" y="85702"/>
                </a:lnTo>
                <a:lnTo>
                  <a:pt x="756561" y="85265"/>
                </a:lnTo>
                <a:lnTo>
                  <a:pt x="756549" y="84815"/>
                </a:lnTo>
                <a:lnTo>
                  <a:pt x="756541" y="84351"/>
                </a:lnTo>
                <a:lnTo>
                  <a:pt x="756536" y="83875"/>
                </a:lnTo>
                <a:lnTo>
                  <a:pt x="756534" y="83385"/>
                </a:lnTo>
                <a:lnTo>
                  <a:pt x="756534" y="56597"/>
                </a:lnTo>
                <a:lnTo>
                  <a:pt x="756531" y="55896"/>
                </a:lnTo>
                <a:lnTo>
                  <a:pt x="756524" y="55211"/>
                </a:lnTo>
                <a:lnTo>
                  <a:pt x="756510" y="54541"/>
                </a:lnTo>
                <a:lnTo>
                  <a:pt x="756492" y="53886"/>
                </a:lnTo>
                <a:lnTo>
                  <a:pt x="756468" y="53247"/>
                </a:lnTo>
                <a:lnTo>
                  <a:pt x="756440" y="52622"/>
                </a:lnTo>
                <a:lnTo>
                  <a:pt x="756405" y="52013"/>
                </a:lnTo>
                <a:lnTo>
                  <a:pt x="756366" y="51420"/>
                </a:lnTo>
                <a:lnTo>
                  <a:pt x="756322" y="50841"/>
                </a:lnTo>
                <a:lnTo>
                  <a:pt x="756272" y="50278"/>
                </a:lnTo>
                <a:lnTo>
                  <a:pt x="756217" y="49729"/>
                </a:lnTo>
                <a:lnTo>
                  <a:pt x="756156" y="49197"/>
                </a:lnTo>
                <a:lnTo>
                  <a:pt x="756091" y="48679"/>
                </a:lnTo>
                <a:lnTo>
                  <a:pt x="756020" y="48177"/>
                </a:lnTo>
                <a:lnTo>
                  <a:pt x="755944" y="47689"/>
                </a:lnTo>
                <a:lnTo>
                  <a:pt x="755863" y="47217"/>
                </a:lnTo>
                <a:lnTo>
                  <a:pt x="755776" y="46761"/>
                </a:lnTo>
                <a:lnTo>
                  <a:pt x="755684" y="46319"/>
                </a:lnTo>
                <a:lnTo>
                  <a:pt x="755587" y="45893"/>
                </a:lnTo>
                <a:lnTo>
                  <a:pt x="755485" y="45482"/>
                </a:lnTo>
                <a:lnTo>
                  <a:pt x="755377" y="45086"/>
                </a:lnTo>
                <a:lnTo>
                  <a:pt x="755265" y="44706"/>
                </a:lnTo>
                <a:lnTo>
                  <a:pt x="755147" y="44340"/>
                </a:lnTo>
                <a:lnTo>
                  <a:pt x="755023" y="43990"/>
                </a:lnTo>
                <a:lnTo>
                  <a:pt x="754838" y="43505"/>
                </a:lnTo>
                <a:lnTo>
                  <a:pt x="754647" y="43031"/>
                </a:lnTo>
                <a:lnTo>
                  <a:pt x="754450" y="42569"/>
                </a:lnTo>
                <a:lnTo>
                  <a:pt x="754249" y="42119"/>
                </a:lnTo>
                <a:lnTo>
                  <a:pt x="754042" y="41680"/>
                </a:lnTo>
                <a:lnTo>
                  <a:pt x="753830" y="41252"/>
                </a:lnTo>
                <a:lnTo>
                  <a:pt x="753613" y="40836"/>
                </a:lnTo>
                <a:lnTo>
                  <a:pt x="753391" y="40432"/>
                </a:lnTo>
                <a:lnTo>
                  <a:pt x="753163" y="40039"/>
                </a:lnTo>
                <a:lnTo>
                  <a:pt x="752930" y="39657"/>
                </a:lnTo>
                <a:lnTo>
                  <a:pt x="752692" y="39287"/>
                </a:lnTo>
                <a:lnTo>
                  <a:pt x="752448" y="38929"/>
                </a:lnTo>
                <a:lnTo>
                  <a:pt x="752200" y="38582"/>
                </a:lnTo>
                <a:lnTo>
                  <a:pt x="751946" y="38247"/>
                </a:lnTo>
                <a:lnTo>
                  <a:pt x="751687" y="37923"/>
                </a:lnTo>
                <a:lnTo>
                  <a:pt x="751422" y="37611"/>
                </a:lnTo>
                <a:lnTo>
                  <a:pt x="751153" y="37311"/>
                </a:lnTo>
                <a:lnTo>
                  <a:pt x="750878" y="37022"/>
                </a:lnTo>
                <a:lnTo>
                  <a:pt x="750598" y="36744"/>
                </a:lnTo>
                <a:lnTo>
                  <a:pt x="750312" y="36478"/>
                </a:lnTo>
                <a:lnTo>
                  <a:pt x="750022" y="36224"/>
                </a:lnTo>
                <a:lnTo>
                  <a:pt x="749726" y="35981"/>
                </a:lnTo>
                <a:lnTo>
                  <a:pt x="749425" y="35749"/>
                </a:lnTo>
                <a:lnTo>
                  <a:pt x="749118" y="35530"/>
                </a:lnTo>
                <a:lnTo>
                  <a:pt x="748807" y="35320"/>
                </a:lnTo>
                <a:lnTo>
                  <a:pt x="748490" y="35119"/>
                </a:lnTo>
                <a:lnTo>
                  <a:pt x="748169" y="34927"/>
                </a:lnTo>
                <a:lnTo>
                  <a:pt x="747842" y="34744"/>
                </a:lnTo>
                <a:lnTo>
                  <a:pt x="747511" y="34570"/>
                </a:lnTo>
                <a:lnTo>
                  <a:pt x="747174" y="34405"/>
                </a:lnTo>
                <a:lnTo>
                  <a:pt x="746833" y="34249"/>
                </a:lnTo>
                <a:lnTo>
                  <a:pt x="746486" y="34102"/>
                </a:lnTo>
                <a:lnTo>
                  <a:pt x="746134" y="33963"/>
                </a:lnTo>
                <a:lnTo>
                  <a:pt x="745778" y="33834"/>
                </a:lnTo>
                <a:lnTo>
                  <a:pt x="745416" y="33713"/>
                </a:lnTo>
                <a:lnTo>
                  <a:pt x="745050" y="33602"/>
                </a:lnTo>
                <a:lnTo>
                  <a:pt x="744678" y="33499"/>
                </a:lnTo>
                <a:lnTo>
                  <a:pt x="744302" y="33405"/>
                </a:lnTo>
                <a:lnTo>
                  <a:pt x="743920" y="33320"/>
                </a:lnTo>
                <a:lnTo>
                  <a:pt x="743533" y="33245"/>
                </a:lnTo>
                <a:lnTo>
                  <a:pt x="743142" y="33178"/>
                </a:lnTo>
                <a:lnTo>
                  <a:pt x="742745" y="33120"/>
                </a:lnTo>
                <a:lnTo>
                  <a:pt x="742344" y="33071"/>
                </a:lnTo>
                <a:lnTo>
                  <a:pt x="741937" y="33030"/>
                </a:lnTo>
                <a:lnTo>
                  <a:pt x="741525" y="32999"/>
                </a:lnTo>
                <a:lnTo>
                  <a:pt x="741109" y="32977"/>
                </a:lnTo>
                <a:lnTo>
                  <a:pt x="740687" y="32963"/>
                </a:lnTo>
                <a:lnTo>
                  <a:pt x="740260" y="32959"/>
                </a:lnTo>
                <a:lnTo>
                  <a:pt x="739423" y="32982"/>
                </a:lnTo>
                <a:lnTo>
                  <a:pt x="738582" y="33052"/>
                </a:lnTo>
                <a:lnTo>
                  <a:pt x="737738" y="33167"/>
                </a:lnTo>
                <a:lnTo>
                  <a:pt x="736890" y="33329"/>
                </a:lnTo>
                <a:lnTo>
                  <a:pt x="736039" y="33537"/>
                </a:lnTo>
                <a:lnTo>
                  <a:pt x="735183" y="33792"/>
                </a:lnTo>
                <a:lnTo>
                  <a:pt x="734325" y="34092"/>
                </a:lnTo>
                <a:lnTo>
                  <a:pt x="733463" y="34439"/>
                </a:lnTo>
                <a:lnTo>
                  <a:pt x="732597" y="34832"/>
                </a:lnTo>
                <a:lnTo>
                  <a:pt x="731727" y="35272"/>
                </a:lnTo>
                <a:lnTo>
                  <a:pt x="730854" y="35757"/>
                </a:lnTo>
                <a:lnTo>
                  <a:pt x="729978" y="36289"/>
                </a:lnTo>
                <a:lnTo>
                  <a:pt x="729098" y="36867"/>
                </a:lnTo>
                <a:lnTo>
                  <a:pt x="728214" y="37492"/>
                </a:lnTo>
                <a:lnTo>
                  <a:pt x="727327" y="38162"/>
                </a:lnTo>
                <a:lnTo>
                  <a:pt x="726436" y="38879"/>
                </a:lnTo>
                <a:lnTo>
                  <a:pt x="725541" y="39643"/>
                </a:lnTo>
                <a:lnTo>
                  <a:pt x="724643" y="40452"/>
                </a:lnTo>
                <a:lnTo>
                  <a:pt x="723742" y="41308"/>
                </a:lnTo>
                <a:lnTo>
                  <a:pt x="722837" y="42210"/>
                </a:lnTo>
                <a:lnTo>
                  <a:pt x="721928" y="43158"/>
                </a:lnTo>
                <a:lnTo>
                  <a:pt x="721016" y="44152"/>
                </a:lnTo>
                <a:lnTo>
                  <a:pt x="720100" y="45193"/>
                </a:lnTo>
                <a:lnTo>
                  <a:pt x="719180" y="46280"/>
                </a:lnTo>
                <a:lnTo>
                  <a:pt x="719180" y="32959"/>
                </a:lnTo>
                <a:lnTo>
                  <a:pt x="716228" y="32959"/>
                </a:lnTo>
                <a:lnTo>
                  <a:pt x="697276" y="40632"/>
                </a:lnTo>
                <a:lnTo>
                  <a:pt x="698306" y="43100"/>
                </a:lnTo>
                <a:lnTo>
                  <a:pt x="698528" y="43016"/>
                </a:lnTo>
                <a:close/>
                <a:moveTo>
                  <a:pt x="915912" y="39353"/>
                </a:moveTo>
                <a:lnTo>
                  <a:pt x="915865" y="39115"/>
                </a:lnTo>
                <a:lnTo>
                  <a:pt x="915809" y="38880"/>
                </a:lnTo>
                <a:lnTo>
                  <a:pt x="915744" y="38647"/>
                </a:lnTo>
                <a:lnTo>
                  <a:pt x="915671" y="38416"/>
                </a:lnTo>
                <a:lnTo>
                  <a:pt x="915590" y="38188"/>
                </a:lnTo>
                <a:lnTo>
                  <a:pt x="915500" y="37963"/>
                </a:lnTo>
                <a:lnTo>
                  <a:pt x="915401" y="37740"/>
                </a:lnTo>
                <a:lnTo>
                  <a:pt x="915294" y="37519"/>
                </a:lnTo>
                <a:lnTo>
                  <a:pt x="915178" y="37301"/>
                </a:lnTo>
                <a:lnTo>
                  <a:pt x="915054" y="37086"/>
                </a:lnTo>
                <a:lnTo>
                  <a:pt x="914920" y="36873"/>
                </a:lnTo>
                <a:lnTo>
                  <a:pt x="914779" y="36662"/>
                </a:lnTo>
                <a:lnTo>
                  <a:pt x="914629" y="36454"/>
                </a:lnTo>
                <a:lnTo>
                  <a:pt x="914470" y="36249"/>
                </a:lnTo>
                <a:lnTo>
                  <a:pt x="914302" y="36046"/>
                </a:lnTo>
                <a:lnTo>
                  <a:pt x="914127" y="35846"/>
                </a:lnTo>
                <a:lnTo>
                  <a:pt x="913942" y="35648"/>
                </a:lnTo>
                <a:lnTo>
                  <a:pt x="913749" y="35452"/>
                </a:lnTo>
                <a:lnTo>
                  <a:pt x="913547" y="35259"/>
                </a:lnTo>
                <a:lnTo>
                  <a:pt x="913339" y="35072"/>
                </a:lnTo>
                <a:lnTo>
                  <a:pt x="913126" y="34892"/>
                </a:lnTo>
                <a:lnTo>
                  <a:pt x="912909" y="34720"/>
                </a:lnTo>
                <a:lnTo>
                  <a:pt x="912687" y="34556"/>
                </a:lnTo>
                <a:lnTo>
                  <a:pt x="912461" y="34401"/>
                </a:lnTo>
                <a:lnTo>
                  <a:pt x="912230" y="34253"/>
                </a:lnTo>
                <a:lnTo>
                  <a:pt x="911994" y="34113"/>
                </a:lnTo>
                <a:lnTo>
                  <a:pt x="911754" y="33981"/>
                </a:lnTo>
                <a:lnTo>
                  <a:pt x="911510" y="33858"/>
                </a:lnTo>
                <a:lnTo>
                  <a:pt x="911261" y="33742"/>
                </a:lnTo>
                <a:lnTo>
                  <a:pt x="911007" y="33634"/>
                </a:lnTo>
                <a:lnTo>
                  <a:pt x="910749" y="33534"/>
                </a:lnTo>
                <a:lnTo>
                  <a:pt x="910486" y="33442"/>
                </a:lnTo>
                <a:lnTo>
                  <a:pt x="910219" y="33358"/>
                </a:lnTo>
                <a:lnTo>
                  <a:pt x="909948" y="33282"/>
                </a:lnTo>
                <a:lnTo>
                  <a:pt x="909671" y="33215"/>
                </a:lnTo>
                <a:lnTo>
                  <a:pt x="909391" y="33155"/>
                </a:lnTo>
                <a:lnTo>
                  <a:pt x="909105" y="33103"/>
                </a:lnTo>
                <a:lnTo>
                  <a:pt x="908816" y="33059"/>
                </a:lnTo>
                <a:lnTo>
                  <a:pt x="908521" y="33023"/>
                </a:lnTo>
                <a:lnTo>
                  <a:pt x="908222" y="32995"/>
                </a:lnTo>
                <a:lnTo>
                  <a:pt x="907919" y="32975"/>
                </a:lnTo>
                <a:lnTo>
                  <a:pt x="907611" y="32963"/>
                </a:lnTo>
                <a:lnTo>
                  <a:pt x="907299" y="32959"/>
                </a:lnTo>
                <a:lnTo>
                  <a:pt x="906607" y="32984"/>
                </a:lnTo>
                <a:lnTo>
                  <a:pt x="905917" y="33057"/>
                </a:lnTo>
                <a:lnTo>
                  <a:pt x="905228" y="33180"/>
                </a:lnTo>
                <a:lnTo>
                  <a:pt x="904541" y="33352"/>
                </a:lnTo>
                <a:lnTo>
                  <a:pt x="903855" y="33573"/>
                </a:lnTo>
                <a:lnTo>
                  <a:pt x="903170" y="33843"/>
                </a:lnTo>
                <a:lnTo>
                  <a:pt x="902487" y="34162"/>
                </a:lnTo>
                <a:lnTo>
                  <a:pt x="901805" y="34531"/>
                </a:lnTo>
                <a:lnTo>
                  <a:pt x="901125" y="34948"/>
                </a:lnTo>
                <a:lnTo>
                  <a:pt x="900446" y="35415"/>
                </a:lnTo>
                <a:lnTo>
                  <a:pt x="899769" y="35930"/>
                </a:lnTo>
                <a:lnTo>
                  <a:pt x="899093" y="36495"/>
                </a:lnTo>
                <a:lnTo>
                  <a:pt x="898419" y="37109"/>
                </a:lnTo>
                <a:lnTo>
                  <a:pt x="897746" y="37772"/>
                </a:lnTo>
                <a:lnTo>
                  <a:pt x="897074" y="38484"/>
                </a:lnTo>
                <a:lnTo>
                  <a:pt x="896404" y="39246"/>
                </a:lnTo>
                <a:lnTo>
                  <a:pt x="895735" y="40056"/>
                </a:lnTo>
                <a:lnTo>
                  <a:pt x="895068" y="40916"/>
                </a:lnTo>
                <a:lnTo>
                  <a:pt x="894402" y="41824"/>
                </a:lnTo>
                <a:lnTo>
                  <a:pt x="893737" y="42782"/>
                </a:lnTo>
                <a:lnTo>
                  <a:pt x="893074" y="43789"/>
                </a:lnTo>
                <a:lnTo>
                  <a:pt x="892413" y="44845"/>
                </a:lnTo>
                <a:lnTo>
                  <a:pt x="891752" y="45950"/>
                </a:lnTo>
                <a:lnTo>
                  <a:pt x="891094" y="47104"/>
                </a:lnTo>
                <a:lnTo>
                  <a:pt x="891094" y="32959"/>
                </a:lnTo>
                <a:lnTo>
                  <a:pt x="888210" y="32959"/>
                </a:lnTo>
                <a:lnTo>
                  <a:pt x="869190" y="40632"/>
                </a:lnTo>
                <a:lnTo>
                  <a:pt x="869876" y="43100"/>
                </a:lnTo>
                <a:lnTo>
                  <a:pt x="870098" y="43016"/>
                </a:lnTo>
                <a:lnTo>
                  <a:pt x="870319" y="42936"/>
                </a:lnTo>
                <a:lnTo>
                  <a:pt x="870537" y="42859"/>
                </a:lnTo>
                <a:lnTo>
                  <a:pt x="870754" y="42786"/>
                </a:lnTo>
                <a:lnTo>
                  <a:pt x="870968" y="42716"/>
                </a:lnTo>
                <a:lnTo>
                  <a:pt x="871181" y="42650"/>
                </a:lnTo>
                <a:lnTo>
                  <a:pt x="871392" y="42588"/>
                </a:lnTo>
                <a:lnTo>
                  <a:pt x="871600" y="42529"/>
                </a:lnTo>
                <a:lnTo>
                  <a:pt x="871807" y="42474"/>
                </a:lnTo>
                <a:lnTo>
                  <a:pt x="872012" y="42422"/>
                </a:lnTo>
                <a:lnTo>
                  <a:pt x="872216" y="42374"/>
                </a:lnTo>
                <a:lnTo>
                  <a:pt x="872417" y="42329"/>
                </a:lnTo>
                <a:lnTo>
                  <a:pt x="872616" y="42288"/>
                </a:lnTo>
                <a:lnTo>
                  <a:pt x="872814" y="42251"/>
                </a:lnTo>
                <a:lnTo>
                  <a:pt x="873009" y="42217"/>
                </a:lnTo>
                <a:lnTo>
                  <a:pt x="873203" y="42186"/>
                </a:lnTo>
                <a:lnTo>
                  <a:pt x="873394" y="42160"/>
                </a:lnTo>
                <a:lnTo>
                  <a:pt x="873584" y="42136"/>
                </a:lnTo>
                <a:lnTo>
                  <a:pt x="873772" y="42117"/>
                </a:lnTo>
                <a:lnTo>
                  <a:pt x="873958" y="42101"/>
                </a:lnTo>
                <a:lnTo>
                  <a:pt x="874142" y="42088"/>
                </a:lnTo>
                <a:lnTo>
                  <a:pt x="874324" y="42079"/>
                </a:lnTo>
                <a:lnTo>
                  <a:pt x="874504" y="42074"/>
                </a:lnTo>
                <a:lnTo>
                  <a:pt x="874683" y="42072"/>
                </a:lnTo>
                <a:lnTo>
                  <a:pt x="874831" y="42074"/>
                </a:lnTo>
                <a:lnTo>
                  <a:pt x="874976" y="42079"/>
                </a:lnTo>
                <a:lnTo>
                  <a:pt x="875120" y="42087"/>
                </a:lnTo>
                <a:lnTo>
                  <a:pt x="875262" y="42099"/>
                </a:lnTo>
                <a:lnTo>
                  <a:pt x="875401" y="42114"/>
                </a:lnTo>
                <a:lnTo>
                  <a:pt x="875539" y="42132"/>
                </a:lnTo>
                <a:lnTo>
                  <a:pt x="875675" y="42154"/>
                </a:lnTo>
                <a:lnTo>
                  <a:pt x="875808" y="42179"/>
                </a:lnTo>
                <a:lnTo>
                  <a:pt x="875940" y="42207"/>
                </a:lnTo>
                <a:lnTo>
                  <a:pt x="876069" y="42239"/>
                </a:lnTo>
                <a:lnTo>
                  <a:pt x="876197" y="42274"/>
                </a:lnTo>
                <a:lnTo>
                  <a:pt x="876322" y="42312"/>
                </a:lnTo>
                <a:lnTo>
                  <a:pt x="876446" y="42354"/>
                </a:lnTo>
                <a:lnTo>
                  <a:pt x="876567" y="42398"/>
                </a:lnTo>
                <a:lnTo>
                  <a:pt x="876686" y="42447"/>
                </a:lnTo>
                <a:lnTo>
                  <a:pt x="876804" y="42498"/>
                </a:lnTo>
                <a:lnTo>
                  <a:pt x="876919" y="42553"/>
                </a:lnTo>
                <a:lnTo>
                  <a:pt x="877032" y="42612"/>
                </a:lnTo>
                <a:lnTo>
                  <a:pt x="877144" y="42673"/>
                </a:lnTo>
                <a:lnTo>
                  <a:pt x="877253" y="42738"/>
                </a:lnTo>
                <a:lnTo>
                  <a:pt x="877360" y="42806"/>
                </a:lnTo>
                <a:lnTo>
                  <a:pt x="877465" y="42878"/>
                </a:lnTo>
                <a:lnTo>
                  <a:pt x="877569" y="42953"/>
                </a:lnTo>
                <a:lnTo>
                  <a:pt x="877670" y="43031"/>
                </a:lnTo>
                <a:lnTo>
                  <a:pt x="877769" y="43113"/>
                </a:lnTo>
                <a:lnTo>
                  <a:pt x="877865" y="43199"/>
                </a:lnTo>
                <a:lnTo>
                  <a:pt x="877958" y="43289"/>
                </a:lnTo>
                <a:lnTo>
                  <a:pt x="878049" y="43382"/>
                </a:lnTo>
                <a:lnTo>
                  <a:pt x="878138" y="43480"/>
                </a:lnTo>
                <a:lnTo>
                  <a:pt x="878223" y="43581"/>
                </a:lnTo>
                <a:lnTo>
                  <a:pt x="878306" y="43687"/>
                </a:lnTo>
                <a:lnTo>
                  <a:pt x="878387" y="43796"/>
                </a:lnTo>
                <a:lnTo>
                  <a:pt x="878465" y="43910"/>
                </a:lnTo>
                <a:lnTo>
                  <a:pt x="878540" y="44027"/>
                </a:lnTo>
                <a:lnTo>
                  <a:pt x="878613" y="44148"/>
                </a:lnTo>
                <a:lnTo>
                  <a:pt x="878683" y="44273"/>
                </a:lnTo>
                <a:lnTo>
                  <a:pt x="878750" y="44402"/>
                </a:lnTo>
                <a:lnTo>
                  <a:pt x="878815" y="44535"/>
                </a:lnTo>
                <a:lnTo>
                  <a:pt x="878877" y="44672"/>
                </a:lnTo>
                <a:lnTo>
                  <a:pt x="878936" y="44813"/>
                </a:lnTo>
                <a:lnTo>
                  <a:pt x="878993" y="44957"/>
                </a:lnTo>
                <a:lnTo>
                  <a:pt x="879047" y="45106"/>
                </a:lnTo>
                <a:lnTo>
                  <a:pt x="879099" y="45259"/>
                </a:lnTo>
                <a:lnTo>
                  <a:pt x="879148" y="45415"/>
                </a:lnTo>
                <a:lnTo>
                  <a:pt x="879194" y="45576"/>
                </a:lnTo>
                <a:lnTo>
                  <a:pt x="879238" y="45740"/>
                </a:lnTo>
                <a:lnTo>
                  <a:pt x="879279" y="45908"/>
                </a:lnTo>
                <a:lnTo>
                  <a:pt x="879318" y="46080"/>
                </a:lnTo>
                <a:lnTo>
                  <a:pt x="879354" y="46270"/>
                </a:lnTo>
                <a:lnTo>
                  <a:pt x="879389" y="46490"/>
                </a:lnTo>
                <a:lnTo>
                  <a:pt x="879422" y="46741"/>
                </a:lnTo>
                <a:lnTo>
                  <a:pt x="879454" y="47023"/>
                </a:lnTo>
                <a:lnTo>
                  <a:pt x="879484" y="47336"/>
                </a:lnTo>
                <a:lnTo>
                  <a:pt x="879513" y="47679"/>
                </a:lnTo>
                <a:lnTo>
                  <a:pt x="879540" y="48053"/>
                </a:lnTo>
                <a:lnTo>
                  <a:pt x="879566" y="48458"/>
                </a:lnTo>
                <a:lnTo>
                  <a:pt x="879590" y="48894"/>
                </a:lnTo>
                <a:lnTo>
                  <a:pt x="879612" y="49361"/>
                </a:lnTo>
                <a:lnTo>
                  <a:pt x="879633" y="49859"/>
                </a:lnTo>
                <a:lnTo>
                  <a:pt x="879652" y="50387"/>
                </a:lnTo>
                <a:lnTo>
                  <a:pt x="879670" y="50946"/>
                </a:lnTo>
                <a:lnTo>
                  <a:pt x="879686" y="51536"/>
                </a:lnTo>
                <a:lnTo>
                  <a:pt x="879701" y="52157"/>
                </a:lnTo>
                <a:lnTo>
                  <a:pt x="879714" y="52809"/>
                </a:lnTo>
                <a:lnTo>
                  <a:pt x="879726" y="53491"/>
                </a:lnTo>
                <a:lnTo>
                  <a:pt x="879736" y="54204"/>
                </a:lnTo>
                <a:lnTo>
                  <a:pt x="879745" y="54948"/>
                </a:lnTo>
                <a:lnTo>
                  <a:pt x="879752" y="55723"/>
                </a:lnTo>
                <a:lnTo>
                  <a:pt x="879757" y="56529"/>
                </a:lnTo>
                <a:lnTo>
                  <a:pt x="879761" y="57365"/>
                </a:lnTo>
                <a:lnTo>
                  <a:pt x="879763" y="58233"/>
                </a:lnTo>
                <a:lnTo>
                  <a:pt x="879764" y="59131"/>
                </a:lnTo>
                <a:lnTo>
                  <a:pt x="879764" y="83453"/>
                </a:lnTo>
                <a:lnTo>
                  <a:pt x="879763" y="83902"/>
                </a:lnTo>
                <a:lnTo>
                  <a:pt x="879762" y="84337"/>
                </a:lnTo>
                <a:lnTo>
                  <a:pt x="879759" y="84756"/>
                </a:lnTo>
                <a:lnTo>
                  <a:pt x="879754" y="85160"/>
                </a:lnTo>
                <a:lnTo>
                  <a:pt x="879749" y="85549"/>
                </a:lnTo>
                <a:lnTo>
                  <a:pt x="879743" y="85924"/>
                </a:lnTo>
                <a:lnTo>
                  <a:pt x="879735" y="86283"/>
                </a:lnTo>
                <a:lnTo>
                  <a:pt x="879726" y="86627"/>
                </a:lnTo>
                <a:lnTo>
                  <a:pt x="879716" y="86957"/>
                </a:lnTo>
                <a:lnTo>
                  <a:pt x="879704" y="87271"/>
                </a:lnTo>
                <a:lnTo>
                  <a:pt x="879692" y="87570"/>
                </a:lnTo>
                <a:lnTo>
                  <a:pt x="879678" y="87855"/>
                </a:lnTo>
                <a:lnTo>
                  <a:pt x="879663" y="88124"/>
                </a:lnTo>
                <a:lnTo>
                  <a:pt x="879647" y="88379"/>
                </a:lnTo>
                <a:lnTo>
                  <a:pt x="879630" y="88618"/>
                </a:lnTo>
                <a:lnTo>
                  <a:pt x="879611" y="88842"/>
                </a:lnTo>
                <a:lnTo>
                  <a:pt x="879592" y="89052"/>
                </a:lnTo>
                <a:lnTo>
                  <a:pt x="879571" y="89246"/>
                </a:lnTo>
                <a:lnTo>
                  <a:pt x="879549" y="89426"/>
                </a:lnTo>
                <a:lnTo>
                  <a:pt x="879526" y="89590"/>
                </a:lnTo>
                <a:lnTo>
                  <a:pt x="879501" y="89740"/>
                </a:lnTo>
                <a:lnTo>
                  <a:pt x="879475" y="89875"/>
                </a:lnTo>
                <a:lnTo>
                  <a:pt x="879449" y="89994"/>
                </a:lnTo>
                <a:lnTo>
                  <a:pt x="879421" y="90099"/>
                </a:lnTo>
                <a:lnTo>
                  <a:pt x="879362" y="90296"/>
                </a:lnTo>
                <a:lnTo>
                  <a:pt x="879299" y="90489"/>
                </a:lnTo>
                <a:lnTo>
                  <a:pt x="879233" y="90678"/>
                </a:lnTo>
                <a:lnTo>
                  <a:pt x="879163" y="90862"/>
                </a:lnTo>
                <a:lnTo>
                  <a:pt x="879090" y="91042"/>
                </a:lnTo>
                <a:lnTo>
                  <a:pt x="879013" y="91217"/>
                </a:lnTo>
                <a:lnTo>
                  <a:pt x="878932" y="91387"/>
                </a:lnTo>
                <a:lnTo>
                  <a:pt x="878848" y="91553"/>
                </a:lnTo>
                <a:lnTo>
                  <a:pt x="878761" y="91715"/>
                </a:lnTo>
                <a:lnTo>
                  <a:pt x="878670" y="91872"/>
                </a:lnTo>
                <a:lnTo>
                  <a:pt x="878575" y="92024"/>
                </a:lnTo>
                <a:lnTo>
                  <a:pt x="878477" y="92172"/>
                </a:lnTo>
                <a:lnTo>
                  <a:pt x="878375" y="92315"/>
                </a:lnTo>
                <a:lnTo>
                  <a:pt x="878269" y="92454"/>
                </a:lnTo>
                <a:lnTo>
                  <a:pt x="878160" y="92589"/>
                </a:lnTo>
                <a:lnTo>
                  <a:pt x="878047" y="92718"/>
                </a:lnTo>
                <a:lnTo>
                  <a:pt x="877931" y="92844"/>
                </a:lnTo>
                <a:lnTo>
                  <a:pt x="877811" y="92964"/>
                </a:lnTo>
                <a:lnTo>
                  <a:pt x="877688" y="93081"/>
                </a:lnTo>
                <a:lnTo>
                  <a:pt x="877561" y="93192"/>
                </a:lnTo>
                <a:lnTo>
                  <a:pt x="877430" y="93300"/>
                </a:lnTo>
                <a:lnTo>
                  <a:pt x="877296" y="93402"/>
                </a:lnTo>
                <a:lnTo>
                  <a:pt x="877159" y="93500"/>
                </a:lnTo>
                <a:lnTo>
                  <a:pt x="877017" y="93594"/>
                </a:lnTo>
                <a:lnTo>
                  <a:pt x="876819" y="93717"/>
                </a:lnTo>
                <a:lnTo>
                  <a:pt x="876611" y="93835"/>
                </a:lnTo>
                <a:lnTo>
                  <a:pt x="876395" y="93947"/>
                </a:lnTo>
                <a:lnTo>
                  <a:pt x="876171" y="94054"/>
                </a:lnTo>
                <a:lnTo>
                  <a:pt x="875937" y="94156"/>
                </a:lnTo>
                <a:lnTo>
                  <a:pt x="875696" y="94253"/>
                </a:lnTo>
                <a:lnTo>
                  <a:pt x="875445" y="94345"/>
                </a:lnTo>
                <a:lnTo>
                  <a:pt x="875186" y="94431"/>
                </a:lnTo>
                <a:lnTo>
                  <a:pt x="874919" y="94512"/>
                </a:lnTo>
                <a:lnTo>
                  <a:pt x="874643" y="94588"/>
                </a:lnTo>
                <a:lnTo>
                  <a:pt x="874358" y="94658"/>
                </a:lnTo>
                <a:lnTo>
                  <a:pt x="874065" y="94724"/>
                </a:lnTo>
                <a:lnTo>
                  <a:pt x="873763" y="94784"/>
                </a:lnTo>
                <a:lnTo>
                  <a:pt x="873453" y="94839"/>
                </a:lnTo>
                <a:lnTo>
                  <a:pt x="873134" y="94889"/>
                </a:lnTo>
                <a:lnTo>
                  <a:pt x="872806" y="94933"/>
                </a:lnTo>
                <a:lnTo>
                  <a:pt x="872470" y="94972"/>
                </a:lnTo>
                <a:lnTo>
                  <a:pt x="872125" y="95006"/>
                </a:lnTo>
                <a:lnTo>
                  <a:pt x="871772" y="95035"/>
                </a:lnTo>
                <a:lnTo>
                  <a:pt x="871410" y="95059"/>
                </a:lnTo>
                <a:lnTo>
                  <a:pt x="871039" y="95077"/>
                </a:lnTo>
                <a:lnTo>
                  <a:pt x="870660" y="95090"/>
                </a:lnTo>
                <a:lnTo>
                  <a:pt x="870272" y="95098"/>
                </a:lnTo>
                <a:lnTo>
                  <a:pt x="869876" y="95100"/>
                </a:lnTo>
                <a:lnTo>
                  <a:pt x="869876" y="97641"/>
                </a:lnTo>
                <a:lnTo>
                  <a:pt x="902080" y="97641"/>
                </a:lnTo>
                <a:lnTo>
                  <a:pt x="902080" y="95100"/>
                </a:lnTo>
                <a:lnTo>
                  <a:pt x="901729" y="95098"/>
                </a:lnTo>
                <a:lnTo>
                  <a:pt x="901384" y="95092"/>
                </a:lnTo>
                <a:lnTo>
                  <a:pt x="901047" y="95081"/>
                </a:lnTo>
                <a:lnTo>
                  <a:pt x="900716" y="95066"/>
                </a:lnTo>
                <a:lnTo>
                  <a:pt x="900393" y="95047"/>
                </a:lnTo>
                <a:lnTo>
                  <a:pt x="900076" y="95023"/>
                </a:lnTo>
                <a:lnTo>
                  <a:pt x="899766" y="94996"/>
                </a:lnTo>
                <a:lnTo>
                  <a:pt x="899463" y="94964"/>
                </a:lnTo>
                <a:lnTo>
                  <a:pt x="899167" y="94927"/>
                </a:lnTo>
                <a:lnTo>
                  <a:pt x="898878" y="94887"/>
                </a:lnTo>
                <a:lnTo>
                  <a:pt x="898596" y="94842"/>
                </a:lnTo>
                <a:lnTo>
                  <a:pt x="898321" y="94793"/>
                </a:lnTo>
                <a:lnTo>
                  <a:pt x="898052" y="94739"/>
                </a:lnTo>
                <a:lnTo>
                  <a:pt x="897791" y="94681"/>
                </a:lnTo>
                <a:lnTo>
                  <a:pt x="897536" y="94619"/>
                </a:lnTo>
                <a:lnTo>
                  <a:pt x="897289" y="94553"/>
                </a:lnTo>
                <a:lnTo>
                  <a:pt x="897048" y="94482"/>
                </a:lnTo>
                <a:lnTo>
                  <a:pt x="896814" y="94408"/>
                </a:lnTo>
                <a:lnTo>
                  <a:pt x="896588" y="94329"/>
                </a:lnTo>
                <a:lnTo>
                  <a:pt x="896368" y="94245"/>
                </a:lnTo>
                <a:lnTo>
                  <a:pt x="896155" y="94157"/>
                </a:lnTo>
                <a:lnTo>
                  <a:pt x="895948" y="94066"/>
                </a:lnTo>
                <a:lnTo>
                  <a:pt x="895749" y="93969"/>
                </a:lnTo>
                <a:lnTo>
                  <a:pt x="895557" y="93869"/>
                </a:lnTo>
                <a:lnTo>
                  <a:pt x="895370" y="93765"/>
                </a:lnTo>
                <a:lnTo>
                  <a:pt x="895189" y="93659"/>
                </a:lnTo>
                <a:lnTo>
                  <a:pt x="895012" y="93551"/>
                </a:lnTo>
                <a:lnTo>
                  <a:pt x="894840" y="93440"/>
                </a:lnTo>
                <a:lnTo>
                  <a:pt x="894672" y="93328"/>
                </a:lnTo>
                <a:lnTo>
                  <a:pt x="894510" y="93213"/>
                </a:lnTo>
                <a:lnTo>
                  <a:pt x="894352" y="93097"/>
                </a:lnTo>
                <a:lnTo>
                  <a:pt x="894199" y="92978"/>
                </a:lnTo>
                <a:lnTo>
                  <a:pt x="894051" y="92857"/>
                </a:lnTo>
                <a:lnTo>
                  <a:pt x="893907" y="92734"/>
                </a:lnTo>
                <a:lnTo>
                  <a:pt x="893768" y="92608"/>
                </a:lnTo>
                <a:lnTo>
                  <a:pt x="893634" y="92481"/>
                </a:lnTo>
                <a:lnTo>
                  <a:pt x="893505" y="92351"/>
                </a:lnTo>
                <a:lnTo>
                  <a:pt x="893381" y="92220"/>
                </a:lnTo>
                <a:lnTo>
                  <a:pt x="893261" y="92086"/>
                </a:lnTo>
                <a:lnTo>
                  <a:pt x="893146" y="91950"/>
                </a:lnTo>
                <a:lnTo>
                  <a:pt x="893036" y="91812"/>
                </a:lnTo>
                <a:lnTo>
                  <a:pt x="892930" y="91672"/>
                </a:lnTo>
                <a:lnTo>
                  <a:pt x="892830" y="91529"/>
                </a:lnTo>
                <a:lnTo>
                  <a:pt x="892734" y="91385"/>
                </a:lnTo>
                <a:lnTo>
                  <a:pt x="892643" y="91238"/>
                </a:lnTo>
                <a:lnTo>
                  <a:pt x="892557" y="91089"/>
                </a:lnTo>
                <a:lnTo>
                  <a:pt x="892475" y="90938"/>
                </a:lnTo>
                <a:lnTo>
                  <a:pt x="892398" y="90785"/>
                </a:lnTo>
                <a:lnTo>
                  <a:pt x="892292" y="90558"/>
                </a:lnTo>
                <a:lnTo>
                  <a:pt x="892190" y="90322"/>
                </a:lnTo>
                <a:lnTo>
                  <a:pt x="892093" y="90078"/>
                </a:lnTo>
                <a:lnTo>
                  <a:pt x="892000" y="89824"/>
                </a:lnTo>
                <a:lnTo>
                  <a:pt x="891911" y="89562"/>
                </a:lnTo>
                <a:lnTo>
                  <a:pt x="891828" y="89291"/>
                </a:lnTo>
                <a:lnTo>
                  <a:pt x="891748" y="89012"/>
                </a:lnTo>
                <a:lnTo>
                  <a:pt x="891674" y="88723"/>
                </a:lnTo>
                <a:lnTo>
                  <a:pt x="891603" y="88426"/>
                </a:lnTo>
                <a:lnTo>
                  <a:pt x="891538" y="88119"/>
                </a:lnTo>
                <a:lnTo>
                  <a:pt x="891476" y="87805"/>
                </a:lnTo>
                <a:lnTo>
                  <a:pt x="891420" y="87481"/>
                </a:lnTo>
                <a:lnTo>
                  <a:pt x="891368" y="87148"/>
                </a:lnTo>
                <a:lnTo>
                  <a:pt x="891320" y="86807"/>
                </a:lnTo>
                <a:lnTo>
                  <a:pt x="891277" y="86457"/>
                </a:lnTo>
                <a:lnTo>
                  <a:pt x="891239" y="86098"/>
                </a:lnTo>
                <a:lnTo>
                  <a:pt x="891205" y="85730"/>
                </a:lnTo>
                <a:lnTo>
                  <a:pt x="891175" y="85354"/>
                </a:lnTo>
                <a:lnTo>
                  <a:pt x="891150" y="84969"/>
                </a:lnTo>
                <a:lnTo>
                  <a:pt x="891130" y="84575"/>
                </a:lnTo>
                <a:lnTo>
                  <a:pt x="891114" y="84172"/>
                </a:lnTo>
                <a:lnTo>
                  <a:pt x="891103" y="83760"/>
                </a:lnTo>
                <a:lnTo>
                  <a:pt x="891096" y="83340"/>
                </a:lnTo>
                <a:lnTo>
                  <a:pt x="891094" y="82910"/>
                </a:lnTo>
                <a:lnTo>
                  <a:pt x="891094" y="52844"/>
                </a:lnTo>
                <a:lnTo>
                  <a:pt x="891368" y="52314"/>
                </a:lnTo>
                <a:lnTo>
                  <a:pt x="891642" y="51796"/>
                </a:lnTo>
                <a:lnTo>
                  <a:pt x="891914" y="51291"/>
                </a:lnTo>
                <a:lnTo>
                  <a:pt x="892187" y="50799"/>
                </a:lnTo>
                <a:lnTo>
                  <a:pt x="892458" y="50319"/>
                </a:lnTo>
                <a:lnTo>
                  <a:pt x="892729" y="49852"/>
                </a:lnTo>
                <a:lnTo>
                  <a:pt x="892999" y="49397"/>
                </a:lnTo>
                <a:lnTo>
                  <a:pt x="893268" y="48955"/>
                </a:lnTo>
                <a:lnTo>
                  <a:pt x="893537" y="48526"/>
                </a:lnTo>
                <a:lnTo>
                  <a:pt x="893805" y="48109"/>
                </a:lnTo>
                <a:lnTo>
                  <a:pt x="894072" y="47705"/>
                </a:lnTo>
                <a:lnTo>
                  <a:pt x="894338" y="47314"/>
                </a:lnTo>
                <a:lnTo>
                  <a:pt x="894604" y="46935"/>
                </a:lnTo>
                <a:lnTo>
                  <a:pt x="894869" y="46568"/>
                </a:lnTo>
                <a:lnTo>
                  <a:pt x="895133" y="46215"/>
                </a:lnTo>
                <a:lnTo>
                  <a:pt x="895397" y="45873"/>
                </a:lnTo>
                <a:lnTo>
                  <a:pt x="895660" y="45545"/>
                </a:lnTo>
                <a:lnTo>
                  <a:pt x="895922" y="45229"/>
                </a:lnTo>
                <a:lnTo>
                  <a:pt x="896183" y="44926"/>
                </a:lnTo>
                <a:lnTo>
                  <a:pt x="896444" y="44635"/>
                </a:lnTo>
                <a:lnTo>
                  <a:pt x="896704" y="44357"/>
                </a:lnTo>
                <a:lnTo>
                  <a:pt x="896963" y="44091"/>
                </a:lnTo>
                <a:lnTo>
                  <a:pt x="897222" y="43838"/>
                </a:lnTo>
                <a:lnTo>
                  <a:pt x="897480" y="43598"/>
                </a:lnTo>
                <a:lnTo>
                  <a:pt x="897599" y="43486"/>
                </a:lnTo>
                <a:lnTo>
                  <a:pt x="897718" y="43379"/>
                </a:lnTo>
                <a:lnTo>
                  <a:pt x="897837" y="43277"/>
                </a:lnTo>
                <a:lnTo>
                  <a:pt x="897954" y="43179"/>
                </a:lnTo>
                <a:lnTo>
                  <a:pt x="898071" y="43087"/>
                </a:lnTo>
                <a:lnTo>
                  <a:pt x="898188" y="42999"/>
                </a:lnTo>
                <a:lnTo>
                  <a:pt x="898303" y="42916"/>
                </a:lnTo>
                <a:lnTo>
                  <a:pt x="898418" y="42837"/>
                </a:lnTo>
                <a:lnTo>
                  <a:pt x="898532" y="42763"/>
                </a:lnTo>
                <a:lnTo>
                  <a:pt x="898645" y="42695"/>
                </a:lnTo>
                <a:lnTo>
                  <a:pt x="898758" y="42630"/>
                </a:lnTo>
                <a:lnTo>
                  <a:pt x="898870" y="42571"/>
                </a:lnTo>
                <a:lnTo>
                  <a:pt x="898981" y="42516"/>
                </a:lnTo>
                <a:lnTo>
                  <a:pt x="899092" y="42466"/>
                </a:lnTo>
                <a:lnTo>
                  <a:pt x="899202" y="42421"/>
                </a:lnTo>
                <a:lnTo>
                  <a:pt x="899311" y="42381"/>
                </a:lnTo>
                <a:lnTo>
                  <a:pt x="899419" y="42345"/>
                </a:lnTo>
                <a:lnTo>
                  <a:pt x="899527" y="42314"/>
                </a:lnTo>
                <a:lnTo>
                  <a:pt x="899634" y="42288"/>
                </a:lnTo>
                <a:lnTo>
                  <a:pt x="899740" y="42267"/>
                </a:lnTo>
                <a:lnTo>
                  <a:pt x="899845" y="42250"/>
                </a:lnTo>
                <a:lnTo>
                  <a:pt x="899950" y="42238"/>
                </a:lnTo>
                <a:lnTo>
                  <a:pt x="900054" y="42231"/>
                </a:lnTo>
                <a:lnTo>
                  <a:pt x="900157" y="42229"/>
                </a:lnTo>
                <a:lnTo>
                  <a:pt x="900280" y="42233"/>
                </a:lnTo>
                <a:lnTo>
                  <a:pt x="900409" y="42245"/>
                </a:lnTo>
                <a:lnTo>
                  <a:pt x="900542" y="42266"/>
                </a:lnTo>
                <a:lnTo>
                  <a:pt x="900681" y="42295"/>
                </a:lnTo>
                <a:lnTo>
                  <a:pt x="900825" y="42332"/>
                </a:lnTo>
                <a:lnTo>
                  <a:pt x="900975" y="42377"/>
                </a:lnTo>
                <a:lnTo>
                  <a:pt x="901130" y="42430"/>
                </a:lnTo>
                <a:lnTo>
                  <a:pt x="901290" y="42492"/>
                </a:lnTo>
                <a:lnTo>
                  <a:pt x="901456" y="42562"/>
                </a:lnTo>
                <a:lnTo>
                  <a:pt x="901627" y="42640"/>
                </a:lnTo>
                <a:lnTo>
                  <a:pt x="901804" y="42726"/>
                </a:lnTo>
                <a:lnTo>
                  <a:pt x="901986" y="42821"/>
                </a:lnTo>
                <a:lnTo>
                  <a:pt x="902173" y="42924"/>
                </a:lnTo>
                <a:lnTo>
                  <a:pt x="902366" y="43035"/>
                </a:lnTo>
                <a:lnTo>
                  <a:pt x="902563" y="43154"/>
                </a:lnTo>
                <a:lnTo>
                  <a:pt x="902767" y="43282"/>
                </a:lnTo>
                <a:lnTo>
                  <a:pt x="902975" y="43417"/>
                </a:lnTo>
                <a:lnTo>
                  <a:pt x="903189" y="43561"/>
                </a:lnTo>
                <a:lnTo>
                  <a:pt x="903409" y="43713"/>
                </a:lnTo>
                <a:lnTo>
                  <a:pt x="903634" y="43874"/>
                </a:lnTo>
                <a:lnTo>
                  <a:pt x="903864" y="44042"/>
                </a:lnTo>
                <a:lnTo>
                  <a:pt x="904099" y="44219"/>
                </a:lnTo>
                <a:lnTo>
                  <a:pt x="904340" y="44404"/>
                </a:lnTo>
                <a:lnTo>
                  <a:pt x="904586" y="44598"/>
                </a:lnTo>
                <a:lnTo>
                  <a:pt x="904834" y="44791"/>
                </a:lnTo>
                <a:lnTo>
                  <a:pt x="905080" y="44976"/>
                </a:lnTo>
                <a:lnTo>
                  <a:pt x="905324" y="45153"/>
                </a:lnTo>
                <a:lnTo>
                  <a:pt x="905566" y="45321"/>
                </a:lnTo>
                <a:lnTo>
                  <a:pt x="905806" y="45482"/>
                </a:lnTo>
                <a:lnTo>
                  <a:pt x="906043" y="45634"/>
                </a:lnTo>
                <a:lnTo>
                  <a:pt x="906279" y="45778"/>
                </a:lnTo>
                <a:lnTo>
                  <a:pt x="906513" y="45914"/>
                </a:lnTo>
                <a:lnTo>
                  <a:pt x="906745" y="46041"/>
                </a:lnTo>
                <a:lnTo>
                  <a:pt x="906974" y="46160"/>
                </a:lnTo>
                <a:lnTo>
                  <a:pt x="907202" y="46272"/>
                </a:lnTo>
                <a:lnTo>
                  <a:pt x="907427" y="46374"/>
                </a:lnTo>
                <a:lnTo>
                  <a:pt x="907651" y="46469"/>
                </a:lnTo>
                <a:lnTo>
                  <a:pt x="907873" y="46555"/>
                </a:lnTo>
                <a:lnTo>
                  <a:pt x="908092" y="46633"/>
                </a:lnTo>
                <a:lnTo>
                  <a:pt x="908310" y="46703"/>
                </a:lnTo>
                <a:lnTo>
                  <a:pt x="908525" y="46765"/>
                </a:lnTo>
                <a:lnTo>
                  <a:pt x="908738" y="46819"/>
                </a:lnTo>
                <a:lnTo>
                  <a:pt x="908950" y="46864"/>
                </a:lnTo>
                <a:lnTo>
                  <a:pt x="909159" y="46901"/>
                </a:lnTo>
                <a:lnTo>
                  <a:pt x="909367" y="46930"/>
                </a:lnTo>
                <a:lnTo>
                  <a:pt x="909572" y="46950"/>
                </a:lnTo>
                <a:lnTo>
                  <a:pt x="909775" y="46962"/>
                </a:lnTo>
                <a:lnTo>
                  <a:pt x="909977" y="46967"/>
                </a:lnTo>
                <a:lnTo>
                  <a:pt x="910181" y="46963"/>
                </a:lnTo>
                <a:lnTo>
                  <a:pt x="910384" y="46954"/>
                </a:lnTo>
                <a:lnTo>
                  <a:pt x="910584" y="46938"/>
                </a:lnTo>
                <a:lnTo>
                  <a:pt x="910781" y="46915"/>
                </a:lnTo>
                <a:lnTo>
                  <a:pt x="910977" y="46886"/>
                </a:lnTo>
                <a:lnTo>
                  <a:pt x="911170" y="46851"/>
                </a:lnTo>
                <a:lnTo>
                  <a:pt x="911360" y="46809"/>
                </a:lnTo>
                <a:lnTo>
                  <a:pt x="911548" y="46761"/>
                </a:lnTo>
                <a:lnTo>
                  <a:pt x="911734" y="46706"/>
                </a:lnTo>
                <a:lnTo>
                  <a:pt x="911917" y="46645"/>
                </a:lnTo>
                <a:lnTo>
                  <a:pt x="912098" y="46577"/>
                </a:lnTo>
                <a:lnTo>
                  <a:pt x="912277" y="46503"/>
                </a:lnTo>
                <a:lnTo>
                  <a:pt x="912453" y="46423"/>
                </a:lnTo>
                <a:lnTo>
                  <a:pt x="912627" y="46336"/>
                </a:lnTo>
                <a:lnTo>
                  <a:pt x="912798" y="46242"/>
                </a:lnTo>
                <a:lnTo>
                  <a:pt x="912967" y="46143"/>
                </a:lnTo>
                <a:lnTo>
                  <a:pt x="913134" y="46036"/>
                </a:lnTo>
                <a:lnTo>
                  <a:pt x="913298" y="45924"/>
                </a:lnTo>
                <a:lnTo>
                  <a:pt x="913460" y="45805"/>
                </a:lnTo>
                <a:lnTo>
                  <a:pt x="913620" y="45679"/>
                </a:lnTo>
                <a:lnTo>
                  <a:pt x="913777" y="45547"/>
                </a:lnTo>
                <a:lnTo>
                  <a:pt x="913932" y="45409"/>
                </a:lnTo>
                <a:lnTo>
                  <a:pt x="914084" y="45264"/>
                </a:lnTo>
                <a:lnTo>
                  <a:pt x="914234" y="45113"/>
                </a:lnTo>
                <a:lnTo>
                  <a:pt x="914379" y="44957"/>
                </a:lnTo>
                <a:lnTo>
                  <a:pt x="914519" y="44798"/>
                </a:lnTo>
                <a:lnTo>
                  <a:pt x="914652" y="44636"/>
                </a:lnTo>
                <a:lnTo>
                  <a:pt x="914779" y="44472"/>
                </a:lnTo>
                <a:lnTo>
                  <a:pt x="914900" y="44304"/>
                </a:lnTo>
                <a:lnTo>
                  <a:pt x="915015" y="44134"/>
                </a:lnTo>
                <a:lnTo>
                  <a:pt x="915123" y="43961"/>
                </a:lnTo>
                <a:lnTo>
                  <a:pt x="915226" y="43785"/>
                </a:lnTo>
                <a:lnTo>
                  <a:pt x="915322" y="43606"/>
                </a:lnTo>
                <a:lnTo>
                  <a:pt x="915412" y="43425"/>
                </a:lnTo>
                <a:lnTo>
                  <a:pt x="915495" y="43240"/>
                </a:lnTo>
                <a:lnTo>
                  <a:pt x="915573" y="43053"/>
                </a:lnTo>
                <a:lnTo>
                  <a:pt x="915644" y="42862"/>
                </a:lnTo>
                <a:lnTo>
                  <a:pt x="915677" y="42766"/>
                </a:lnTo>
                <a:lnTo>
                  <a:pt x="915812" y="43128"/>
                </a:lnTo>
                <a:lnTo>
                  <a:pt x="916022" y="43049"/>
                </a:lnTo>
                <a:lnTo>
                  <a:pt x="916229" y="42974"/>
                </a:lnTo>
                <a:lnTo>
                  <a:pt x="916433" y="42902"/>
                </a:lnTo>
                <a:lnTo>
                  <a:pt x="916634" y="42834"/>
                </a:lnTo>
                <a:lnTo>
                  <a:pt x="916832" y="42769"/>
                </a:lnTo>
                <a:lnTo>
                  <a:pt x="917027" y="42707"/>
                </a:lnTo>
                <a:lnTo>
                  <a:pt x="917218" y="42649"/>
                </a:lnTo>
                <a:lnTo>
                  <a:pt x="917407" y="42594"/>
                </a:lnTo>
                <a:lnTo>
                  <a:pt x="917592" y="42542"/>
                </a:lnTo>
                <a:lnTo>
                  <a:pt x="917774" y="42494"/>
                </a:lnTo>
                <a:lnTo>
                  <a:pt x="917953" y="42449"/>
                </a:lnTo>
                <a:lnTo>
                  <a:pt x="918130" y="42407"/>
                </a:lnTo>
                <a:lnTo>
                  <a:pt x="918303" y="42368"/>
                </a:lnTo>
                <a:lnTo>
                  <a:pt x="918472" y="42333"/>
                </a:lnTo>
                <a:lnTo>
                  <a:pt x="918639" y="42302"/>
                </a:lnTo>
                <a:lnTo>
                  <a:pt x="918803" y="42273"/>
                </a:lnTo>
                <a:lnTo>
                  <a:pt x="918963" y="42248"/>
                </a:lnTo>
                <a:lnTo>
                  <a:pt x="919121" y="42227"/>
                </a:lnTo>
                <a:lnTo>
                  <a:pt x="919275" y="42208"/>
                </a:lnTo>
                <a:lnTo>
                  <a:pt x="919427" y="42193"/>
                </a:lnTo>
                <a:lnTo>
                  <a:pt x="919575" y="42182"/>
                </a:lnTo>
                <a:lnTo>
                  <a:pt x="919720" y="42173"/>
                </a:lnTo>
                <a:lnTo>
                  <a:pt x="919862" y="42168"/>
                </a:lnTo>
                <a:lnTo>
                  <a:pt x="920001" y="42166"/>
                </a:lnTo>
                <a:lnTo>
                  <a:pt x="920171" y="42168"/>
                </a:lnTo>
                <a:lnTo>
                  <a:pt x="920338" y="42172"/>
                </a:lnTo>
                <a:lnTo>
                  <a:pt x="920502" y="42179"/>
                </a:lnTo>
                <a:lnTo>
                  <a:pt x="920663" y="42189"/>
                </a:lnTo>
                <a:lnTo>
                  <a:pt x="920822" y="42202"/>
                </a:lnTo>
                <a:lnTo>
                  <a:pt x="920977" y="42218"/>
                </a:lnTo>
                <a:lnTo>
                  <a:pt x="921129" y="42237"/>
                </a:lnTo>
                <a:lnTo>
                  <a:pt x="921279" y="42258"/>
                </a:lnTo>
                <a:lnTo>
                  <a:pt x="921425" y="42283"/>
                </a:lnTo>
                <a:lnTo>
                  <a:pt x="921568" y="42310"/>
                </a:lnTo>
                <a:lnTo>
                  <a:pt x="921709" y="42340"/>
                </a:lnTo>
                <a:lnTo>
                  <a:pt x="921846" y="42373"/>
                </a:lnTo>
                <a:lnTo>
                  <a:pt x="921980" y="42409"/>
                </a:lnTo>
                <a:lnTo>
                  <a:pt x="922112" y="42448"/>
                </a:lnTo>
                <a:lnTo>
                  <a:pt x="922240" y="42489"/>
                </a:lnTo>
                <a:lnTo>
                  <a:pt x="922366" y="42534"/>
                </a:lnTo>
                <a:lnTo>
                  <a:pt x="922488" y="42581"/>
                </a:lnTo>
                <a:lnTo>
                  <a:pt x="922608" y="42631"/>
                </a:lnTo>
                <a:lnTo>
                  <a:pt x="922724" y="42684"/>
                </a:lnTo>
                <a:lnTo>
                  <a:pt x="922838" y="42740"/>
                </a:lnTo>
                <a:lnTo>
                  <a:pt x="922948" y="42799"/>
                </a:lnTo>
                <a:lnTo>
                  <a:pt x="923056" y="42861"/>
                </a:lnTo>
                <a:lnTo>
                  <a:pt x="923161" y="42925"/>
                </a:lnTo>
                <a:lnTo>
                  <a:pt x="923262" y="42993"/>
                </a:lnTo>
                <a:lnTo>
                  <a:pt x="923361" y="43063"/>
                </a:lnTo>
                <a:lnTo>
                  <a:pt x="923458" y="43136"/>
                </a:lnTo>
                <a:lnTo>
                  <a:pt x="923552" y="43212"/>
                </a:lnTo>
                <a:lnTo>
                  <a:pt x="923645" y="43290"/>
                </a:lnTo>
                <a:lnTo>
                  <a:pt x="923735" y="43372"/>
                </a:lnTo>
                <a:lnTo>
                  <a:pt x="923822" y="43456"/>
                </a:lnTo>
                <a:lnTo>
                  <a:pt x="923908" y="43544"/>
                </a:lnTo>
                <a:lnTo>
                  <a:pt x="923991" y="43634"/>
                </a:lnTo>
                <a:lnTo>
                  <a:pt x="924072" y="43727"/>
                </a:lnTo>
                <a:lnTo>
                  <a:pt x="924150" y="43823"/>
                </a:lnTo>
                <a:lnTo>
                  <a:pt x="924227" y="43921"/>
                </a:lnTo>
                <a:lnTo>
                  <a:pt x="924301" y="44023"/>
                </a:lnTo>
                <a:lnTo>
                  <a:pt x="924373" y="44128"/>
                </a:lnTo>
                <a:lnTo>
                  <a:pt x="924442" y="44235"/>
                </a:lnTo>
                <a:lnTo>
                  <a:pt x="924510" y="44345"/>
                </a:lnTo>
                <a:lnTo>
                  <a:pt x="924575" y="44458"/>
                </a:lnTo>
                <a:lnTo>
                  <a:pt x="924637" y="44574"/>
                </a:lnTo>
                <a:lnTo>
                  <a:pt x="924698" y="44693"/>
                </a:lnTo>
                <a:lnTo>
                  <a:pt x="924756" y="44815"/>
                </a:lnTo>
                <a:lnTo>
                  <a:pt x="924812" y="44940"/>
                </a:lnTo>
                <a:lnTo>
                  <a:pt x="924866" y="45067"/>
                </a:lnTo>
                <a:lnTo>
                  <a:pt x="924917" y="45197"/>
                </a:lnTo>
                <a:lnTo>
                  <a:pt x="924966" y="45331"/>
                </a:lnTo>
                <a:lnTo>
                  <a:pt x="925013" y="45467"/>
                </a:lnTo>
                <a:lnTo>
                  <a:pt x="925058" y="45612"/>
                </a:lnTo>
                <a:lnTo>
                  <a:pt x="925101" y="45772"/>
                </a:lnTo>
                <a:lnTo>
                  <a:pt x="925142" y="45948"/>
                </a:lnTo>
                <a:lnTo>
                  <a:pt x="925181" y="46140"/>
                </a:lnTo>
                <a:lnTo>
                  <a:pt x="925218" y="46347"/>
                </a:lnTo>
                <a:lnTo>
                  <a:pt x="925254" y="46570"/>
                </a:lnTo>
                <a:lnTo>
                  <a:pt x="925287" y="46808"/>
                </a:lnTo>
                <a:lnTo>
                  <a:pt x="925318" y="47062"/>
                </a:lnTo>
                <a:lnTo>
                  <a:pt x="925348" y="47331"/>
                </a:lnTo>
                <a:lnTo>
                  <a:pt x="925376" y="47616"/>
                </a:lnTo>
                <a:lnTo>
                  <a:pt x="925401" y="47916"/>
                </a:lnTo>
                <a:lnTo>
                  <a:pt x="925425" y="48232"/>
                </a:lnTo>
                <a:lnTo>
                  <a:pt x="925447" y="48563"/>
                </a:lnTo>
                <a:lnTo>
                  <a:pt x="925467" y="48909"/>
                </a:lnTo>
                <a:lnTo>
                  <a:pt x="925485" y="49272"/>
                </a:lnTo>
                <a:lnTo>
                  <a:pt x="925502" y="49650"/>
                </a:lnTo>
                <a:lnTo>
                  <a:pt x="925516" y="50043"/>
                </a:lnTo>
                <a:lnTo>
                  <a:pt x="925528" y="50452"/>
                </a:lnTo>
                <a:lnTo>
                  <a:pt x="925539" y="50876"/>
                </a:lnTo>
                <a:lnTo>
                  <a:pt x="925547" y="51316"/>
                </a:lnTo>
                <a:lnTo>
                  <a:pt x="925554" y="51771"/>
                </a:lnTo>
                <a:lnTo>
                  <a:pt x="925559" y="52242"/>
                </a:lnTo>
                <a:lnTo>
                  <a:pt x="925562" y="52728"/>
                </a:lnTo>
                <a:lnTo>
                  <a:pt x="925563" y="53230"/>
                </a:lnTo>
                <a:lnTo>
                  <a:pt x="925563" y="112739"/>
                </a:lnTo>
                <a:lnTo>
                  <a:pt x="925561" y="113302"/>
                </a:lnTo>
                <a:lnTo>
                  <a:pt x="925558" y="113848"/>
                </a:lnTo>
                <a:lnTo>
                  <a:pt x="925551" y="114375"/>
                </a:lnTo>
                <a:lnTo>
                  <a:pt x="925543" y="114885"/>
                </a:lnTo>
                <a:lnTo>
                  <a:pt x="925531" y="115376"/>
                </a:lnTo>
                <a:lnTo>
                  <a:pt x="925517" y="115850"/>
                </a:lnTo>
                <a:lnTo>
                  <a:pt x="925501" y="116305"/>
                </a:lnTo>
                <a:lnTo>
                  <a:pt x="925482" y="116743"/>
                </a:lnTo>
                <a:lnTo>
                  <a:pt x="925461" y="117162"/>
                </a:lnTo>
                <a:lnTo>
                  <a:pt x="925437" y="117564"/>
                </a:lnTo>
                <a:lnTo>
                  <a:pt x="925411" y="117947"/>
                </a:lnTo>
                <a:lnTo>
                  <a:pt x="925382" y="118312"/>
                </a:lnTo>
                <a:lnTo>
                  <a:pt x="925351" y="118660"/>
                </a:lnTo>
                <a:lnTo>
                  <a:pt x="925317" y="118989"/>
                </a:lnTo>
                <a:lnTo>
                  <a:pt x="925281" y="119300"/>
                </a:lnTo>
                <a:lnTo>
                  <a:pt x="925242" y="119594"/>
                </a:lnTo>
                <a:lnTo>
                  <a:pt x="925201" y="119869"/>
                </a:lnTo>
                <a:lnTo>
                  <a:pt x="925157" y="120126"/>
                </a:lnTo>
                <a:lnTo>
                  <a:pt x="925111" y="120366"/>
                </a:lnTo>
                <a:lnTo>
                  <a:pt x="925062" y="120587"/>
                </a:lnTo>
                <a:lnTo>
                  <a:pt x="925011" y="120790"/>
                </a:lnTo>
                <a:lnTo>
                  <a:pt x="924957" y="120975"/>
                </a:lnTo>
                <a:lnTo>
                  <a:pt x="924900" y="121143"/>
                </a:lnTo>
                <a:lnTo>
                  <a:pt x="924842" y="121292"/>
                </a:lnTo>
                <a:lnTo>
                  <a:pt x="924780" y="121430"/>
                </a:lnTo>
                <a:lnTo>
                  <a:pt x="924717" y="121566"/>
                </a:lnTo>
                <a:lnTo>
                  <a:pt x="924652" y="121698"/>
                </a:lnTo>
                <a:lnTo>
                  <a:pt x="924585" y="121827"/>
                </a:lnTo>
                <a:lnTo>
                  <a:pt x="924516" y="121953"/>
                </a:lnTo>
                <a:lnTo>
                  <a:pt x="924445" y="122076"/>
                </a:lnTo>
                <a:lnTo>
                  <a:pt x="924371" y="122195"/>
                </a:lnTo>
                <a:lnTo>
                  <a:pt x="924296" y="122311"/>
                </a:lnTo>
                <a:lnTo>
                  <a:pt x="924219" y="122424"/>
                </a:lnTo>
                <a:lnTo>
                  <a:pt x="924139" y="122534"/>
                </a:lnTo>
                <a:lnTo>
                  <a:pt x="924058" y="122641"/>
                </a:lnTo>
                <a:lnTo>
                  <a:pt x="923975" y="122744"/>
                </a:lnTo>
                <a:lnTo>
                  <a:pt x="923889" y="122844"/>
                </a:lnTo>
                <a:lnTo>
                  <a:pt x="923802" y="122941"/>
                </a:lnTo>
                <a:lnTo>
                  <a:pt x="923712" y="123034"/>
                </a:lnTo>
                <a:lnTo>
                  <a:pt x="923621" y="123125"/>
                </a:lnTo>
                <a:lnTo>
                  <a:pt x="923527" y="123212"/>
                </a:lnTo>
                <a:lnTo>
                  <a:pt x="923432" y="123296"/>
                </a:lnTo>
                <a:lnTo>
                  <a:pt x="923334" y="123376"/>
                </a:lnTo>
                <a:lnTo>
                  <a:pt x="923235" y="123454"/>
                </a:lnTo>
                <a:lnTo>
                  <a:pt x="923133" y="123528"/>
                </a:lnTo>
                <a:lnTo>
                  <a:pt x="923029" y="123599"/>
                </a:lnTo>
                <a:lnTo>
                  <a:pt x="922924" y="123667"/>
                </a:lnTo>
                <a:lnTo>
                  <a:pt x="922816" y="123731"/>
                </a:lnTo>
                <a:lnTo>
                  <a:pt x="922591" y="123855"/>
                </a:lnTo>
                <a:lnTo>
                  <a:pt x="922362" y="123973"/>
                </a:lnTo>
                <a:lnTo>
                  <a:pt x="922129" y="124085"/>
                </a:lnTo>
                <a:lnTo>
                  <a:pt x="921893" y="124192"/>
                </a:lnTo>
                <a:lnTo>
                  <a:pt x="921652" y="124293"/>
                </a:lnTo>
                <a:lnTo>
                  <a:pt x="921408" y="124389"/>
                </a:lnTo>
                <a:lnTo>
                  <a:pt x="921160" y="124479"/>
                </a:lnTo>
                <a:lnTo>
                  <a:pt x="920909" y="124564"/>
                </a:lnTo>
                <a:lnTo>
                  <a:pt x="920653" y="124644"/>
                </a:lnTo>
                <a:lnTo>
                  <a:pt x="920394" y="124718"/>
                </a:lnTo>
                <a:lnTo>
                  <a:pt x="920130" y="124786"/>
                </a:lnTo>
                <a:lnTo>
                  <a:pt x="919863" y="124849"/>
                </a:lnTo>
                <a:lnTo>
                  <a:pt x="919593" y="124906"/>
                </a:lnTo>
                <a:lnTo>
                  <a:pt x="919318" y="124958"/>
                </a:lnTo>
                <a:lnTo>
                  <a:pt x="919039" y="125005"/>
                </a:lnTo>
                <a:lnTo>
                  <a:pt x="918757" y="125046"/>
                </a:lnTo>
                <a:lnTo>
                  <a:pt x="918471" y="125081"/>
                </a:lnTo>
                <a:lnTo>
                  <a:pt x="918181" y="125111"/>
                </a:lnTo>
                <a:lnTo>
                  <a:pt x="917887" y="125136"/>
                </a:lnTo>
                <a:lnTo>
                  <a:pt x="917590" y="125155"/>
                </a:lnTo>
                <a:lnTo>
                  <a:pt x="917288" y="125168"/>
                </a:lnTo>
                <a:lnTo>
                  <a:pt x="916983" y="125176"/>
                </a:lnTo>
                <a:lnTo>
                  <a:pt x="916674" y="125179"/>
                </a:lnTo>
                <a:lnTo>
                  <a:pt x="916361" y="125176"/>
                </a:lnTo>
                <a:lnTo>
                  <a:pt x="914645" y="125176"/>
                </a:lnTo>
                <a:lnTo>
                  <a:pt x="914645" y="127716"/>
                </a:lnTo>
                <a:lnTo>
                  <a:pt x="947604" y="127716"/>
                </a:lnTo>
                <a:lnTo>
                  <a:pt x="947604" y="125176"/>
                </a:lnTo>
                <a:lnTo>
                  <a:pt x="947180" y="125174"/>
                </a:lnTo>
                <a:lnTo>
                  <a:pt x="946768" y="125168"/>
                </a:lnTo>
                <a:lnTo>
                  <a:pt x="946366" y="125159"/>
                </a:lnTo>
                <a:lnTo>
                  <a:pt x="945976" y="125147"/>
                </a:lnTo>
                <a:lnTo>
                  <a:pt x="945597" y="125131"/>
                </a:lnTo>
                <a:lnTo>
                  <a:pt x="945229" y="125111"/>
                </a:lnTo>
                <a:lnTo>
                  <a:pt x="944872" y="125088"/>
                </a:lnTo>
                <a:lnTo>
                  <a:pt x="944526" y="125061"/>
                </a:lnTo>
                <a:lnTo>
                  <a:pt x="944191" y="125031"/>
                </a:lnTo>
                <a:lnTo>
                  <a:pt x="943867" y="124997"/>
                </a:lnTo>
                <a:lnTo>
                  <a:pt x="943554" y="124959"/>
                </a:lnTo>
                <a:lnTo>
                  <a:pt x="943252" y="124918"/>
                </a:lnTo>
                <a:lnTo>
                  <a:pt x="942962" y="124873"/>
                </a:lnTo>
                <a:lnTo>
                  <a:pt x="942682" y="124825"/>
                </a:lnTo>
                <a:lnTo>
                  <a:pt x="942414" y="124773"/>
                </a:lnTo>
                <a:lnTo>
                  <a:pt x="942157" y="124718"/>
                </a:lnTo>
                <a:lnTo>
                  <a:pt x="941910" y="124659"/>
                </a:lnTo>
                <a:lnTo>
                  <a:pt x="941675" y="124596"/>
                </a:lnTo>
                <a:lnTo>
                  <a:pt x="941451" y="124530"/>
                </a:lnTo>
                <a:lnTo>
                  <a:pt x="941238" y="124460"/>
                </a:lnTo>
                <a:lnTo>
                  <a:pt x="941036" y="124387"/>
                </a:lnTo>
                <a:lnTo>
                  <a:pt x="940846" y="124310"/>
                </a:lnTo>
                <a:lnTo>
                  <a:pt x="940666" y="124230"/>
                </a:lnTo>
                <a:lnTo>
                  <a:pt x="940497" y="124146"/>
                </a:lnTo>
                <a:lnTo>
                  <a:pt x="940336" y="124058"/>
                </a:lnTo>
                <a:lnTo>
                  <a:pt x="940179" y="123969"/>
                </a:lnTo>
                <a:lnTo>
                  <a:pt x="940026" y="123877"/>
                </a:lnTo>
                <a:lnTo>
                  <a:pt x="939877" y="123782"/>
                </a:lnTo>
                <a:lnTo>
                  <a:pt x="939732" y="123685"/>
                </a:lnTo>
                <a:lnTo>
                  <a:pt x="939592" y="123586"/>
                </a:lnTo>
                <a:lnTo>
                  <a:pt x="939455" y="123483"/>
                </a:lnTo>
                <a:lnTo>
                  <a:pt x="939322" y="123379"/>
                </a:lnTo>
                <a:lnTo>
                  <a:pt x="939194" y="123272"/>
                </a:lnTo>
                <a:lnTo>
                  <a:pt x="939069" y="123162"/>
                </a:lnTo>
                <a:lnTo>
                  <a:pt x="938949" y="123050"/>
                </a:lnTo>
                <a:lnTo>
                  <a:pt x="938832" y="122935"/>
                </a:lnTo>
                <a:lnTo>
                  <a:pt x="938720" y="122818"/>
                </a:lnTo>
                <a:lnTo>
                  <a:pt x="938611" y="122699"/>
                </a:lnTo>
                <a:lnTo>
                  <a:pt x="938507" y="122576"/>
                </a:lnTo>
                <a:lnTo>
                  <a:pt x="938407" y="122452"/>
                </a:lnTo>
                <a:lnTo>
                  <a:pt x="938311" y="122325"/>
                </a:lnTo>
                <a:lnTo>
                  <a:pt x="938218" y="122195"/>
                </a:lnTo>
                <a:lnTo>
                  <a:pt x="938130" y="122063"/>
                </a:lnTo>
                <a:lnTo>
                  <a:pt x="938046" y="121928"/>
                </a:lnTo>
                <a:lnTo>
                  <a:pt x="937966" y="121791"/>
                </a:lnTo>
                <a:lnTo>
                  <a:pt x="937890" y="121651"/>
                </a:lnTo>
                <a:lnTo>
                  <a:pt x="937818" y="121509"/>
                </a:lnTo>
                <a:lnTo>
                  <a:pt x="937751" y="121365"/>
                </a:lnTo>
                <a:lnTo>
                  <a:pt x="937686" y="121211"/>
                </a:lnTo>
                <a:lnTo>
                  <a:pt x="937624" y="121040"/>
                </a:lnTo>
                <a:lnTo>
                  <a:pt x="937566" y="120853"/>
                </a:lnTo>
                <a:lnTo>
                  <a:pt x="937509" y="120650"/>
                </a:lnTo>
                <a:lnTo>
                  <a:pt x="937456" y="120431"/>
                </a:lnTo>
                <a:lnTo>
                  <a:pt x="937405" y="120195"/>
                </a:lnTo>
                <a:lnTo>
                  <a:pt x="937357" y="119943"/>
                </a:lnTo>
                <a:lnTo>
                  <a:pt x="937312" y="119675"/>
                </a:lnTo>
                <a:lnTo>
                  <a:pt x="937269" y="119390"/>
                </a:lnTo>
                <a:lnTo>
                  <a:pt x="937230" y="119089"/>
                </a:lnTo>
                <a:lnTo>
                  <a:pt x="937193" y="118772"/>
                </a:lnTo>
                <a:lnTo>
                  <a:pt x="937158" y="118438"/>
                </a:lnTo>
                <a:lnTo>
                  <a:pt x="937127" y="118088"/>
                </a:lnTo>
                <a:lnTo>
                  <a:pt x="937098" y="117721"/>
                </a:lnTo>
                <a:lnTo>
                  <a:pt x="937072" y="117339"/>
                </a:lnTo>
                <a:lnTo>
                  <a:pt x="937049" y="116940"/>
                </a:lnTo>
                <a:lnTo>
                  <a:pt x="937028" y="116524"/>
                </a:lnTo>
                <a:lnTo>
                  <a:pt x="937010" y="116093"/>
                </a:lnTo>
                <a:lnTo>
                  <a:pt x="936995" y="115644"/>
                </a:lnTo>
                <a:lnTo>
                  <a:pt x="936983" y="115180"/>
                </a:lnTo>
                <a:lnTo>
                  <a:pt x="936973" y="114699"/>
                </a:lnTo>
                <a:lnTo>
                  <a:pt x="936966" y="114202"/>
                </a:lnTo>
                <a:lnTo>
                  <a:pt x="936962" y="113689"/>
                </a:lnTo>
                <a:lnTo>
                  <a:pt x="936961" y="113159"/>
                </a:lnTo>
                <a:lnTo>
                  <a:pt x="936961" y="94002"/>
                </a:lnTo>
                <a:lnTo>
                  <a:pt x="937246" y="94256"/>
                </a:lnTo>
                <a:lnTo>
                  <a:pt x="937528" y="94503"/>
                </a:lnTo>
                <a:lnTo>
                  <a:pt x="937809" y="94742"/>
                </a:lnTo>
                <a:lnTo>
                  <a:pt x="938086" y="94975"/>
                </a:lnTo>
                <a:lnTo>
                  <a:pt x="938362" y="95200"/>
                </a:lnTo>
                <a:lnTo>
                  <a:pt x="938635" y="95418"/>
                </a:lnTo>
                <a:lnTo>
                  <a:pt x="938905" y="95629"/>
                </a:lnTo>
                <a:lnTo>
                  <a:pt x="939173" y="95833"/>
                </a:lnTo>
                <a:lnTo>
                  <a:pt x="939439" y="96030"/>
                </a:lnTo>
                <a:lnTo>
                  <a:pt x="939703" y="96219"/>
                </a:lnTo>
                <a:lnTo>
                  <a:pt x="939964" y="96402"/>
                </a:lnTo>
                <a:lnTo>
                  <a:pt x="940223" y="96577"/>
                </a:lnTo>
                <a:lnTo>
                  <a:pt x="940479" y="96745"/>
                </a:lnTo>
                <a:lnTo>
                  <a:pt x="940733" y="96906"/>
                </a:lnTo>
                <a:lnTo>
                  <a:pt x="940984" y="97060"/>
                </a:lnTo>
                <a:lnTo>
                  <a:pt x="941233" y="97206"/>
                </a:lnTo>
                <a:lnTo>
                  <a:pt x="941480" y="97346"/>
                </a:lnTo>
                <a:lnTo>
                  <a:pt x="941725" y="97478"/>
                </a:lnTo>
                <a:lnTo>
                  <a:pt x="941967" y="97603"/>
                </a:lnTo>
                <a:lnTo>
                  <a:pt x="942206" y="97721"/>
                </a:lnTo>
                <a:lnTo>
                  <a:pt x="942443" y="97832"/>
                </a:lnTo>
                <a:lnTo>
                  <a:pt x="942678" y="97936"/>
                </a:lnTo>
                <a:lnTo>
                  <a:pt x="942911" y="98032"/>
                </a:lnTo>
                <a:lnTo>
                  <a:pt x="943141" y="98122"/>
                </a:lnTo>
                <a:lnTo>
                  <a:pt x="943452" y="98239"/>
                </a:lnTo>
                <a:lnTo>
                  <a:pt x="943768" y="98352"/>
                </a:lnTo>
                <a:lnTo>
                  <a:pt x="944089" y="98460"/>
                </a:lnTo>
                <a:lnTo>
                  <a:pt x="944415" y="98562"/>
                </a:lnTo>
                <a:lnTo>
                  <a:pt x="944745" y="98660"/>
                </a:lnTo>
                <a:lnTo>
                  <a:pt x="945081" y="98753"/>
                </a:lnTo>
                <a:lnTo>
                  <a:pt x="945421" y="98840"/>
                </a:lnTo>
                <a:lnTo>
                  <a:pt x="945765" y="98923"/>
                </a:lnTo>
                <a:lnTo>
                  <a:pt x="946115" y="99000"/>
                </a:lnTo>
                <a:lnTo>
                  <a:pt x="946469" y="99073"/>
                </a:lnTo>
                <a:lnTo>
                  <a:pt x="946828" y="99141"/>
                </a:lnTo>
                <a:lnTo>
                  <a:pt x="947192" y="99203"/>
                </a:lnTo>
                <a:lnTo>
                  <a:pt x="947561" y="99261"/>
                </a:lnTo>
                <a:lnTo>
                  <a:pt x="947934" y="99313"/>
                </a:lnTo>
                <a:lnTo>
                  <a:pt x="948312" y="99361"/>
                </a:lnTo>
                <a:lnTo>
                  <a:pt x="948695" y="99403"/>
                </a:lnTo>
                <a:lnTo>
                  <a:pt x="949083" y="99441"/>
                </a:lnTo>
                <a:lnTo>
                  <a:pt x="949475" y="99474"/>
                </a:lnTo>
                <a:lnTo>
                  <a:pt x="949872" y="99501"/>
                </a:lnTo>
                <a:lnTo>
                  <a:pt x="950274" y="99524"/>
                </a:lnTo>
                <a:lnTo>
                  <a:pt x="950681" y="99541"/>
                </a:lnTo>
                <a:lnTo>
                  <a:pt x="951093" y="99554"/>
                </a:lnTo>
                <a:lnTo>
                  <a:pt x="951509" y="99561"/>
                </a:lnTo>
                <a:lnTo>
                  <a:pt x="951930" y="99564"/>
                </a:lnTo>
                <a:lnTo>
                  <a:pt x="952896" y="99549"/>
                </a:lnTo>
                <a:lnTo>
                  <a:pt x="953848" y="99503"/>
                </a:lnTo>
                <a:lnTo>
                  <a:pt x="954786" y="99428"/>
                </a:lnTo>
                <a:lnTo>
                  <a:pt x="955710" y="99322"/>
                </a:lnTo>
                <a:lnTo>
                  <a:pt x="956621" y="99186"/>
                </a:lnTo>
                <a:lnTo>
                  <a:pt x="957518" y="99019"/>
                </a:lnTo>
                <a:lnTo>
                  <a:pt x="958400" y="98823"/>
                </a:lnTo>
                <a:lnTo>
                  <a:pt x="959269" y="98596"/>
                </a:lnTo>
                <a:lnTo>
                  <a:pt x="960125" y="98339"/>
                </a:lnTo>
                <a:lnTo>
                  <a:pt x="960966" y="98051"/>
                </a:lnTo>
                <a:lnTo>
                  <a:pt x="961794" y="97734"/>
                </a:lnTo>
                <a:lnTo>
                  <a:pt x="962607" y="97386"/>
                </a:lnTo>
                <a:lnTo>
                  <a:pt x="963407" y="97008"/>
                </a:lnTo>
                <a:lnTo>
                  <a:pt x="964193" y="96599"/>
                </a:lnTo>
                <a:lnTo>
                  <a:pt x="964966" y="96161"/>
                </a:lnTo>
                <a:lnTo>
                  <a:pt x="965724" y="95692"/>
                </a:lnTo>
                <a:lnTo>
                  <a:pt x="966469" y="95193"/>
                </a:lnTo>
                <a:lnTo>
                  <a:pt x="967199" y="94663"/>
                </a:lnTo>
                <a:lnTo>
                  <a:pt x="967916" y="94104"/>
                </a:lnTo>
                <a:lnTo>
                  <a:pt x="968619" y="93514"/>
                </a:lnTo>
                <a:lnTo>
                  <a:pt x="969309" y="92894"/>
                </a:lnTo>
                <a:lnTo>
                  <a:pt x="969984" y="92243"/>
                </a:lnTo>
                <a:lnTo>
                  <a:pt x="970646" y="91563"/>
                </a:lnTo>
                <a:lnTo>
                  <a:pt x="971293" y="90852"/>
                </a:lnTo>
                <a:lnTo>
                  <a:pt x="972055" y="89956"/>
                </a:lnTo>
                <a:lnTo>
                  <a:pt x="972785" y="89041"/>
                </a:lnTo>
                <a:lnTo>
                  <a:pt x="973482" y="88106"/>
                </a:lnTo>
                <a:lnTo>
                  <a:pt x="974147" y="87152"/>
                </a:lnTo>
                <a:lnTo>
                  <a:pt x="974779" y="86178"/>
                </a:lnTo>
                <a:lnTo>
                  <a:pt x="975379" y="85184"/>
                </a:lnTo>
                <a:lnTo>
                  <a:pt x="975946" y="84171"/>
                </a:lnTo>
                <a:lnTo>
                  <a:pt x="976481" y="83139"/>
                </a:lnTo>
                <a:lnTo>
                  <a:pt x="976984" y="82087"/>
                </a:lnTo>
                <a:lnTo>
                  <a:pt x="977454" y="81015"/>
                </a:lnTo>
                <a:lnTo>
                  <a:pt x="977892" y="79924"/>
                </a:lnTo>
                <a:lnTo>
                  <a:pt x="978297" y="78814"/>
                </a:lnTo>
                <a:lnTo>
                  <a:pt x="978670" y="77683"/>
                </a:lnTo>
                <a:lnTo>
                  <a:pt x="979011" y="76534"/>
                </a:lnTo>
                <a:lnTo>
                  <a:pt x="979319" y="75365"/>
                </a:lnTo>
                <a:lnTo>
                  <a:pt x="979594" y="74176"/>
                </a:lnTo>
                <a:lnTo>
                  <a:pt x="979837" y="72968"/>
                </a:lnTo>
                <a:lnTo>
                  <a:pt x="980048" y="71740"/>
                </a:lnTo>
                <a:lnTo>
                  <a:pt x="980227" y="70493"/>
                </a:lnTo>
                <a:lnTo>
                  <a:pt x="980372" y="69226"/>
                </a:lnTo>
                <a:lnTo>
                  <a:pt x="980486" y="67939"/>
                </a:lnTo>
                <a:lnTo>
                  <a:pt x="980567" y="66634"/>
                </a:lnTo>
                <a:lnTo>
                  <a:pt x="980616" y="65308"/>
                </a:lnTo>
                <a:lnTo>
                  <a:pt x="980632" y="63963"/>
                </a:lnTo>
                <a:lnTo>
                  <a:pt x="980618" y="62761"/>
                </a:lnTo>
                <a:lnTo>
                  <a:pt x="980578" y="61578"/>
                </a:lnTo>
                <a:lnTo>
                  <a:pt x="980511" y="60413"/>
                </a:lnTo>
                <a:lnTo>
                  <a:pt x="980416" y="59268"/>
                </a:lnTo>
                <a:lnTo>
                  <a:pt x="980295" y="58142"/>
                </a:lnTo>
                <a:lnTo>
                  <a:pt x="980147" y="57035"/>
                </a:lnTo>
                <a:lnTo>
                  <a:pt x="979972" y="55947"/>
                </a:lnTo>
                <a:lnTo>
                  <a:pt x="979770" y="54878"/>
                </a:lnTo>
                <a:lnTo>
                  <a:pt x="979541" y="53828"/>
                </a:lnTo>
                <a:lnTo>
                  <a:pt x="979285" y="52798"/>
                </a:lnTo>
                <a:lnTo>
                  <a:pt x="979002" y="51786"/>
                </a:lnTo>
                <a:lnTo>
                  <a:pt x="978692" y="50793"/>
                </a:lnTo>
                <a:lnTo>
                  <a:pt x="978355" y="49819"/>
                </a:lnTo>
                <a:lnTo>
                  <a:pt x="977992" y="48865"/>
                </a:lnTo>
                <a:lnTo>
                  <a:pt x="977601" y="47929"/>
                </a:lnTo>
                <a:lnTo>
                  <a:pt x="977183" y="47013"/>
                </a:lnTo>
                <a:lnTo>
                  <a:pt x="976739" y="46115"/>
                </a:lnTo>
                <a:lnTo>
                  <a:pt x="976267" y="45237"/>
                </a:lnTo>
                <a:lnTo>
                  <a:pt x="975769" y="44377"/>
                </a:lnTo>
                <a:lnTo>
                  <a:pt x="975244" y="43537"/>
                </a:lnTo>
                <a:lnTo>
                  <a:pt x="974691" y="42716"/>
                </a:lnTo>
                <a:lnTo>
                  <a:pt x="974112" y="41913"/>
                </a:lnTo>
                <a:lnTo>
                  <a:pt x="973506" y="41130"/>
                </a:lnTo>
                <a:lnTo>
                  <a:pt x="972873" y="40366"/>
                </a:lnTo>
                <a:lnTo>
                  <a:pt x="972341" y="39762"/>
                </a:lnTo>
                <a:lnTo>
                  <a:pt x="971798" y="39183"/>
                </a:lnTo>
                <a:lnTo>
                  <a:pt x="971244" y="38630"/>
                </a:lnTo>
                <a:lnTo>
                  <a:pt x="970679" y="38103"/>
                </a:lnTo>
                <a:lnTo>
                  <a:pt x="970103" y="37601"/>
                </a:lnTo>
                <a:lnTo>
                  <a:pt x="969517" y="37126"/>
                </a:lnTo>
                <a:lnTo>
                  <a:pt x="968919" y="36675"/>
                </a:lnTo>
                <a:lnTo>
                  <a:pt x="968310" y="36251"/>
                </a:lnTo>
                <a:lnTo>
                  <a:pt x="967691" y="35852"/>
                </a:lnTo>
                <a:lnTo>
                  <a:pt x="967060" y="35480"/>
                </a:lnTo>
                <a:lnTo>
                  <a:pt x="966418" y="35132"/>
                </a:lnTo>
                <a:lnTo>
                  <a:pt x="965766" y="34811"/>
                </a:lnTo>
                <a:lnTo>
                  <a:pt x="965102" y="34515"/>
                </a:lnTo>
                <a:lnTo>
                  <a:pt x="964428" y="34245"/>
                </a:lnTo>
                <a:lnTo>
                  <a:pt x="963742" y="34001"/>
                </a:lnTo>
                <a:lnTo>
                  <a:pt x="963046" y="33782"/>
                </a:lnTo>
                <a:lnTo>
                  <a:pt x="962339" y="33589"/>
                </a:lnTo>
                <a:lnTo>
                  <a:pt x="961620" y="33422"/>
                </a:lnTo>
                <a:lnTo>
                  <a:pt x="960891" y="33280"/>
                </a:lnTo>
                <a:lnTo>
                  <a:pt x="960151" y="33165"/>
                </a:lnTo>
                <a:lnTo>
                  <a:pt x="959399" y="33075"/>
                </a:lnTo>
                <a:lnTo>
                  <a:pt x="958637" y="33010"/>
                </a:lnTo>
                <a:lnTo>
                  <a:pt x="957864" y="32972"/>
                </a:lnTo>
                <a:lnTo>
                  <a:pt x="957080" y="32959"/>
                </a:lnTo>
                <a:lnTo>
                  <a:pt x="956629" y="32965"/>
                </a:lnTo>
                <a:lnTo>
                  <a:pt x="956179" y="32982"/>
                </a:lnTo>
                <a:lnTo>
                  <a:pt x="955732" y="33010"/>
                </a:lnTo>
                <a:lnTo>
                  <a:pt x="955286" y="33050"/>
                </a:lnTo>
                <a:lnTo>
                  <a:pt x="954842" y="33101"/>
                </a:lnTo>
                <a:lnTo>
                  <a:pt x="954400" y="33163"/>
                </a:lnTo>
                <a:lnTo>
                  <a:pt x="953959" y="33236"/>
                </a:lnTo>
                <a:lnTo>
                  <a:pt x="953521" y="33321"/>
                </a:lnTo>
                <a:lnTo>
                  <a:pt x="953084" y="33418"/>
                </a:lnTo>
                <a:lnTo>
                  <a:pt x="952649" y="33525"/>
                </a:lnTo>
                <a:lnTo>
                  <a:pt x="952215" y="33644"/>
                </a:lnTo>
                <a:lnTo>
                  <a:pt x="951784" y="33774"/>
                </a:lnTo>
                <a:lnTo>
                  <a:pt x="951354" y="33916"/>
                </a:lnTo>
                <a:lnTo>
                  <a:pt x="950926" y="34069"/>
                </a:lnTo>
                <a:lnTo>
                  <a:pt x="950500" y="34233"/>
                </a:lnTo>
                <a:lnTo>
                  <a:pt x="950076" y="34409"/>
                </a:lnTo>
                <a:lnTo>
                  <a:pt x="949653" y="34595"/>
                </a:lnTo>
                <a:lnTo>
                  <a:pt x="949233" y="34794"/>
                </a:lnTo>
                <a:lnTo>
                  <a:pt x="948814" y="35003"/>
                </a:lnTo>
                <a:lnTo>
                  <a:pt x="948397" y="35224"/>
                </a:lnTo>
                <a:lnTo>
                  <a:pt x="947981" y="35456"/>
                </a:lnTo>
                <a:lnTo>
                  <a:pt x="947568" y="35700"/>
                </a:lnTo>
                <a:lnTo>
                  <a:pt x="947156" y="35954"/>
                </a:lnTo>
                <a:lnTo>
                  <a:pt x="946746" y="36221"/>
                </a:lnTo>
                <a:lnTo>
                  <a:pt x="946337" y="36501"/>
                </a:lnTo>
                <a:lnTo>
                  <a:pt x="945928" y="36799"/>
                </a:lnTo>
                <a:lnTo>
                  <a:pt x="945519" y="37115"/>
                </a:lnTo>
                <a:lnTo>
                  <a:pt x="945110" y="37448"/>
                </a:lnTo>
                <a:lnTo>
                  <a:pt x="944702" y="37799"/>
                </a:lnTo>
                <a:lnTo>
                  <a:pt x="944293" y="38167"/>
                </a:lnTo>
                <a:lnTo>
                  <a:pt x="943885" y="38552"/>
                </a:lnTo>
                <a:lnTo>
                  <a:pt x="943476" y="38956"/>
                </a:lnTo>
                <a:lnTo>
                  <a:pt x="943068" y="39376"/>
                </a:lnTo>
                <a:lnTo>
                  <a:pt x="942660" y="39815"/>
                </a:lnTo>
                <a:lnTo>
                  <a:pt x="942252" y="40271"/>
                </a:lnTo>
                <a:lnTo>
                  <a:pt x="941845" y="40744"/>
                </a:lnTo>
                <a:lnTo>
                  <a:pt x="941437" y="41235"/>
                </a:lnTo>
                <a:lnTo>
                  <a:pt x="941030" y="41743"/>
                </a:lnTo>
                <a:lnTo>
                  <a:pt x="940622" y="42269"/>
                </a:lnTo>
                <a:lnTo>
                  <a:pt x="940215" y="42812"/>
                </a:lnTo>
                <a:lnTo>
                  <a:pt x="939808" y="43373"/>
                </a:lnTo>
                <a:lnTo>
                  <a:pt x="939401" y="43952"/>
                </a:lnTo>
                <a:lnTo>
                  <a:pt x="938994" y="44548"/>
                </a:lnTo>
                <a:lnTo>
                  <a:pt x="938587" y="45161"/>
                </a:lnTo>
                <a:lnTo>
                  <a:pt x="938180" y="45792"/>
                </a:lnTo>
                <a:lnTo>
                  <a:pt x="937774" y="46441"/>
                </a:lnTo>
                <a:lnTo>
                  <a:pt x="937367" y="47107"/>
                </a:lnTo>
                <a:lnTo>
                  <a:pt x="936961" y="47791"/>
                </a:lnTo>
                <a:lnTo>
                  <a:pt x="936961" y="33096"/>
                </a:lnTo>
                <a:lnTo>
                  <a:pt x="934352" y="33096"/>
                </a:lnTo>
                <a:lnTo>
                  <a:pt x="916018" y="40514"/>
                </a:lnTo>
                <a:lnTo>
                  <a:pt x="916015" y="40330"/>
                </a:lnTo>
                <a:lnTo>
                  <a:pt x="916002" y="40082"/>
                </a:lnTo>
                <a:lnTo>
                  <a:pt x="915980" y="39837"/>
                </a:lnTo>
                <a:lnTo>
                  <a:pt x="915950" y="39594"/>
                </a:lnTo>
                <a:lnTo>
                  <a:pt x="915912" y="39353"/>
                </a:lnTo>
                <a:close/>
                <a:moveTo>
                  <a:pt x="939196" y="49609"/>
                </a:moveTo>
                <a:lnTo>
                  <a:pt x="939609" y="49189"/>
                </a:lnTo>
                <a:lnTo>
                  <a:pt x="940011" y="48786"/>
                </a:lnTo>
                <a:lnTo>
                  <a:pt x="940402" y="48401"/>
                </a:lnTo>
                <a:lnTo>
                  <a:pt x="940782" y="48032"/>
                </a:lnTo>
                <a:lnTo>
                  <a:pt x="941150" y="47681"/>
                </a:lnTo>
                <a:lnTo>
                  <a:pt x="941507" y="47346"/>
                </a:lnTo>
                <a:lnTo>
                  <a:pt x="941853" y="47029"/>
                </a:lnTo>
                <a:lnTo>
                  <a:pt x="942188" y="46729"/>
                </a:lnTo>
                <a:lnTo>
                  <a:pt x="942512" y="46447"/>
                </a:lnTo>
                <a:lnTo>
                  <a:pt x="942824" y="46181"/>
                </a:lnTo>
                <a:lnTo>
                  <a:pt x="943126" y="45932"/>
                </a:lnTo>
                <a:lnTo>
                  <a:pt x="943416" y="45701"/>
                </a:lnTo>
                <a:lnTo>
                  <a:pt x="943694" y="45487"/>
                </a:lnTo>
                <a:lnTo>
                  <a:pt x="943962" y="45290"/>
                </a:lnTo>
                <a:lnTo>
                  <a:pt x="944218" y="45110"/>
                </a:lnTo>
                <a:lnTo>
                  <a:pt x="944464" y="44947"/>
                </a:lnTo>
                <a:lnTo>
                  <a:pt x="944698" y="44801"/>
                </a:lnTo>
                <a:lnTo>
                  <a:pt x="944920" y="44673"/>
                </a:lnTo>
                <a:lnTo>
                  <a:pt x="945132" y="44561"/>
                </a:lnTo>
                <a:lnTo>
                  <a:pt x="945401" y="44427"/>
                </a:lnTo>
                <a:lnTo>
                  <a:pt x="945670" y="44298"/>
                </a:lnTo>
                <a:lnTo>
                  <a:pt x="945940" y="44175"/>
                </a:lnTo>
                <a:lnTo>
                  <a:pt x="946210" y="44058"/>
                </a:lnTo>
                <a:lnTo>
                  <a:pt x="946480" y="43947"/>
                </a:lnTo>
                <a:lnTo>
                  <a:pt x="946750" y="43841"/>
                </a:lnTo>
                <a:lnTo>
                  <a:pt x="947020" y="43741"/>
                </a:lnTo>
                <a:lnTo>
                  <a:pt x="947291" y="43647"/>
                </a:lnTo>
                <a:lnTo>
                  <a:pt x="947562" y="43558"/>
                </a:lnTo>
                <a:lnTo>
                  <a:pt x="947833" y="43475"/>
                </a:lnTo>
                <a:lnTo>
                  <a:pt x="948105" y="43398"/>
                </a:lnTo>
                <a:lnTo>
                  <a:pt x="948376" y="43327"/>
                </a:lnTo>
                <a:lnTo>
                  <a:pt x="948648" y="43261"/>
                </a:lnTo>
                <a:lnTo>
                  <a:pt x="948921" y="43201"/>
                </a:lnTo>
                <a:lnTo>
                  <a:pt x="949193" y="43147"/>
                </a:lnTo>
                <a:lnTo>
                  <a:pt x="949466" y="43098"/>
                </a:lnTo>
                <a:lnTo>
                  <a:pt x="949738" y="43055"/>
                </a:lnTo>
                <a:lnTo>
                  <a:pt x="950012" y="43018"/>
                </a:lnTo>
                <a:lnTo>
                  <a:pt x="950285" y="42987"/>
                </a:lnTo>
                <a:lnTo>
                  <a:pt x="950559" y="42961"/>
                </a:lnTo>
                <a:lnTo>
                  <a:pt x="950832" y="42941"/>
                </a:lnTo>
                <a:lnTo>
                  <a:pt x="951106" y="42927"/>
                </a:lnTo>
                <a:lnTo>
                  <a:pt x="951381" y="42918"/>
                </a:lnTo>
                <a:lnTo>
                  <a:pt x="951655" y="42915"/>
                </a:lnTo>
                <a:lnTo>
                  <a:pt x="952156" y="42925"/>
                </a:lnTo>
                <a:lnTo>
                  <a:pt x="952651" y="42953"/>
                </a:lnTo>
                <a:lnTo>
                  <a:pt x="953140" y="42999"/>
                </a:lnTo>
                <a:lnTo>
                  <a:pt x="953624" y="43064"/>
                </a:lnTo>
                <a:lnTo>
                  <a:pt x="954101" y="43148"/>
                </a:lnTo>
                <a:lnTo>
                  <a:pt x="954574" y="43250"/>
                </a:lnTo>
                <a:lnTo>
                  <a:pt x="955040" y="43370"/>
                </a:lnTo>
                <a:lnTo>
                  <a:pt x="955500" y="43510"/>
                </a:lnTo>
                <a:lnTo>
                  <a:pt x="955955" y="43668"/>
                </a:lnTo>
                <a:lnTo>
                  <a:pt x="956405" y="43844"/>
                </a:lnTo>
                <a:lnTo>
                  <a:pt x="956848" y="44039"/>
                </a:lnTo>
                <a:lnTo>
                  <a:pt x="957286" y="44253"/>
                </a:lnTo>
                <a:lnTo>
                  <a:pt x="957718" y="44485"/>
                </a:lnTo>
                <a:lnTo>
                  <a:pt x="958144" y="44736"/>
                </a:lnTo>
                <a:lnTo>
                  <a:pt x="958565" y="45005"/>
                </a:lnTo>
                <a:lnTo>
                  <a:pt x="958980" y="45293"/>
                </a:lnTo>
                <a:lnTo>
                  <a:pt x="959389" y="45599"/>
                </a:lnTo>
                <a:lnTo>
                  <a:pt x="959792" y="45924"/>
                </a:lnTo>
                <a:lnTo>
                  <a:pt x="960190" y="46268"/>
                </a:lnTo>
                <a:lnTo>
                  <a:pt x="960582" y="46630"/>
                </a:lnTo>
                <a:lnTo>
                  <a:pt x="960968" y="47011"/>
                </a:lnTo>
                <a:lnTo>
                  <a:pt x="961348" y="47410"/>
                </a:lnTo>
                <a:lnTo>
                  <a:pt x="961723" y="47828"/>
                </a:lnTo>
                <a:lnTo>
                  <a:pt x="962092" y="48265"/>
                </a:lnTo>
                <a:lnTo>
                  <a:pt x="962608" y="48922"/>
                </a:lnTo>
                <a:lnTo>
                  <a:pt x="963101" y="49602"/>
                </a:lnTo>
                <a:lnTo>
                  <a:pt x="963573" y="50306"/>
                </a:lnTo>
                <a:lnTo>
                  <a:pt x="964023" y="51032"/>
                </a:lnTo>
                <a:lnTo>
                  <a:pt x="964450" y="51782"/>
                </a:lnTo>
                <a:lnTo>
                  <a:pt x="964856" y="52555"/>
                </a:lnTo>
                <a:lnTo>
                  <a:pt x="965240" y="53351"/>
                </a:lnTo>
                <a:lnTo>
                  <a:pt x="965602" y="54169"/>
                </a:lnTo>
                <a:lnTo>
                  <a:pt x="965942" y="55011"/>
                </a:lnTo>
                <a:lnTo>
                  <a:pt x="966260" y="55877"/>
                </a:lnTo>
                <a:lnTo>
                  <a:pt x="966556" y="56765"/>
                </a:lnTo>
                <a:lnTo>
                  <a:pt x="966830" y="57676"/>
                </a:lnTo>
                <a:lnTo>
                  <a:pt x="967082" y="58611"/>
                </a:lnTo>
                <a:lnTo>
                  <a:pt x="967313" y="59568"/>
                </a:lnTo>
                <a:lnTo>
                  <a:pt x="967521" y="60549"/>
                </a:lnTo>
                <a:lnTo>
                  <a:pt x="967708" y="61552"/>
                </a:lnTo>
                <a:lnTo>
                  <a:pt x="967872" y="62579"/>
                </a:lnTo>
                <a:lnTo>
                  <a:pt x="968015" y="63629"/>
                </a:lnTo>
                <a:lnTo>
                  <a:pt x="968135" y="64702"/>
                </a:lnTo>
                <a:lnTo>
                  <a:pt x="968234" y="65798"/>
                </a:lnTo>
                <a:lnTo>
                  <a:pt x="968311" y="66917"/>
                </a:lnTo>
                <a:lnTo>
                  <a:pt x="968366" y="68060"/>
                </a:lnTo>
                <a:lnTo>
                  <a:pt x="968399" y="69225"/>
                </a:lnTo>
                <a:lnTo>
                  <a:pt x="968410" y="70413"/>
                </a:lnTo>
                <a:lnTo>
                  <a:pt x="968400" y="71461"/>
                </a:lnTo>
                <a:lnTo>
                  <a:pt x="968371" y="72488"/>
                </a:lnTo>
                <a:lnTo>
                  <a:pt x="968323" y="73496"/>
                </a:lnTo>
                <a:lnTo>
                  <a:pt x="968255" y="74485"/>
                </a:lnTo>
                <a:lnTo>
                  <a:pt x="968168" y="75453"/>
                </a:lnTo>
                <a:lnTo>
                  <a:pt x="968062" y="76401"/>
                </a:lnTo>
                <a:lnTo>
                  <a:pt x="967936" y="77330"/>
                </a:lnTo>
                <a:lnTo>
                  <a:pt x="967792" y="78239"/>
                </a:lnTo>
                <a:lnTo>
                  <a:pt x="967627" y="79128"/>
                </a:lnTo>
                <a:lnTo>
                  <a:pt x="967444" y="79998"/>
                </a:lnTo>
                <a:lnTo>
                  <a:pt x="967241" y="80848"/>
                </a:lnTo>
                <a:lnTo>
                  <a:pt x="967019" y="81678"/>
                </a:lnTo>
                <a:lnTo>
                  <a:pt x="966778" y="82488"/>
                </a:lnTo>
                <a:lnTo>
                  <a:pt x="966517" y="83278"/>
                </a:lnTo>
                <a:lnTo>
                  <a:pt x="966237" y="84049"/>
                </a:lnTo>
                <a:lnTo>
                  <a:pt x="965938" y="84800"/>
                </a:lnTo>
                <a:lnTo>
                  <a:pt x="965619" y="85531"/>
                </a:lnTo>
                <a:lnTo>
                  <a:pt x="965281" y="86242"/>
                </a:lnTo>
                <a:lnTo>
                  <a:pt x="964924" y="86933"/>
                </a:lnTo>
                <a:lnTo>
                  <a:pt x="964547" y="87605"/>
                </a:lnTo>
                <a:lnTo>
                  <a:pt x="964151" y="88257"/>
                </a:lnTo>
                <a:lnTo>
                  <a:pt x="963736" y="88889"/>
                </a:lnTo>
                <a:lnTo>
                  <a:pt x="963301" y="89502"/>
                </a:lnTo>
                <a:lnTo>
                  <a:pt x="962848" y="90094"/>
                </a:lnTo>
                <a:lnTo>
                  <a:pt x="962488" y="90531"/>
                </a:lnTo>
                <a:lnTo>
                  <a:pt x="962120" y="90949"/>
                </a:lnTo>
                <a:lnTo>
                  <a:pt x="961743" y="91348"/>
                </a:lnTo>
                <a:lnTo>
                  <a:pt x="961356" y="91729"/>
                </a:lnTo>
                <a:lnTo>
                  <a:pt x="960961" y="92091"/>
                </a:lnTo>
                <a:lnTo>
                  <a:pt x="960556" y="92435"/>
                </a:lnTo>
                <a:lnTo>
                  <a:pt x="960142" y="92760"/>
                </a:lnTo>
                <a:lnTo>
                  <a:pt x="959720" y="93066"/>
                </a:lnTo>
                <a:lnTo>
                  <a:pt x="959288" y="93354"/>
                </a:lnTo>
                <a:lnTo>
                  <a:pt x="958847" y="93623"/>
                </a:lnTo>
                <a:lnTo>
                  <a:pt x="958397" y="93874"/>
                </a:lnTo>
                <a:lnTo>
                  <a:pt x="957938" y="94106"/>
                </a:lnTo>
                <a:lnTo>
                  <a:pt x="957470" y="94320"/>
                </a:lnTo>
                <a:lnTo>
                  <a:pt x="956993" y="94515"/>
                </a:lnTo>
                <a:lnTo>
                  <a:pt x="956507" y="94692"/>
                </a:lnTo>
                <a:lnTo>
                  <a:pt x="956012" y="94849"/>
                </a:lnTo>
                <a:lnTo>
                  <a:pt x="955507" y="94989"/>
                </a:lnTo>
                <a:lnTo>
                  <a:pt x="954994" y="95109"/>
                </a:lnTo>
                <a:lnTo>
                  <a:pt x="954472" y="95212"/>
                </a:lnTo>
                <a:lnTo>
                  <a:pt x="953940" y="95295"/>
                </a:lnTo>
                <a:lnTo>
                  <a:pt x="953400" y="95360"/>
                </a:lnTo>
                <a:lnTo>
                  <a:pt x="952850" y="95407"/>
                </a:lnTo>
                <a:lnTo>
                  <a:pt x="952292" y="95434"/>
                </a:lnTo>
                <a:lnTo>
                  <a:pt x="951724" y="95444"/>
                </a:lnTo>
                <a:lnTo>
                  <a:pt x="951252" y="95439"/>
                </a:lnTo>
                <a:lnTo>
                  <a:pt x="950788" y="95423"/>
                </a:lnTo>
                <a:lnTo>
                  <a:pt x="950330" y="95397"/>
                </a:lnTo>
                <a:lnTo>
                  <a:pt x="949879" y="95360"/>
                </a:lnTo>
                <a:lnTo>
                  <a:pt x="949434" y="95313"/>
                </a:lnTo>
                <a:lnTo>
                  <a:pt x="948997" y="95255"/>
                </a:lnTo>
                <a:lnTo>
                  <a:pt x="948566" y="95187"/>
                </a:lnTo>
                <a:lnTo>
                  <a:pt x="948142" y="95109"/>
                </a:lnTo>
                <a:lnTo>
                  <a:pt x="947725" y="95020"/>
                </a:lnTo>
                <a:lnTo>
                  <a:pt x="947314" y="94920"/>
                </a:lnTo>
                <a:lnTo>
                  <a:pt x="946911" y="94810"/>
                </a:lnTo>
                <a:lnTo>
                  <a:pt x="946514" y="94690"/>
                </a:lnTo>
                <a:lnTo>
                  <a:pt x="946124" y="94559"/>
                </a:lnTo>
                <a:lnTo>
                  <a:pt x="945741" y="94417"/>
                </a:lnTo>
                <a:lnTo>
                  <a:pt x="945364" y="94265"/>
                </a:lnTo>
                <a:lnTo>
                  <a:pt x="944995" y="94103"/>
                </a:lnTo>
                <a:lnTo>
                  <a:pt x="944632" y="93930"/>
                </a:lnTo>
                <a:lnTo>
                  <a:pt x="944276" y="93747"/>
                </a:lnTo>
                <a:lnTo>
                  <a:pt x="943927" y="93553"/>
                </a:lnTo>
                <a:lnTo>
                  <a:pt x="943584" y="93349"/>
                </a:lnTo>
                <a:lnTo>
                  <a:pt x="943249" y="93134"/>
                </a:lnTo>
                <a:lnTo>
                  <a:pt x="942920" y="92909"/>
                </a:lnTo>
                <a:lnTo>
                  <a:pt x="942598" y="92673"/>
                </a:lnTo>
                <a:lnTo>
                  <a:pt x="942282" y="92427"/>
                </a:lnTo>
                <a:lnTo>
                  <a:pt x="941975" y="92174"/>
                </a:lnTo>
                <a:lnTo>
                  <a:pt x="941678" y="91917"/>
                </a:lnTo>
                <a:lnTo>
                  <a:pt x="941390" y="91658"/>
                </a:lnTo>
                <a:lnTo>
                  <a:pt x="941112" y="91394"/>
                </a:lnTo>
                <a:lnTo>
                  <a:pt x="940844" y="91128"/>
                </a:lnTo>
                <a:lnTo>
                  <a:pt x="940585" y="90858"/>
                </a:lnTo>
                <a:lnTo>
                  <a:pt x="940336" y="90585"/>
                </a:lnTo>
                <a:lnTo>
                  <a:pt x="940097" y="90309"/>
                </a:lnTo>
                <a:lnTo>
                  <a:pt x="939867" y="90029"/>
                </a:lnTo>
                <a:lnTo>
                  <a:pt x="939647" y="89746"/>
                </a:lnTo>
                <a:lnTo>
                  <a:pt x="939436" y="89459"/>
                </a:lnTo>
                <a:lnTo>
                  <a:pt x="939235" y="89170"/>
                </a:lnTo>
                <a:lnTo>
                  <a:pt x="939044" y="88876"/>
                </a:lnTo>
                <a:lnTo>
                  <a:pt x="938863" y="88580"/>
                </a:lnTo>
                <a:lnTo>
                  <a:pt x="938691" y="88280"/>
                </a:lnTo>
                <a:lnTo>
                  <a:pt x="938529" y="87977"/>
                </a:lnTo>
                <a:lnTo>
                  <a:pt x="938376" y="87670"/>
                </a:lnTo>
                <a:lnTo>
                  <a:pt x="938233" y="87361"/>
                </a:lnTo>
                <a:lnTo>
                  <a:pt x="938100" y="87048"/>
                </a:lnTo>
                <a:lnTo>
                  <a:pt x="937977" y="86731"/>
                </a:lnTo>
                <a:lnTo>
                  <a:pt x="937863" y="86411"/>
                </a:lnTo>
                <a:lnTo>
                  <a:pt x="937758" y="86088"/>
                </a:lnTo>
                <a:lnTo>
                  <a:pt x="937664" y="85761"/>
                </a:lnTo>
                <a:lnTo>
                  <a:pt x="937579" y="85432"/>
                </a:lnTo>
                <a:lnTo>
                  <a:pt x="937528" y="85223"/>
                </a:lnTo>
                <a:lnTo>
                  <a:pt x="937480" y="84996"/>
                </a:lnTo>
                <a:lnTo>
                  <a:pt x="937434" y="84750"/>
                </a:lnTo>
                <a:lnTo>
                  <a:pt x="937390" y="84487"/>
                </a:lnTo>
                <a:lnTo>
                  <a:pt x="937348" y="84206"/>
                </a:lnTo>
                <a:lnTo>
                  <a:pt x="937309" y="83906"/>
                </a:lnTo>
                <a:lnTo>
                  <a:pt x="937271" y="83589"/>
                </a:lnTo>
                <a:lnTo>
                  <a:pt x="937236" y="83253"/>
                </a:lnTo>
                <a:lnTo>
                  <a:pt x="937202" y="82899"/>
                </a:lnTo>
                <a:lnTo>
                  <a:pt x="937171" y="82527"/>
                </a:lnTo>
                <a:lnTo>
                  <a:pt x="937142" y="82137"/>
                </a:lnTo>
                <a:lnTo>
                  <a:pt x="937115" y="81729"/>
                </a:lnTo>
                <a:lnTo>
                  <a:pt x="937091" y="81303"/>
                </a:lnTo>
                <a:lnTo>
                  <a:pt x="937068" y="80859"/>
                </a:lnTo>
                <a:lnTo>
                  <a:pt x="937048" y="80396"/>
                </a:lnTo>
                <a:lnTo>
                  <a:pt x="937030" y="79916"/>
                </a:lnTo>
                <a:lnTo>
                  <a:pt x="937014" y="79417"/>
                </a:lnTo>
                <a:lnTo>
                  <a:pt x="937000" y="78900"/>
                </a:lnTo>
                <a:lnTo>
                  <a:pt x="936988" y="78365"/>
                </a:lnTo>
                <a:lnTo>
                  <a:pt x="936978" y="77812"/>
                </a:lnTo>
                <a:lnTo>
                  <a:pt x="936971" y="77241"/>
                </a:lnTo>
                <a:lnTo>
                  <a:pt x="936965" y="76652"/>
                </a:lnTo>
                <a:lnTo>
                  <a:pt x="936962" y="76045"/>
                </a:lnTo>
                <a:lnTo>
                  <a:pt x="936961" y="75419"/>
                </a:lnTo>
                <a:lnTo>
                  <a:pt x="936961" y="51966"/>
                </a:lnTo>
                <a:lnTo>
                  <a:pt x="937430" y="51461"/>
                </a:lnTo>
                <a:lnTo>
                  <a:pt x="937888" y="50972"/>
                </a:lnTo>
                <a:lnTo>
                  <a:pt x="938335" y="50501"/>
                </a:lnTo>
                <a:lnTo>
                  <a:pt x="938771" y="50046"/>
                </a:lnTo>
                <a:lnTo>
                  <a:pt x="939196" y="49609"/>
                </a:lnTo>
                <a:close/>
                <a:moveTo>
                  <a:pt x="1201910" y="42936"/>
                </a:moveTo>
                <a:lnTo>
                  <a:pt x="1202132" y="42859"/>
                </a:lnTo>
                <a:lnTo>
                  <a:pt x="1202351" y="42786"/>
                </a:lnTo>
                <a:lnTo>
                  <a:pt x="1202567" y="42716"/>
                </a:lnTo>
                <a:lnTo>
                  <a:pt x="1202780" y="42650"/>
                </a:lnTo>
                <a:lnTo>
                  <a:pt x="1202991" y="42588"/>
                </a:lnTo>
                <a:lnTo>
                  <a:pt x="1203198" y="42529"/>
                </a:lnTo>
                <a:lnTo>
                  <a:pt x="1203403" y="42474"/>
                </a:lnTo>
                <a:lnTo>
                  <a:pt x="1203604" y="42422"/>
                </a:lnTo>
                <a:lnTo>
                  <a:pt x="1203803" y="42374"/>
                </a:lnTo>
                <a:lnTo>
                  <a:pt x="1203999" y="42329"/>
                </a:lnTo>
                <a:lnTo>
                  <a:pt x="1204192" y="42288"/>
                </a:lnTo>
                <a:lnTo>
                  <a:pt x="1204382" y="42251"/>
                </a:lnTo>
                <a:lnTo>
                  <a:pt x="1204570" y="42217"/>
                </a:lnTo>
                <a:lnTo>
                  <a:pt x="1204754" y="42186"/>
                </a:lnTo>
                <a:lnTo>
                  <a:pt x="1204936" y="42160"/>
                </a:lnTo>
                <a:lnTo>
                  <a:pt x="1205115" y="42136"/>
                </a:lnTo>
                <a:lnTo>
                  <a:pt x="1205291" y="42117"/>
                </a:lnTo>
                <a:lnTo>
                  <a:pt x="1205464" y="42101"/>
                </a:lnTo>
                <a:lnTo>
                  <a:pt x="1205634" y="42088"/>
                </a:lnTo>
                <a:lnTo>
                  <a:pt x="1205801" y="42079"/>
                </a:lnTo>
                <a:lnTo>
                  <a:pt x="1205966" y="42074"/>
                </a:lnTo>
                <a:lnTo>
                  <a:pt x="1206128" y="42072"/>
                </a:lnTo>
                <a:lnTo>
                  <a:pt x="1206275" y="42074"/>
                </a:lnTo>
                <a:lnTo>
                  <a:pt x="1206420" y="42078"/>
                </a:lnTo>
                <a:lnTo>
                  <a:pt x="1206562" y="42085"/>
                </a:lnTo>
                <a:lnTo>
                  <a:pt x="1206702" y="42096"/>
                </a:lnTo>
                <a:lnTo>
                  <a:pt x="1206839" y="42109"/>
                </a:lnTo>
                <a:lnTo>
                  <a:pt x="1206973" y="42126"/>
                </a:lnTo>
                <a:lnTo>
                  <a:pt x="1207105" y="42145"/>
                </a:lnTo>
                <a:lnTo>
                  <a:pt x="1207234" y="42167"/>
                </a:lnTo>
                <a:lnTo>
                  <a:pt x="1207360" y="42192"/>
                </a:lnTo>
                <a:lnTo>
                  <a:pt x="1207484" y="42221"/>
                </a:lnTo>
                <a:lnTo>
                  <a:pt x="1207605" y="42252"/>
                </a:lnTo>
                <a:lnTo>
                  <a:pt x="1207724" y="42286"/>
                </a:lnTo>
                <a:lnTo>
                  <a:pt x="1207840" y="42323"/>
                </a:lnTo>
                <a:lnTo>
                  <a:pt x="1207953" y="42363"/>
                </a:lnTo>
                <a:lnTo>
                  <a:pt x="1208064" y="42407"/>
                </a:lnTo>
                <a:lnTo>
                  <a:pt x="1208172" y="42453"/>
                </a:lnTo>
                <a:lnTo>
                  <a:pt x="1208278" y="42502"/>
                </a:lnTo>
                <a:lnTo>
                  <a:pt x="1208381" y="42554"/>
                </a:lnTo>
                <a:lnTo>
                  <a:pt x="1208481" y="42609"/>
                </a:lnTo>
                <a:lnTo>
                  <a:pt x="1208579" y="42667"/>
                </a:lnTo>
                <a:lnTo>
                  <a:pt x="1208674" y="42728"/>
                </a:lnTo>
                <a:lnTo>
                  <a:pt x="1208766" y="42791"/>
                </a:lnTo>
                <a:lnTo>
                  <a:pt x="1208856" y="42858"/>
                </a:lnTo>
                <a:lnTo>
                  <a:pt x="1208943" y="42928"/>
                </a:lnTo>
                <a:lnTo>
                  <a:pt x="1209028" y="43002"/>
                </a:lnTo>
                <a:lnTo>
                  <a:pt x="1209111" y="43080"/>
                </a:lnTo>
                <a:lnTo>
                  <a:pt x="1209192" y="43163"/>
                </a:lnTo>
                <a:lnTo>
                  <a:pt x="1209271" y="43251"/>
                </a:lnTo>
                <a:lnTo>
                  <a:pt x="1209348" y="43343"/>
                </a:lnTo>
                <a:lnTo>
                  <a:pt x="1209424" y="43440"/>
                </a:lnTo>
                <a:lnTo>
                  <a:pt x="1209497" y="43541"/>
                </a:lnTo>
                <a:lnTo>
                  <a:pt x="1209569" y="43648"/>
                </a:lnTo>
                <a:lnTo>
                  <a:pt x="1209638" y="43758"/>
                </a:lnTo>
                <a:lnTo>
                  <a:pt x="1209706" y="43874"/>
                </a:lnTo>
                <a:lnTo>
                  <a:pt x="1209772" y="43994"/>
                </a:lnTo>
                <a:lnTo>
                  <a:pt x="1209836" y="44119"/>
                </a:lnTo>
                <a:lnTo>
                  <a:pt x="1209898" y="44248"/>
                </a:lnTo>
                <a:lnTo>
                  <a:pt x="1209958" y="44382"/>
                </a:lnTo>
                <a:lnTo>
                  <a:pt x="1210016" y="44521"/>
                </a:lnTo>
                <a:lnTo>
                  <a:pt x="1210072" y="44664"/>
                </a:lnTo>
                <a:lnTo>
                  <a:pt x="1210126" y="44812"/>
                </a:lnTo>
                <a:lnTo>
                  <a:pt x="1210179" y="44964"/>
                </a:lnTo>
                <a:lnTo>
                  <a:pt x="1210229" y="45122"/>
                </a:lnTo>
                <a:lnTo>
                  <a:pt x="1210278" y="45284"/>
                </a:lnTo>
                <a:lnTo>
                  <a:pt x="1210325" y="45450"/>
                </a:lnTo>
                <a:lnTo>
                  <a:pt x="1210370" y="45621"/>
                </a:lnTo>
                <a:lnTo>
                  <a:pt x="1210413" y="45797"/>
                </a:lnTo>
                <a:lnTo>
                  <a:pt x="1210454" y="45977"/>
                </a:lnTo>
                <a:lnTo>
                  <a:pt x="1210504" y="46241"/>
                </a:lnTo>
                <a:lnTo>
                  <a:pt x="1210552" y="46529"/>
                </a:lnTo>
                <a:lnTo>
                  <a:pt x="1210598" y="46843"/>
                </a:lnTo>
                <a:lnTo>
                  <a:pt x="1210642" y="47182"/>
                </a:lnTo>
                <a:lnTo>
                  <a:pt x="1210684" y="47545"/>
                </a:lnTo>
                <a:lnTo>
                  <a:pt x="1210724" y="47934"/>
                </a:lnTo>
                <a:lnTo>
                  <a:pt x="1210761" y="48347"/>
                </a:lnTo>
                <a:lnTo>
                  <a:pt x="1210797" y="48785"/>
                </a:lnTo>
                <a:lnTo>
                  <a:pt x="1210830" y="49249"/>
                </a:lnTo>
                <a:lnTo>
                  <a:pt x="1210861" y="49737"/>
                </a:lnTo>
                <a:lnTo>
                  <a:pt x="1210890" y="50251"/>
                </a:lnTo>
                <a:lnTo>
                  <a:pt x="1210917" y="50789"/>
                </a:lnTo>
                <a:lnTo>
                  <a:pt x="1210942" y="51353"/>
                </a:lnTo>
                <a:lnTo>
                  <a:pt x="1210964" y="51941"/>
                </a:lnTo>
                <a:lnTo>
                  <a:pt x="1210985" y="52554"/>
                </a:lnTo>
                <a:lnTo>
                  <a:pt x="1211003" y="53193"/>
                </a:lnTo>
                <a:lnTo>
                  <a:pt x="1211019" y="53856"/>
                </a:lnTo>
                <a:lnTo>
                  <a:pt x="1211033" y="54545"/>
                </a:lnTo>
                <a:lnTo>
                  <a:pt x="1211045" y="55258"/>
                </a:lnTo>
                <a:lnTo>
                  <a:pt x="1211054" y="55996"/>
                </a:lnTo>
                <a:lnTo>
                  <a:pt x="1211062" y="56760"/>
                </a:lnTo>
                <a:lnTo>
                  <a:pt x="1211067" y="57548"/>
                </a:lnTo>
                <a:lnTo>
                  <a:pt x="1211070" y="58361"/>
                </a:lnTo>
                <a:lnTo>
                  <a:pt x="1211072" y="59200"/>
                </a:lnTo>
                <a:lnTo>
                  <a:pt x="1211072" y="83385"/>
                </a:lnTo>
                <a:lnTo>
                  <a:pt x="1211070" y="83863"/>
                </a:lnTo>
                <a:lnTo>
                  <a:pt x="1211065" y="84329"/>
                </a:lnTo>
                <a:lnTo>
                  <a:pt x="1211057" y="84782"/>
                </a:lnTo>
                <a:lnTo>
                  <a:pt x="1211046" y="85221"/>
                </a:lnTo>
                <a:lnTo>
                  <a:pt x="1211031" y="85648"/>
                </a:lnTo>
                <a:lnTo>
                  <a:pt x="1211014" y="86061"/>
                </a:lnTo>
                <a:lnTo>
                  <a:pt x="1210993" y="86461"/>
                </a:lnTo>
                <a:lnTo>
                  <a:pt x="1210969" y="86848"/>
                </a:lnTo>
                <a:lnTo>
                  <a:pt x="1210941" y="87222"/>
                </a:lnTo>
                <a:lnTo>
                  <a:pt x="1210911" y="87583"/>
                </a:lnTo>
                <a:lnTo>
                  <a:pt x="1210877" y="87931"/>
                </a:lnTo>
                <a:lnTo>
                  <a:pt x="1210840" y="88266"/>
                </a:lnTo>
                <a:lnTo>
                  <a:pt x="1210800" y="88588"/>
                </a:lnTo>
                <a:lnTo>
                  <a:pt x="1210756" y="88897"/>
                </a:lnTo>
                <a:lnTo>
                  <a:pt x="1210709" y="89192"/>
                </a:lnTo>
                <a:lnTo>
                  <a:pt x="1210660" y="89475"/>
                </a:lnTo>
                <a:lnTo>
                  <a:pt x="1210606" y="89744"/>
                </a:lnTo>
                <a:lnTo>
                  <a:pt x="1210550" y="90001"/>
                </a:lnTo>
                <a:lnTo>
                  <a:pt x="1210491" y="90244"/>
                </a:lnTo>
                <a:lnTo>
                  <a:pt x="1210428" y="90474"/>
                </a:lnTo>
                <a:lnTo>
                  <a:pt x="1210362" y="90691"/>
                </a:lnTo>
                <a:lnTo>
                  <a:pt x="1210293" y="90895"/>
                </a:lnTo>
                <a:lnTo>
                  <a:pt x="1210220" y="91086"/>
                </a:lnTo>
                <a:lnTo>
                  <a:pt x="1210145" y="91264"/>
                </a:lnTo>
                <a:lnTo>
                  <a:pt x="1210066" y="91433"/>
                </a:lnTo>
                <a:lnTo>
                  <a:pt x="1209986" y="91598"/>
                </a:lnTo>
                <a:lnTo>
                  <a:pt x="1209903" y="91760"/>
                </a:lnTo>
                <a:lnTo>
                  <a:pt x="1209817" y="91917"/>
                </a:lnTo>
                <a:lnTo>
                  <a:pt x="1209730" y="92070"/>
                </a:lnTo>
                <a:lnTo>
                  <a:pt x="1209640" y="92219"/>
                </a:lnTo>
                <a:lnTo>
                  <a:pt x="1209548" y="92364"/>
                </a:lnTo>
                <a:lnTo>
                  <a:pt x="1209454" y="92505"/>
                </a:lnTo>
                <a:lnTo>
                  <a:pt x="1209358" y="92642"/>
                </a:lnTo>
                <a:lnTo>
                  <a:pt x="1209259" y="92775"/>
                </a:lnTo>
                <a:lnTo>
                  <a:pt x="1209158" y="92903"/>
                </a:lnTo>
                <a:lnTo>
                  <a:pt x="1209054" y="93028"/>
                </a:lnTo>
                <a:lnTo>
                  <a:pt x="1208949" y="93149"/>
                </a:lnTo>
                <a:lnTo>
                  <a:pt x="1208841" y="93266"/>
                </a:lnTo>
                <a:lnTo>
                  <a:pt x="1208731" y="93378"/>
                </a:lnTo>
                <a:lnTo>
                  <a:pt x="1208619" y="93487"/>
                </a:lnTo>
                <a:lnTo>
                  <a:pt x="1208504" y="93591"/>
                </a:lnTo>
                <a:lnTo>
                  <a:pt x="1208387" y="93692"/>
                </a:lnTo>
                <a:lnTo>
                  <a:pt x="1208268" y="93788"/>
                </a:lnTo>
                <a:lnTo>
                  <a:pt x="1208147" y="93881"/>
                </a:lnTo>
                <a:lnTo>
                  <a:pt x="1208023" y="93969"/>
                </a:lnTo>
                <a:lnTo>
                  <a:pt x="1207897" y="94053"/>
                </a:lnTo>
                <a:lnTo>
                  <a:pt x="1207769" y="94134"/>
                </a:lnTo>
                <a:lnTo>
                  <a:pt x="1207638" y="94210"/>
                </a:lnTo>
                <a:lnTo>
                  <a:pt x="1207501" y="94283"/>
                </a:lnTo>
                <a:lnTo>
                  <a:pt x="1207354" y="94352"/>
                </a:lnTo>
                <a:lnTo>
                  <a:pt x="1207196" y="94419"/>
                </a:lnTo>
                <a:lnTo>
                  <a:pt x="1207028" y="94482"/>
                </a:lnTo>
                <a:lnTo>
                  <a:pt x="1206849" y="94542"/>
                </a:lnTo>
                <a:lnTo>
                  <a:pt x="1206660" y="94600"/>
                </a:lnTo>
                <a:lnTo>
                  <a:pt x="1206460" y="94654"/>
                </a:lnTo>
                <a:lnTo>
                  <a:pt x="1206250" y="94705"/>
                </a:lnTo>
                <a:lnTo>
                  <a:pt x="1206029" y="94753"/>
                </a:lnTo>
                <a:lnTo>
                  <a:pt x="1205798" y="94797"/>
                </a:lnTo>
                <a:lnTo>
                  <a:pt x="1205556" y="94839"/>
                </a:lnTo>
                <a:lnTo>
                  <a:pt x="1205304" y="94878"/>
                </a:lnTo>
                <a:lnTo>
                  <a:pt x="1205041" y="94913"/>
                </a:lnTo>
                <a:lnTo>
                  <a:pt x="1204768" y="94946"/>
                </a:lnTo>
                <a:lnTo>
                  <a:pt x="1204484" y="94975"/>
                </a:lnTo>
                <a:lnTo>
                  <a:pt x="1204190" y="95002"/>
                </a:lnTo>
                <a:lnTo>
                  <a:pt x="1203885" y="95025"/>
                </a:lnTo>
                <a:lnTo>
                  <a:pt x="1203570" y="95045"/>
                </a:lnTo>
                <a:lnTo>
                  <a:pt x="1203244" y="95062"/>
                </a:lnTo>
                <a:lnTo>
                  <a:pt x="1202908" y="95076"/>
                </a:lnTo>
                <a:lnTo>
                  <a:pt x="1202561" y="95087"/>
                </a:lnTo>
                <a:lnTo>
                  <a:pt x="1202204" y="95094"/>
                </a:lnTo>
                <a:lnTo>
                  <a:pt x="1201837" y="95099"/>
                </a:lnTo>
                <a:lnTo>
                  <a:pt x="1201458" y="95100"/>
                </a:lnTo>
                <a:lnTo>
                  <a:pt x="1201458" y="97641"/>
                </a:lnTo>
                <a:lnTo>
                  <a:pt x="1232014" y="97641"/>
                </a:lnTo>
                <a:lnTo>
                  <a:pt x="1232014" y="95100"/>
                </a:lnTo>
                <a:lnTo>
                  <a:pt x="1231647" y="95099"/>
                </a:lnTo>
                <a:lnTo>
                  <a:pt x="1231290" y="95094"/>
                </a:lnTo>
                <a:lnTo>
                  <a:pt x="1230942" y="95085"/>
                </a:lnTo>
                <a:lnTo>
                  <a:pt x="1230604" y="95074"/>
                </a:lnTo>
                <a:lnTo>
                  <a:pt x="1230275" y="95059"/>
                </a:lnTo>
                <a:lnTo>
                  <a:pt x="1229957" y="95041"/>
                </a:lnTo>
                <a:lnTo>
                  <a:pt x="1229647" y="95019"/>
                </a:lnTo>
                <a:lnTo>
                  <a:pt x="1229348" y="94994"/>
                </a:lnTo>
                <a:lnTo>
                  <a:pt x="1229058" y="94966"/>
                </a:lnTo>
                <a:lnTo>
                  <a:pt x="1228778" y="94934"/>
                </a:lnTo>
                <a:lnTo>
                  <a:pt x="1228507" y="94899"/>
                </a:lnTo>
                <a:lnTo>
                  <a:pt x="1228246" y="94861"/>
                </a:lnTo>
                <a:lnTo>
                  <a:pt x="1227995" y="94819"/>
                </a:lnTo>
                <a:lnTo>
                  <a:pt x="1227754" y="94774"/>
                </a:lnTo>
                <a:lnTo>
                  <a:pt x="1227522" y="94726"/>
                </a:lnTo>
                <a:lnTo>
                  <a:pt x="1227299" y="94674"/>
                </a:lnTo>
                <a:lnTo>
                  <a:pt x="1227087" y="94619"/>
                </a:lnTo>
                <a:lnTo>
                  <a:pt x="1226884" y="94561"/>
                </a:lnTo>
                <a:lnTo>
                  <a:pt x="1226690" y="94499"/>
                </a:lnTo>
                <a:lnTo>
                  <a:pt x="1226507" y="94434"/>
                </a:lnTo>
                <a:lnTo>
                  <a:pt x="1226333" y="94366"/>
                </a:lnTo>
                <a:lnTo>
                  <a:pt x="1226169" y="94294"/>
                </a:lnTo>
                <a:lnTo>
                  <a:pt x="1226014" y="94220"/>
                </a:lnTo>
                <a:lnTo>
                  <a:pt x="1225869" y="94141"/>
                </a:lnTo>
                <a:lnTo>
                  <a:pt x="1225730" y="94060"/>
                </a:lnTo>
                <a:lnTo>
                  <a:pt x="1225594" y="93975"/>
                </a:lnTo>
                <a:lnTo>
                  <a:pt x="1225461" y="93886"/>
                </a:lnTo>
                <a:lnTo>
                  <a:pt x="1225331" y="93794"/>
                </a:lnTo>
                <a:lnTo>
                  <a:pt x="1225204" y="93699"/>
                </a:lnTo>
                <a:lnTo>
                  <a:pt x="1225079" y="93600"/>
                </a:lnTo>
                <a:lnTo>
                  <a:pt x="1224958" y="93497"/>
                </a:lnTo>
                <a:lnTo>
                  <a:pt x="1224839" y="93391"/>
                </a:lnTo>
                <a:lnTo>
                  <a:pt x="1224723" y="93282"/>
                </a:lnTo>
                <a:lnTo>
                  <a:pt x="1224610" y="93170"/>
                </a:lnTo>
                <a:lnTo>
                  <a:pt x="1224500" y="93053"/>
                </a:lnTo>
                <a:lnTo>
                  <a:pt x="1224393" y="92934"/>
                </a:lnTo>
                <a:lnTo>
                  <a:pt x="1224288" y="92811"/>
                </a:lnTo>
                <a:lnTo>
                  <a:pt x="1224187" y="92684"/>
                </a:lnTo>
                <a:lnTo>
                  <a:pt x="1224088" y="92554"/>
                </a:lnTo>
                <a:lnTo>
                  <a:pt x="1223992" y="92421"/>
                </a:lnTo>
                <a:lnTo>
                  <a:pt x="1223899" y="92284"/>
                </a:lnTo>
                <a:lnTo>
                  <a:pt x="1223809" y="92144"/>
                </a:lnTo>
                <a:lnTo>
                  <a:pt x="1223722" y="92000"/>
                </a:lnTo>
                <a:lnTo>
                  <a:pt x="1223637" y="91853"/>
                </a:lnTo>
                <a:lnTo>
                  <a:pt x="1223556" y="91702"/>
                </a:lnTo>
                <a:lnTo>
                  <a:pt x="1223477" y="91548"/>
                </a:lnTo>
                <a:lnTo>
                  <a:pt x="1223401" y="91390"/>
                </a:lnTo>
                <a:lnTo>
                  <a:pt x="1223328" y="91229"/>
                </a:lnTo>
                <a:lnTo>
                  <a:pt x="1223258" y="91060"/>
                </a:lnTo>
                <a:lnTo>
                  <a:pt x="1223191" y="90877"/>
                </a:lnTo>
                <a:lnTo>
                  <a:pt x="1223127" y="90680"/>
                </a:lnTo>
                <a:lnTo>
                  <a:pt x="1223066" y="90469"/>
                </a:lnTo>
                <a:lnTo>
                  <a:pt x="1223008" y="90245"/>
                </a:lnTo>
                <a:lnTo>
                  <a:pt x="1222953" y="90007"/>
                </a:lnTo>
                <a:lnTo>
                  <a:pt x="1222901" y="89755"/>
                </a:lnTo>
                <a:lnTo>
                  <a:pt x="1222851" y="89490"/>
                </a:lnTo>
                <a:lnTo>
                  <a:pt x="1222805" y="89211"/>
                </a:lnTo>
                <a:lnTo>
                  <a:pt x="1222762" y="88918"/>
                </a:lnTo>
                <a:lnTo>
                  <a:pt x="1222722" y="88612"/>
                </a:lnTo>
                <a:lnTo>
                  <a:pt x="1222685" y="88292"/>
                </a:lnTo>
                <a:lnTo>
                  <a:pt x="1222650" y="87958"/>
                </a:lnTo>
                <a:lnTo>
                  <a:pt x="1222619" y="87611"/>
                </a:lnTo>
                <a:lnTo>
                  <a:pt x="1222591" y="87250"/>
                </a:lnTo>
                <a:lnTo>
                  <a:pt x="1222565" y="86875"/>
                </a:lnTo>
                <a:lnTo>
                  <a:pt x="1222543" y="86487"/>
                </a:lnTo>
                <a:lnTo>
                  <a:pt x="1222524" y="86084"/>
                </a:lnTo>
                <a:lnTo>
                  <a:pt x="1222507" y="85669"/>
                </a:lnTo>
                <a:lnTo>
                  <a:pt x="1222494" y="85239"/>
                </a:lnTo>
                <a:lnTo>
                  <a:pt x="1222483" y="84796"/>
                </a:lnTo>
                <a:lnTo>
                  <a:pt x="1222476" y="84339"/>
                </a:lnTo>
                <a:lnTo>
                  <a:pt x="1222471" y="83869"/>
                </a:lnTo>
                <a:lnTo>
                  <a:pt x="1222470" y="83385"/>
                </a:lnTo>
                <a:lnTo>
                  <a:pt x="1222470" y="32959"/>
                </a:lnTo>
                <a:lnTo>
                  <a:pt x="1219449" y="32959"/>
                </a:lnTo>
                <a:lnTo>
                  <a:pt x="1200497" y="40632"/>
                </a:lnTo>
                <a:lnTo>
                  <a:pt x="1201458" y="43100"/>
                </a:lnTo>
                <a:lnTo>
                  <a:pt x="1201686" y="43016"/>
                </a:lnTo>
                <a:lnTo>
                  <a:pt x="1201910" y="42936"/>
                </a:lnTo>
                <a:close/>
                <a:moveTo>
                  <a:pt x="1307860" y="43016"/>
                </a:moveTo>
                <a:lnTo>
                  <a:pt x="1308079" y="42936"/>
                </a:lnTo>
                <a:lnTo>
                  <a:pt x="1308296" y="42859"/>
                </a:lnTo>
                <a:lnTo>
                  <a:pt x="1308510" y="42786"/>
                </a:lnTo>
                <a:lnTo>
                  <a:pt x="1308721" y="42716"/>
                </a:lnTo>
                <a:lnTo>
                  <a:pt x="1308930" y="42650"/>
                </a:lnTo>
                <a:lnTo>
                  <a:pt x="1309136" y="42588"/>
                </a:lnTo>
                <a:lnTo>
                  <a:pt x="1309340" y="42529"/>
                </a:lnTo>
                <a:lnTo>
                  <a:pt x="1309540" y="42474"/>
                </a:lnTo>
                <a:lnTo>
                  <a:pt x="1309739" y="42422"/>
                </a:lnTo>
                <a:lnTo>
                  <a:pt x="1309934" y="42374"/>
                </a:lnTo>
                <a:lnTo>
                  <a:pt x="1310127" y="42329"/>
                </a:lnTo>
                <a:lnTo>
                  <a:pt x="1310318" y="42288"/>
                </a:lnTo>
                <a:lnTo>
                  <a:pt x="1310505" y="42251"/>
                </a:lnTo>
                <a:lnTo>
                  <a:pt x="1310691" y="42217"/>
                </a:lnTo>
                <a:lnTo>
                  <a:pt x="1310873" y="42186"/>
                </a:lnTo>
                <a:lnTo>
                  <a:pt x="1311053" y="42160"/>
                </a:lnTo>
                <a:lnTo>
                  <a:pt x="1311230" y="42136"/>
                </a:lnTo>
                <a:lnTo>
                  <a:pt x="1311405" y="42117"/>
                </a:lnTo>
                <a:lnTo>
                  <a:pt x="1311577" y="42101"/>
                </a:lnTo>
                <a:lnTo>
                  <a:pt x="1311746" y="42088"/>
                </a:lnTo>
                <a:lnTo>
                  <a:pt x="1311913" y="42079"/>
                </a:lnTo>
                <a:lnTo>
                  <a:pt x="1312077" y="42074"/>
                </a:lnTo>
                <a:lnTo>
                  <a:pt x="1312239" y="42072"/>
                </a:lnTo>
                <a:lnTo>
                  <a:pt x="1312386" y="42074"/>
                </a:lnTo>
                <a:lnTo>
                  <a:pt x="1312531" y="42078"/>
                </a:lnTo>
                <a:lnTo>
                  <a:pt x="1312674" y="42086"/>
                </a:lnTo>
                <a:lnTo>
                  <a:pt x="1312814" y="42097"/>
                </a:lnTo>
                <a:lnTo>
                  <a:pt x="1312951" y="42111"/>
                </a:lnTo>
                <a:lnTo>
                  <a:pt x="1313086" y="42128"/>
                </a:lnTo>
                <a:lnTo>
                  <a:pt x="1313219" y="42148"/>
                </a:lnTo>
                <a:lnTo>
                  <a:pt x="1313349" y="42171"/>
                </a:lnTo>
                <a:lnTo>
                  <a:pt x="1313476" y="42197"/>
                </a:lnTo>
                <a:lnTo>
                  <a:pt x="1313601" y="42227"/>
                </a:lnTo>
                <a:lnTo>
                  <a:pt x="1313724" y="42259"/>
                </a:lnTo>
                <a:lnTo>
                  <a:pt x="1313844" y="42295"/>
                </a:lnTo>
                <a:lnTo>
                  <a:pt x="1313961" y="42333"/>
                </a:lnTo>
                <a:lnTo>
                  <a:pt x="1314076" y="42375"/>
                </a:lnTo>
                <a:lnTo>
                  <a:pt x="1314189" y="42420"/>
                </a:lnTo>
                <a:lnTo>
                  <a:pt x="1314299" y="42468"/>
                </a:lnTo>
                <a:lnTo>
                  <a:pt x="1314406" y="42519"/>
                </a:lnTo>
                <a:lnTo>
                  <a:pt x="1314511" y="42573"/>
                </a:lnTo>
                <a:lnTo>
                  <a:pt x="1314614" y="42630"/>
                </a:lnTo>
                <a:lnTo>
                  <a:pt x="1314714" y="42690"/>
                </a:lnTo>
                <a:lnTo>
                  <a:pt x="1314811" y="42754"/>
                </a:lnTo>
                <a:lnTo>
                  <a:pt x="1314906" y="42820"/>
                </a:lnTo>
                <a:lnTo>
                  <a:pt x="1314998" y="42890"/>
                </a:lnTo>
                <a:lnTo>
                  <a:pt x="1315088" y="42963"/>
                </a:lnTo>
                <a:lnTo>
                  <a:pt x="1315176" y="43040"/>
                </a:lnTo>
                <a:lnTo>
                  <a:pt x="1315262" y="43122"/>
                </a:lnTo>
                <a:lnTo>
                  <a:pt x="1315346" y="43210"/>
                </a:lnTo>
                <a:lnTo>
                  <a:pt x="1315428" y="43303"/>
                </a:lnTo>
                <a:lnTo>
                  <a:pt x="1315508" y="43402"/>
                </a:lnTo>
                <a:lnTo>
                  <a:pt x="1315586" y="43506"/>
                </a:lnTo>
                <a:lnTo>
                  <a:pt x="1315663" y="43616"/>
                </a:lnTo>
                <a:lnTo>
                  <a:pt x="1315737" y="43731"/>
                </a:lnTo>
                <a:lnTo>
                  <a:pt x="1315809" y="43852"/>
                </a:lnTo>
                <a:lnTo>
                  <a:pt x="1315880" y="43978"/>
                </a:lnTo>
                <a:lnTo>
                  <a:pt x="1315949" y="44110"/>
                </a:lnTo>
                <a:lnTo>
                  <a:pt x="1316015" y="44247"/>
                </a:lnTo>
                <a:lnTo>
                  <a:pt x="1316080" y="44390"/>
                </a:lnTo>
                <a:lnTo>
                  <a:pt x="1316143" y="44538"/>
                </a:lnTo>
                <a:lnTo>
                  <a:pt x="1316204" y="44692"/>
                </a:lnTo>
                <a:lnTo>
                  <a:pt x="1316263" y="44851"/>
                </a:lnTo>
                <a:lnTo>
                  <a:pt x="1316321" y="45015"/>
                </a:lnTo>
                <a:lnTo>
                  <a:pt x="1316376" y="45185"/>
                </a:lnTo>
                <a:lnTo>
                  <a:pt x="1316429" y="45361"/>
                </a:lnTo>
                <a:lnTo>
                  <a:pt x="1316481" y="45542"/>
                </a:lnTo>
                <a:lnTo>
                  <a:pt x="1316530" y="45728"/>
                </a:lnTo>
                <a:lnTo>
                  <a:pt x="1316578" y="45920"/>
                </a:lnTo>
                <a:lnTo>
                  <a:pt x="1316624" y="46118"/>
                </a:lnTo>
                <a:lnTo>
                  <a:pt x="1316668" y="46321"/>
                </a:lnTo>
                <a:lnTo>
                  <a:pt x="1316710" y="46542"/>
                </a:lnTo>
                <a:lnTo>
                  <a:pt x="1316750" y="46793"/>
                </a:lnTo>
                <a:lnTo>
                  <a:pt x="1316788" y="47075"/>
                </a:lnTo>
                <a:lnTo>
                  <a:pt x="1316825" y="47388"/>
                </a:lnTo>
                <a:lnTo>
                  <a:pt x="1316860" y="47732"/>
                </a:lnTo>
                <a:lnTo>
                  <a:pt x="1316893" y="48106"/>
                </a:lnTo>
                <a:lnTo>
                  <a:pt x="1316924" y="48511"/>
                </a:lnTo>
                <a:lnTo>
                  <a:pt x="1316954" y="48946"/>
                </a:lnTo>
                <a:lnTo>
                  <a:pt x="1316982" y="49413"/>
                </a:lnTo>
                <a:lnTo>
                  <a:pt x="1317007" y="49910"/>
                </a:lnTo>
                <a:lnTo>
                  <a:pt x="1317032" y="50437"/>
                </a:lnTo>
                <a:lnTo>
                  <a:pt x="1317054" y="50996"/>
                </a:lnTo>
                <a:lnTo>
                  <a:pt x="1317075" y="51585"/>
                </a:lnTo>
                <a:lnTo>
                  <a:pt x="1317093" y="52205"/>
                </a:lnTo>
                <a:lnTo>
                  <a:pt x="1317110" y="52855"/>
                </a:lnTo>
                <a:lnTo>
                  <a:pt x="1317125" y="53536"/>
                </a:lnTo>
                <a:lnTo>
                  <a:pt x="1317139" y="54248"/>
                </a:lnTo>
                <a:lnTo>
                  <a:pt x="1317150" y="54991"/>
                </a:lnTo>
                <a:lnTo>
                  <a:pt x="1317160" y="55764"/>
                </a:lnTo>
                <a:lnTo>
                  <a:pt x="1317168" y="56568"/>
                </a:lnTo>
                <a:lnTo>
                  <a:pt x="1317175" y="57402"/>
                </a:lnTo>
                <a:lnTo>
                  <a:pt x="1317179" y="58267"/>
                </a:lnTo>
                <a:lnTo>
                  <a:pt x="1317182" y="59163"/>
                </a:lnTo>
                <a:lnTo>
                  <a:pt x="1317183" y="60090"/>
                </a:lnTo>
                <a:lnTo>
                  <a:pt x="1317183" y="83385"/>
                </a:lnTo>
                <a:lnTo>
                  <a:pt x="1317180" y="83948"/>
                </a:lnTo>
                <a:lnTo>
                  <a:pt x="1317171" y="84496"/>
                </a:lnTo>
                <a:lnTo>
                  <a:pt x="1317156" y="85028"/>
                </a:lnTo>
                <a:lnTo>
                  <a:pt x="1317136" y="85546"/>
                </a:lnTo>
                <a:lnTo>
                  <a:pt x="1317110" y="86048"/>
                </a:lnTo>
                <a:lnTo>
                  <a:pt x="1317078" y="86534"/>
                </a:lnTo>
                <a:lnTo>
                  <a:pt x="1317040" y="87005"/>
                </a:lnTo>
                <a:lnTo>
                  <a:pt x="1316996" y="87461"/>
                </a:lnTo>
                <a:lnTo>
                  <a:pt x="1316946" y="87902"/>
                </a:lnTo>
                <a:lnTo>
                  <a:pt x="1316891" y="88327"/>
                </a:lnTo>
                <a:lnTo>
                  <a:pt x="1316829" y="88737"/>
                </a:lnTo>
                <a:lnTo>
                  <a:pt x="1316762" y="89131"/>
                </a:lnTo>
                <a:lnTo>
                  <a:pt x="1316689" y="89511"/>
                </a:lnTo>
                <a:lnTo>
                  <a:pt x="1316610" y="89875"/>
                </a:lnTo>
                <a:lnTo>
                  <a:pt x="1316526" y="90223"/>
                </a:lnTo>
                <a:lnTo>
                  <a:pt x="1316435" y="90556"/>
                </a:lnTo>
                <a:lnTo>
                  <a:pt x="1316339" y="90874"/>
                </a:lnTo>
                <a:lnTo>
                  <a:pt x="1316236" y="91177"/>
                </a:lnTo>
                <a:lnTo>
                  <a:pt x="1316128" y="91464"/>
                </a:lnTo>
                <a:lnTo>
                  <a:pt x="1316014" y="91735"/>
                </a:lnTo>
                <a:lnTo>
                  <a:pt x="1315895" y="91992"/>
                </a:lnTo>
                <a:lnTo>
                  <a:pt x="1315769" y="92233"/>
                </a:lnTo>
                <a:lnTo>
                  <a:pt x="1315638" y="92459"/>
                </a:lnTo>
                <a:lnTo>
                  <a:pt x="1315500" y="92669"/>
                </a:lnTo>
                <a:lnTo>
                  <a:pt x="1315355" y="92868"/>
                </a:lnTo>
                <a:lnTo>
                  <a:pt x="1315198" y="93058"/>
                </a:lnTo>
                <a:lnTo>
                  <a:pt x="1315031" y="93239"/>
                </a:lnTo>
                <a:lnTo>
                  <a:pt x="1314853" y="93412"/>
                </a:lnTo>
                <a:lnTo>
                  <a:pt x="1314664" y="93577"/>
                </a:lnTo>
                <a:lnTo>
                  <a:pt x="1314464" y="93733"/>
                </a:lnTo>
                <a:lnTo>
                  <a:pt x="1314253" y="93881"/>
                </a:lnTo>
                <a:lnTo>
                  <a:pt x="1314032" y="94020"/>
                </a:lnTo>
                <a:lnTo>
                  <a:pt x="1313799" y="94151"/>
                </a:lnTo>
                <a:lnTo>
                  <a:pt x="1313556" y="94273"/>
                </a:lnTo>
                <a:lnTo>
                  <a:pt x="1313302" y="94387"/>
                </a:lnTo>
                <a:lnTo>
                  <a:pt x="1313037" y="94493"/>
                </a:lnTo>
                <a:lnTo>
                  <a:pt x="1312761" y="94590"/>
                </a:lnTo>
                <a:lnTo>
                  <a:pt x="1312475" y="94678"/>
                </a:lnTo>
                <a:lnTo>
                  <a:pt x="1312177" y="94759"/>
                </a:lnTo>
                <a:lnTo>
                  <a:pt x="1311869" y="94830"/>
                </a:lnTo>
                <a:lnTo>
                  <a:pt x="1311550" y="94894"/>
                </a:lnTo>
                <a:lnTo>
                  <a:pt x="1311220" y="94949"/>
                </a:lnTo>
                <a:lnTo>
                  <a:pt x="1310879" y="94995"/>
                </a:lnTo>
                <a:lnTo>
                  <a:pt x="1310527" y="95033"/>
                </a:lnTo>
                <a:lnTo>
                  <a:pt x="1310164" y="95062"/>
                </a:lnTo>
                <a:lnTo>
                  <a:pt x="1309791" y="95084"/>
                </a:lnTo>
                <a:lnTo>
                  <a:pt x="1309407" y="95096"/>
                </a:lnTo>
                <a:lnTo>
                  <a:pt x="1309012" y="95100"/>
                </a:lnTo>
                <a:lnTo>
                  <a:pt x="1307638" y="95100"/>
                </a:lnTo>
                <a:lnTo>
                  <a:pt x="1307638" y="97641"/>
                </a:lnTo>
                <a:lnTo>
                  <a:pt x="1338743" y="97641"/>
                </a:lnTo>
                <a:lnTo>
                  <a:pt x="1338743" y="95100"/>
                </a:lnTo>
                <a:lnTo>
                  <a:pt x="1338320" y="95099"/>
                </a:lnTo>
                <a:lnTo>
                  <a:pt x="1337909" y="95094"/>
                </a:lnTo>
                <a:lnTo>
                  <a:pt x="1337510" y="95086"/>
                </a:lnTo>
                <a:lnTo>
                  <a:pt x="1337123" y="95075"/>
                </a:lnTo>
                <a:lnTo>
                  <a:pt x="1336748" y="95060"/>
                </a:lnTo>
                <a:lnTo>
                  <a:pt x="1336385" y="95043"/>
                </a:lnTo>
                <a:lnTo>
                  <a:pt x="1336034" y="95022"/>
                </a:lnTo>
                <a:lnTo>
                  <a:pt x="1335696" y="94998"/>
                </a:lnTo>
                <a:lnTo>
                  <a:pt x="1335369" y="94971"/>
                </a:lnTo>
                <a:lnTo>
                  <a:pt x="1335054" y="94940"/>
                </a:lnTo>
                <a:lnTo>
                  <a:pt x="1334751" y="94907"/>
                </a:lnTo>
                <a:lnTo>
                  <a:pt x="1334461" y="94870"/>
                </a:lnTo>
                <a:lnTo>
                  <a:pt x="1334182" y="94830"/>
                </a:lnTo>
                <a:lnTo>
                  <a:pt x="1333915" y="94786"/>
                </a:lnTo>
                <a:lnTo>
                  <a:pt x="1333661" y="94740"/>
                </a:lnTo>
                <a:lnTo>
                  <a:pt x="1333418" y="94690"/>
                </a:lnTo>
                <a:lnTo>
                  <a:pt x="1333188" y="94638"/>
                </a:lnTo>
                <a:lnTo>
                  <a:pt x="1332969" y="94581"/>
                </a:lnTo>
                <a:lnTo>
                  <a:pt x="1332763" y="94522"/>
                </a:lnTo>
                <a:lnTo>
                  <a:pt x="1332568" y="94460"/>
                </a:lnTo>
                <a:lnTo>
                  <a:pt x="1332386" y="94394"/>
                </a:lnTo>
                <a:lnTo>
                  <a:pt x="1332216" y="94325"/>
                </a:lnTo>
                <a:lnTo>
                  <a:pt x="1332058" y="94253"/>
                </a:lnTo>
                <a:lnTo>
                  <a:pt x="1331911" y="94178"/>
                </a:lnTo>
                <a:lnTo>
                  <a:pt x="1331772" y="94099"/>
                </a:lnTo>
                <a:lnTo>
                  <a:pt x="1331636" y="94017"/>
                </a:lnTo>
                <a:lnTo>
                  <a:pt x="1331502" y="93931"/>
                </a:lnTo>
                <a:lnTo>
                  <a:pt x="1331371" y="93841"/>
                </a:lnTo>
                <a:lnTo>
                  <a:pt x="1331242" y="93747"/>
                </a:lnTo>
                <a:lnTo>
                  <a:pt x="1331115" y="93650"/>
                </a:lnTo>
                <a:lnTo>
                  <a:pt x="1330991" y="93550"/>
                </a:lnTo>
                <a:lnTo>
                  <a:pt x="1330870" y="93445"/>
                </a:lnTo>
                <a:lnTo>
                  <a:pt x="1330751" y="93337"/>
                </a:lnTo>
                <a:lnTo>
                  <a:pt x="1330635" y="93225"/>
                </a:lnTo>
                <a:lnTo>
                  <a:pt x="1330521" y="93110"/>
                </a:lnTo>
                <a:lnTo>
                  <a:pt x="1330409" y="92991"/>
                </a:lnTo>
                <a:lnTo>
                  <a:pt x="1330300" y="92868"/>
                </a:lnTo>
                <a:lnTo>
                  <a:pt x="1330194" y="92741"/>
                </a:lnTo>
                <a:lnTo>
                  <a:pt x="1330090" y="92611"/>
                </a:lnTo>
                <a:lnTo>
                  <a:pt x="1329989" y="92477"/>
                </a:lnTo>
                <a:lnTo>
                  <a:pt x="1329890" y="92340"/>
                </a:lnTo>
                <a:lnTo>
                  <a:pt x="1329793" y="92199"/>
                </a:lnTo>
                <a:lnTo>
                  <a:pt x="1329700" y="92054"/>
                </a:lnTo>
                <a:lnTo>
                  <a:pt x="1329608" y="91905"/>
                </a:lnTo>
                <a:lnTo>
                  <a:pt x="1329519" y="91753"/>
                </a:lnTo>
                <a:lnTo>
                  <a:pt x="1329433" y="91597"/>
                </a:lnTo>
                <a:lnTo>
                  <a:pt x="1329349" y="91438"/>
                </a:lnTo>
                <a:lnTo>
                  <a:pt x="1329268" y="91275"/>
                </a:lnTo>
                <a:lnTo>
                  <a:pt x="1329206" y="91141"/>
                </a:lnTo>
                <a:lnTo>
                  <a:pt x="1329147" y="90991"/>
                </a:lnTo>
                <a:lnTo>
                  <a:pt x="1329091" y="90823"/>
                </a:lnTo>
                <a:lnTo>
                  <a:pt x="1329037" y="90639"/>
                </a:lnTo>
                <a:lnTo>
                  <a:pt x="1328986" y="90438"/>
                </a:lnTo>
                <a:lnTo>
                  <a:pt x="1328937" y="90220"/>
                </a:lnTo>
                <a:lnTo>
                  <a:pt x="1328891" y="89986"/>
                </a:lnTo>
                <a:lnTo>
                  <a:pt x="1328848" y="89734"/>
                </a:lnTo>
                <a:lnTo>
                  <a:pt x="1328807" y="89466"/>
                </a:lnTo>
                <a:lnTo>
                  <a:pt x="1328769" y="89181"/>
                </a:lnTo>
                <a:lnTo>
                  <a:pt x="1328734" y="88879"/>
                </a:lnTo>
                <a:lnTo>
                  <a:pt x="1328701" y="88560"/>
                </a:lnTo>
                <a:lnTo>
                  <a:pt x="1328671" y="88224"/>
                </a:lnTo>
                <a:lnTo>
                  <a:pt x="1328644" y="87871"/>
                </a:lnTo>
                <a:lnTo>
                  <a:pt x="1328619" y="87502"/>
                </a:lnTo>
                <a:lnTo>
                  <a:pt x="1328596" y="87116"/>
                </a:lnTo>
                <a:lnTo>
                  <a:pt x="1328577" y="86712"/>
                </a:lnTo>
                <a:lnTo>
                  <a:pt x="1328560" y="86292"/>
                </a:lnTo>
                <a:lnTo>
                  <a:pt x="1328545" y="85856"/>
                </a:lnTo>
                <a:lnTo>
                  <a:pt x="1328533" y="85402"/>
                </a:lnTo>
                <a:lnTo>
                  <a:pt x="1328524" y="84931"/>
                </a:lnTo>
                <a:lnTo>
                  <a:pt x="1328518" y="84444"/>
                </a:lnTo>
                <a:lnTo>
                  <a:pt x="1328514" y="83940"/>
                </a:lnTo>
                <a:lnTo>
                  <a:pt x="1328512" y="83419"/>
                </a:lnTo>
                <a:lnTo>
                  <a:pt x="1328512" y="50423"/>
                </a:lnTo>
                <a:lnTo>
                  <a:pt x="1329188" y="49699"/>
                </a:lnTo>
                <a:lnTo>
                  <a:pt x="1329863" y="49005"/>
                </a:lnTo>
                <a:lnTo>
                  <a:pt x="1330539" y="48342"/>
                </a:lnTo>
                <a:lnTo>
                  <a:pt x="1331215" y="47710"/>
                </a:lnTo>
                <a:lnTo>
                  <a:pt x="1331891" y="47108"/>
                </a:lnTo>
                <a:lnTo>
                  <a:pt x="1332568" y="46538"/>
                </a:lnTo>
                <a:lnTo>
                  <a:pt x="1333245" y="45998"/>
                </a:lnTo>
                <a:lnTo>
                  <a:pt x="1333922" y="45489"/>
                </a:lnTo>
                <a:lnTo>
                  <a:pt x="1334599" y="45011"/>
                </a:lnTo>
                <a:lnTo>
                  <a:pt x="1335276" y="44564"/>
                </a:lnTo>
                <a:lnTo>
                  <a:pt x="1335954" y="44148"/>
                </a:lnTo>
                <a:lnTo>
                  <a:pt x="1336632" y="43762"/>
                </a:lnTo>
                <a:lnTo>
                  <a:pt x="1337310" y="43408"/>
                </a:lnTo>
                <a:lnTo>
                  <a:pt x="1337989" y="43084"/>
                </a:lnTo>
                <a:lnTo>
                  <a:pt x="1338667" y="42791"/>
                </a:lnTo>
                <a:lnTo>
                  <a:pt x="1339346" y="42529"/>
                </a:lnTo>
                <a:lnTo>
                  <a:pt x="1340025" y="42298"/>
                </a:lnTo>
                <a:lnTo>
                  <a:pt x="1340705" y="42097"/>
                </a:lnTo>
                <a:lnTo>
                  <a:pt x="1341384" y="41928"/>
                </a:lnTo>
                <a:lnTo>
                  <a:pt x="1342064" y="41789"/>
                </a:lnTo>
                <a:lnTo>
                  <a:pt x="1342744" y="41681"/>
                </a:lnTo>
                <a:lnTo>
                  <a:pt x="1343425" y="41604"/>
                </a:lnTo>
                <a:lnTo>
                  <a:pt x="1344105" y="41557"/>
                </a:lnTo>
                <a:lnTo>
                  <a:pt x="1344786" y="41542"/>
                </a:lnTo>
                <a:lnTo>
                  <a:pt x="1345221" y="41549"/>
                </a:lnTo>
                <a:lnTo>
                  <a:pt x="1345646" y="41569"/>
                </a:lnTo>
                <a:lnTo>
                  <a:pt x="1346060" y="41602"/>
                </a:lnTo>
                <a:lnTo>
                  <a:pt x="1346464" y="41649"/>
                </a:lnTo>
                <a:lnTo>
                  <a:pt x="1346856" y="41710"/>
                </a:lnTo>
                <a:lnTo>
                  <a:pt x="1347239" y="41783"/>
                </a:lnTo>
                <a:lnTo>
                  <a:pt x="1347610" y="41870"/>
                </a:lnTo>
                <a:lnTo>
                  <a:pt x="1347971" y="41971"/>
                </a:lnTo>
                <a:lnTo>
                  <a:pt x="1348322" y="42085"/>
                </a:lnTo>
                <a:lnTo>
                  <a:pt x="1348662" y="42212"/>
                </a:lnTo>
                <a:lnTo>
                  <a:pt x="1348991" y="42353"/>
                </a:lnTo>
                <a:lnTo>
                  <a:pt x="1349309" y="42507"/>
                </a:lnTo>
                <a:lnTo>
                  <a:pt x="1349617" y="42675"/>
                </a:lnTo>
                <a:lnTo>
                  <a:pt x="1349915" y="42856"/>
                </a:lnTo>
                <a:lnTo>
                  <a:pt x="1350201" y="43050"/>
                </a:lnTo>
                <a:lnTo>
                  <a:pt x="1350478" y="43258"/>
                </a:lnTo>
                <a:lnTo>
                  <a:pt x="1350743" y="43479"/>
                </a:lnTo>
                <a:lnTo>
                  <a:pt x="1350998" y="43713"/>
                </a:lnTo>
                <a:lnTo>
                  <a:pt x="1351242" y="43961"/>
                </a:lnTo>
                <a:lnTo>
                  <a:pt x="1351476" y="44223"/>
                </a:lnTo>
                <a:lnTo>
                  <a:pt x="1351699" y="44498"/>
                </a:lnTo>
                <a:lnTo>
                  <a:pt x="1351912" y="44786"/>
                </a:lnTo>
                <a:lnTo>
                  <a:pt x="1352114" y="45087"/>
                </a:lnTo>
                <a:lnTo>
                  <a:pt x="1352305" y="45402"/>
                </a:lnTo>
                <a:lnTo>
                  <a:pt x="1352487" y="45732"/>
                </a:lnTo>
                <a:lnTo>
                  <a:pt x="1352661" y="46078"/>
                </a:lnTo>
                <a:lnTo>
                  <a:pt x="1352828" y="46440"/>
                </a:lnTo>
                <a:lnTo>
                  <a:pt x="1352987" y="46819"/>
                </a:lnTo>
                <a:lnTo>
                  <a:pt x="1353138" y="47214"/>
                </a:lnTo>
                <a:lnTo>
                  <a:pt x="1353281" y="47625"/>
                </a:lnTo>
                <a:lnTo>
                  <a:pt x="1353417" y="48052"/>
                </a:lnTo>
                <a:lnTo>
                  <a:pt x="1353545" y="48496"/>
                </a:lnTo>
                <a:lnTo>
                  <a:pt x="1353665" y="48955"/>
                </a:lnTo>
                <a:lnTo>
                  <a:pt x="1353777" y="49431"/>
                </a:lnTo>
                <a:lnTo>
                  <a:pt x="1353882" y="49924"/>
                </a:lnTo>
                <a:lnTo>
                  <a:pt x="1353979" y="50432"/>
                </a:lnTo>
                <a:lnTo>
                  <a:pt x="1354068" y="50957"/>
                </a:lnTo>
                <a:lnTo>
                  <a:pt x="1354149" y="51498"/>
                </a:lnTo>
                <a:lnTo>
                  <a:pt x="1354223" y="52055"/>
                </a:lnTo>
                <a:lnTo>
                  <a:pt x="1354288" y="52628"/>
                </a:lnTo>
                <a:lnTo>
                  <a:pt x="1354347" y="53218"/>
                </a:lnTo>
                <a:lnTo>
                  <a:pt x="1354397" y="53824"/>
                </a:lnTo>
                <a:lnTo>
                  <a:pt x="1354440" y="54446"/>
                </a:lnTo>
                <a:lnTo>
                  <a:pt x="1354474" y="55084"/>
                </a:lnTo>
                <a:lnTo>
                  <a:pt x="1354502" y="55739"/>
                </a:lnTo>
                <a:lnTo>
                  <a:pt x="1354521" y="56410"/>
                </a:lnTo>
                <a:lnTo>
                  <a:pt x="1354533" y="57097"/>
                </a:lnTo>
                <a:lnTo>
                  <a:pt x="1354536" y="57801"/>
                </a:lnTo>
                <a:lnTo>
                  <a:pt x="1354536" y="83419"/>
                </a:lnTo>
                <a:lnTo>
                  <a:pt x="1354536" y="83861"/>
                </a:lnTo>
                <a:lnTo>
                  <a:pt x="1354535" y="84288"/>
                </a:lnTo>
                <a:lnTo>
                  <a:pt x="1354532" y="84700"/>
                </a:lnTo>
                <a:lnTo>
                  <a:pt x="1354529" y="85096"/>
                </a:lnTo>
                <a:lnTo>
                  <a:pt x="1354525" y="85478"/>
                </a:lnTo>
                <a:lnTo>
                  <a:pt x="1354519" y="85844"/>
                </a:lnTo>
                <a:lnTo>
                  <a:pt x="1354513" y="86195"/>
                </a:lnTo>
                <a:lnTo>
                  <a:pt x="1354506" y="86531"/>
                </a:lnTo>
                <a:lnTo>
                  <a:pt x="1354498" y="86852"/>
                </a:lnTo>
                <a:lnTo>
                  <a:pt x="1354489" y="87157"/>
                </a:lnTo>
                <a:lnTo>
                  <a:pt x="1354479" y="87448"/>
                </a:lnTo>
                <a:lnTo>
                  <a:pt x="1354468" y="87723"/>
                </a:lnTo>
                <a:lnTo>
                  <a:pt x="1354456" y="87983"/>
                </a:lnTo>
                <a:lnTo>
                  <a:pt x="1354443" y="88228"/>
                </a:lnTo>
                <a:lnTo>
                  <a:pt x="1354429" y="88457"/>
                </a:lnTo>
                <a:lnTo>
                  <a:pt x="1354414" y="88672"/>
                </a:lnTo>
                <a:lnTo>
                  <a:pt x="1354399" y="88871"/>
                </a:lnTo>
                <a:lnTo>
                  <a:pt x="1354382" y="89055"/>
                </a:lnTo>
                <a:lnTo>
                  <a:pt x="1354364" y="89224"/>
                </a:lnTo>
                <a:lnTo>
                  <a:pt x="1354346" y="89378"/>
                </a:lnTo>
                <a:lnTo>
                  <a:pt x="1354326" y="89516"/>
                </a:lnTo>
                <a:lnTo>
                  <a:pt x="1354306" y="89640"/>
                </a:lnTo>
                <a:lnTo>
                  <a:pt x="1354284" y="89748"/>
                </a:lnTo>
                <a:lnTo>
                  <a:pt x="1354262" y="89841"/>
                </a:lnTo>
                <a:lnTo>
                  <a:pt x="1354203" y="90055"/>
                </a:lnTo>
                <a:lnTo>
                  <a:pt x="1354140" y="90265"/>
                </a:lnTo>
                <a:lnTo>
                  <a:pt x="1354073" y="90470"/>
                </a:lnTo>
                <a:lnTo>
                  <a:pt x="1354003" y="90671"/>
                </a:lnTo>
                <a:lnTo>
                  <a:pt x="1353929" y="90867"/>
                </a:lnTo>
                <a:lnTo>
                  <a:pt x="1353852" y="91059"/>
                </a:lnTo>
                <a:lnTo>
                  <a:pt x="1353771" y="91247"/>
                </a:lnTo>
                <a:lnTo>
                  <a:pt x="1353686" y="91430"/>
                </a:lnTo>
                <a:lnTo>
                  <a:pt x="1353597" y="91609"/>
                </a:lnTo>
                <a:lnTo>
                  <a:pt x="1353505" y="91784"/>
                </a:lnTo>
                <a:lnTo>
                  <a:pt x="1353409" y="91954"/>
                </a:lnTo>
                <a:lnTo>
                  <a:pt x="1353309" y="92120"/>
                </a:lnTo>
                <a:lnTo>
                  <a:pt x="1353206" y="92281"/>
                </a:lnTo>
                <a:lnTo>
                  <a:pt x="1353099" y="92438"/>
                </a:lnTo>
                <a:lnTo>
                  <a:pt x="1352988" y="92591"/>
                </a:lnTo>
                <a:lnTo>
                  <a:pt x="1352873" y="92739"/>
                </a:lnTo>
                <a:lnTo>
                  <a:pt x="1352755" y="92883"/>
                </a:lnTo>
                <a:lnTo>
                  <a:pt x="1352633" y="93023"/>
                </a:lnTo>
                <a:lnTo>
                  <a:pt x="1352508" y="93158"/>
                </a:lnTo>
                <a:lnTo>
                  <a:pt x="1352378" y="93289"/>
                </a:lnTo>
                <a:lnTo>
                  <a:pt x="1352245" y="93415"/>
                </a:lnTo>
                <a:lnTo>
                  <a:pt x="1352109" y="93537"/>
                </a:lnTo>
                <a:lnTo>
                  <a:pt x="1351968" y="93655"/>
                </a:lnTo>
                <a:lnTo>
                  <a:pt x="1351824" y="93768"/>
                </a:lnTo>
                <a:lnTo>
                  <a:pt x="1351674" y="93877"/>
                </a:lnTo>
                <a:lnTo>
                  <a:pt x="1351514" y="93981"/>
                </a:lnTo>
                <a:lnTo>
                  <a:pt x="1351345" y="94080"/>
                </a:lnTo>
                <a:lnTo>
                  <a:pt x="1351167" y="94175"/>
                </a:lnTo>
                <a:lnTo>
                  <a:pt x="1350980" y="94265"/>
                </a:lnTo>
                <a:lnTo>
                  <a:pt x="1350783" y="94351"/>
                </a:lnTo>
                <a:lnTo>
                  <a:pt x="1350578" y="94432"/>
                </a:lnTo>
                <a:lnTo>
                  <a:pt x="1350363" y="94508"/>
                </a:lnTo>
                <a:lnTo>
                  <a:pt x="1350139" y="94580"/>
                </a:lnTo>
                <a:lnTo>
                  <a:pt x="1349906" y="94647"/>
                </a:lnTo>
                <a:lnTo>
                  <a:pt x="1349664" y="94709"/>
                </a:lnTo>
                <a:lnTo>
                  <a:pt x="1349412" y="94767"/>
                </a:lnTo>
                <a:lnTo>
                  <a:pt x="1349152" y="94821"/>
                </a:lnTo>
                <a:lnTo>
                  <a:pt x="1348882" y="94869"/>
                </a:lnTo>
                <a:lnTo>
                  <a:pt x="1348603" y="94913"/>
                </a:lnTo>
                <a:lnTo>
                  <a:pt x="1348315" y="94952"/>
                </a:lnTo>
                <a:lnTo>
                  <a:pt x="1348017" y="94987"/>
                </a:lnTo>
                <a:lnTo>
                  <a:pt x="1347711" y="95017"/>
                </a:lnTo>
                <a:lnTo>
                  <a:pt x="1347395" y="95043"/>
                </a:lnTo>
                <a:lnTo>
                  <a:pt x="1347070" y="95063"/>
                </a:lnTo>
                <a:lnTo>
                  <a:pt x="1346736" y="95080"/>
                </a:lnTo>
                <a:lnTo>
                  <a:pt x="1346393" y="95091"/>
                </a:lnTo>
                <a:lnTo>
                  <a:pt x="1346040" y="95098"/>
                </a:lnTo>
                <a:lnTo>
                  <a:pt x="1345679" y="95100"/>
                </a:lnTo>
                <a:lnTo>
                  <a:pt x="1344374" y="95100"/>
                </a:lnTo>
                <a:lnTo>
                  <a:pt x="1344374" y="97641"/>
                </a:lnTo>
                <a:lnTo>
                  <a:pt x="1375479" y="97641"/>
                </a:lnTo>
                <a:lnTo>
                  <a:pt x="1375479" y="95100"/>
                </a:lnTo>
                <a:lnTo>
                  <a:pt x="1375107" y="95099"/>
                </a:lnTo>
                <a:lnTo>
                  <a:pt x="1374744" y="95094"/>
                </a:lnTo>
                <a:lnTo>
                  <a:pt x="1374391" y="95085"/>
                </a:lnTo>
                <a:lnTo>
                  <a:pt x="1374048" y="95074"/>
                </a:lnTo>
                <a:lnTo>
                  <a:pt x="1373715" y="95059"/>
                </a:lnTo>
                <a:lnTo>
                  <a:pt x="1373391" y="95041"/>
                </a:lnTo>
                <a:lnTo>
                  <a:pt x="1373078" y="95019"/>
                </a:lnTo>
                <a:lnTo>
                  <a:pt x="1372775" y="94994"/>
                </a:lnTo>
                <a:lnTo>
                  <a:pt x="1372481" y="94966"/>
                </a:lnTo>
                <a:lnTo>
                  <a:pt x="1372197" y="94934"/>
                </a:lnTo>
                <a:lnTo>
                  <a:pt x="1371924" y="94899"/>
                </a:lnTo>
                <a:lnTo>
                  <a:pt x="1371660" y="94861"/>
                </a:lnTo>
                <a:lnTo>
                  <a:pt x="1371406" y="94819"/>
                </a:lnTo>
                <a:lnTo>
                  <a:pt x="1371162" y="94774"/>
                </a:lnTo>
                <a:lnTo>
                  <a:pt x="1370928" y="94726"/>
                </a:lnTo>
                <a:lnTo>
                  <a:pt x="1370703" y="94674"/>
                </a:lnTo>
                <a:lnTo>
                  <a:pt x="1370489" y="94619"/>
                </a:lnTo>
                <a:lnTo>
                  <a:pt x="1370284" y="94561"/>
                </a:lnTo>
                <a:lnTo>
                  <a:pt x="1370090" y="94499"/>
                </a:lnTo>
                <a:lnTo>
                  <a:pt x="1369905" y="94434"/>
                </a:lnTo>
                <a:lnTo>
                  <a:pt x="1369730" y="94366"/>
                </a:lnTo>
                <a:lnTo>
                  <a:pt x="1369565" y="94294"/>
                </a:lnTo>
                <a:lnTo>
                  <a:pt x="1369410" y="94220"/>
                </a:lnTo>
                <a:lnTo>
                  <a:pt x="1369265" y="94141"/>
                </a:lnTo>
                <a:lnTo>
                  <a:pt x="1369127" y="94060"/>
                </a:lnTo>
                <a:lnTo>
                  <a:pt x="1368991" y="93976"/>
                </a:lnTo>
                <a:lnTo>
                  <a:pt x="1368859" y="93890"/>
                </a:lnTo>
                <a:lnTo>
                  <a:pt x="1368730" y="93801"/>
                </a:lnTo>
                <a:lnTo>
                  <a:pt x="1368604" y="93709"/>
                </a:lnTo>
                <a:lnTo>
                  <a:pt x="1368482" y="93615"/>
                </a:lnTo>
                <a:lnTo>
                  <a:pt x="1368363" y="93518"/>
                </a:lnTo>
                <a:lnTo>
                  <a:pt x="1368247" y="93418"/>
                </a:lnTo>
                <a:lnTo>
                  <a:pt x="1368134" y="93316"/>
                </a:lnTo>
                <a:lnTo>
                  <a:pt x="1368024" y="93211"/>
                </a:lnTo>
                <a:lnTo>
                  <a:pt x="1367918" y="93104"/>
                </a:lnTo>
                <a:lnTo>
                  <a:pt x="1367815" y="92994"/>
                </a:lnTo>
                <a:lnTo>
                  <a:pt x="1367715" y="92881"/>
                </a:lnTo>
                <a:lnTo>
                  <a:pt x="1367618" y="92766"/>
                </a:lnTo>
                <a:lnTo>
                  <a:pt x="1367524" y="92648"/>
                </a:lnTo>
                <a:lnTo>
                  <a:pt x="1367434" y="92528"/>
                </a:lnTo>
                <a:lnTo>
                  <a:pt x="1367347" y="92405"/>
                </a:lnTo>
                <a:lnTo>
                  <a:pt x="1367263" y="92279"/>
                </a:lnTo>
                <a:lnTo>
                  <a:pt x="1367182" y="92151"/>
                </a:lnTo>
                <a:lnTo>
                  <a:pt x="1367105" y="92020"/>
                </a:lnTo>
                <a:lnTo>
                  <a:pt x="1367031" y="91886"/>
                </a:lnTo>
                <a:lnTo>
                  <a:pt x="1366960" y="91750"/>
                </a:lnTo>
                <a:lnTo>
                  <a:pt x="1366892" y="91611"/>
                </a:lnTo>
                <a:lnTo>
                  <a:pt x="1366827" y="91470"/>
                </a:lnTo>
                <a:lnTo>
                  <a:pt x="1366749" y="91286"/>
                </a:lnTo>
                <a:lnTo>
                  <a:pt x="1366674" y="91089"/>
                </a:lnTo>
                <a:lnTo>
                  <a:pt x="1366602" y="90879"/>
                </a:lnTo>
                <a:lnTo>
                  <a:pt x="1366534" y="90655"/>
                </a:lnTo>
                <a:lnTo>
                  <a:pt x="1366469" y="90418"/>
                </a:lnTo>
                <a:lnTo>
                  <a:pt x="1366407" y="90168"/>
                </a:lnTo>
                <a:lnTo>
                  <a:pt x="1366349" y="89904"/>
                </a:lnTo>
                <a:lnTo>
                  <a:pt x="1366293" y="89627"/>
                </a:lnTo>
                <a:lnTo>
                  <a:pt x="1366242" y="89337"/>
                </a:lnTo>
                <a:lnTo>
                  <a:pt x="1366193" y="89033"/>
                </a:lnTo>
                <a:lnTo>
                  <a:pt x="1366148" y="88717"/>
                </a:lnTo>
                <a:lnTo>
                  <a:pt x="1366107" y="88386"/>
                </a:lnTo>
                <a:lnTo>
                  <a:pt x="1366068" y="88043"/>
                </a:lnTo>
                <a:lnTo>
                  <a:pt x="1366033" y="87686"/>
                </a:lnTo>
                <a:lnTo>
                  <a:pt x="1366001" y="87316"/>
                </a:lnTo>
                <a:lnTo>
                  <a:pt x="1365973" y="86932"/>
                </a:lnTo>
                <a:lnTo>
                  <a:pt x="1365948" y="86535"/>
                </a:lnTo>
                <a:lnTo>
                  <a:pt x="1365926" y="86125"/>
                </a:lnTo>
                <a:lnTo>
                  <a:pt x="1365908" y="85702"/>
                </a:lnTo>
                <a:lnTo>
                  <a:pt x="1365893" y="85265"/>
                </a:lnTo>
                <a:lnTo>
                  <a:pt x="1365881" y="84815"/>
                </a:lnTo>
                <a:lnTo>
                  <a:pt x="1365873" y="84351"/>
                </a:lnTo>
                <a:lnTo>
                  <a:pt x="1365868" y="83875"/>
                </a:lnTo>
                <a:lnTo>
                  <a:pt x="1365866" y="83385"/>
                </a:lnTo>
                <a:lnTo>
                  <a:pt x="1365866" y="56597"/>
                </a:lnTo>
                <a:lnTo>
                  <a:pt x="1365864" y="55896"/>
                </a:lnTo>
                <a:lnTo>
                  <a:pt x="1365856" y="55211"/>
                </a:lnTo>
                <a:lnTo>
                  <a:pt x="1365843" y="54541"/>
                </a:lnTo>
                <a:lnTo>
                  <a:pt x="1365824" y="53886"/>
                </a:lnTo>
                <a:lnTo>
                  <a:pt x="1365801" y="53247"/>
                </a:lnTo>
                <a:lnTo>
                  <a:pt x="1365772" y="52622"/>
                </a:lnTo>
                <a:lnTo>
                  <a:pt x="1365738" y="52013"/>
                </a:lnTo>
                <a:lnTo>
                  <a:pt x="1365698" y="51420"/>
                </a:lnTo>
                <a:lnTo>
                  <a:pt x="1365654" y="50841"/>
                </a:lnTo>
                <a:lnTo>
                  <a:pt x="1365604" y="50278"/>
                </a:lnTo>
                <a:lnTo>
                  <a:pt x="1365549" y="49729"/>
                </a:lnTo>
                <a:lnTo>
                  <a:pt x="1365489" y="49197"/>
                </a:lnTo>
                <a:lnTo>
                  <a:pt x="1365423" y="48679"/>
                </a:lnTo>
                <a:lnTo>
                  <a:pt x="1365352" y="48177"/>
                </a:lnTo>
                <a:lnTo>
                  <a:pt x="1365276" y="47689"/>
                </a:lnTo>
                <a:lnTo>
                  <a:pt x="1365195" y="47217"/>
                </a:lnTo>
                <a:lnTo>
                  <a:pt x="1365108" y="46761"/>
                </a:lnTo>
                <a:lnTo>
                  <a:pt x="1365016" y="46319"/>
                </a:lnTo>
                <a:lnTo>
                  <a:pt x="1364919" y="45893"/>
                </a:lnTo>
                <a:lnTo>
                  <a:pt x="1364817" y="45482"/>
                </a:lnTo>
                <a:lnTo>
                  <a:pt x="1364710" y="45086"/>
                </a:lnTo>
                <a:lnTo>
                  <a:pt x="1364597" y="44706"/>
                </a:lnTo>
                <a:lnTo>
                  <a:pt x="1364479" y="44340"/>
                </a:lnTo>
                <a:lnTo>
                  <a:pt x="1364356" y="43990"/>
                </a:lnTo>
                <a:lnTo>
                  <a:pt x="1364170" y="43505"/>
                </a:lnTo>
                <a:lnTo>
                  <a:pt x="1363979" y="43031"/>
                </a:lnTo>
                <a:lnTo>
                  <a:pt x="1363783" y="42569"/>
                </a:lnTo>
                <a:lnTo>
                  <a:pt x="1363581" y="42119"/>
                </a:lnTo>
                <a:lnTo>
                  <a:pt x="1363374" y="41680"/>
                </a:lnTo>
                <a:lnTo>
                  <a:pt x="1363162" y="41252"/>
                </a:lnTo>
                <a:lnTo>
                  <a:pt x="1362945" y="40836"/>
                </a:lnTo>
                <a:lnTo>
                  <a:pt x="1362723" y="40432"/>
                </a:lnTo>
                <a:lnTo>
                  <a:pt x="1362495" y="40039"/>
                </a:lnTo>
                <a:lnTo>
                  <a:pt x="1362262" y="39657"/>
                </a:lnTo>
                <a:lnTo>
                  <a:pt x="1362024" y="39287"/>
                </a:lnTo>
                <a:lnTo>
                  <a:pt x="1361781" y="38929"/>
                </a:lnTo>
                <a:lnTo>
                  <a:pt x="1361532" y="38582"/>
                </a:lnTo>
                <a:lnTo>
                  <a:pt x="1361278" y="38247"/>
                </a:lnTo>
                <a:lnTo>
                  <a:pt x="1361019" y="37923"/>
                </a:lnTo>
                <a:lnTo>
                  <a:pt x="1360754" y="37611"/>
                </a:lnTo>
                <a:lnTo>
                  <a:pt x="1360485" y="37311"/>
                </a:lnTo>
                <a:lnTo>
                  <a:pt x="1360210" y="37022"/>
                </a:lnTo>
                <a:lnTo>
                  <a:pt x="1359930" y="36744"/>
                </a:lnTo>
                <a:lnTo>
                  <a:pt x="1359644" y="36478"/>
                </a:lnTo>
                <a:lnTo>
                  <a:pt x="1359354" y="36224"/>
                </a:lnTo>
                <a:lnTo>
                  <a:pt x="1359058" y="35981"/>
                </a:lnTo>
                <a:lnTo>
                  <a:pt x="1358757" y="35749"/>
                </a:lnTo>
                <a:lnTo>
                  <a:pt x="1358450" y="35530"/>
                </a:lnTo>
                <a:lnTo>
                  <a:pt x="1358139" y="35320"/>
                </a:lnTo>
                <a:lnTo>
                  <a:pt x="1357822" y="35119"/>
                </a:lnTo>
                <a:lnTo>
                  <a:pt x="1357501" y="34927"/>
                </a:lnTo>
                <a:lnTo>
                  <a:pt x="1357174" y="34744"/>
                </a:lnTo>
                <a:lnTo>
                  <a:pt x="1356843" y="34570"/>
                </a:lnTo>
                <a:lnTo>
                  <a:pt x="1356506" y="34405"/>
                </a:lnTo>
                <a:lnTo>
                  <a:pt x="1356165" y="34249"/>
                </a:lnTo>
                <a:lnTo>
                  <a:pt x="1355818" y="34102"/>
                </a:lnTo>
                <a:lnTo>
                  <a:pt x="1355467" y="33963"/>
                </a:lnTo>
                <a:lnTo>
                  <a:pt x="1355110" y="33834"/>
                </a:lnTo>
                <a:lnTo>
                  <a:pt x="1354749" y="33713"/>
                </a:lnTo>
                <a:lnTo>
                  <a:pt x="1354382" y="33602"/>
                </a:lnTo>
                <a:lnTo>
                  <a:pt x="1354010" y="33499"/>
                </a:lnTo>
                <a:lnTo>
                  <a:pt x="1353634" y="33405"/>
                </a:lnTo>
                <a:lnTo>
                  <a:pt x="1353252" y="33320"/>
                </a:lnTo>
                <a:lnTo>
                  <a:pt x="1352866" y="33245"/>
                </a:lnTo>
                <a:lnTo>
                  <a:pt x="1352474" y="33178"/>
                </a:lnTo>
                <a:lnTo>
                  <a:pt x="1352077" y="33120"/>
                </a:lnTo>
                <a:lnTo>
                  <a:pt x="1351676" y="33071"/>
                </a:lnTo>
                <a:lnTo>
                  <a:pt x="1351269" y="33030"/>
                </a:lnTo>
                <a:lnTo>
                  <a:pt x="1350858" y="32999"/>
                </a:lnTo>
                <a:lnTo>
                  <a:pt x="1350441" y="32977"/>
                </a:lnTo>
                <a:lnTo>
                  <a:pt x="1350019" y="32963"/>
                </a:lnTo>
                <a:lnTo>
                  <a:pt x="1349593" y="32959"/>
                </a:lnTo>
                <a:lnTo>
                  <a:pt x="1348755" y="32982"/>
                </a:lnTo>
                <a:lnTo>
                  <a:pt x="1347915" y="33052"/>
                </a:lnTo>
                <a:lnTo>
                  <a:pt x="1347070" y="33167"/>
                </a:lnTo>
                <a:lnTo>
                  <a:pt x="1346222" y="33329"/>
                </a:lnTo>
                <a:lnTo>
                  <a:pt x="1345371" y="33537"/>
                </a:lnTo>
                <a:lnTo>
                  <a:pt x="1344516" y="33792"/>
                </a:lnTo>
                <a:lnTo>
                  <a:pt x="1343657" y="34092"/>
                </a:lnTo>
                <a:lnTo>
                  <a:pt x="1342795" y="34439"/>
                </a:lnTo>
                <a:lnTo>
                  <a:pt x="1341929" y="34832"/>
                </a:lnTo>
                <a:lnTo>
                  <a:pt x="1341060" y="35272"/>
                </a:lnTo>
                <a:lnTo>
                  <a:pt x="1340187" y="35757"/>
                </a:lnTo>
                <a:lnTo>
                  <a:pt x="1339310" y="36289"/>
                </a:lnTo>
                <a:lnTo>
                  <a:pt x="1338430" y="36867"/>
                </a:lnTo>
                <a:lnTo>
                  <a:pt x="1337546" y="37492"/>
                </a:lnTo>
                <a:lnTo>
                  <a:pt x="1336659" y="38162"/>
                </a:lnTo>
                <a:lnTo>
                  <a:pt x="1335768" y="38879"/>
                </a:lnTo>
                <a:lnTo>
                  <a:pt x="1334874" y="39643"/>
                </a:lnTo>
                <a:lnTo>
                  <a:pt x="1333976" y="40452"/>
                </a:lnTo>
                <a:lnTo>
                  <a:pt x="1333074" y="41308"/>
                </a:lnTo>
                <a:lnTo>
                  <a:pt x="1332169" y="42210"/>
                </a:lnTo>
                <a:lnTo>
                  <a:pt x="1331260" y="43158"/>
                </a:lnTo>
                <a:lnTo>
                  <a:pt x="1330348" y="44152"/>
                </a:lnTo>
                <a:lnTo>
                  <a:pt x="1329432" y="45193"/>
                </a:lnTo>
                <a:lnTo>
                  <a:pt x="1328512" y="46280"/>
                </a:lnTo>
                <a:lnTo>
                  <a:pt x="1328512" y="32959"/>
                </a:lnTo>
                <a:lnTo>
                  <a:pt x="1325560" y="32959"/>
                </a:lnTo>
                <a:lnTo>
                  <a:pt x="1306608" y="40632"/>
                </a:lnTo>
                <a:lnTo>
                  <a:pt x="1307638" y="43100"/>
                </a:lnTo>
                <a:lnTo>
                  <a:pt x="1307860" y="43016"/>
                </a:lnTo>
                <a:close/>
                <a:moveTo>
                  <a:pt x="1134989" y="90780"/>
                </a:moveTo>
                <a:lnTo>
                  <a:pt x="1135031" y="91187"/>
                </a:lnTo>
                <a:lnTo>
                  <a:pt x="1135080" y="91581"/>
                </a:lnTo>
                <a:lnTo>
                  <a:pt x="1135136" y="91965"/>
                </a:lnTo>
                <a:lnTo>
                  <a:pt x="1135199" y="92337"/>
                </a:lnTo>
                <a:lnTo>
                  <a:pt x="1135268" y="92697"/>
                </a:lnTo>
                <a:lnTo>
                  <a:pt x="1135344" y="93046"/>
                </a:lnTo>
                <a:lnTo>
                  <a:pt x="1135426" y="93384"/>
                </a:lnTo>
                <a:lnTo>
                  <a:pt x="1135515" y="93710"/>
                </a:lnTo>
                <a:lnTo>
                  <a:pt x="1135611" y="94025"/>
                </a:lnTo>
                <a:lnTo>
                  <a:pt x="1135714" y="94328"/>
                </a:lnTo>
                <a:lnTo>
                  <a:pt x="1135823" y="94620"/>
                </a:lnTo>
                <a:lnTo>
                  <a:pt x="1135939" y="94900"/>
                </a:lnTo>
                <a:lnTo>
                  <a:pt x="1136061" y="95169"/>
                </a:lnTo>
                <a:lnTo>
                  <a:pt x="1136190" y="95427"/>
                </a:lnTo>
                <a:lnTo>
                  <a:pt x="1136326" y="95673"/>
                </a:lnTo>
                <a:lnTo>
                  <a:pt x="1136469" y="95907"/>
                </a:lnTo>
                <a:lnTo>
                  <a:pt x="1136618" y="96130"/>
                </a:lnTo>
                <a:lnTo>
                  <a:pt x="1136774" y="96342"/>
                </a:lnTo>
                <a:lnTo>
                  <a:pt x="1136937" y="96542"/>
                </a:lnTo>
                <a:lnTo>
                  <a:pt x="1137105" y="96733"/>
                </a:lnTo>
                <a:lnTo>
                  <a:pt x="1137278" y="96915"/>
                </a:lnTo>
                <a:lnTo>
                  <a:pt x="1137456" y="97090"/>
                </a:lnTo>
                <a:lnTo>
                  <a:pt x="1137639" y="97256"/>
                </a:lnTo>
                <a:lnTo>
                  <a:pt x="1137826" y="97414"/>
                </a:lnTo>
                <a:lnTo>
                  <a:pt x="1138018" y="97564"/>
                </a:lnTo>
                <a:lnTo>
                  <a:pt x="1138215" y="97706"/>
                </a:lnTo>
                <a:lnTo>
                  <a:pt x="1138417" y="97839"/>
                </a:lnTo>
                <a:lnTo>
                  <a:pt x="1138623" y="97965"/>
                </a:lnTo>
                <a:lnTo>
                  <a:pt x="1138835" y="98083"/>
                </a:lnTo>
                <a:lnTo>
                  <a:pt x="1139051" y="98192"/>
                </a:lnTo>
                <a:lnTo>
                  <a:pt x="1139271" y="98293"/>
                </a:lnTo>
                <a:lnTo>
                  <a:pt x="1139497" y="98387"/>
                </a:lnTo>
                <a:lnTo>
                  <a:pt x="1139727" y="98472"/>
                </a:lnTo>
                <a:lnTo>
                  <a:pt x="1139962" y="98549"/>
                </a:lnTo>
                <a:lnTo>
                  <a:pt x="1140202" y="98618"/>
                </a:lnTo>
                <a:lnTo>
                  <a:pt x="1140447" y="98678"/>
                </a:lnTo>
                <a:lnTo>
                  <a:pt x="1140696" y="98731"/>
                </a:lnTo>
                <a:lnTo>
                  <a:pt x="1140950" y="98776"/>
                </a:lnTo>
                <a:lnTo>
                  <a:pt x="1141209" y="98812"/>
                </a:lnTo>
                <a:lnTo>
                  <a:pt x="1141473" y="98841"/>
                </a:lnTo>
                <a:lnTo>
                  <a:pt x="1141741" y="98861"/>
                </a:lnTo>
                <a:lnTo>
                  <a:pt x="1142015" y="98873"/>
                </a:lnTo>
                <a:lnTo>
                  <a:pt x="1142293" y="98877"/>
                </a:lnTo>
                <a:lnTo>
                  <a:pt x="1142877" y="98859"/>
                </a:lnTo>
                <a:lnTo>
                  <a:pt x="1143465" y="98805"/>
                </a:lnTo>
                <a:lnTo>
                  <a:pt x="1144054" y="98716"/>
                </a:lnTo>
                <a:lnTo>
                  <a:pt x="1144646" y="98591"/>
                </a:lnTo>
                <a:lnTo>
                  <a:pt x="1145241" y="98430"/>
                </a:lnTo>
                <a:lnTo>
                  <a:pt x="1145837" y="98233"/>
                </a:lnTo>
                <a:lnTo>
                  <a:pt x="1146437" y="98001"/>
                </a:lnTo>
                <a:lnTo>
                  <a:pt x="1147038" y="97733"/>
                </a:lnTo>
                <a:lnTo>
                  <a:pt x="1147642" y="97429"/>
                </a:lnTo>
                <a:lnTo>
                  <a:pt x="1148248" y="97089"/>
                </a:lnTo>
                <a:lnTo>
                  <a:pt x="1148857" y="96713"/>
                </a:lnTo>
                <a:lnTo>
                  <a:pt x="1149468" y="96302"/>
                </a:lnTo>
                <a:lnTo>
                  <a:pt x="1150082" y="95855"/>
                </a:lnTo>
                <a:lnTo>
                  <a:pt x="1150697" y="95372"/>
                </a:lnTo>
                <a:lnTo>
                  <a:pt x="1151316" y="94854"/>
                </a:lnTo>
                <a:lnTo>
                  <a:pt x="1151936" y="94299"/>
                </a:lnTo>
                <a:lnTo>
                  <a:pt x="1152559" y="93709"/>
                </a:lnTo>
                <a:lnTo>
                  <a:pt x="1153185" y="93083"/>
                </a:lnTo>
                <a:lnTo>
                  <a:pt x="1153812" y="92422"/>
                </a:lnTo>
                <a:lnTo>
                  <a:pt x="1154443" y="91724"/>
                </a:lnTo>
                <a:lnTo>
                  <a:pt x="1155075" y="90991"/>
                </a:lnTo>
                <a:lnTo>
                  <a:pt x="1155710" y="90222"/>
                </a:lnTo>
                <a:lnTo>
                  <a:pt x="1156347" y="89418"/>
                </a:lnTo>
                <a:lnTo>
                  <a:pt x="1156987" y="88577"/>
                </a:lnTo>
                <a:lnTo>
                  <a:pt x="1156987" y="84732"/>
                </a:lnTo>
                <a:lnTo>
                  <a:pt x="1156648" y="85070"/>
                </a:lnTo>
                <a:lnTo>
                  <a:pt x="1156319" y="85396"/>
                </a:lnTo>
                <a:lnTo>
                  <a:pt x="1155999" y="85712"/>
                </a:lnTo>
                <a:lnTo>
                  <a:pt x="1155688" y="86016"/>
                </a:lnTo>
                <a:lnTo>
                  <a:pt x="1155387" y="86309"/>
                </a:lnTo>
                <a:lnTo>
                  <a:pt x="1155094" y="86590"/>
                </a:lnTo>
                <a:lnTo>
                  <a:pt x="1154811" y="86861"/>
                </a:lnTo>
                <a:lnTo>
                  <a:pt x="1154538" y="87120"/>
                </a:lnTo>
                <a:lnTo>
                  <a:pt x="1154274" y="87368"/>
                </a:lnTo>
                <a:lnTo>
                  <a:pt x="1154019" y="87605"/>
                </a:lnTo>
                <a:lnTo>
                  <a:pt x="1153773" y="87831"/>
                </a:lnTo>
                <a:lnTo>
                  <a:pt x="1153537" y="88045"/>
                </a:lnTo>
                <a:lnTo>
                  <a:pt x="1153309" y="88248"/>
                </a:lnTo>
                <a:lnTo>
                  <a:pt x="1153092" y="88440"/>
                </a:lnTo>
                <a:lnTo>
                  <a:pt x="1152883" y="88621"/>
                </a:lnTo>
                <a:lnTo>
                  <a:pt x="1152684" y="88791"/>
                </a:lnTo>
                <a:lnTo>
                  <a:pt x="1152494" y="88949"/>
                </a:lnTo>
                <a:lnTo>
                  <a:pt x="1152313" y="89097"/>
                </a:lnTo>
                <a:lnTo>
                  <a:pt x="1152142" y="89233"/>
                </a:lnTo>
                <a:lnTo>
                  <a:pt x="1151980" y="89357"/>
                </a:lnTo>
                <a:lnTo>
                  <a:pt x="1151827" y="89471"/>
                </a:lnTo>
                <a:lnTo>
                  <a:pt x="1151684" y="89573"/>
                </a:lnTo>
                <a:lnTo>
                  <a:pt x="1151550" y="89665"/>
                </a:lnTo>
                <a:lnTo>
                  <a:pt x="1151425" y="89745"/>
                </a:lnTo>
                <a:lnTo>
                  <a:pt x="1151356" y="89784"/>
                </a:lnTo>
                <a:lnTo>
                  <a:pt x="1151286" y="89821"/>
                </a:lnTo>
                <a:lnTo>
                  <a:pt x="1151215" y="89857"/>
                </a:lnTo>
                <a:lnTo>
                  <a:pt x="1151143" y="89891"/>
                </a:lnTo>
                <a:lnTo>
                  <a:pt x="1151070" y="89924"/>
                </a:lnTo>
                <a:lnTo>
                  <a:pt x="1150996" y="89955"/>
                </a:lnTo>
                <a:lnTo>
                  <a:pt x="1150921" y="89984"/>
                </a:lnTo>
                <a:lnTo>
                  <a:pt x="1150845" y="90012"/>
                </a:lnTo>
                <a:lnTo>
                  <a:pt x="1150768" y="90038"/>
                </a:lnTo>
                <a:lnTo>
                  <a:pt x="1150691" y="90062"/>
                </a:lnTo>
                <a:lnTo>
                  <a:pt x="1150612" y="90084"/>
                </a:lnTo>
                <a:lnTo>
                  <a:pt x="1150532" y="90105"/>
                </a:lnTo>
                <a:lnTo>
                  <a:pt x="1150452" y="90124"/>
                </a:lnTo>
                <a:lnTo>
                  <a:pt x="1150370" y="90142"/>
                </a:lnTo>
                <a:lnTo>
                  <a:pt x="1150288" y="90158"/>
                </a:lnTo>
                <a:lnTo>
                  <a:pt x="1150204" y="90172"/>
                </a:lnTo>
                <a:lnTo>
                  <a:pt x="1150120" y="90184"/>
                </a:lnTo>
                <a:lnTo>
                  <a:pt x="1150035" y="90195"/>
                </a:lnTo>
                <a:lnTo>
                  <a:pt x="1149948" y="90204"/>
                </a:lnTo>
                <a:lnTo>
                  <a:pt x="1149861" y="90212"/>
                </a:lnTo>
                <a:lnTo>
                  <a:pt x="1149773" y="90218"/>
                </a:lnTo>
                <a:lnTo>
                  <a:pt x="1149684" y="90222"/>
                </a:lnTo>
                <a:lnTo>
                  <a:pt x="1149594" y="90224"/>
                </a:lnTo>
                <a:lnTo>
                  <a:pt x="1149502" y="90225"/>
                </a:lnTo>
                <a:lnTo>
                  <a:pt x="1149417" y="90224"/>
                </a:lnTo>
                <a:lnTo>
                  <a:pt x="1149332" y="90221"/>
                </a:lnTo>
                <a:lnTo>
                  <a:pt x="1149249" y="90215"/>
                </a:lnTo>
                <a:lnTo>
                  <a:pt x="1149166" y="90206"/>
                </a:lnTo>
                <a:lnTo>
                  <a:pt x="1149084" y="90196"/>
                </a:lnTo>
                <a:lnTo>
                  <a:pt x="1149002" y="90182"/>
                </a:lnTo>
                <a:lnTo>
                  <a:pt x="1148922" y="90167"/>
                </a:lnTo>
                <a:lnTo>
                  <a:pt x="1148843" y="90149"/>
                </a:lnTo>
                <a:lnTo>
                  <a:pt x="1148764" y="90129"/>
                </a:lnTo>
                <a:lnTo>
                  <a:pt x="1148686" y="90106"/>
                </a:lnTo>
                <a:lnTo>
                  <a:pt x="1148609" y="90081"/>
                </a:lnTo>
                <a:lnTo>
                  <a:pt x="1148533" y="90054"/>
                </a:lnTo>
                <a:lnTo>
                  <a:pt x="1148457" y="90024"/>
                </a:lnTo>
                <a:lnTo>
                  <a:pt x="1148383" y="89992"/>
                </a:lnTo>
                <a:lnTo>
                  <a:pt x="1148309" y="89958"/>
                </a:lnTo>
                <a:lnTo>
                  <a:pt x="1148236" y="89921"/>
                </a:lnTo>
                <a:lnTo>
                  <a:pt x="1148164" y="89882"/>
                </a:lnTo>
                <a:lnTo>
                  <a:pt x="1148093" y="89840"/>
                </a:lnTo>
                <a:lnTo>
                  <a:pt x="1148022" y="89796"/>
                </a:lnTo>
                <a:lnTo>
                  <a:pt x="1147953" y="89750"/>
                </a:lnTo>
                <a:lnTo>
                  <a:pt x="1147884" y="89701"/>
                </a:lnTo>
                <a:lnTo>
                  <a:pt x="1147816" y="89650"/>
                </a:lnTo>
                <a:lnTo>
                  <a:pt x="1147749" y="89597"/>
                </a:lnTo>
                <a:lnTo>
                  <a:pt x="1147683" y="89541"/>
                </a:lnTo>
                <a:lnTo>
                  <a:pt x="1147618" y="89481"/>
                </a:lnTo>
                <a:lnTo>
                  <a:pt x="1147554" y="89417"/>
                </a:lnTo>
                <a:lnTo>
                  <a:pt x="1147492" y="89348"/>
                </a:lnTo>
                <a:lnTo>
                  <a:pt x="1147432" y="89275"/>
                </a:lnTo>
                <a:lnTo>
                  <a:pt x="1147373" y="89197"/>
                </a:lnTo>
                <a:lnTo>
                  <a:pt x="1147316" y="89114"/>
                </a:lnTo>
                <a:lnTo>
                  <a:pt x="1147260" y="89027"/>
                </a:lnTo>
                <a:lnTo>
                  <a:pt x="1147206" y="88934"/>
                </a:lnTo>
                <a:lnTo>
                  <a:pt x="1147153" y="88838"/>
                </a:lnTo>
                <a:lnTo>
                  <a:pt x="1147102" y="88736"/>
                </a:lnTo>
                <a:lnTo>
                  <a:pt x="1147053" y="88631"/>
                </a:lnTo>
                <a:lnTo>
                  <a:pt x="1147005" y="88520"/>
                </a:lnTo>
                <a:lnTo>
                  <a:pt x="1146958" y="88405"/>
                </a:lnTo>
                <a:lnTo>
                  <a:pt x="1146913" y="88285"/>
                </a:lnTo>
                <a:lnTo>
                  <a:pt x="1146870" y="88160"/>
                </a:lnTo>
                <a:lnTo>
                  <a:pt x="1146828" y="88031"/>
                </a:lnTo>
                <a:lnTo>
                  <a:pt x="1146788" y="87897"/>
                </a:lnTo>
                <a:lnTo>
                  <a:pt x="1146749" y="87759"/>
                </a:lnTo>
                <a:lnTo>
                  <a:pt x="1146712" y="87616"/>
                </a:lnTo>
                <a:lnTo>
                  <a:pt x="1146677" y="87468"/>
                </a:lnTo>
                <a:lnTo>
                  <a:pt x="1146643" y="87316"/>
                </a:lnTo>
                <a:lnTo>
                  <a:pt x="1146610" y="87159"/>
                </a:lnTo>
                <a:lnTo>
                  <a:pt x="1146579" y="86997"/>
                </a:lnTo>
                <a:lnTo>
                  <a:pt x="1146550" y="86831"/>
                </a:lnTo>
                <a:lnTo>
                  <a:pt x="1146522" y="86650"/>
                </a:lnTo>
                <a:lnTo>
                  <a:pt x="1146495" y="86445"/>
                </a:lnTo>
                <a:lnTo>
                  <a:pt x="1146469" y="86216"/>
                </a:lnTo>
                <a:lnTo>
                  <a:pt x="1146445" y="85963"/>
                </a:lnTo>
                <a:lnTo>
                  <a:pt x="1146422" y="85685"/>
                </a:lnTo>
                <a:lnTo>
                  <a:pt x="1146400" y="85384"/>
                </a:lnTo>
                <a:lnTo>
                  <a:pt x="1146379" y="85058"/>
                </a:lnTo>
                <a:lnTo>
                  <a:pt x="1146359" y="84708"/>
                </a:lnTo>
                <a:lnTo>
                  <a:pt x="1146341" y="84334"/>
                </a:lnTo>
                <a:lnTo>
                  <a:pt x="1146323" y="83936"/>
                </a:lnTo>
                <a:lnTo>
                  <a:pt x="1146307" y="83514"/>
                </a:lnTo>
                <a:lnTo>
                  <a:pt x="1146292" y="83067"/>
                </a:lnTo>
                <a:lnTo>
                  <a:pt x="1146279" y="82596"/>
                </a:lnTo>
                <a:lnTo>
                  <a:pt x="1146266" y="82101"/>
                </a:lnTo>
                <a:lnTo>
                  <a:pt x="1146255" y="81582"/>
                </a:lnTo>
                <a:lnTo>
                  <a:pt x="1146245" y="81039"/>
                </a:lnTo>
                <a:lnTo>
                  <a:pt x="1146236" y="80472"/>
                </a:lnTo>
                <a:lnTo>
                  <a:pt x="1146228" y="79880"/>
                </a:lnTo>
                <a:lnTo>
                  <a:pt x="1146221" y="79264"/>
                </a:lnTo>
                <a:lnTo>
                  <a:pt x="1146216" y="78624"/>
                </a:lnTo>
                <a:lnTo>
                  <a:pt x="1146212" y="77960"/>
                </a:lnTo>
                <a:lnTo>
                  <a:pt x="1146209" y="77272"/>
                </a:lnTo>
                <a:lnTo>
                  <a:pt x="1146207" y="76559"/>
                </a:lnTo>
                <a:lnTo>
                  <a:pt x="1146207" y="75823"/>
                </a:lnTo>
                <a:lnTo>
                  <a:pt x="1146207" y="54494"/>
                </a:lnTo>
                <a:lnTo>
                  <a:pt x="1146204" y="53745"/>
                </a:lnTo>
                <a:lnTo>
                  <a:pt x="1146198" y="53017"/>
                </a:lnTo>
                <a:lnTo>
                  <a:pt x="1146187" y="52310"/>
                </a:lnTo>
                <a:lnTo>
                  <a:pt x="1146172" y="51625"/>
                </a:lnTo>
                <a:lnTo>
                  <a:pt x="1146153" y="50961"/>
                </a:lnTo>
                <a:lnTo>
                  <a:pt x="1146129" y="50319"/>
                </a:lnTo>
                <a:lnTo>
                  <a:pt x="1146101" y="49698"/>
                </a:lnTo>
                <a:lnTo>
                  <a:pt x="1146069" y="49099"/>
                </a:lnTo>
                <a:lnTo>
                  <a:pt x="1146033" y="48521"/>
                </a:lnTo>
                <a:lnTo>
                  <a:pt x="1145992" y="47964"/>
                </a:lnTo>
                <a:lnTo>
                  <a:pt x="1145947" y="47429"/>
                </a:lnTo>
                <a:lnTo>
                  <a:pt x="1145898" y="46916"/>
                </a:lnTo>
                <a:lnTo>
                  <a:pt x="1145844" y="46423"/>
                </a:lnTo>
                <a:lnTo>
                  <a:pt x="1145786" y="45953"/>
                </a:lnTo>
                <a:lnTo>
                  <a:pt x="1145724" y="45503"/>
                </a:lnTo>
                <a:lnTo>
                  <a:pt x="1145657" y="45075"/>
                </a:lnTo>
                <a:lnTo>
                  <a:pt x="1145586" y="44669"/>
                </a:lnTo>
                <a:lnTo>
                  <a:pt x="1145511" y="44284"/>
                </a:lnTo>
                <a:lnTo>
                  <a:pt x="1145432" y="43920"/>
                </a:lnTo>
                <a:lnTo>
                  <a:pt x="1145348" y="43578"/>
                </a:lnTo>
                <a:lnTo>
                  <a:pt x="1145260" y="43258"/>
                </a:lnTo>
                <a:lnTo>
                  <a:pt x="1145168" y="42958"/>
                </a:lnTo>
                <a:lnTo>
                  <a:pt x="1145071" y="42680"/>
                </a:lnTo>
                <a:lnTo>
                  <a:pt x="1144971" y="42424"/>
                </a:lnTo>
                <a:lnTo>
                  <a:pt x="1144807" y="42051"/>
                </a:lnTo>
                <a:lnTo>
                  <a:pt x="1144635" y="41686"/>
                </a:lnTo>
                <a:lnTo>
                  <a:pt x="1144457" y="41330"/>
                </a:lnTo>
                <a:lnTo>
                  <a:pt x="1144271" y="40981"/>
                </a:lnTo>
                <a:lnTo>
                  <a:pt x="1144077" y="40642"/>
                </a:lnTo>
                <a:lnTo>
                  <a:pt x="1143876" y="40310"/>
                </a:lnTo>
                <a:lnTo>
                  <a:pt x="1143668" y="39987"/>
                </a:lnTo>
                <a:lnTo>
                  <a:pt x="1143452" y="39672"/>
                </a:lnTo>
                <a:lnTo>
                  <a:pt x="1143229" y="39366"/>
                </a:lnTo>
                <a:lnTo>
                  <a:pt x="1142999" y="39068"/>
                </a:lnTo>
                <a:lnTo>
                  <a:pt x="1142761" y="38778"/>
                </a:lnTo>
                <a:lnTo>
                  <a:pt x="1142516" y="38497"/>
                </a:lnTo>
                <a:lnTo>
                  <a:pt x="1142263" y="38224"/>
                </a:lnTo>
                <a:lnTo>
                  <a:pt x="1142003" y="37959"/>
                </a:lnTo>
                <a:lnTo>
                  <a:pt x="1141736" y="37702"/>
                </a:lnTo>
                <a:lnTo>
                  <a:pt x="1141461" y="37454"/>
                </a:lnTo>
                <a:lnTo>
                  <a:pt x="1141179" y="37215"/>
                </a:lnTo>
                <a:lnTo>
                  <a:pt x="1140889" y="36983"/>
                </a:lnTo>
                <a:lnTo>
                  <a:pt x="1140592" y="36760"/>
                </a:lnTo>
                <a:lnTo>
                  <a:pt x="1140288" y="36545"/>
                </a:lnTo>
                <a:lnTo>
                  <a:pt x="1139976" y="36339"/>
                </a:lnTo>
                <a:lnTo>
                  <a:pt x="1139657" y="36141"/>
                </a:lnTo>
                <a:lnTo>
                  <a:pt x="1139331" y="35951"/>
                </a:lnTo>
                <a:lnTo>
                  <a:pt x="1138997" y="35770"/>
                </a:lnTo>
                <a:lnTo>
                  <a:pt x="1138545" y="35541"/>
                </a:lnTo>
                <a:lnTo>
                  <a:pt x="1138083" y="35321"/>
                </a:lnTo>
                <a:lnTo>
                  <a:pt x="1137611" y="35111"/>
                </a:lnTo>
                <a:lnTo>
                  <a:pt x="1137127" y="34911"/>
                </a:lnTo>
                <a:lnTo>
                  <a:pt x="1136634" y="34721"/>
                </a:lnTo>
                <a:lnTo>
                  <a:pt x="1136130" y="34540"/>
                </a:lnTo>
                <a:lnTo>
                  <a:pt x="1135615" y="34369"/>
                </a:lnTo>
                <a:lnTo>
                  <a:pt x="1135090" y="34208"/>
                </a:lnTo>
                <a:lnTo>
                  <a:pt x="1134555" y="34057"/>
                </a:lnTo>
                <a:lnTo>
                  <a:pt x="1134009" y="33916"/>
                </a:lnTo>
                <a:lnTo>
                  <a:pt x="1133452" y="33784"/>
                </a:lnTo>
                <a:lnTo>
                  <a:pt x="1132886" y="33662"/>
                </a:lnTo>
                <a:lnTo>
                  <a:pt x="1132308" y="33549"/>
                </a:lnTo>
                <a:lnTo>
                  <a:pt x="1131720" y="33447"/>
                </a:lnTo>
                <a:lnTo>
                  <a:pt x="1131122" y="33354"/>
                </a:lnTo>
                <a:lnTo>
                  <a:pt x="1130513" y="33271"/>
                </a:lnTo>
                <a:lnTo>
                  <a:pt x="1129893" y="33198"/>
                </a:lnTo>
                <a:lnTo>
                  <a:pt x="1129263" y="33135"/>
                </a:lnTo>
                <a:lnTo>
                  <a:pt x="1128623" y="33081"/>
                </a:lnTo>
                <a:lnTo>
                  <a:pt x="1127972" y="33037"/>
                </a:lnTo>
                <a:lnTo>
                  <a:pt x="1127311" y="33003"/>
                </a:lnTo>
                <a:lnTo>
                  <a:pt x="1126639" y="32979"/>
                </a:lnTo>
                <a:lnTo>
                  <a:pt x="1125957" y="32964"/>
                </a:lnTo>
                <a:lnTo>
                  <a:pt x="1125264" y="32959"/>
                </a:lnTo>
                <a:lnTo>
                  <a:pt x="1124362" y="32968"/>
                </a:lnTo>
                <a:lnTo>
                  <a:pt x="1123478" y="32993"/>
                </a:lnTo>
                <a:lnTo>
                  <a:pt x="1122610" y="33036"/>
                </a:lnTo>
                <a:lnTo>
                  <a:pt x="1121760" y="33096"/>
                </a:lnTo>
                <a:lnTo>
                  <a:pt x="1120926" y="33173"/>
                </a:lnTo>
                <a:lnTo>
                  <a:pt x="1120110" y="33267"/>
                </a:lnTo>
                <a:lnTo>
                  <a:pt x="1119310" y="33378"/>
                </a:lnTo>
                <a:lnTo>
                  <a:pt x="1118527" y="33507"/>
                </a:lnTo>
                <a:lnTo>
                  <a:pt x="1117761" y="33652"/>
                </a:lnTo>
                <a:lnTo>
                  <a:pt x="1117012" y="33815"/>
                </a:lnTo>
                <a:lnTo>
                  <a:pt x="1116280" y="33994"/>
                </a:lnTo>
                <a:lnTo>
                  <a:pt x="1115565" y="34191"/>
                </a:lnTo>
                <a:lnTo>
                  <a:pt x="1114867" y="34405"/>
                </a:lnTo>
                <a:lnTo>
                  <a:pt x="1114185" y="34636"/>
                </a:lnTo>
                <a:lnTo>
                  <a:pt x="1113521" y="34884"/>
                </a:lnTo>
                <a:lnTo>
                  <a:pt x="1112873" y="35150"/>
                </a:lnTo>
                <a:lnTo>
                  <a:pt x="1112243" y="35432"/>
                </a:lnTo>
                <a:lnTo>
                  <a:pt x="1111629" y="35731"/>
                </a:lnTo>
                <a:lnTo>
                  <a:pt x="1111033" y="36048"/>
                </a:lnTo>
                <a:lnTo>
                  <a:pt x="1110453" y="36382"/>
                </a:lnTo>
                <a:lnTo>
                  <a:pt x="1109890" y="36733"/>
                </a:lnTo>
                <a:lnTo>
                  <a:pt x="1109344" y="37101"/>
                </a:lnTo>
                <a:lnTo>
                  <a:pt x="1108815" y="37486"/>
                </a:lnTo>
                <a:lnTo>
                  <a:pt x="1108303" y="37888"/>
                </a:lnTo>
                <a:lnTo>
                  <a:pt x="1107810" y="38300"/>
                </a:lnTo>
                <a:lnTo>
                  <a:pt x="1107338" y="38716"/>
                </a:lnTo>
                <a:lnTo>
                  <a:pt x="1106887" y="39135"/>
                </a:lnTo>
                <a:lnTo>
                  <a:pt x="1106457" y="39557"/>
                </a:lnTo>
                <a:lnTo>
                  <a:pt x="1106048" y="39983"/>
                </a:lnTo>
                <a:lnTo>
                  <a:pt x="1105660" y="40412"/>
                </a:lnTo>
                <a:lnTo>
                  <a:pt x="1105293" y="40844"/>
                </a:lnTo>
                <a:lnTo>
                  <a:pt x="1104946" y="41280"/>
                </a:lnTo>
                <a:lnTo>
                  <a:pt x="1104621" y="41719"/>
                </a:lnTo>
                <a:lnTo>
                  <a:pt x="1104317" y="42161"/>
                </a:lnTo>
                <a:lnTo>
                  <a:pt x="1104034" y="42607"/>
                </a:lnTo>
                <a:lnTo>
                  <a:pt x="1103772" y="43056"/>
                </a:lnTo>
                <a:lnTo>
                  <a:pt x="1103530" y="43508"/>
                </a:lnTo>
                <a:lnTo>
                  <a:pt x="1103310" y="43964"/>
                </a:lnTo>
                <a:lnTo>
                  <a:pt x="1103111" y="44423"/>
                </a:lnTo>
                <a:lnTo>
                  <a:pt x="1102932" y="44885"/>
                </a:lnTo>
                <a:lnTo>
                  <a:pt x="1102775" y="45351"/>
                </a:lnTo>
                <a:lnTo>
                  <a:pt x="1102639" y="45819"/>
                </a:lnTo>
                <a:lnTo>
                  <a:pt x="1102523" y="46292"/>
                </a:lnTo>
                <a:lnTo>
                  <a:pt x="1102429" y="46767"/>
                </a:lnTo>
                <a:lnTo>
                  <a:pt x="1102355" y="47246"/>
                </a:lnTo>
                <a:lnTo>
                  <a:pt x="1102303" y="47728"/>
                </a:lnTo>
                <a:lnTo>
                  <a:pt x="1102271" y="48214"/>
                </a:lnTo>
                <a:lnTo>
                  <a:pt x="1102261" y="48703"/>
                </a:lnTo>
                <a:lnTo>
                  <a:pt x="1102264" y="48957"/>
                </a:lnTo>
                <a:lnTo>
                  <a:pt x="1102272" y="49207"/>
                </a:lnTo>
                <a:lnTo>
                  <a:pt x="1102286" y="49453"/>
                </a:lnTo>
                <a:lnTo>
                  <a:pt x="1102306" y="49693"/>
                </a:lnTo>
                <a:lnTo>
                  <a:pt x="1102331" y="49930"/>
                </a:lnTo>
                <a:lnTo>
                  <a:pt x="1102362" y="50162"/>
                </a:lnTo>
                <a:lnTo>
                  <a:pt x="1102398" y="50389"/>
                </a:lnTo>
                <a:lnTo>
                  <a:pt x="1102440" y="50612"/>
                </a:lnTo>
                <a:lnTo>
                  <a:pt x="1102488" y="50831"/>
                </a:lnTo>
                <a:lnTo>
                  <a:pt x="1102541" y="51045"/>
                </a:lnTo>
                <a:lnTo>
                  <a:pt x="1102600" y="51254"/>
                </a:lnTo>
                <a:lnTo>
                  <a:pt x="1102664" y="51459"/>
                </a:lnTo>
                <a:lnTo>
                  <a:pt x="1102734" y="51659"/>
                </a:lnTo>
                <a:lnTo>
                  <a:pt x="1102810" y="51855"/>
                </a:lnTo>
                <a:lnTo>
                  <a:pt x="1102891" y="52046"/>
                </a:lnTo>
                <a:lnTo>
                  <a:pt x="1102978" y="52233"/>
                </a:lnTo>
                <a:lnTo>
                  <a:pt x="1103071" y="52415"/>
                </a:lnTo>
                <a:lnTo>
                  <a:pt x="1103169" y="52593"/>
                </a:lnTo>
                <a:lnTo>
                  <a:pt x="1103272" y="52766"/>
                </a:lnTo>
                <a:lnTo>
                  <a:pt x="1103381" y="52935"/>
                </a:lnTo>
                <a:lnTo>
                  <a:pt x="1103496" y="53099"/>
                </a:lnTo>
                <a:lnTo>
                  <a:pt x="1103617" y="53259"/>
                </a:lnTo>
                <a:lnTo>
                  <a:pt x="1103743" y="53414"/>
                </a:lnTo>
                <a:lnTo>
                  <a:pt x="1103875" y="53565"/>
                </a:lnTo>
                <a:lnTo>
                  <a:pt x="1104011" y="53710"/>
                </a:lnTo>
                <a:lnTo>
                  <a:pt x="1104150" y="53849"/>
                </a:lnTo>
                <a:lnTo>
                  <a:pt x="1104292" y="53982"/>
                </a:lnTo>
                <a:lnTo>
                  <a:pt x="1104438" y="54108"/>
                </a:lnTo>
                <a:lnTo>
                  <a:pt x="1104587" y="54229"/>
                </a:lnTo>
                <a:lnTo>
                  <a:pt x="1104739" y="54343"/>
                </a:lnTo>
                <a:lnTo>
                  <a:pt x="1104895" y="54451"/>
                </a:lnTo>
                <a:lnTo>
                  <a:pt x="1105053" y="54553"/>
                </a:lnTo>
                <a:lnTo>
                  <a:pt x="1105215" y="54649"/>
                </a:lnTo>
                <a:lnTo>
                  <a:pt x="1105380" y="54738"/>
                </a:lnTo>
                <a:lnTo>
                  <a:pt x="1105548" y="54822"/>
                </a:lnTo>
                <a:lnTo>
                  <a:pt x="1105720" y="54899"/>
                </a:lnTo>
                <a:lnTo>
                  <a:pt x="1105895" y="54970"/>
                </a:lnTo>
                <a:lnTo>
                  <a:pt x="1106073" y="55035"/>
                </a:lnTo>
                <a:lnTo>
                  <a:pt x="1106254" y="55094"/>
                </a:lnTo>
                <a:lnTo>
                  <a:pt x="1106438" y="55146"/>
                </a:lnTo>
                <a:lnTo>
                  <a:pt x="1106626" y="55192"/>
                </a:lnTo>
                <a:lnTo>
                  <a:pt x="1106816" y="55232"/>
                </a:lnTo>
                <a:lnTo>
                  <a:pt x="1107010" y="55266"/>
                </a:lnTo>
                <a:lnTo>
                  <a:pt x="1107208" y="55294"/>
                </a:lnTo>
                <a:lnTo>
                  <a:pt x="1107408" y="55316"/>
                </a:lnTo>
                <a:lnTo>
                  <a:pt x="1107612" y="55331"/>
                </a:lnTo>
                <a:lnTo>
                  <a:pt x="1107819" y="55341"/>
                </a:lnTo>
                <a:lnTo>
                  <a:pt x="1108029" y="55344"/>
                </a:lnTo>
                <a:lnTo>
                  <a:pt x="1108244" y="55341"/>
                </a:lnTo>
                <a:lnTo>
                  <a:pt x="1108457" y="55332"/>
                </a:lnTo>
                <a:lnTo>
                  <a:pt x="1108666" y="55317"/>
                </a:lnTo>
                <a:lnTo>
                  <a:pt x="1108871" y="55296"/>
                </a:lnTo>
                <a:lnTo>
                  <a:pt x="1109073" y="55269"/>
                </a:lnTo>
                <a:lnTo>
                  <a:pt x="1109271" y="55237"/>
                </a:lnTo>
                <a:lnTo>
                  <a:pt x="1109466" y="55198"/>
                </a:lnTo>
                <a:lnTo>
                  <a:pt x="1109658" y="55154"/>
                </a:lnTo>
                <a:lnTo>
                  <a:pt x="1109846" y="55103"/>
                </a:lnTo>
                <a:lnTo>
                  <a:pt x="1110030" y="55047"/>
                </a:lnTo>
                <a:lnTo>
                  <a:pt x="1110211" y="54984"/>
                </a:lnTo>
                <a:lnTo>
                  <a:pt x="1110389" y="54916"/>
                </a:lnTo>
                <a:lnTo>
                  <a:pt x="1110563" y="54842"/>
                </a:lnTo>
                <a:lnTo>
                  <a:pt x="1110734" y="54762"/>
                </a:lnTo>
                <a:lnTo>
                  <a:pt x="1110901" y="54676"/>
                </a:lnTo>
                <a:lnTo>
                  <a:pt x="1111065" y="54584"/>
                </a:lnTo>
                <a:lnTo>
                  <a:pt x="1111226" y="54486"/>
                </a:lnTo>
                <a:lnTo>
                  <a:pt x="1111383" y="54382"/>
                </a:lnTo>
                <a:lnTo>
                  <a:pt x="1111536" y="54272"/>
                </a:lnTo>
                <a:lnTo>
                  <a:pt x="1111686" y="54156"/>
                </a:lnTo>
                <a:lnTo>
                  <a:pt x="1111833" y="54034"/>
                </a:lnTo>
                <a:lnTo>
                  <a:pt x="1111976" y="53907"/>
                </a:lnTo>
                <a:lnTo>
                  <a:pt x="1112115" y="53773"/>
                </a:lnTo>
                <a:lnTo>
                  <a:pt x="1112252" y="53633"/>
                </a:lnTo>
                <a:lnTo>
                  <a:pt x="1112383" y="53488"/>
                </a:lnTo>
                <a:lnTo>
                  <a:pt x="1112509" y="53338"/>
                </a:lnTo>
                <a:lnTo>
                  <a:pt x="1112630" y="53184"/>
                </a:lnTo>
                <a:lnTo>
                  <a:pt x="1112745" y="53024"/>
                </a:lnTo>
                <a:lnTo>
                  <a:pt x="1112854" y="52859"/>
                </a:lnTo>
                <a:lnTo>
                  <a:pt x="1112958" y="52689"/>
                </a:lnTo>
                <a:lnTo>
                  <a:pt x="1113056" y="52514"/>
                </a:lnTo>
                <a:lnTo>
                  <a:pt x="1113148" y="52334"/>
                </a:lnTo>
                <a:lnTo>
                  <a:pt x="1113235" y="52149"/>
                </a:lnTo>
                <a:lnTo>
                  <a:pt x="1113316" y="51959"/>
                </a:lnTo>
                <a:lnTo>
                  <a:pt x="1113392" y="51764"/>
                </a:lnTo>
                <a:lnTo>
                  <a:pt x="1113462" y="51564"/>
                </a:lnTo>
                <a:lnTo>
                  <a:pt x="1113526" y="51360"/>
                </a:lnTo>
                <a:lnTo>
                  <a:pt x="1113585" y="51150"/>
                </a:lnTo>
                <a:lnTo>
                  <a:pt x="1113638" y="50935"/>
                </a:lnTo>
                <a:lnTo>
                  <a:pt x="1113686" y="50715"/>
                </a:lnTo>
                <a:lnTo>
                  <a:pt x="1113728" y="50490"/>
                </a:lnTo>
                <a:lnTo>
                  <a:pt x="1113764" y="50261"/>
                </a:lnTo>
                <a:lnTo>
                  <a:pt x="1113795" y="50026"/>
                </a:lnTo>
                <a:lnTo>
                  <a:pt x="1113820" y="49786"/>
                </a:lnTo>
                <a:lnTo>
                  <a:pt x="1113840" y="49542"/>
                </a:lnTo>
                <a:lnTo>
                  <a:pt x="1113854" y="49292"/>
                </a:lnTo>
                <a:lnTo>
                  <a:pt x="1113863" y="49037"/>
                </a:lnTo>
                <a:lnTo>
                  <a:pt x="1113865" y="48778"/>
                </a:lnTo>
                <a:lnTo>
                  <a:pt x="1113728" y="44810"/>
                </a:lnTo>
                <a:lnTo>
                  <a:pt x="1113733" y="44560"/>
                </a:lnTo>
                <a:lnTo>
                  <a:pt x="1113746" y="44313"/>
                </a:lnTo>
                <a:lnTo>
                  <a:pt x="1113769" y="44068"/>
                </a:lnTo>
                <a:lnTo>
                  <a:pt x="1113800" y="43826"/>
                </a:lnTo>
                <a:lnTo>
                  <a:pt x="1113841" y="43585"/>
                </a:lnTo>
                <a:lnTo>
                  <a:pt x="1113891" y="43348"/>
                </a:lnTo>
                <a:lnTo>
                  <a:pt x="1113950" y="43112"/>
                </a:lnTo>
                <a:lnTo>
                  <a:pt x="1114018" y="42879"/>
                </a:lnTo>
                <a:lnTo>
                  <a:pt x="1114095" y="42648"/>
                </a:lnTo>
                <a:lnTo>
                  <a:pt x="1114181" y="42420"/>
                </a:lnTo>
                <a:lnTo>
                  <a:pt x="1114276" y="42194"/>
                </a:lnTo>
                <a:lnTo>
                  <a:pt x="1114380" y="41971"/>
                </a:lnTo>
                <a:lnTo>
                  <a:pt x="1114494" y="41750"/>
                </a:lnTo>
                <a:lnTo>
                  <a:pt x="1114616" y="41531"/>
                </a:lnTo>
                <a:lnTo>
                  <a:pt x="1114747" y="41314"/>
                </a:lnTo>
                <a:lnTo>
                  <a:pt x="1114888" y="41100"/>
                </a:lnTo>
                <a:lnTo>
                  <a:pt x="1115037" y="40889"/>
                </a:lnTo>
                <a:lnTo>
                  <a:pt x="1115196" y="40679"/>
                </a:lnTo>
                <a:lnTo>
                  <a:pt x="1115363" y="40472"/>
                </a:lnTo>
                <a:lnTo>
                  <a:pt x="1115540" y="40268"/>
                </a:lnTo>
                <a:lnTo>
                  <a:pt x="1115726" y="40066"/>
                </a:lnTo>
                <a:lnTo>
                  <a:pt x="1115920" y="39866"/>
                </a:lnTo>
                <a:lnTo>
                  <a:pt x="1116124" y="39669"/>
                </a:lnTo>
                <a:lnTo>
                  <a:pt x="1116337" y="39474"/>
                </a:lnTo>
                <a:lnTo>
                  <a:pt x="1116552" y="39284"/>
                </a:lnTo>
                <a:lnTo>
                  <a:pt x="1116773" y="39102"/>
                </a:lnTo>
                <a:lnTo>
                  <a:pt x="1117000" y="38928"/>
                </a:lnTo>
                <a:lnTo>
                  <a:pt x="1117234" y="38763"/>
                </a:lnTo>
                <a:lnTo>
                  <a:pt x="1117473" y="38605"/>
                </a:lnTo>
                <a:lnTo>
                  <a:pt x="1117719" y="38456"/>
                </a:lnTo>
                <a:lnTo>
                  <a:pt x="1117971" y="38315"/>
                </a:lnTo>
                <a:lnTo>
                  <a:pt x="1118229" y="38181"/>
                </a:lnTo>
                <a:lnTo>
                  <a:pt x="1118494" y="38056"/>
                </a:lnTo>
                <a:lnTo>
                  <a:pt x="1118764" y="37939"/>
                </a:lnTo>
                <a:lnTo>
                  <a:pt x="1119041" y="37830"/>
                </a:lnTo>
                <a:lnTo>
                  <a:pt x="1119324" y="37729"/>
                </a:lnTo>
                <a:lnTo>
                  <a:pt x="1119613" y="37636"/>
                </a:lnTo>
                <a:lnTo>
                  <a:pt x="1119909" y="37551"/>
                </a:lnTo>
                <a:lnTo>
                  <a:pt x="1120210" y="37475"/>
                </a:lnTo>
                <a:lnTo>
                  <a:pt x="1120518" y="37406"/>
                </a:lnTo>
                <a:lnTo>
                  <a:pt x="1120832" y="37345"/>
                </a:lnTo>
                <a:lnTo>
                  <a:pt x="1121152" y="37293"/>
                </a:lnTo>
                <a:lnTo>
                  <a:pt x="1121479" y="37248"/>
                </a:lnTo>
                <a:lnTo>
                  <a:pt x="1121811" y="37212"/>
                </a:lnTo>
                <a:lnTo>
                  <a:pt x="1122150" y="37184"/>
                </a:lnTo>
                <a:lnTo>
                  <a:pt x="1122495" y="37164"/>
                </a:lnTo>
                <a:lnTo>
                  <a:pt x="1122846" y="37152"/>
                </a:lnTo>
                <a:lnTo>
                  <a:pt x="1123204" y="37148"/>
                </a:lnTo>
                <a:lnTo>
                  <a:pt x="1123674" y="37154"/>
                </a:lnTo>
                <a:lnTo>
                  <a:pt x="1124135" y="37172"/>
                </a:lnTo>
                <a:lnTo>
                  <a:pt x="1124586" y="37202"/>
                </a:lnTo>
                <a:lnTo>
                  <a:pt x="1125028" y="37245"/>
                </a:lnTo>
                <a:lnTo>
                  <a:pt x="1125461" y="37300"/>
                </a:lnTo>
                <a:lnTo>
                  <a:pt x="1125884" y="37366"/>
                </a:lnTo>
                <a:lnTo>
                  <a:pt x="1126298" y="37445"/>
                </a:lnTo>
                <a:lnTo>
                  <a:pt x="1126702" y="37537"/>
                </a:lnTo>
                <a:lnTo>
                  <a:pt x="1127097" y="37640"/>
                </a:lnTo>
                <a:lnTo>
                  <a:pt x="1127482" y="37756"/>
                </a:lnTo>
                <a:lnTo>
                  <a:pt x="1127858" y="37883"/>
                </a:lnTo>
                <a:lnTo>
                  <a:pt x="1128225" y="38023"/>
                </a:lnTo>
                <a:lnTo>
                  <a:pt x="1128582" y="38175"/>
                </a:lnTo>
                <a:lnTo>
                  <a:pt x="1128930" y="38339"/>
                </a:lnTo>
                <a:lnTo>
                  <a:pt x="1129268" y="38515"/>
                </a:lnTo>
                <a:lnTo>
                  <a:pt x="1129597" y="38704"/>
                </a:lnTo>
                <a:lnTo>
                  <a:pt x="1129917" y="38905"/>
                </a:lnTo>
                <a:lnTo>
                  <a:pt x="1130227" y="39117"/>
                </a:lnTo>
                <a:lnTo>
                  <a:pt x="1130528" y="39342"/>
                </a:lnTo>
                <a:lnTo>
                  <a:pt x="1130819" y="39579"/>
                </a:lnTo>
                <a:lnTo>
                  <a:pt x="1131101" y="39829"/>
                </a:lnTo>
                <a:lnTo>
                  <a:pt x="1131373" y="40090"/>
                </a:lnTo>
                <a:lnTo>
                  <a:pt x="1131636" y="40364"/>
                </a:lnTo>
                <a:lnTo>
                  <a:pt x="1131890" y="40649"/>
                </a:lnTo>
                <a:lnTo>
                  <a:pt x="1132134" y="40952"/>
                </a:lnTo>
                <a:lnTo>
                  <a:pt x="1132367" y="41274"/>
                </a:lnTo>
                <a:lnTo>
                  <a:pt x="1132590" y="41617"/>
                </a:lnTo>
                <a:lnTo>
                  <a:pt x="1132803" y="41981"/>
                </a:lnTo>
                <a:lnTo>
                  <a:pt x="1133005" y="42365"/>
                </a:lnTo>
                <a:lnTo>
                  <a:pt x="1133197" y="42769"/>
                </a:lnTo>
                <a:lnTo>
                  <a:pt x="1133378" y="43195"/>
                </a:lnTo>
                <a:lnTo>
                  <a:pt x="1133549" y="43640"/>
                </a:lnTo>
                <a:lnTo>
                  <a:pt x="1133710" y="44106"/>
                </a:lnTo>
                <a:lnTo>
                  <a:pt x="1133860" y="44593"/>
                </a:lnTo>
                <a:lnTo>
                  <a:pt x="1134000" y="45100"/>
                </a:lnTo>
                <a:lnTo>
                  <a:pt x="1134130" y="45628"/>
                </a:lnTo>
                <a:lnTo>
                  <a:pt x="1134249" y="46176"/>
                </a:lnTo>
                <a:lnTo>
                  <a:pt x="1134358" y="46744"/>
                </a:lnTo>
                <a:lnTo>
                  <a:pt x="1134457" y="47334"/>
                </a:lnTo>
                <a:lnTo>
                  <a:pt x="1134545" y="47943"/>
                </a:lnTo>
                <a:lnTo>
                  <a:pt x="1134623" y="48573"/>
                </a:lnTo>
                <a:lnTo>
                  <a:pt x="1134690" y="49224"/>
                </a:lnTo>
                <a:lnTo>
                  <a:pt x="1134747" y="49895"/>
                </a:lnTo>
                <a:lnTo>
                  <a:pt x="1134794" y="50587"/>
                </a:lnTo>
                <a:lnTo>
                  <a:pt x="1134830" y="51299"/>
                </a:lnTo>
                <a:lnTo>
                  <a:pt x="1134856" y="52032"/>
                </a:lnTo>
                <a:lnTo>
                  <a:pt x="1134872" y="52785"/>
                </a:lnTo>
                <a:lnTo>
                  <a:pt x="1134877" y="53558"/>
                </a:lnTo>
                <a:lnTo>
                  <a:pt x="1134877" y="56030"/>
                </a:lnTo>
                <a:lnTo>
                  <a:pt x="1133542" y="56519"/>
                </a:lnTo>
                <a:lnTo>
                  <a:pt x="1132240" y="57002"/>
                </a:lnTo>
                <a:lnTo>
                  <a:pt x="1130970" y="57479"/>
                </a:lnTo>
                <a:lnTo>
                  <a:pt x="1129732" y="57949"/>
                </a:lnTo>
                <a:lnTo>
                  <a:pt x="1128526" y="58413"/>
                </a:lnTo>
                <a:lnTo>
                  <a:pt x="1127352" y="58871"/>
                </a:lnTo>
                <a:lnTo>
                  <a:pt x="1126210" y="59323"/>
                </a:lnTo>
                <a:lnTo>
                  <a:pt x="1125100" y="59769"/>
                </a:lnTo>
                <a:lnTo>
                  <a:pt x="1124022" y="60208"/>
                </a:lnTo>
                <a:lnTo>
                  <a:pt x="1122976" y="60641"/>
                </a:lnTo>
                <a:lnTo>
                  <a:pt x="1121962" y="61068"/>
                </a:lnTo>
                <a:lnTo>
                  <a:pt x="1120981" y="61489"/>
                </a:lnTo>
                <a:lnTo>
                  <a:pt x="1120031" y="61904"/>
                </a:lnTo>
                <a:lnTo>
                  <a:pt x="1119114" y="62312"/>
                </a:lnTo>
                <a:lnTo>
                  <a:pt x="1118228" y="62714"/>
                </a:lnTo>
                <a:lnTo>
                  <a:pt x="1117375" y="63110"/>
                </a:lnTo>
                <a:lnTo>
                  <a:pt x="1116554" y="63500"/>
                </a:lnTo>
                <a:lnTo>
                  <a:pt x="1115764" y="63884"/>
                </a:lnTo>
                <a:lnTo>
                  <a:pt x="1115007" y="64261"/>
                </a:lnTo>
                <a:lnTo>
                  <a:pt x="1114282" y="64632"/>
                </a:lnTo>
                <a:lnTo>
                  <a:pt x="1113589" y="64997"/>
                </a:lnTo>
                <a:lnTo>
                  <a:pt x="1112928" y="65356"/>
                </a:lnTo>
                <a:lnTo>
                  <a:pt x="1112299" y="65709"/>
                </a:lnTo>
                <a:lnTo>
                  <a:pt x="1111702" y="66055"/>
                </a:lnTo>
                <a:lnTo>
                  <a:pt x="1111129" y="66400"/>
                </a:lnTo>
                <a:lnTo>
                  <a:pt x="1110570" y="66746"/>
                </a:lnTo>
                <a:lnTo>
                  <a:pt x="1110025" y="67094"/>
                </a:lnTo>
                <a:lnTo>
                  <a:pt x="1109495" y="67444"/>
                </a:lnTo>
                <a:lnTo>
                  <a:pt x="1108979" y="67796"/>
                </a:lnTo>
                <a:lnTo>
                  <a:pt x="1108477" y="68150"/>
                </a:lnTo>
                <a:lnTo>
                  <a:pt x="1107990" y="68505"/>
                </a:lnTo>
                <a:lnTo>
                  <a:pt x="1107518" y="68863"/>
                </a:lnTo>
                <a:lnTo>
                  <a:pt x="1107059" y="69222"/>
                </a:lnTo>
                <a:lnTo>
                  <a:pt x="1106616" y="69584"/>
                </a:lnTo>
                <a:lnTo>
                  <a:pt x="1106186" y="69947"/>
                </a:lnTo>
                <a:lnTo>
                  <a:pt x="1105771" y="70313"/>
                </a:lnTo>
                <a:lnTo>
                  <a:pt x="1105371" y="70680"/>
                </a:lnTo>
                <a:lnTo>
                  <a:pt x="1104985" y="71049"/>
                </a:lnTo>
                <a:lnTo>
                  <a:pt x="1104613" y="71420"/>
                </a:lnTo>
                <a:lnTo>
                  <a:pt x="1104256" y="71793"/>
                </a:lnTo>
                <a:lnTo>
                  <a:pt x="1103913" y="72167"/>
                </a:lnTo>
                <a:lnTo>
                  <a:pt x="1103585" y="72544"/>
                </a:lnTo>
                <a:lnTo>
                  <a:pt x="1103271" y="72923"/>
                </a:lnTo>
                <a:lnTo>
                  <a:pt x="1102971" y="73303"/>
                </a:lnTo>
                <a:lnTo>
                  <a:pt x="1102686" y="73686"/>
                </a:lnTo>
                <a:lnTo>
                  <a:pt x="1102416" y="74070"/>
                </a:lnTo>
                <a:lnTo>
                  <a:pt x="1102159" y="74456"/>
                </a:lnTo>
                <a:lnTo>
                  <a:pt x="1101918" y="74844"/>
                </a:lnTo>
                <a:lnTo>
                  <a:pt x="1101750" y="75127"/>
                </a:lnTo>
                <a:lnTo>
                  <a:pt x="1101589" y="75414"/>
                </a:lnTo>
                <a:lnTo>
                  <a:pt x="1101435" y="75705"/>
                </a:lnTo>
                <a:lnTo>
                  <a:pt x="1101288" y="76000"/>
                </a:lnTo>
                <a:lnTo>
                  <a:pt x="1101149" y="76300"/>
                </a:lnTo>
                <a:lnTo>
                  <a:pt x="1101016" y="76604"/>
                </a:lnTo>
                <a:lnTo>
                  <a:pt x="1100891" y="76912"/>
                </a:lnTo>
                <a:lnTo>
                  <a:pt x="1100773" y="77225"/>
                </a:lnTo>
                <a:lnTo>
                  <a:pt x="1100662" y="77542"/>
                </a:lnTo>
                <a:lnTo>
                  <a:pt x="1100559" y="77863"/>
                </a:lnTo>
                <a:lnTo>
                  <a:pt x="1100462" y="78188"/>
                </a:lnTo>
                <a:lnTo>
                  <a:pt x="1100373" y="78518"/>
                </a:lnTo>
                <a:lnTo>
                  <a:pt x="1100290" y="78852"/>
                </a:lnTo>
                <a:lnTo>
                  <a:pt x="1100215" y="79190"/>
                </a:lnTo>
                <a:lnTo>
                  <a:pt x="1100147" y="79533"/>
                </a:lnTo>
                <a:lnTo>
                  <a:pt x="1100087" y="79880"/>
                </a:lnTo>
                <a:lnTo>
                  <a:pt x="1100033" y="80231"/>
                </a:lnTo>
                <a:lnTo>
                  <a:pt x="1099986" y="80586"/>
                </a:lnTo>
                <a:lnTo>
                  <a:pt x="1099947" y="80946"/>
                </a:lnTo>
                <a:lnTo>
                  <a:pt x="1099915" y="81310"/>
                </a:lnTo>
                <a:lnTo>
                  <a:pt x="1099890" y="81679"/>
                </a:lnTo>
                <a:lnTo>
                  <a:pt x="1099872" y="82051"/>
                </a:lnTo>
                <a:lnTo>
                  <a:pt x="1099861" y="82428"/>
                </a:lnTo>
                <a:lnTo>
                  <a:pt x="1099858" y="82809"/>
                </a:lnTo>
                <a:lnTo>
                  <a:pt x="1099865" y="83411"/>
                </a:lnTo>
                <a:lnTo>
                  <a:pt x="1099887" y="84003"/>
                </a:lnTo>
                <a:lnTo>
                  <a:pt x="1099924" y="84585"/>
                </a:lnTo>
                <a:lnTo>
                  <a:pt x="1099975" y="85157"/>
                </a:lnTo>
                <a:lnTo>
                  <a:pt x="1100041" y="85720"/>
                </a:lnTo>
                <a:lnTo>
                  <a:pt x="1100122" y="86273"/>
                </a:lnTo>
                <a:lnTo>
                  <a:pt x="1100217" y="86816"/>
                </a:lnTo>
                <a:lnTo>
                  <a:pt x="1100327" y="87349"/>
                </a:lnTo>
                <a:lnTo>
                  <a:pt x="1100451" y="87872"/>
                </a:lnTo>
                <a:lnTo>
                  <a:pt x="1100591" y="88386"/>
                </a:lnTo>
                <a:lnTo>
                  <a:pt x="1100745" y="88890"/>
                </a:lnTo>
                <a:lnTo>
                  <a:pt x="1100913" y="89384"/>
                </a:lnTo>
                <a:lnTo>
                  <a:pt x="1101097" y="89868"/>
                </a:lnTo>
                <a:lnTo>
                  <a:pt x="1101295" y="90343"/>
                </a:lnTo>
                <a:lnTo>
                  <a:pt x="1101507" y="90808"/>
                </a:lnTo>
                <a:lnTo>
                  <a:pt x="1101734" y="91263"/>
                </a:lnTo>
                <a:lnTo>
                  <a:pt x="1101976" y="91708"/>
                </a:lnTo>
                <a:lnTo>
                  <a:pt x="1102233" y="92144"/>
                </a:lnTo>
                <a:lnTo>
                  <a:pt x="1102504" y="92569"/>
                </a:lnTo>
                <a:lnTo>
                  <a:pt x="1102790" y="92985"/>
                </a:lnTo>
                <a:lnTo>
                  <a:pt x="1103091" y="93391"/>
                </a:lnTo>
                <a:lnTo>
                  <a:pt x="1103406" y="93788"/>
                </a:lnTo>
                <a:lnTo>
                  <a:pt x="1103736" y="94174"/>
                </a:lnTo>
                <a:lnTo>
                  <a:pt x="1104081" y="94551"/>
                </a:lnTo>
                <a:lnTo>
                  <a:pt x="1104436" y="94915"/>
                </a:lnTo>
                <a:lnTo>
                  <a:pt x="1104800" y="95264"/>
                </a:lnTo>
                <a:lnTo>
                  <a:pt x="1105172" y="95597"/>
                </a:lnTo>
                <a:lnTo>
                  <a:pt x="1105552" y="95915"/>
                </a:lnTo>
                <a:lnTo>
                  <a:pt x="1105940" y="96217"/>
                </a:lnTo>
                <a:lnTo>
                  <a:pt x="1106336" y="96504"/>
                </a:lnTo>
                <a:lnTo>
                  <a:pt x="1106740" y="96775"/>
                </a:lnTo>
                <a:lnTo>
                  <a:pt x="1107151" y="97031"/>
                </a:lnTo>
                <a:lnTo>
                  <a:pt x="1107571" y="97271"/>
                </a:lnTo>
                <a:lnTo>
                  <a:pt x="1107999" y="97496"/>
                </a:lnTo>
                <a:lnTo>
                  <a:pt x="1108435" y="97705"/>
                </a:lnTo>
                <a:lnTo>
                  <a:pt x="1108879" y="97899"/>
                </a:lnTo>
                <a:lnTo>
                  <a:pt x="1109330" y="98077"/>
                </a:lnTo>
                <a:lnTo>
                  <a:pt x="1109790" y="98239"/>
                </a:lnTo>
                <a:lnTo>
                  <a:pt x="1110258" y="98387"/>
                </a:lnTo>
                <a:lnTo>
                  <a:pt x="1110733" y="98518"/>
                </a:lnTo>
                <a:lnTo>
                  <a:pt x="1111217" y="98635"/>
                </a:lnTo>
                <a:lnTo>
                  <a:pt x="1111709" y="98735"/>
                </a:lnTo>
                <a:lnTo>
                  <a:pt x="1112208" y="98821"/>
                </a:lnTo>
                <a:lnTo>
                  <a:pt x="1112716" y="98890"/>
                </a:lnTo>
                <a:lnTo>
                  <a:pt x="1113232" y="98945"/>
                </a:lnTo>
                <a:lnTo>
                  <a:pt x="1113755" y="98983"/>
                </a:lnTo>
                <a:lnTo>
                  <a:pt x="1114287" y="99007"/>
                </a:lnTo>
                <a:lnTo>
                  <a:pt x="1114827" y="99014"/>
                </a:lnTo>
                <a:lnTo>
                  <a:pt x="1115175" y="99011"/>
                </a:lnTo>
                <a:lnTo>
                  <a:pt x="1115521" y="99002"/>
                </a:lnTo>
                <a:lnTo>
                  <a:pt x="1115866" y="98986"/>
                </a:lnTo>
                <a:lnTo>
                  <a:pt x="1116209" y="98965"/>
                </a:lnTo>
                <a:lnTo>
                  <a:pt x="1116551" y="98937"/>
                </a:lnTo>
                <a:lnTo>
                  <a:pt x="1116891" y="98903"/>
                </a:lnTo>
                <a:lnTo>
                  <a:pt x="1117229" y="98862"/>
                </a:lnTo>
                <a:lnTo>
                  <a:pt x="1117566" y="98816"/>
                </a:lnTo>
                <a:lnTo>
                  <a:pt x="1117900" y="98763"/>
                </a:lnTo>
                <a:lnTo>
                  <a:pt x="1118234" y="98704"/>
                </a:lnTo>
                <a:lnTo>
                  <a:pt x="1118565" y="98639"/>
                </a:lnTo>
                <a:lnTo>
                  <a:pt x="1118895" y="98568"/>
                </a:lnTo>
                <a:lnTo>
                  <a:pt x="1119223" y="98491"/>
                </a:lnTo>
                <a:lnTo>
                  <a:pt x="1119550" y="98407"/>
                </a:lnTo>
                <a:lnTo>
                  <a:pt x="1119875" y="98317"/>
                </a:lnTo>
                <a:lnTo>
                  <a:pt x="1120198" y="98221"/>
                </a:lnTo>
                <a:lnTo>
                  <a:pt x="1120519" y="98119"/>
                </a:lnTo>
                <a:lnTo>
                  <a:pt x="1120839" y="98010"/>
                </a:lnTo>
                <a:lnTo>
                  <a:pt x="1121157" y="97895"/>
                </a:lnTo>
                <a:lnTo>
                  <a:pt x="1121474" y="97775"/>
                </a:lnTo>
                <a:lnTo>
                  <a:pt x="1121789" y="97647"/>
                </a:lnTo>
                <a:lnTo>
                  <a:pt x="1122102" y="97514"/>
                </a:lnTo>
                <a:lnTo>
                  <a:pt x="1122413" y="97375"/>
                </a:lnTo>
                <a:lnTo>
                  <a:pt x="1122723" y="97229"/>
                </a:lnTo>
                <a:lnTo>
                  <a:pt x="1122942" y="97121"/>
                </a:lnTo>
                <a:lnTo>
                  <a:pt x="1123185" y="96991"/>
                </a:lnTo>
                <a:lnTo>
                  <a:pt x="1123454" y="96839"/>
                </a:lnTo>
                <a:lnTo>
                  <a:pt x="1123747" y="96664"/>
                </a:lnTo>
                <a:lnTo>
                  <a:pt x="1124066" y="96469"/>
                </a:lnTo>
                <a:lnTo>
                  <a:pt x="1124410" y="96251"/>
                </a:lnTo>
                <a:lnTo>
                  <a:pt x="1124778" y="96011"/>
                </a:lnTo>
                <a:lnTo>
                  <a:pt x="1125172" y="95749"/>
                </a:lnTo>
                <a:lnTo>
                  <a:pt x="1125591" y="95465"/>
                </a:lnTo>
                <a:lnTo>
                  <a:pt x="1126035" y="95160"/>
                </a:lnTo>
                <a:lnTo>
                  <a:pt x="1126504" y="94832"/>
                </a:lnTo>
                <a:lnTo>
                  <a:pt x="1126997" y="94482"/>
                </a:lnTo>
                <a:lnTo>
                  <a:pt x="1127516" y="94111"/>
                </a:lnTo>
                <a:lnTo>
                  <a:pt x="1128060" y="93718"/>
                </a:lnTo>
                <a:lnTo>
                  <a:pt x="1128629" y="93302"/>
                </a:lnTo>
                <a:lnTo>
                  <a:pt x="1129223" y="92865"/>
                </a:lnTo>
                <a:lnTo>
                  <a:pt x="1129842" y="92406"/>
                </a:lnTo>
                <a:lnTo>
                  <a:pt x="1130487" y="91925"/>
                </a:lnTo>
                <a:lnTo>
                  <a:pt x="1131156" y="91422"/>
                </a:lnTo>
                <a:lnTo>
                  <a:pt x="1131850" y="90897"/>
                </a:lnTo>
                <a:lnTo>
                  <a:pt x="1132569" y="90350"/>
                </a:lnTo>
                <a:lnTo>
                  <a:pt x="1133313" y="89781"/>
                </a:lnTo>
                <a:lnTo>
                  <a:pt x="1134083" y="89190"/>
                </a:lnTo>
                <a:lnTo>
                  <a:pt x="1134877" y="88577"/>
                </a:lnTo>
                <a:lnTo>
                  <a:pt x="1134886" y="89041"/>
                </a:lnTo>
                <a:lnTo>
                  <a:pt x="1134902" y="89493"/>
                </a:lnTo>
                <a:lnTo>
                  <a:pt x="1134924" y="89933"/>
                </a:lnTo>
                <a:lnTo>
                  <a:pt x="1134953" y="90363"/>
                </a:lnTo>
                <a:lnTo>
                  <a:pt x="1134989" y="90780"/>
                </a:lnTo>
                <a:close/>
                <a:moveTo>
                  <a:pt x="1131472" y="86627"/>
                </a:moveTo>
                <a:lnTo>
                  <a:pt x="1130826" y="87066"/>
                </a:lnTo>
                <a:lnTo>
                  <a:pt x="1130190" y="87482"/>
                </a:lnTo>
                <a:lnTo>
                  <a:pt x="1129567" y="87874"/>
                </a:lnTo>
                <a:lnTo>
                  <a:pt x="1128954" y="88241"/>
                </a:lnTo>
                <a:lnTo>
                  <a:pt x="1128354" y="88586"/>
                </a:lnTo>
                <a:lnTo>
                  <a:pt x="1127764" y="88906"/>
                </a:lnTo>
                <a:lnTo>
                  <a:pt x="1127186" y="89203"/>
                </a:lnTo>
                <a:lnTo>
                  <a:pt x="1126620" y="89476"/>
                </a:lnTo>
                <a:lnTo>
                  <a:pt x="1126065" y="89725"/>
                </a:lnTo>
                <a:lnTo>
                  <a:pt x="1125521" y="89951"/>
                </a:lnTo>
                <a:lnTo>
                  <a:pt x="1124989" y="90152"/>
                </a:lnTo>
                <a:lnTo>
                  <a:pt x="1124468" y="90330"/>
                </a:lnTo>
                <a:lnTo>
                  <a:pt x="1123959" y="90485"/>
                </a:lnTo>
                <a:lnTo>
                  <a:pt x="1123461" y="90615"/>
                </a:lnTo>
                <a:lnTo>
                  <a:pt x="1122975" y="90722"/>
                </a:lnTo>
                <a:lnTo>
                  <a:pt x="1122500" y="90805"/>
                </a:lnTo>
                <a:lnTo>
                  <a:pt x="1122036" y="90864"/>
                </a:lnTo>
                <a:lnTo>
                  <a:pt x="1121584" y="90900"/>
                </a:lnTo>
                <a:lnTo>
                  <a:pt x="1121144" y="90912"/>
                </a:lnTo>
                <a:lnTo>
                  <a:pt x="1120825" y="90906"/>
                </a:lnTo>
                <a:lnTo>
                  <a:pt x="1120509" y="90889"/>
                </a:lnTo>
                <a:lnTo>
                  <a:pt x="1120196" y="90861"/>
                </a:lnTo>
                <a:lnTo>
                  <a:pt x="1119887" y="90822"/>
                </a:lnTo>
                <a:lnTo>
                  <a:pt x="1119580" y="90771"/>
                </a:lnTo>
                <a:lnTo>
                  <a:pt x="1119277" y="90709"/>
                </a:lnTo>
                <a:lnTo>
                  <a:pt x="1118977" y="90636"/>
                </a:lnTo>
                <a:lnTo>
                  <a:pt x="1118679" y="90551"/>
                </a:lnTo>
                <a:lnTo>
                  <a:pt x="1118385" y="90455"/>
                </a:lnTo>
                <a:lnTo>
                  <a:pt x="1118094" y="90348"/>
                </a:lnTo>
                <a:lnTo>
                  <a:pt x="1117807" y="90230"/>
                </a:lnTo>
                <a:lnTo>
                  <a:pt x="1117522" y="90100"/>
                </a:lnTo>
                <a:lnTo>
                  <a:pt x="1117240" y="89959"/>
                </a:lnTo>
                <a:lnTo>
                  <a:pt x="1116961" y="89807"/>
                </a:lnTo>
                <a:lnTo>
                  <a:pt x="1116686" y="89644"/>
                </a:lnTo>
                <a:lnTo>
                  <a:pt x="1116414" y="89469"/>
                </a:lnTo>
                <a:lnTo>
                  <a:pt x="1116144" y="89283"/>
                </a:lnTo>
                <a:lnTo>
                  <a:pt x="1115878" y="89086"/>
                </a:lnTo>
                <a:lnTo>
                  <a:pt x="1115615" y="88877"/>
                </a:lnTo>
                <a:lnTo>
                  <a:pt x="1115355" y="88657"/>
                </a:lnTo>
                <a:lnTo>
                  <a:pt x="1115098" y="88426"/>
                </a:lnTo>
                <a:lnTo>
                  <a:pt x="1114844" y="88184"/>
                </a:lnTo>
                <a:lnTo>
                  <a:pt x="1114594" y="87930"/>
                </a:lnTo>
                <a:lnTo>
                  <a:pt x="1114346" y="87665"/>
                </a:lnTo>
                <a:lnTo>
                  <a:pt x="1114105" y="87392"/>
                </a:lnTo>
                <a:lnTo>
                  <a:pt x="1113874" y="87113"/>
                </a:lnTo>
                <a:lnTo>
                  <a:pt x="1113654" y="86828"/>
                </a:lnTo>
                <a:lnTo>
                  <a:pt x="1113444" y="86537"/>
                </a:lnTo>
                <a:lnTo>
                  <a:pt x="1113244" y="86240"/>
                </a:lnTo>
                <a:lnTo>
                  <a:pt x="1113054" y="85937"/>
                </a:lnTo>
                <a:lnTo>
                  <a:pt x="1112875" y="85629"/>
                </a:lnTo>
                <a:lnTo>
                  <a:pt x="1112706" y="85315"/>
                </a:lnTo>
                <a:lnTo>
                  <a:pt x="1112547" y="84995"/>
                </a:lnTo>
                <a:lnTo>
                  <a:pt x="1112398" y="84669"/>
                </a:lnTo>
                <a:lnTo>
                  <a:pt x="1112260" y="84337"/>
                </a:lnTo>
                <a:lnTo>
                  <a:pt x="1112132" y="84000"/>
                </a:lnTo>
                <a:lnTo>
                  <a:pt x="1112014" y="83657"/>
                </a:lnTo>
                <a:lnTo>
                  <a:pt x="1111906" y="83307"/>
                </a:lnTo>
                <a:lnTo>
                  <a:pt x="1111809" y="82953"/>
                </a:lnTo>
                <a:lnTo>
                  <a:pt x="1111721" y="82592"/>
                </a:lnTo>
                <a:lnTo>
                  <a:pt x="1111645" y="82225"/>
                </a:lnTo>
                <a:lnTo>
                  <a:pt x="1111578" y="81853"/>
                </a:lnTo>
                <a:lnTo>
                  <a:pt x="1111522" y="81475"/>
                </a:lnTo>
                <a:lnTo>
                  <a:pt x="1111475" y="81091"/>
                </a:lnTo>
                <a:lnTo>
                  <a:pt x="1111440" y="80701"/>
                </a:lnTo>
                <a:lnTo>
                  <a:pt x="1111414" y="80305"/>
                </a:lnTo>
                <a:lnTo>
                  <a:pt x="1111398" y="79904"/>
                </a:lnTo>
                <a:lnTo>
                  <a:pt x="1111393" y="79496"/>
                </a:lnTo>
                <a:lnTo>
                  <a:pt x="1111397" y="79173"/>
                </a:lnTo>
                <a:lnTo>
                  <a:pt x="1111410" y="78851"/>
                </a:lnTo>
                <a:lnTo>
                  <a:pt x="1111430" y="78532"/>
                </a:lnTo>
                <a:lnTo>
                  <a:pt x="1111458" y="78215"/>
                </a:lnTo>
                <a:lnTo>
                  <a:pt x="1111495" y="77900"/>
                </a:lnTo>
                <a:lnTo>
                  <a:pt x="1111539" y="77587"/>
                </a:lnTo>
                <a:lnTo>
                  <a:pt x="1111592" y="77276"/>
                </a:lnTo>
                <a:lnTo>
                  <a:pt x="1111653" y="76967"/>
                </a:lnTo>
                <a:lnTo>
                  <a:pt x="1111722" y="76660"/>
                </a:lnTo>
                <a:lnTo>
                  <a:pt x="1111799" y="76356"/>
                </a:lnTo>
                <a:lnTo>
                  <a:pt x="1111884" y="76054"/>
                </a:lnTo>
                <a:lnTo>
                  <a:pt x="1111977" y="75754"/>
                </a:lnTo>
                <a:lnTo>
                  <a:pt x="1112078" y="75456"/>
                </a:lnTo>
                <a:lnTo>
                  <a:pt x="1112188" y="75160"/>
                </a:lnTo>
                <a:lnTo>
                  <a:pt x="1112305" y="74866"/>
                </a:lnTo>
                <a:lnTo>
                  <a:pt x="1112431" y="74575"/>
                </a:lnTo>
                <a:lnTo>
                  <a:pt x="1112565" y="74285"/>
                </a:lnTo>
                <a:lnTo>
                  <a:pt x="1112707" y="73998"/>
                </a:lnTo>
                <a:lnTo>
                  <a:pt x="1112857" y="73713"/>
                </a:lnTo>
                <a:lnTo>
                  <a:pt x="1113015" y="73430"/>
                </a:lnTo>
                <a:lnTo>
                  <a:pt x="1113181" y="73149"/>
                </a:lnTo>
                <a:lnTo>
                  <a:pt x="1113355" y="72870"/>
                </a:lnTo>
                <a:lnTo>
                  <a:pt x="1113537" y="72593"/>
                </a:lnTo>
                <a:lnTo>
                  <a:pt x="1113728" y="72319"/>
                </a:lnTo>
                <a:lnTo>
                  <a:pt x="1113928" y="72046"/>
                </a:lnTo>
                <a:lnTo>
                  <a:pt x="1114139" y="71774"/>
                </a:lnTo>
                <a:lnTo>
                  <a:pt x="1114360" y="71503"/>
                </a:lnTo>
                <a:lnTo>
                  <a:pt x="1114592" y="71233"/>
                </a:lnTo>
                <a:lnTo>
                  <a:pt x="1114835" y="70964"/>
                </a:lnTo>
                <a:lnTo>
                  <a:pt x="1115088" y="70695"/>
                </a:lnTo>
                <a:lnTo>
                  <a:pt x="1115353" y="70428"/>
                </a:lnTo>
                <a:lnTo>
                  <a:pt x="1115628" y="70162"/>
                </a:lnTo>
                <a:lnTo>
                  <a:pt x="1115913" y="69896"/>
                </a:lnTo>
                <a:lnTo>
                  <a:pt x="1116210" y="69632"/>
                </a:lnTo>
                <a:lnTo>
                  <a:pt x="1116517" y="69369"/>
                </a:lnTo>
                <a:lnTo>
                  <a:pt x="1116835" y="69106"/>
                </a:lnTo>
                <a:lnTo>
                  <a:pt x="1117164" y="68845"/>
                </a:lnTo>
                <a:lnTo>
                  <a:pt x="1117503" y="68584"/>
                </a:lnTo>
                <a:lnTo>
                  <a:pt x="1117853" y="68324"/>
                </a:lnTo>
                <a:lnTo>
                  <a:pt x="1118214" y="68065"/>
                </a:lnTo>
                <a:lnTo>
                  <a:pt x="1118586" y="67808"/>
                </a:lnTo>
                <a:lnTo>
                  <a:pt x="1118968" y="67551"/>
                </a:lnTo>
                <a:lnTo>
                  <a:pt x="1119361" y="67295"/>
                </a:lnTo>
                <a:lnTo>
                  <a:pt x="1119765" y="67040"/>
                </a:lnTo>
                <a:lnTo>
                  <a:pt x="1120179" y="66786"/>
                </a:lnTo>
                <a:lnTo>
                  <a:pt x="1120604" y="66533"/>
                </a:lnTo>
                <a:lnTo>
                  <a:pt x="1121040" y="66281"/>
                </a:lnTo>
                <a:lnTo>
                  <a:pt x="1121487" y="66030"/>
                </a:lnTo>
                <a:lnTo>
                  <a:pt x="1121752" y="65883"/>
                </a:lnTo>
                <a:lnTo>
                  <a:pt x="1122042" y="65728"/>
                </a:lnTo>
                <a:lnTo>
                  <a:pt x="1122357" y="65565"/>
                </a:lnTo>
                <a:lnTo>
                  <a:pt x="1122698" y="65393"/>
                </a:lnTo>
                <a:lnTo>
                  <a:pt x="1123065" y="65213"/>
                </a:lnTo>
                <a:lnTo>
                  <a:pt x="1123457" y="65025"/>
                </a:lnTo>
                <a:lnTo>
                  <a:pt x="1123875" y="64829"/>
                </a:lnTo>
                <a:lnTo>
                  <a:pt x="1124318" y="64624"/>
                </a:lnTo>
                <a:lnTo>
                  <a:pt x="1124786" y="64411"/>
                </a:lnTo>
                <a:lnTo>
                  <a:pt x="1125280" y="64189"/>
                </a:lnTo>
                <a:lnTo>
                  <a:pt x="1125800" y="63960"/>
                </a:lnTo>
                <a:lnTo>
                  <a:pt x="1126345" y="63722"/>
                </a:lnTo>
                <a:lnTo>
                  <a:pt x="1126916" y="63476"/>
                </a:lnTo>
                <a:lnTo>
                  <a:pt x="1127512" y="63221"/>
                </a:lnTo>
                <a:lnTo>
                  <a:pt x="1128134" y="62958"/>
                </a:lnTo>
                <a:lnTo>
                  <a:pt x="1128781" y="62687"/>
                </a:lnTo>
                <a:lnTo>
                  <a:pt x="1129454" y="62407"/>
                </a:lnTo>
                <a:lnTo>
                  <a:pt x="1130152" y="62120"/>
                </a:lnTo>
                <a:lnTo>
                  <a:pt x="1130876" y="61824"/>
                </a:lnTo>
                <a:lnTo>
                  <a:pt x="1131625" y="61519"/>
                </a:lnTo>
                <a:lnTo>
                  <a:pt x="1132399" y="61207"/>
                </a:lnTo>
                <a:lnTo>
                  <a:pt x="1133200" y="60886"/>
                </a:lnTo>
                <a:lnTo>
                  <a:pt x="1134026" y="60556"/>
                </a:lnTo>
                <a:lnTo>
                  <a:pt x="1134877" y="60219"/>
                </a:lnTo>
                <a:lnTo>
                  <a:pt x="1134877" y="84075"/>
                </a:lnTo>
                <a:lnTo>
                  <a:pt x="1134173" y="84633"/>
                </a:lnTo>
                <a:lnTo>
                  <a:pt x="1133481" y="85167"/>
                </a:lnTo>
                <a:lnTo>
                  <a:pt x="1132800" y="85678"/>
                </a:lnTo>
                <a:lnTo>
                  <a:pt x="1132130" y="86164"/>
                </a:lnTo>
                <a:lnTo>
                  <a:pt x="1131472" y="86627"/>
                </a:lnTo>
                <a:close/>
                <a:moveTo>
                  <a:pt x="864104" y="54752"/>
                </a:moveTo>
                <a:lnTo>
                  <a:pt x="863998" y="53855"/>
                </a:lnTo>
                <a:lnTo>
                  <a:pt x="863868" y="52975"/>
                </a:lnTo>
                <a:lnTo>
                  <a:pt x="863715" y="52111"/>
                </a:lnTo>
                <a:lnTo>
                  <a:pt x="863538" y="51263"/>
                </a:lnTo>
                <a:lnTo>
                  <a:pt x="863337" y="50431"/>
                </a:lnTo>
                <a:lnTo>
                  <a:pt x="863113" y="49616"/>
                </a:lnTo>
                <a:lnTo>
                  <a:pt x="862865" y="48817"/>
                </a:lnTo>
                <a:lnTo>
                  <a:pt x="862593" y="48034"/>
                </a:lnTo>
                <a:lnTo>
                  <a:pt x="862298" y="47268"/>
                </a:lnTo>
                <a:lnTo>
                  <a:pt x="861980" y="46517"/>
                </a:lnTo>
                <a:lnTo>
                  <a:pt x="861638" y="45784"/>
                </a:lnTo>
                <a:lnTo>
                  <a:pt x="861272" y="45066"/>
                </a:lnTo>
                <a:lnTo>
                  <a:pt x="860882" y="44365"/>
                </a:lnTo>
                <a:lnTo>
                  <a:pt x="860469" y="43680"/>
                </a:lnTo>
                <a:lnTo>
                  <a:pt x="860032" y="43011"/>
                </a:lnTo>
                <a:lnTo>
                  <a:pt x="859572" y="42358"/>
                </a:lnTo>
                <a:lnTo>
                  <a:pt x="859088" y="41722"/>
                </a:lnTo>
                <a:lnTo>
                  <a:pt x="858581" y="41102"/>
                </a:lnTo>
                <a:lnTo>
                  <a:pt x="858050" y="40499"/>
                </a:lnTo>
                <a:lnTo>
                  <a:pt x="857495" y="39911"/>
                </a:lnTo>
                <a:lnTo>
                  <a:pt x="856922" y="39344"/>
                </a:lnTo>
                <a:lnTo>
                  <a:pt x="856336" y="38801"/>
                </a:lnTo>
                <a:lnTo>
                  <a:pt x="855737" y="38282"/>
                </a:lnTo>
                <a:lnTo>
                  <a:pt x="855124" y="37787"/>
                </a:lnTo>
                <a:lnTo>
                  <a:pt x="854499" y="37316"/>
                </a:lnTo>
                <a:lnTo>
                  <a:pt x="853860" y="36870"/>
                </a:lnTo>
                <a:lnTo>
                  <a:pt x="853208" y="36447"/>
                </a:lnTo>
                <a:lnTo>
                  <a:pt x="852544" y="36049"/>
                </a:lnTo>
                <a:lnTo>
                  <a:pt x="851866" y="35675"/>
                </a:lnTo>
                <a:lnTo>
                  <a:pt x="851175" y="35325"/>
                </a:lnTo>
                <a:lnTo>
                  <a:pt x="850470" y="34999"/>
                </a:lnTo>
                <a:lnTo>
                  <a:pt x="849753" y="34697"/>
                </a:lnTo>
                <a:lnTo>
                  <a:pt x="849023" y="34419"/>
                </a:lnTo>
                <a:lnTo>
                  <a:pt x="848279" y="34166"/>
                </a:lnTo>
                <a:lnTo>
                  <a:pt x="847523" y="33937"/>
                </a:lnTo>
                <a:lnTo>
                  <a:pt x="846753" y="33731"/>
                </a:lnTo>
                <a:lnTo>
                  <a:pt x="845970" y="33550"/>
                </a:lnTo>
                <a:lnTo>
                  <a:pt x="845174" y="33394"/>
                </a:lnTo>
                <a:lnTo>
                  <a:pt x="844365" y="33261"/>
                </a:lnTo>
                <a:lnTo>
                  <a:pt x="843543" y="33152"/>
                </a:lnTo>
                <a:lnTo>
                  <a:pt x="842707" y="33068"/>
                </a:lnTo>
                <a:lnTo>
                  <a:pt x="841859" y="33007"/>
                </a:lnTo>
                <a:lnTo>
                  <a:pt x="840997" y="32971"/>
                </a:lnTo>
                <a:lnTo>
                  <a:pt x="840123" y="32959"/>
                </a:lnTo>
                <a:lnTo>
                  <a:pt x="839089" y="32975"/>
                </a:lnTo>
                <a:lnTo>
                  <a:pt x="838069" y="33022"/>
                </a:lnTo>
                <a:lnTo>
                  <a:pt x="837065" y="33100"/>
                </a:lnTo>
                <a:lnTo>
                  <a:pt x="836074" y="33209"/>
                </a:lnTo>
                <a:lnTo>
                  <a:pt x="835099" y="33350"/>
                </a:lnTo>
                <a:lnTo>
                  <a:pt x="834138" y="33522"/>
                </a:lnTo>
                <a:lnTo>
                  <a:pt x="833192" y="33726"/>
                </a:lnTo>
                <a:lnTo>
                  <a:pt x="832261" y="33960"/>
                </a:lnTo>
                <a:lnTo>
                  <a:pt x="831344" y="34226"/>
                </a:lnTo>
                <a:lnTo>
                  <a:pt x="830442" y="34524"/>
                </a:lnTo>
                <a:lnTo>
                  <a:pt x="829554" y="34852"/>
                </a:lnTo>
                <a:lnTo>
                  <a:pt x="828682" y="35212"/>
                </a:lnTo>
                <a:lnTo>
                  <a:pt x="827823" y="35603"/>
                </a:lnTo>
                <a:lnTo>
                  <a:pt x="826980" y="36026"/>
                </a:lnTo>
                <a:lnTo>
                  <a:pt x="826151" y="36479"/>
                </a:lnTo>
                <a:lnTo>
                  <a:pt x="825337" y="36964"/>
                </a:lnTo>
                <a:lnTo>
                  <a:pt x="824537" y="37481"/>
                </a:lnTo>
                <a:lnTo>
                  <a:pt x="823753" y="38028"/>
                </a:lnTo>
                <a:lnTo>
                  <a:pt x="822982" y="38607"/>
                </a:lnTo>
                <a:lnTo>
                  <a:pt x="822227" y="39217"/>
                </a:lnTo>
                <a:lnTo>
                  <a:pt x="821486" y="39859"/>
                </a:lnTo>
                <a:lnTo>
                  <a:pt x="820760" y="40532"/>
                </a:lnTo>
                <a:lnTo>
                  <a:pt x="820048" y="41236"/>
                </a:lnTo>
                <a:lnTo>
                  <a:pt x="819352" y="41971"/>
                </a:lnTo>
                <a:lnTo>
                  <a:pt x="818677" y="42734"/>
                </a:lnTo>
                <a:lnTo>
                  <a:pt x="818030" y="43522"/>
                </a:lnTo>
                <a:lnTo>
                  <a:pt x="817412" y="44335"/>
                </a:lnTo>
                <a:lnTo>
                  <a:pt x="816823" y="45172"/>
                </a:lnTo>
                <a:lnTo>
                  <a:pt x="816263" y="46033"/>
                </a:lnTo>
                <a:lnTo>
                  <a:pt x="815732" y="46920"/>
                </a:lnTo>
                <a:lnTo>
                  <a:pt x="815229" y="47830"/>
                </a:lnTo>
                <a:lnTo>
                  <a:pt x="814755" y="48766"/>
                </a:lnTo>
                <a:lnTo>
                  <a:pt x="814310" y="49726"/>
                </a:lnTo>
                <a:lnTo>
                  <a:pt x="813893" y="50711"/>
                </a:lnTo>
                <a:lnTo>
                  <a:pt x="813505" y="51720"/>
                </a:lnTo>
                <a:lnTo>
                  <a:pt x="813146" y="52754"/>
                </a:lnTo>
                <a:lnTo>
                  <a:pt x="812816" y="53813"/>
                </a:lnTo>
                <a:lnTo>
                  <a:pt x="812514" y="54896"/>
                </a:lnTo>
                <a:lnTo>
                  <a:pt x="812241" y="56004"/>
                </a:lnTo>
                <a:lnTo>
                  <a:pt x="811997" y="57137"/>
                </a:lnTo>
                <a:lnTo>
                  <a:pt x="811781" y="58294"/>
                </a:lnTo>
                <a:lnTo>
                  <a:pt x="811595" y="59475"/>
                </a:lnTo>
                <a:lnTo>
                  <a:pt x="811437" y="60682"/>
                </a:lnTo>
                <a:lnTo>
                  <a:pt x="811307" y="61913"/>
                </a:lnTo>
                <a:lnTo>
                  <a:pt x="811207" y="63169"/>
                </a:lnTo>
                <a:lnTo>
                  <a:pt x="811135" y="64449"/>
                </a:lnTo>
                <a:lnTo>
                  <a:pt x="811092" y="65754"/>
                </a:lnTo>
                <a:lnTo>
                  <a:pt x="811078" y="67083"/>
                </a:lnTo>
                <a:lnTo>
                  <a:pt x="811092" y="68312"/>
                </a:lnTo>
                <a:lnTo>
                  <a:pt x="811134" y="69519"/>
                </a:lnTo>
                <a:lnTo>
                  <a:pt x="811204" y="70706"/>
                </a:lnTo>
                <a:lnTo>
                  <a:pt x="811302" y="71871"/>
                </a:lnTo>
                <a:lnTo>
                  <a:pt x="811428" y="73016"/>
                </a:lnTo>
                <a:lnTo>
                  <a:pt x="811582" y="74139"/>
                </a:lnTo>
                <a:lnTo>
                  <a:pt x="811764" y="75242"/>
                </a:lnTo>
                <a:lnTo>
                  <a:pt x="811974" y="76323"/>
                </a:lnTo>
                <a:lnTo>
                  <a:pt x="812212" y="77383"/>
                </a:lnTo>
                <a:lnTo>
                  <a:pt x="812478" y="78422"/>
                </a:lnTo>
                <a:lnTo>
                  <a:pt x="812772" y="79440"/>
                </a:lnTo>
                <a:lnTo>
                  <a:pt x="813095" y="80437"/>
                </a:lnTo>
                <a:lnTo>
                  <a:pt x="813445" y="81413"/>
                </a:lnTo>
                <a:lnTo>
                  <a:pt x="813823" y="82368"/>
                </a:lnTo>
                <a:lnTo>
                  <a:pt x="814229" y="83302"/>
                </a:lnTo>
                <a:lnTo>
                  <a:pt x="814663" y="84215"/>
                </a:lnTo>
                <a:lnTo>
                  <a:pt x="815126" y="85107"/>
                </a:lnTo>
                <a:lnTo>
                  <a:pt x="815616" y="85977"/>
                </a:lnTo>
                <a:lnTo>
                  <a:pt x="816134" y="86827"/>
                </a:lnTo>
                <a:lnTo>
                  <a:pt x="816680" y="87656"/>
                </a:lnTo>
                <a:lnTo>
                  <a:pt x="817255" y="88463"/>
                </a:lnTo>
                <a:lnTo>
                  <a:pt x="817857" y="89250"/>
                </a:lnTo>
                <a:lnTo>
                  <a:pt x="818487" y="90015"/>
                </a:lnTo>
                <a:lnTo>
                  <a:pt x="819146" y="90760"/>
                </a:lnTo>
                <a:lnTo>
                  <a:pt x="819824" y="91478"/>
                </a:lnTo>
                <a:lnTo>
                  <a:pt x="820513" y="92166"/>
                </a:lnTo>
                <a:lnTo>
                  <a:pt x="821214" y="92823"/>
                </a:lnTo>
                <a:lnTo>
                  <a:pt x="821926" y="93450"/>
                </a:lnTo>
                <a:lnTo>
                  <a:pt x="822649" y="94046"/>
                </a:lnTo>
                <a:lnTo>
                  <a:pt x="823384" y="94611"/>
                </a:lnTo>
                <a:lnTo>
                  <a:pt x="824130" y="95146"/>
                </a:lnTo>
                <a:lnTo>
                  <a:pt x="824887" y="95651"/>
                </a:lnTo>
                <a:lnTo>
                  <a:pt x="825655" y="96125"/>
                </a:lnTo>
                <a:lnTo>
                  <a:pt x="826435" y="96568"/>
                </a:lnTo>
                <a:lnTo>
                  <a:pt x="827227" y="96981"/>
                </a:lnTo>
                <a:lnTo>
                  <a:pt x="828029" y="97363"/>
                </a:lnTo>
                <a:lnTo>
                  <a:pt x="828843" y="97714"/>
                </a:lnTo>
                <a:lnTo>
                  <a:pt x="829668" y="98035"/>
                </a:lnTo>
                <a:lnTo>
                  <a:pt x="830505" y="98326"/>
                </a:lnTo>
                <a:lnTo>
                  <a:pt x="831353" y="98585"/>
                </a:lnTo>
                <a:lnTo>
                  <a:pt x="832212" y="98815"/>
                </a:lnTo>
                <a:lnTo>
                  <a:pt x="833083" y="99013"/>
                </a:lnTo>
                <a:lnTo>
                  <a:pt x="833964" y="99182"/>
                </a:lnTo>
                <a:lnTo>
                  <a:pt x="834858" y="99319"/>
                </a:lnTo>
                <a:lnTo>
                  <a:pt x="835762" y="99426"/>
                </a:lnTo>
                <a:lnTo>
                  <a:pt x="836678" y="99503"/>
                </a:lnTo>
                <a:lnTo>
                  <a:pt x="837605" y="99548"/>
                </a:lnTo>
                <a:lnTo>
                  <a:pt x="838544" y="99564"/>
                </a:lnTo>
                <a:lnTo>
                  <a:pt x="839407" y="99550"/>
                </a:lnTo>
                <a:lnTo>
                  <a:pt x="840259" y="99510"/>
                </a:lnTo>
                <a:lnTo>
                  <a:pt x="841098" y="99443"/>
                </a:lnTo>
                <a:lnTo>
                  <a:pt x="841925" y="99349"/>
                </a:lnTo>
                <a:lnTo>
                  <a:pt x="842740" y="99228"/>
                </a:lnTo>
                <a:lnTo>
                  <a:pt x="843543" y="99081"/>
                </a:lnTo>
                <a:lnTo>
                  <a:pt x="844334" y="98907"/>
                </a:lnTo>
                <a:lnTo>
                  <a:pt x="845112" y="98705"/>
                </a:lnTo>
                <a:lnTo>
                  <a:pt x="845879" y="98477"/>
                </a:lnTo>
                <a:lnTo>
                  <a:pt x="846633" y="98223"/>
                </a:lnTo>
                <a:lnTo>
                  <a:pt x="847375" y="97941"/>
                </a:lnTo>
                <a:lnTo>
                  <a:pt x="848105" y="97632"/>
                </a:lnTo>
                <a:lnTo>
                  <a:pt x="848823" y="97297"/>
                </a:lnTo>
                <a:lnTo>
                  <a:pt x="849528" y="96935"/>
                </a:lnTo>
                <a:lnTo>
                  <a:pt x="850222" y="96546"/>
                </a:lnTo>
                <a:lnTo>
                  <a:pt x="850903" y="96130"/>
                </a:lnTo>
                <a:lnTo>
                  <a:pt x="851572" y="95688"/>
                </a:lnTo>
                <a:lnTo>
                  <a:pt x="852229" y="95218"/>
                </a:lnTo>
                <a:lnTo>
                  <a:pt x="852874" y="94722"/>
                </a:lnTo>
                <a:lnTo>
                  <a:pt x="853507" y="94199"/>
                </a:lnTo>
                <a:lnTo>
                  <a:pt x="854127" y="93649"/>
                </a:lnTo>
                <a:lnTo>
                  <a:pt x="854736" y="93073"/>
                </a:lnTo>
                <a:lnTo>
                  <a:pt x="855332" y="92469"/>
                </a:lnTo>
                <a:lnTo>
                  <a:pt x="855916" y="91839"/>
                </a:lnTo>
                <a:lnTo>
                  <a:pt x="856484" y="91192"/>
                </a:lnTo>
                <a:lnTo>
                  <a:pt x="857033" y="90540"/>
                </a:lnTo>
                <a:lnTo>
                  <a:pt x="857564" y="89881"/>
                </a:lnTo>
                <a:lnTo>
                  <a:pt x="858075" y="89217"/>
                </a:lnTo>
                <a:lnTo>
                  <a:pt x="858567" y="88547"/>
                </a:lnTo>
                <a:lnTo>
                  <a:pt x="859040" y="87871"/>
                </a:lnTo>
                <a:lnTo>
                  <a:pt x="859494" y="87190"/>
                </a:lnTo>
                <a:lnTo>
                  <a:pt x="859929" y="86502"/>
                </a:lnTo>
                <a:lnTo>
                  <a:pt x="860345" y="85809"/>
                </a:lnTo>
                <a:lnTo>
                  <a:pt x="860741" y="85110"/>
                </a:lnTo>
                <a:lnTo>
                  <a:pt x="861119" y="84404"/>
                </a:lnTo>
                <a:lnTo>
                  <a:pt x="861478" y="83694"/>
                </a:lnTo>
                <a:lnTo>
                  <a:pt x="861817" y="82977"/>
                </a:lnTo>
                <a:lnTo>
                  <a:pt x="862138" y="82254"/>
                </a:lnTo>
                <a:lnTo>
                  <a:pt x="862439" y="81526"/>
                </a:lnTo>
                <a:lnTo>
                  <a:pt x="862721" y="80792"/>
                </a:lnTo>
                <a:lnTo>
                  <a:pt x="862984" y="80051"/>
                </a:lnTo>
                <a:lnTo>
                  <a:pt x="863229" y="79305"/>
                </a:lnTo>
                <a:lnTo>
                  <a:pt x="863454" y="78554"/>
                </a:lnTo>
                <a:lnTo>
                  <a:pt x="863660" y="77796"/>
                </a:lnTo>
                <a:lnTo>
                  <a:pt x="863847" y="77033"/>
                </a:lnTo>
                <a:lnTo>
                  <a:pt x="864014" y="76263"/>
                </a:lnTo>
                <a:lnTo>
                  <a:pt x="864163" y="75488"/>
                </a:lnTo>
                <a:lnTo>
                  <a:pt x="864293" y="74707"/>
                </a:lnTo>
                <a:lnTo>
                  <a:pt x="862164" y="73334"/>
                </a:lnTo>
                <a:lnTo>
                  <a:pt x="861904" y="74012"/>
                </a:lnTo>
                <a:lnTo>
                  <a:pt x="861639" y="74673"/>
                </a:lnTo>
                <a:lnTo>
                  <a:pt x="861369" y="75318"/>
                </a:lnTo>
                <a:lnTo>
                  <a:pt x="861093" y="75946"/>
                </a:lnTo>
                <a:lnTo>
                  <a:pt x="860813" y="76557"/>
                </a:lnTo>
                <a:lnTo>
                  <a:pt x="860527" y="77151"/>
                </a:lnTo>
                <a:lnTo>
                  <a:pt x="860236" y="77728"/>
                </a:lnTo>
                <a:lnTo>
                  <a:pt x="859940" y="78289"/>
                </a:lnTo>
                <a:lnTo>
                  <a:pt x="859639" y="78833"/>
                </a:lnTo>
                <a:lnTo>
                  <a:pt x="859333" y="79360"/>
                </a:lnTo>
                <a:lnTo>
                  <a:pt x="859022" y="79870"/>
                </a:lnTo>
                <a:lnTo>
                  <a:pt x="858705" y="80363"/>
                </a:lnTo>
                <a:lnTo>
                  <a:pt x="858384" y="80840"/>
                </a:lnTo>
                <a:lnTo>
                  <a:pt x="858057" y="81300"/>
                </a:lnTo>
                <a:lnTo>
                  <a:pt x="857725" y="81743"/>
                </a:lnTo>
                <a:lnTo>
                  <a:pt x="857388" y="82169"/>
                </a:lnTo>
                <a:lnTo>
                  <a:pt x="857046" y="82578"/>
                </a:lnTo>
                <a:lnTo>
                  <a:pt x="856699" y="82970"/>
                </a:lnTo>
                <a:lnTo>
                  <a:pt x="856347" y="83346"/>
                </a:lnTo>
                <a:lnTo>
                  <a:pt x="855989" y="83705"/>
                </a:lnTo>
                <a:lnTo>
                  <a:pt x="855627" y="84047"/>
                </a:lnTo>
                <a:lnTo>
                  <a:pt x="855259" y="84372"/>
                </a:lnTo>
                <a:lnTo>
                  <a:pt x="854886" y="84681"/>
                </a:lnTo>
                <a:lnTo>
                  <a:pt x="854508" y="84972"/>
                </a:lnTo>
                <a:lnTo>
                  <a:pt x="854125" y="85250"/>
                </a:lnTo>
                <a:lnTo>
                  <a:pt x="853736" y="85515"/>
                </a:lnTo>
                <a:lnTo>
                  <a:pt x="853341" y="85769"/>
                </a:lnTo>
                <a:lnTo>
                  <a:pt x="852941" y="86011"/>
                </a:lnTo>
                <a:lnTo>
                  <a:pt x="852536" y="86241"/>
                </a:lnTo>
                <a:lnTo>
                  <a:pt x="852124" y="86459"/>
                </a:lnTo>
                <a:lnTo>
                  <a:pt x="851707" y="86666"/>
                </a:lnTo>
                <a:lnTo>
                  <a:pt x="851285" y="86861"/>
                </a:lnTo>
                <a:lnTo>
                  <a:pt x="850857" y="87044"/>
                </a:lnTo>
                <a:lnTo>
                  <a:pt x="850423" y="87215"/>
                </a:lnTo>
                <a:lnTo>
                  <a:pt x="849983" y="87374"/>
                </a:lnTo>
                <a:lnTo>
                  <a:pt x="849539" y="87522"/>
                </a:lnTo>
                <a:lnTo>
                  <a:pt x="849088" y="87657"/>
                </a:lnTo>
                <a:lnTo>
                  <a:pt x="848632" y="87781"/>
                </a:lnTo>
                <a:lnTo>
                  <a:pt x="848170" y="87893"/>
                </a:lnTo>
                <a:lnTo>
                  <a:pt x="847703" y="87994"/>
                </a:lnTo>
                <a:lnTo>
                  <a:pt x="847230" y="88082"/>
                </a:lnTo>
                <a:lnTo>
                  <a:pt x="846751" y="88159"/>
                </a:lnTo>
                <a:lnTo>
                  <a:pt x="846267" y="88224"/>
                </a:lnTo>
                <a:lnTo>
                  <a:pt x="845777" y="88277"/>
                </a:lnTo>
                <a:lnTo>
                  <a:pt x="845282" y="88318"/>
                </a:lnTo>
                <a:lnTo>
                  <a:pt x="844781" y="88348"/>
                </a:lnTo>
                <a:lnTo>
                  <a:pt x="844274" y="88365"/>
                </a:lnTo>
                <a:lnTo>
                  <a:pt x="843762" y="88371"/>
                </a:lnTo>
                <a:lnTo>
                  <a:pt x="842994" y="88358"/>
                </a:lnTo>
                <a:lnTo>
                  <a:pt x="842234" y="88316"/>
                </a:lnTo>
                <a:lnTo>
                  <a:pt x="841482" y="88247"/>
                </a:lnTo>
                <a:lnTo>
                  <a:pt x="840739" y="88151"/>
                </a:lnTo>
                <a:lnTo>
                  <a:pt x="840004" y="88026"/>
                </a:lnTo>
                <a:lnTo>
                  <a:pt x="839277" y="87875"/>
                </a:lnTo>
                <a:lnTo>
                  <a:pt x="838559" y="87695"/>
                </a:lnTo>
                <a:lnTo>
                  <a:pt x="837849" y="87488"/>
                </a:lnTo>
                <a:lnTo>
                  <a:pt x="837148" y="87254"/>
                </a:lnTo>
                <a:lnTo>
                  <a:pt x="836454" y="86992"/>
                </a:lnTo>
                <a:lnTo>
                  <a:pt x="835770" y="86702"/>
                </a:lnTo>
                <a:lnTo>
                  <a:pt x="835093" y="86385"/>
                </a:lnTo>
                <a:lnTo>
                  <a:pt x="834425" y="86040"/>
                </a:lnTo>
                <a:lnTo>
                  <a:pt x="833765" y="85668"/>
                </a:lnTo>
                <a:lnTo>
                  <a:pt x="833114" y="85268"/>
                </a:lnTo>
                <a:lnTo>
                  <a:pt x="832470" y="84840"/>
                </a:lnTo>
                <a:lnTo>
                  <a:pt x="831836" y="84385"/>
                </a:lnTo>
                <a:lnTo>
                  <a:pt x="831209" y="83902"/>
                </a:lnTo>
                <a:lnTo>
                  <a:pt x="830591" y="83391"/>
                </a:lnTo>
                <a:lnTo>
                  <a:pt x="829981" y="82853"/>
                </a:lnTo>
                <a:lnTo>
                  <a:pt x="829380" y="82288"/>
                </a:lnTo>
                <a:lnTo>
                  <a:pt x="828787" y="81695"/>
                </a:lnTo>
                <a:lnTo>
                  <a:pt x="828202" y="81074"/>
                </a:lnTo>
                <a:lnTo>
                  <a:pt x="827626" y="80426"/>
                </a:lnTo>
                <a:lnTo>
                  <a:pt x="827066" y="79753"/>
                </a:lnTo>
                <a:lnTo>
                  <a:pt x="826530" y="79059"/>
                </a:lnTo>
                <a:lnTo>
                  <a:pt x="826018" y="78344"/>
                </a:lnTo>
                <a:lnTo>
                  <a:pt x="825530" y="77609"/>
                </a:lnTo>
                <a:lnTo>
                  <a:pt x="825066" y="76852"/>
                </a:lnTo>
                <a:lnTo>
                  <a:pt x="824626" y="76075"/>
                </a:lnTo>
                <a:lnTo>
                  <a:pt x="824210" y="75277"/>
                </a:lnTo>
                <a:lnTo>
                  <a:pt x="823819" y="74457"/>
                </a:lnTo>
                <a:lnTo>
                  <a:pt x="823451" y="73617"/>
                </a:lnTo>
                <a:lnTo>
                  <a:pt x="823108" y="72756"/>
                </a:lnTo>
                <a:lnTo>
                  <a:pt x="822788" y="71874"/>
                </a:lnTo>
                <a:lnTo>
                  <a:pt x="822493" y="70971"/>
                </a:lnTo>
                <a:lnTo>
                  <a:pt x="822222" y="70047"/>
                </a:lnTo>
                <a:lnTo>
                  <a:pt x="821975" y="69102"/>
                </a:lnTo>
                <a:lnTo>
                  <a:pt x="821752" y="68136"/>
                </a:lnTo>
                <a:lnTo>
                  <a:pt x="821553" y="67149"/>
                </a:lnTo>
                <a:lnTo>
                  <a:pt x="821378" y="66142"/>
                </a:lnTo>
                <a:lnTo>
                  <a:pt x="821227" y="65113"/>
                </a:lnTo>
                <a:lnTo>
                  <a:pt x="821100" y="64064"/>
                </a:lnTo>
                <a:lnTo>
                  <a:pt x="820998" y="62993"/>
                </a:lnTo>
                <a:lnTo>
                  <a:pt x="820919" y="61902"/>
                </a:lnTo>
                <a:lnTo>
                  <a:pt x="820865" y="60790"/>
                </a:lnTo>
                <a:lnTo>
                  <a:pt x="820834" y="59656"/>
                </a:lnTo>
                <a:lnTo>
                  <a:pt x="820828" y="58502"/>
                </a:lnTo>
                <a:lnTo>
                  <a:pt x="864293" y="58502"/>
                </a:lnTo>
                <a:lnTo>
                  <a:pt x="864281" y="57540"/>
                </a:lnTo>
                <a:lnTo>
                  <a:pt x="864246" y="56595"/>
                </a:lnTo>
                <a:lnTo>
                  <a:pt x="864187" y="55665"/>
                </a:lnTo>
                <a:lnTo>
                  <a:pt x="864104" y="54752"/>
                </a:lnTo>
                <a:close/>
                <a:moveTo>
                  <a:pt x="821305" y="51380"/>
                </a:moveTo>
                <a:lnTo>
                  <a:pt x="821440" y="50788"/>
                </a:lnTo>
                <a:lnTo>
                  <a:pt x="821587" y="50208"/>
                </a:lnTo>
                <a:lnTo>
                  <a:pt x="821747" y="49641"/>
                </a:lnTo>
                <a:lnTo>
                  <a:pt x="821921" y="49085"/>
                </a:lnTo>
                <a:lnTo>
                  <a:pt x="822107" y="48541"/>
                </a:lnTo>
                <a:lnTo>
                  <a:pt x="822306" y="48010"/>
                </a:lnTo>
                <a:lnTo>
                  <a:pt x="822519" y="47490"/>
                </a:lnTo>
                <a:lnTo>
                  <a:pt x="822744" y="46983"/>
                </a:lnTo>
                <a:lnTo>
                  <a:pt x="822983" y="46487"/>
                </a:lnTo>
                <a:lnTo>
                  <a:pt x="823234" y="46004"/>
                </a:lnTo>
                <a:lnTo>
                  <a:pt x="823498" y="45532"/>
                </a:lnTo>
                <a:lnTo>
                  <a:pt x="823776" y="45073"/>
                </a:lnTo>
                <a:lnTo>
                  <a:pt x="824066" y="44626"/>
                </a:lnTo>
                <a:lnTo>
                  <a:pt x="824369" y="44190"/>
                </a:lnTo>
                <a:lnTo>
                  <a:pt x="824686" y="43767"/>
                </a:lnTo>
                <a:lnTo>
                  <a:pt x="825015" y="43356"/>
                </a:lnTo>
                <a:lnTo>
                  <a:pt x="825357" y="42957"/>
                </a:lnTo>
                <a:lnTo>
                  <a:pt x="825713" y="42569"/>
                </a:lnTo>
                <a:lnTo>
                  <a:pt x="826081" y="42194"/>
                </a:lnTo>
                <a:lnTo>
                  <a:pt x="826458" y="41833"/>
                </a:lnTo>
                <a:lnTo>
                  <a:pt x="826839" y="41487"/>
                </a:lnTo>
                <a:lnTo>
                  <a:pt x="827224" y="41156"/>
                </a:lnTo>
                <a:lnTo>
                  <a:pt x="827613" y="40841"/>
                </a:lnTo>
                <a:lnTo>
                  <a:pt x="828007" y="40541"/>
                </a:lnTo>
                <a:lnTo>
                  <a:pt x="828405" y="40257"/>
                </a:lnTo>
                <a:lnTo>
                  <a:pt x="828807" y="39988"/>
                </a:lnTo>
                <a:lnTo>
                  <a:pt x="829213" y="39734"/>
                </a:lnTo>
                <a:lnTo>
                  <a:pt x="829623" y="39496"/>
                </a:lnTo>
                <a:lnTo>
                  <a:pt x="830037" y="39273"/>
                </a:lnTo>
                <a:lnTo>
                  <a:pt x="830456" y="39065"/>
                </a:lnTo>
                <a:lnTo>
                  <a:pt x="830879" y="38873"/>
                </a:lnTo>
                <a:lnTo>
                  <a:pt x="831306" y="38696"/>
                </a:lnTo>
                <a:lnTo>
                  <a:pt x="831737" y="38534"/>
                </a:lnTo>
                <a:lnTo>
                  <a:pt x="832172" y="38388"/>
                </a:lnTo>
                <a:lnTo>
                  <a:pt x="832612" y="38258"/>
                </a:lnTo>
                <a:lnTo>
                  <a:pt x="833055" y="38142"/>
                </a:lnTo>
                <a:lnTo>
                  <a:pt x="833503" y="38042"/>
                </a:lnTo>
                <a:lnTo>
                  <a:pt x="833955" y="37958"/>
                </a:lnTo>
                <a:lnTo>
                  <a:pt x="834411" y="37889"/>
                </a:lnTo>
                <a:lnTo>
                  <a:pt x="834872" y="37835"/>
                </a:lnTo>
                <a:lnTo>
                  <a:pt x="835336" y="37796"/>
                </a:lnTo>
                <a:lnTo>
                  <a:pt x="835805" y="37773"/>
                </a:lnTo>
                <a:lnTo>
                  <a:pt x="836278" y="37766"/>
                </a:lnTo>
                <a:lnTo>
                  <a:pt x="836586" y="37769"/>
                </a:lnTo>
                <a:lnTo>
                  <a:pt x="836893" y="37781"/>
                </a:lnTo>
                <a:lnTo>
                  <a:pt x="837200" y="37800"/>
                </a:lnTo>
                <a:lnTo>
                  <a:pt x="837505" y="37827"/>
                </a:lnTo>
                <a:lnTo>
                  <a:pt x="837809" y="37861"/>
                </a:lnTo>
                <a:lnTo>
                  <a:pt x="838112" y="37903"/>
                </a:lnTo>
                <a:lnTo>
                  <a:pt x="838414" y="37952"/>
                </a:lnTo>
                <a:lnTo>
                  <a:pt x="838715" y="38010"/>
                </a:lnTo>
                <a:lnTo>
                  <a:pt x="839015" y="38075"/>
                </a:lnTo>
                <a:lnTo>
                  <a:pt x="839314" y="38147"/>
                </a:lnTo>
                <a:lnTo>
                  <a:pt x="839612" y="38227"/>
                </a:lnTo>
                <a:lnTo>
                  <a:pt x="839908" y="38315"/>
                </a:lnTo>
                <a:lnTo>
                  <a:pt x="840204" y="38410"/>
                </a:lnTo>
                <a:lnTo>
                  <a:pt x="840498" y="38513"/>
                </a:lnTo>
                <a:lnTo>
                  <a:pt x="840792" y="38624"/>
                </a:lnTo>
                <a:lnTo>
                  <a:pt x="841084" y="38742"/>
                </a:lnTo>
                <a:lnTo>
                  <a:pt x="841375" y="38868"/>
                </a:lnTo>
                <a:lnTo>
                  <a:pt x="841666" y="39001"/>
                </a:lnTo>
                <a:lnTo>
                  <a:pt x="841955" y="39143"/>
                </a:lnTo>
                <a:lnTo>
                  <a:pt x="842243" y="39291"/>
                </a:lnTo>
                <a:lnTo>
                  <a:pt x="842530" y="39448"/>
                </a:lnTo>
                <a:lnTo>
                  <a:pt x="842816" y="39612"/>
                </a:lnTo>
                <a:lnTo>
                  <a:pt x="843101" y="39784"/>
                </a:lnTo>
                <a:lnTo>
                  <a:pt x="843384" y="39963"/>
                </a:lnTo>
                <a:lnTo>
                  <a:pt x="843665" y="40149"/>
                </a:lnTo>
                <a:lnTo>
                  <a:pt x="843939" y="40340"/>
                </a:lnTo>
                <a:lnTo>
                  <a:pt x="844208" y="40538"/>
                </a:lnTo>
                <a:lnTo>
                  <a:pt x="844471" y="40741"/>
                </a:lnTo>
                <a:lnTo>
                  <a:pt x="844728" y="40950"/>
                </a:lnTo>
                <a:lnTo>
                  <a:pt x="844979" y="41164"/>
                </a:lnTo>
                <a:lnTo>
                  <a:pt x="845224" y="41385"/>
                </a:lnTo>
                <a:lnTo>
                  <a:pt x="845463" y="41611"/>
                </a:lnTo>
                <a:lnTo>
                  <a:pt x="845697" y="41842"/>
                </a:lnTo>
                <a:lnTo>
                  <a:pt x="845925" y="42080"/>
                </a:lnTo>
                <a:lnTo>
                  <a:pt x="846147" y="42323"/>
                </a:lnTo>
                <a:lnTo>
                  <a:pt x="846363" y="42572"/>
                </a:lnTo>
                <a:lnTo>
                  <a:pt x="846573" y="42827"/>
                </a:lnTo>
                <a:lnTo>
                  <a:pt x="846777" y="43087"/>
                </a:lnTo>
                <a:lnTo>
                  <a:pt x="846976" y="43353"/>
                </a:lnTo>
                <a:lnTo>
                  <a:pt x="847169" y="43625"/>
                </a:lnTo>
                <a:lnTo>
                  <a:pt x="847355" y="43902"/>
                </a:lnTo>
                <a:lnTo>
                  <a:pt x="847536" y="44186"/>
                </a:lnTo>
                <a:lnTo>
                  <a:pt x="847712" y="44475"/>
                </a:lnTo>
                <a:lnTo>
                  <a:pt x="847881" y="44769"/>
                </a:lnTo>
                <a:lnTo>
                  <a:pt x="848045" y="45070"/>
                </a:lnTo>
                <a:lnTo>
                  <a:pt x="848202" y="45376"/>
                </a:lnTo>
                <a:lnTo>
                  <a:pt x="848354" y="45688"/>
                </a:lnTo>
                <a:lnTo>
                  <a:pt x="848500" y="46005"/>
                </a:lnTo>
                <a:lnTo>
                  <a:pt x="848590" y="46217"/>
                </a:lnTo>
                <a:lnTo>
                  <a:pt x="848678" y="46442"/>
                </a:lnTo>
                <a:lnTo>
                  <a:pt x="848763" y="46679"/>
                </a:lnTo>
                <a:lnTo>
                  <a:pt x="848845" y="46928"/>
                </a:lnTo>
                <a:lnTo>
                  <a:pt x="848925" y="47190"/>
                </a:lnTo>
                <a:lnTo>
                  <a:pt x="849002" y="47464"/>
                </a:lnTo>
                <a:lnTo>
                  <a:pt x="849077" y="47751"/>
                </a:lnTo>
                <a:lnTo>
                  <a:pt x="849148" y="48050"/>
                </a:lnTo>
                <a:lnTo>
                  <a:pt x="849218" y="48361"/>
                </a:lnTo>
                <a:lnTo>
                  <a:pt x="849284" y="48685"/>
                </a:lnTo>
                <a:lnTo>
                  <a:pt x="849348" y="49021"/>
                </a:lnTo>
                <a:lnTo>
                  <a:pt x="849410" y="49370"/>
                </a:lnTo>
                <a:lnTo>
                  <a:pt x="849469" y="49731"/>
                </a:lnTo>
                <a:lnTo>
                  <a:pt x="849525" y="50104"/>
                </a:lnTo>
                <a:lnTo>
                  <a:pt x="849578" y="50490"/>
                </a:lnTo>
                <a:lnTo>
                  <a:pt x="849629" y="50888"/>
                </a:lnTo>
                <a:lnTo>
                  <a:pt x="849677" y="51299"/>
                </a:lnTo>
                <a:lnTo>
                  <a:pt x="849723" y="51722"/>
                </a:lnTo>
                <a:lnTo>
                  <a:pt x="849766" y="52157"/>
                </a:lnTo>
                <a:lnTo>
                  <a:pt x="849806" y="52605"/>
                </a:lnTo>
                <a:lnTo>
                  <a:pt x="849844" y="53065"/>
                </a:lnTo>
                <a:lnTo>
                  <a:pt x="849879" y="53537"/>
                </a:lnTo>
                <a:lnTo>
                  <a:pt x="849912" y="54022"/>
                </a:lnTo>
                <a:lnTo>
                  <a:pt x="849942" y="54520"/>
                </a:lnTo>
                <a:lnTo>
                  <a:pt x="820828" y="54520"/>
                </a:lnTo>
                <a:lnTo>
                  <a:pt x="820897" y="53868"/>
                </a:lnTo>
                <a:lnTo>
                  <a:pt x="820980" y="53228"/>
                </a:lnTo>
                <a:lnTo>
                  <a:pt x="821075" y="52600"/>
                </a:lnTo>
                <a:lnTo>
                  <a:pt x="821184" y="51984"/>
                </a:lnTo>
                <a:lnTo>
                  <a:pt x="821305" y="51380"/>
                </a:lnTo>
                <a:close/>
                <a:moveTo>
                  <a:pt x="1017369" y="33136"/>
                </a:moveTo>
                <a:lnTo>
                  <a:pt x="1016732" y="33214"/>
                </a:lnTo>
                <a:lnTo>
                  <a:pt x="1016099" y="33306"/>
                </a:lnTo>
                <a:lnTo>
                  <a:pt x="1015468" y="33412"/>
                </a:lnTo>
                <a:lnTo>
                  <a:pt x="1014840" y="33533"/>
                </a:lnTo>
                <a:lnTo>
                  <a:pt x="1014215" y="33668"/>
                </a:lnTo>
                <a:lnTo>
                  <a:pt x="1013592" y="33816"/>
                </a:lnTo>
                <a:lnTo>
                  <a:pt x="1012973" y="33979"/>
                </a:lnTo>
                <a:lnTo>
                  <a:pt x="1012356" y="34156"/>
                </a:lnTo>
                <a:lnTo>
                  <a:pt x="1011743" y="34348"/>
                </a:lnTo>
                <a:lnTo>
                  <a:pt x="1011132" y="34553"/>
                </a:lnTo>
                <a:lnTo>
                  <a:pt x="1010524" y="34773"/>
                </a:lnTo>
                <a:lnTo>
                  <a:pt x="1009919" y="35007"/>
                </a:lnTo>
                <a:lnTo>
                  <a:pt x="1009317" y="35255"/>
                </a:lnTo>
                <a:lnTo>
                  <a:pt x="1008717" y="35517"/>
                </a:lnTo>
                <a:lnTo>
                  <a:pt x="1008121" y="35793"/>
                </a:lnTo>
                <a:lnTo>
                  <a:pt x="1007527" y="36084"/>
                </a:lnTo>
                <a:lnTo>
                  <a:pt x="1006936" y="36388"/>
                </a:lnTo>
                <a:lnTo>
                  <a:pt x="1006348" y="36707"/>
                </a:lnTo>
                <a:lnTo>
                  <a:pt x="1005763" y="37040"/>
                </a:lnTo>
                <a:lnTo>
                  <a:pt x="1005184" y="37388"/>
                </a:lnTo>
                <a:lnTo>
                  <a:pt x="1004615" y="37751"/>
                </a:lnTo>
                <a:lnTo>
                  <a:pt x="1004055" y="38130"/>
                </a:lnTo>
                <a:lnTo>
                  <a:pt x="1003504" y="38525"/>
                </a:lnTo>
                <a:lnTo>
                  <a:pt x="1002963" y="38934"/>
                </a:lnTo>
                <a:lnTo>
                  <a:pt x="1002431" y="39360"/>
                </a:lnTo>
                <a:lnTo>
                  <a:pt x="1001908" y="39800"/>
                </a:lnTo>
                <a:lnTo>
                  <a:pt x="1001395" y="40257"/>
                </a:lnTo>
                <a:lnTo>
                  <a:pt x="1000892" y="40728"/>
                </a:lnTo>
                <a:lnTo>
                  <a:pt x="1000397" y="41215"/>
                </a:lnTo>
                <a:lnTo>
                  <a:pt x="999913" y="41718"/>
                </a:lnTo>
                <a:lnTo>
                  <a:pt x="999437" y="42236"/>
                </a:lnTo>
                <a:lnTo>
                  <a:pt x="998971" y="42770"/>
                </a:lnTo>
                <a:lnTo>
                  <a:pt x="998515" y="43319"/>
                </a:lnTo>
                <a:lnTo>
                  <a:pt x="998068" y="43884"/>
                </a:lnTo>
                <a:lnTo>
                  <a:pt x="997630" y="44464"/>
                </a:lnTo>
                <a:lnTo>
                  <a:pt x="997202" y="45059"/>
                </a:lnTo>
                <a:lnTo>
                  <a:pt x="996783" y="45670"/>
                </a:lnTo>
                <a:lnTo>
                  <a:pt x="996374" y="46297"/>
                </a:lnTo>
                <a:lnTo>
                  <a:pt x="995974" y="46939"/>
                </a:lnTo>
                <a:lnTo>
                  <a:pt x="995583" y="47596"/>
                </a:lnTo>
                <a:lnTo>
                  <a:pt x="995202" y="48269"/>
                </a:lnTo>
                <a:lnTo>
                  <a:pt x="994830" y="48958"/>
                </a:lnTo>
                <a:lnTo>
                  <a:pt x="994468" y="49662"/>
                </a:lnTo>
                <a:lnTo>
                  <a:pt x="994118" y="50374"/>
                </a:lnTo>
                <a:lnTo>
                  <a:pt x="993782" y="51086"/>
                </a:lnTo>
                <a:lnTo>
                  <a:pt x="993462" y="51798"/>
                </a:lnTo>
                <a:lnTo>
                  <a:pt x="993156" y="52511"/>
                </a:lnTo>
                <a:lnTo>
                  <a:pt x="992866" y="53225"/>
                </a:lnTo>
                <a:lnTo>
                  <a:pt x="992590" y="53938"/>
                </a:lnTo>
                <a:lnTo>
                  <a:pt x="992329" y="54652"/>
                </a:lnTo>
                <a:lnTo>
                  <a:pt x="992084" y="55367"/>
                </a:lnTo>
                <a:lnTo>
                  <a:pt x="991853" y="56081"/>
                </a:lnTo>
                <a:lnTo>
                  <a:pt x="991636" y="56796"/>
                </a:lnTo>
                <a:lnTo>
                  <a:pt x="991435" y="57512"/>
                </a:lnTo>
                <a:lnTo>
                  <a:pt x="991249" y="58228"/>
                </a:lnTo>
                <a:lnTo>
                  <a:pt x="991078" y="58944"/>
                </a:lnTo>
                <a:lnTo>
                  <a:pt x="990921" y="59660"/>
                </a:lnTo>
                <a:lnTo>
                  <a:pt x="990780" y="60377"/>
                </a:lnTo>
                <a:lnTo>
                  <a:pt x="990653" y="61094"/>
                </a:lnTo>
                <a:lnTo>
                  <a:pt x="990541" y="61812"/>
                </a:lnTo>
                <a:lnTo>
                  <a:pt x="990444" y="62530"/>
                </a:lnTo>
                <a:lnTo>
                  <a:pt x="990362" y="63248"/>
                </a:lnTo>
                <a:lnTo>
                  <a:pt x="990295" y="63967"/>
                </a:lnTo>
                <a:lnTo>
                  <a:pt x="990243" y="64686"/>
                </a:lnTo>
                <a:lnTo>
                  <a:pt x="990206" y="65405"/>
                </a:lnTo>
                <a:lnTo>
                  <a:pt x="990184" y="66125"/>
                </a:lnTo>
                <a:lnTo>
                  <a:pt x="990176" y="66845"/>
                </a:lnTo>
                <a:lnTo>
                  <a:pt x="990188" y="67830"/>
                </a:lnTo>
                <a:lnTo>
                  <a:pt x="990225" y="68806"/>
                </a:lnTo>
                <a:lnTo>
                  <a:pt x="990287" y="69775"/>
                </a:lnTo>
                <a:lnTo>
                  <a:pt x="990373" y="70736"/>
                </a:lnTo>
                <a:lnTo>
                  <a:pt x="990483" y="71688"/>
                </a:lnTo>
                <a:lnTo>
                  <a:pt x="990618" y="72632"/>
                </a:lnTo>
                <a:lnTo>
                  <a:pt x="990778" y="73568"/>
                </a:lnTo>
                <a:lnTo>
                  <a:pt x="990962" y="74497"/>
                </a:lnTo>
                <a:lnTo>
                  <a:pt x="991171" y="75417"/>
                </a:lnTo>
                <a:lnTo>
                  <a:pt x="991404" y="76328"/>
                </a:lnTo>
                <a:lnTo>
                  <a:pt x="991662" y="77232"/>
                </a:lnTo>
                <a:lnTo>
                  <a:pt x="991944" y="78128"/>
                </a:lnTo>
                <a:lnTo>
                  <a:pt x="992251" y="79016"/>
                </a:lnTo>
                <a:lnTo>
                  <a:pt x="992583" y="79895"/>
                </a:lnTo>
                <a:lnTo>
                  <a:pt x="992939" y="80766"/>
                </a:lnTo>
                <a:lnTo>
                  <a:pt x="993319" y="81630"/>
                </a:lnTo>
                <a:lnTo>
                  <a:pt x="993725" y="82485"/>
                </a:lnTo>
                <a:lnTo>
                  <a:pt x="994154" y="83332"/>
                </a:lnTo>
                <a:lnTo>
                  <a:pt x="994609" y="84171"/>
                </a:lnTo>
                <a:lnTo>
                  <a:pt x="995088" y="85002"/>
                </a:lnTo>
                <a:lnTo>
                  <a:pt x="995591" y="85825"/>
                </a:lnTo>
                <a:lnTo>
                  <a:pt x="996119" y="86640"/>
                </a:lnTo>
                <a:lnTo>
                  <a:pt x="996672" y="87446"/>
                </a:lnTo>
                <a:lnTo>
                  <a:pt x="997249" y="88245"/>
                </a:lnTo>
                <a:lnTo>
                  <a:pt x="997957" y="89168"/>
                </a:lnTo>
                <a:lnTo>
                  <a:pt x="998685" y="90053"/>
                </a:lnTo>
                <a:lnTo>
                  <a:pt x="999434" y="90898"/>
                </a:lnTo>
                <a:lnTo>
                  <a:pt x="1000203" y="91703"/>
                </a:lnTo>
                <a:lnTo>
                  <a:pt x="1000992" y="92470"/>
                </a:lnTo>
                <a:lnTo>
                  <a:pt x="1001802" y="93197"/>
                </a:lnTo>
                <a:lnTo>
                  <a:pt x="1002632" y="93885"/>
                </a:lnTo>
                <a:lnTo>
                  <a:pt x="1003482" y="94533"/>
                </a:lnTo>
                <a:lnTo>
                  <a:pt x="1004352" y="95142"/>
                </a:lnTo>
                <a:lnTo>
                  <a:pt x="1005243" y="95712"/>
                </a:lnTo>
                <a:lnTo>
                  <a:pt x="1006154" y="96243"/>
                </a:lnTo>
                <a:lnTo>
                  <a:pt x="1007085" y="96734"/>
                </a:lnTo>
                <a:lnTo>
                  <a:pt x="1008036" y="97186"/>
                </a:lnTo>
                <a:lnTo>
                  <a:pt x="1009008" y="97599"/>
                </a:lnTo>
                <a:lnTo>
                  <a:pt x="1010000" y="97972"/>
                </a:lnTo>
                <a:lnTo>
                  <a:pt x="1011012" y="98306"/>
                </a:lnTo>
                <a:lnTo>
                  <a:pt x="1012045" y="98601"/>
                </a:lnTo>
                <a:lnTo>
                  <a:pt x="1013097" y="98856"/>
                </a:lnTo>
                <a:lnTo>
                  <a:pt x="1014170" y="99072"/>
                </a:lnTo>
                <a:lnTo>
                  <a:pt x="1015264" y="99249"/>
                </a:lnTo>
                <a:lnTo>
                  <a:pt x="1016377" y="99387"/>
                </a:lnTo>
                <a:lnTo>
                  <a:pt x="1017511" y="99485"/>
                </a:lnTo>
                <a:lnTo>
                  <a:pt x="1018665" y="99544"/>
                </a:lnTo>
                <a:lnTo>
                  <a:pt x="1019839" y="99564"/>
                </a:lnTo>
                <a:lnTo>
                  <a:pt x="1020563" y="99556"/>
                </a:lnTo>
                <a:lnTo>
                  <a:pt x="1021282" y="99533"/>
                </a:lnTo>
                <a:lnTo>
                  <a:pt x="1021994" y="99495"/>
                </a:lnTo>
                <a:lnTo>
                  <a:pt x="1022701" y="99442"/>
                </a:lnTo>
                <a:lnTo>
                  <a:pt x="1023403" y="99373"/>
                </a:lnTo>
                <a:lnTo>
                  <a:pt x="1024099" y="99289"/>
                </a:lnTo>
                <a:lnTo>
                  <a:pt x="1024789" y="99190"/>
                </a:lnTo>
                <a:lnTo>
                  <a:pt x="1025474" y="99076"/>
                </a:lnTo>
                <a:lnTo>
                  <a:pt x="1026153" y="98946"/>
                </a:lnTo>
                <a:lnTo>
                  <a:pt x="1026826" y="98801"/>
                </a:lnTo>
                <a:lnTo>
                  <a:pt x="1027494" y="98641"/>
                </a:lnTo>
                <a:lnTo>
                  <a:pt x="1028157" y="98466"/>
                </a:lnTo>
                <a:lnTo>
                  <a:pt x="1028813" y="98276"/>
                </a:lnTo>
                <a:lnTo>
                  <a:pt x="1029464" y="98070"/>
                </a:lnTo>
                <a:lnTo>
                  <a:pt x="1030110" y="97849"/>
                </a:lnTo>
                <a:lnTo>
                  <a:pt x="1030750" y="97612"/>
                </a:lnTo>
                <a:lnTo>
                  <a:pt x="1031384" y="97361"/>
                </a:lnTo>
                <a:lnTo>
                  <a:pt x="1032012" y="97094"/>
                </a:lnTo>
                <a:lnTo>
                  <a:pt x="1032636" y="96812"/>
                </a:lnTo>
                <a:lnTo>
                  <a:pt x="1033253" y="96515"/>
                </a:lnTo>
                <a:lnTo>
                  <a:pt x="1033865" y="96202"/>
                </a:lnTo>
                <a:lnTo>
                  <a:pt x="1034471" y="95875"/>
                </a:lnTo>
                <a:lnTo>
                  <a:pt x="1035072" y="95532"/>
                </a:lnTo>
                <a:lnTo>
                  <a:pt x="1035667" y="95173"/>
                </a:lnTo>
                <a:lnTo>
                  <a:pt x="1036254" y="94800"/>
                </a:lnTo>
                <a:lnTo>
                  <a:pt x="1036830" y="94412"/>
                </a:lnTo>
                <a:lnTo>
                  <a:pt x="1037396" y="94009"/>
                </a:lnTo>
                <a:lnTo>
                  <a:pt x="1037951" y="93592"/>
                </a:lnTo>
                <a:lnTo>
                  <a:pt x="1038495" y="93160"/>
                </a:lnTo>
                <a:lnTo>
                  <a:pt x="1039029" y="92713"/>
                </a:lnTo>
                <a:lnTo>
                  <a:pt x="1039552" y="92251"/>
                </a:lnTo>
                <a:lnTo>
                  <a:pt x="1040065" y="91774"/>
                </a:lnTo>
                <a:lnTo>
                  <a:pt x="1040567" y="91283"/>
                </a:lnTo>
                <a:lnTo>
                  <a:pt x="1041059" y="90777"/>
                </a:lnTo>
                <a:lnTo>
                  <a:pt x="1041539" y="90256"/>
                </a:lnTo>
                <a:lnTo>
                  <a:pt x="1042010" y="89720"/>
                </a:lnTo>
                <a:lnTo>
                  <a:pt x="1042469" y="89170"/>
                </a:lnTo>
                <a:lnTo>
                  <a:pt x="1042918" y="88605"/>
                </a:lnTo>
                <a:lnTo>
                  <a:pt x="1043357" y="88025"/>
                </a:lnTo>
                <a:lnTo>
                  <a:pt x="1043784" y="87431"/>
                </a:lnTo>
                <a:lnTo>
                  <a:pt x="1044202" y="86821"/>
                </a:lnTo>
                <a:lnTo>
                  <a:pt x="1044608" y="86197"/>
                </a:lnTo>
                <a:lnTo>
                  <a:pt x="1045004" y="85558"/>
                </a:lnTo>
                <a:lnTo>
                  <a:pt x="1045390" y="84904"/>
                </a:lnTo>
                <a:lnTo>
                  <a:pt x="1045764" y="84236"/>
                </a:lnTo>
                <a:lnTo>
                  <a:pt x="1046128" y="83553"/>
                </a:lnTo>
                <a:lnTo>
                  <a:pt x="1046482" y="82855"/>
                </a:lnTo>
                <a:lnTo>
                  <a:pt x="1046825" y="82142"/>
                </a:lnTo>
                <a:lnTo>
                  <a:pt x="1047155" y="81422"/>
                </a:lnTo>
                <a:lnTo>
                  <a:pt x="1047472" y="80703"/>
                </a:lnTo>
                <a:lnTo>
                  <a:pt x="1047774" y="79985"/>
                </a:lnTo>
                <a:lnTo>
                  <a:pt x="1048063" y="79267"/>
                </a:lnTo>
                <a:lnTo>
                  <a:pt x="1048337" y="78550"/>
                </a:lnTo>
                <a:lnTo>
                  <a:pt x="1048597" y="77833"/>
                </a:lnTo>
                <a:lnTo>
                  <a:pt x="1048843" y="77118"/>
                </a:lnTo>
                <a:lnTo>
                  <a:pt x="1049075" y="76403"/>
                </a:lnTo>
                <a:lnTo>
                  <a:pt x="1049294" y="75689"/>
                </a:lnTo>
                <a:lnTo>
                  <a:pt x="1049497" y="74975"/>
                </a:lnTo>
                <a:lnTo>
                  <a:pt x="1049687" y="74263"/>
                </a:lnTo>
                <a:lnTo>
                  <a:pt x="1049863" y="73551"/>
                </a:lnTo>
                <a:lnTo>
                  <a:pt x="1050025" y="72839"/>
                </a:lnTo>
                <a:lnTo>
                  <a:pt x="1050173" y="72129"/>
                </a:lnTo>
                <a:lnTo>
                  <a:pt x="1050306" y="71419"/>
                </a:lnTo>
                <a:lnTo>
                  <a:pt x="1050426" y="70710"/>
                </a:lnTo>
                <a:lnTo>
                  <a:pt x="1050531" y="70001"/>
                </a:lnTo>
                <a:lnTo>
                  <a:pt x="1050623" y="69293"/>
                </a:lnTo>
                <a:lnTo>
                  <a:pt x="1050700" y="68586"/>
                </a:lnTo>
                <a:lnTo>
                  <a:pt x="1050764" y="67880"/>
                </a:lnTo>
                <a:lnTo>
                  <a:pt x="1050813" y="67174"/>
                </a:lnTo>
                <a:lnTo>
                  <a:pt x="1050848" y="66469"/>
                </a:lnTo>
                <a:lnTo>
                  <a:pt x="1050869" y="65765"/>
                </a:lnTo>
                <a:lnTo>
                  <a:pt x="1050876" y="65062"/>
                </a:lnTo>
                <a:lnTo>
                  <a:pt x="1050863" y="64066"/>
                </a:lnTo>
                <a:lnTo>
                  <a:pt x="1050825" y="63080"/>
                </a:lnTo>
                <a:lnTo>
                  <a:pt x="1050761" y="62103"/>
                </a:lnTo>
                <a:lnTo>
                  <a:pt x="1050672" y="61136"/>
                </a:lnTo>
                <a:lnTo>
                  <a:pt x="1050557" y="60179"/>
                </a:lnTo>
                <a:lnTo>
                  <a:pt x="1050417" y="59231"/>
                </a:lnTo>
                <a:lnTo>
                  <a:pt x="1050251" y="58292"/>
                </a:lnTo>
                <a:lnTo>
                  <a:pt x="1050060" y="57363"/>
                </a:lnTo>
                <a:lnTo>
                  <a:pt x="1049843" y="56444"/>
                </a:lnTo>
                <a:lnTo>
                  <a:pt x="1049600" y="55534"/>
                </a:lnTo>
                <a:lnTo>
                  <a:pt x="1049333" y="54634"/>
                </a:lnTo>
                <a:lnTo>
                  <a:pt x="1049039" y="53743"/>
                </a:lnTo>
                <a:lnTo>
                  <a:pt x="1048720" y="52862"/>
                </a:lnTo>
                <a:lnTo>
                  <a:pt x="1048376" y="51990"/>
                </a:lnTo>
                <a:lnTo>
                  <a:pt x="1048006" y="51128"/>
                </a:lnTo>
                <a:lnTo>
                  <a:pt x="1047611" y="50275"/>
                </a:lnTo>
                <a:lnTo>
                  <a:pt x="1047190" y="49432"/>
                </a:lnTo>
                <a:lnTo>
                  <a:pt x="1046743" y="48598"/>
                </a:lnTo>
                <a:lnTo>
                  <a:pt x="1046271" y="47774"/>
                </a:lnTo>
                <a:lnTo>
                  <a:pt x="1045774" y="46960"/>
                </a:lnTo>
                <a:lnTo>
                  <a:pt x="1045251" y="46155"/>
                </a:lnTo>
                <a:lnTo>
                  <a:pt x="1044702" y="45360"/>
                </a:lnTo>
                <a:lnTo>
                  <a:pt x="1044128" y="44574"/>
                </a:lnTo>
                <a:lnTo>
                  <a:pt x="1043529" y="43797"/>
                </a:lnTo>
                <a:lnTo>
                  <a:pt x="1042798" y="42913"/>
                </a:lnTo>
                <a:lnTo>
                  <a:pt x="1042048" y="42066"/>
                </a:lnTo>
                <a:lnTo>
                  <a:pt x="1041278" y="41257"/>
                </a:lnTo>
                <a:lnTo>
                  <a:pt x="1040489" y="40486"/>
                </a:lnTo>
                <a:lnTo>
                  <a:pt x="1039680" y="39752"/>
                </a:lnTo>
                <a:lnTo>
                  <a:pt x="1038851" y="39056"/>
                </a:lnTo>
                <a:lnTo>
                  <a:pt x="1038003" y="38397"/>
                </a:lnTo>
                <a:lnTo>
                  <a:pt x="1037135" y="37776"/>
                </a:lnTo>
                <a:lnTo>
                  <a:pt x="1036248" y="37193"/>
                </a:lnTo>
                <a:lnTo>
                  <a:pt x="1035342" y="36647"/>
                </a:lnTo>
                <a:lnTo>
                  <a:pt x="1034415" y="36139"/>
                </a:lnTo>
                <a:lnTo>
                  <a:pt x="1033469" y="35669"/>
                </a:lnTo>
                <a:lnTo>
                  <a:pt x="1032504" y="35236"/>
                </a:lnTo>
                <a:lnTo>
                  <a:pt x="1031519" y="34841"/>
                </a:lnTo>
                <a:lnTo>
                  <a:pt x="1030515" y="34483"/>
                </a:lnTo>
                <a:lnTo>
                  <a:pt x="1029491" y="34163"/>
                </a:lnTo>
                <a:lnTo>
                  <a:pt x="1028447" y="33881"/>
                </a:lnTo>
                <a:lnTo>
                  <a:pt x="1027384" y="33636"/>
                </a:lnTo>
                <a:lnTo>
                  <a:pt x="1026301" y="33429"/>
                </a:lnTo>
                <a:lnTo>
                  <a:pt x="1025199" y="33260"/>
                </a:lnTo>
                <a:lnTo>
                  <a:pt x="1024077" y="33128"/>
                </a:lnTo>
                <a:lnTo>
                  <a:pt x="1022936" y="33034"/>
                </a:lnTo>
                <a:lnTo>
                  <a:pt x="1021775" y="32978"/>
                </a:lnTo>
                <a:lnTo>
                  <a:pt x="1020595" y="32959"/>
                </a:lnTo>
                <a:lnTo>
                  <a:pt x="1019944" y="32966"/>
                </a:lnTo>
                <a:lnTo>
                  <a:pt x="1019296" y="32987"/>
                </a:lnTo>
                <a:lnTo>
                  <a:pt x="1018651" y="33023"/>
                </a:lnTo>
                <a:lnTo>
                  <a:pt x="1018008" y="33072"/>
                </a:lnTo>
                <a:lnTo>
                  <a:pt x="1017369" y="33136"/>
                </a:lnTo>
                <a:close/>
                <a:moveTo>
                  <a:pt x="1021497" y="37777"/>
                </a:moveTo>
                <a:lnTo>
                  <a:pt x="1022075" y="37902"/>
                </a:lnTo>
                <a:lnTo>
                  <a:pt x="1022644" y="38051"/>
                </a:lnTo>
                <a:lnTo>
                  <a:pt x="1023204" y="38222"/>
                </a:lnTo>
                <a:lnTo>
                  <a:pt x="1023754" y="38417"/>
                </a:lnTo>
                <a:lnTo>
                  <a:pt x="1024296" y="38634"/>
                </a:lnTo>
                <a:lnTo>
                  <a:pt x="1024827" y="38874"/>
                </a:lnTo>
                <a:lnTo>
                  <a:pt x="1025350" y="39137"/>
                </a:lnTo>
                <a:lnTo>
                  <a:pt x="1025863" y="39422"/>
                </a:lnTo>
                <a:lnTo>
                  <a:pt x="1026367" y="39731"/>
                </a:lnTo>
                <a:lnTo>
                  <a:pt x="1026862" y="40062"/>
                </a:lnTo>
                <a:lnTo>
                  <a:pt x="1027347" y="40417"/>
                </a:lnTo>
                <a:lnTo>
                  <a:pt x="1027823" y="40794"/>
                </a:lnTo>
                <a:lnTo>
                  <a:pt x="1028290" y="41194"/>
                </a:lnTo>
                <a:lnTo>
                  <a:pt x="1028747" y="41617"/>
                </a:lnTo>
                <a:lnTo>
                  <a:pt x="1029195" y="42063"/>
                </a:lnTo>
                <a:lnTo>
                  <a:pt x="1029634" y="42531"/>
                </a:lnTo>
                <a:lnTo>
                  <a:pt x="1030063" y="43023"/>
                </a:lnTo>
                <a:lnTo>
                  <a:pt x="1030484" y="43537"/>
                </a:lnTo>
                <a:lnTo>
                  <a:pt x="1030895" y="44074"/>
                </a:lnTo>
                <a:lnTo>
                  <a:pt x="1031483" y="44887"/>
                </a:lnTo>
                <a:lnTo>
                  <a:pt x="1032046" y="45724"/>
                </a:lnTo>
                <a:lnTo>
                  <a:pt x="1032584" y="46586"/>
                </a:lnTo>
                <a:lnTo>
                  <a:pt x="1033098" y="47473"/>
                </a:lnTo>
                <a:lnTo>
                  <a:pt x="1033586" y="48385"/>
                </a:lnTo>
                <a:lnTo>
                  <a:pt x="1034049" y="49321"/>
                </a:lnTo>
                <a:lnTo>
                  <a:pt x="1034487" y="50282"/>
                </a:lnTo>
                <a:lnTo>
                  <a:pt x="1034900" y="51268"/>
                </a:lnTo>
                <a:lnTo>
                  <a:pt x="1035288" y="52279"/>
                </a:lnTo>
                <a:lnTo>
                  <a:pt x="1035651" y="53314"/>
                </a:lnTo>
                <a:lnTo>
                  <a:pt x="1035989" y="54375"/>
                </a:lnTo>
                <a:lnTo>
                  <a:pt x="1036302" y="55460"/>
                </a:lnTo>
                <a:lnTo>
                  <a:pt x="1036590" y="56569"/>
                </a:lnTo>
                <a:lnTo>
                  <a:pt x="1036853" y="57704"/>
                </a:lnTo>
                <a:lnTo>
                  <a:pt x="1037090" y="58863"/>
                </a:lnTo>
                <a:lnTo>
                  <a:pt x="1037303" y="60047"/>
                </a:lnTo>
                <a:lnTo>
                  <a:pt x="1037491" y="61256"/>
                </a:lnTo>
                <a:lnTo>
                  <a:pt x="1037654" y="62490"/>
                </a:lnTo>
                <a:lnTo>
                  <a:pt x="1037791" y="63748"/>
                </a:lnTo>
                <a:lnTo>
                  <a:pt x="1037904" y="65031"/>
                </a:lnTo>
                <a:lnTo>
                  <a:pt x="1037992" y="66339"/>
                </a:lnTo>
                <a:lnTo>
                  <a:pt x="1038054" y="67672"/>
                </a:lnTo>
                <a:lnTo>
                  <a:pt x="1038092" y="69029"/>
                </a:lnTo>
                <a:lnTo>
                  <a:pt x="1038104" y="70411"/>
                </a:lnTo>
                <a:lnTo>
                  <a:pt x="1038097" y="71512"/>
                </a:lnTo>
                <a:lnTo>
                  <a:pt x="1038074" y="72585"/>
                </a:lnTo>
                <a:lnTo>
                  <a:pt x="1038037" y="73631"/>
                </a:lnTo>
                <a:lnTo>
                  <a:pt x="1037984" y="74650"/>
                </a:lnTo>
                <a:lnTo>
                  <a:pt x="1037917" y="75641"/>
                </a:lnTo>
                <a:lnTo>
                  <a:pt x="1037834" y="76605"/>
                </a:lnTo>
                <a:lnTo>
                  <a:pt x="1037736" y="77541"/>
                </a:lnTo>
                <a:lnTo>
                  <a:pt x="1037624" y="78450"/>
                </a:lnTo>
                <a:lnTo>
                  <a:pt x="1037496" y="79332"/>
                </a:lnTo>
                <a:lnTo>
                  <a:pt x="1037353" y="80186"/>
                </a:lnTo>
                <a:lnTo>
                  <a:pt x="1037196" y="81013"/>
                </a:lnTo>
                <a:lnTo>
                  <a:pt x="1037023" y="81812"/>
                </a:lnTo>
                <a:lnTo>
                  <a:pt x="1036835" y="82584"/>
                </a:lnTo>
                <a:lnTo>
                  <a:pt x="1036632" y="83329"/>
                </a:lnTo>
                <a:lnTo>
                  <a:pt x="1036415" y="84046"/>
                </a:lnTo>
                <a:lnTo>
                  <a:pt x="1036182" y="84736"/>
                </a:lnTo>
                <a:lnTo>
                  <a:pt x="1035934" y="85399"/>
                </a:lnTo>
                <a:lnTo>
                  <a:pt x="1035671" y="86034"/>
                </a:lnTo>
                <a:lnTo>
                  <a:pt x="1035393" y="86642"/>
                </a:lnTo>
                <a:lnTo>
                  <a:pt x="1035100" y="87222"/>
                </a:lnTo>
                <a:lnTo>
                  <a:pt x="1034792" y="87776"/>
                </a:lnTo>
                <a:lnTo>
                  <a:pt x="1034469" y="88301"/>
                </a:lnTo>
                <a:lnTo>
                  <a:pt x="1034131" y="88799"/>
                </a:lnTo>
                <a:lnTo>
                  <a:pt x="1033778" y="89270"/>
                </a:lnTo>
                <a:lnTo>
                  <a:pt x="1033414" y="89718"/>
                </a:lnTo>
                <a:lnTo>
                  <a:pt x="1033041" y="90147"/>
                </a:lnTo>
                <a:lnTo>
                  <a:pt x="1032660" y="90556"/>
                </a:lnTo>
                <a:lnTo>
                  <a:pt x="1032272" y="90947"/>
                </a:lnTo>
                <a:lnTo>
                  <a:pt x="1031875" y="91318"/>
                </a:lnTo>
                <a:lnTo>
                  <a:pt x="1031470" y="91671"/>
                </a:lnTo>
                <a:lnTo>
                  <a:pt x="1031056" y="92004"/>
                </a:lnTo>
                <a:lnTo>
                  <a:pt x="1030635" y="92319"/>
                </a:lnTo>
                <a:lnTo>
                  <a:pt x="1030206" y="92614"/>
                </a:lnTo>
                <a:lnTo>
                  <a:pt x="1029768" y="92890"/>
                </a:lnTo>
                <a:lnTo>
                  <a:pt x="1029323" y="93147"/>
                </a:lnTo>
                <a:lnTo>
                  <a:pt x="1028869" y="93385"/>
                </a:lnTo>
                <a:lnTo>
                  <a:pt x="1028407" y="93605"/>
                </a:lnTo>
                <a:lnTo>
                  <a:pt x="1027937" y="93805"/>
                </a:lnTo>
                <a:lnTo>
                  <a:pt x="1027459" y="93986"/>
                </a:lnTo>
                <a:lnTo>
                  <a:pt x="1026973" y="94147"/>
                </a:lnTo>
                <a:lnTo>
                  <a:pt x="1026479" y="94290"/>
                </a:lnTo>
                <a:lnTo>
                  <a:pt x="1025976" y="94414"/>
                </a:lnTo>
                <a:lnTo>
                  <a:pt x="1025466" y="94519"/>
                </a:lnTo>
                <a:lnTo>
                  <a:pt x="1024947" y="94605"/>
                </a:lnTo>
                <a:lnTo>
                  <a:pt x="1024421" y="94671"/>
                </a:lnTo>
                <a:lnTo>
                  <a:pt x="1023886" y="94719"/>
                </a:lnTo>
                <a:lnTo>
                  <a:pt x="1023343" y="94748"/>
                </a:lnTo>
                <a:lnTo>
                  <a:pt x="1022792" y="94757"/>
                </a:lnTo>
                <a:lnTo>
                  <a:pt x="1022054" y="94740"/>
                </a:lnTo>
                <a:lnTo>
                  <a:pt x="1021328" y="94688"/>
                </a:lnTo>
                <a:lnTo>
                  <a:pt x="1020615" y="94602"/>
                </a:lnTo>
                <a:lnTo>
                  <a:pt x="1019913" y="94481"/>
                </a:lnTo>
                <a:lnTo>
                  <a:pt x="1019223" y="94326"/>
                </a:lnTo>
                <a:lnTo>
                  <a:pt x="1018546" y="94136"/>
                </a:lnTo>
                <a:lnTo>
                  <a:pt x="1017880" y="93911"/>
                </a:lnTo>
                <a:lnTo>
                  <a:pt x="1017226" y="93652"/>
                </a:lnTo>
                <a:lnTo>
                  <a:pt x="1016585" y="93359"/>
                </a:lnTo>
                <a:lnTo>
                  <a:pt x="1015955" y="93031"/>
                </a:lnTo>
                <a:lnTo>
                  <a:pt x="1015338" y="92668"/>
                </a:lnTo>
                <a:lnTo>
                  <a:pt x="1014732" y="92271"/>
                </a:lnTo>
                <a:lnTo>
                  <a:pt x="1014139" y="91840"/>
                </a:lnTo>
                <a:lnTo>
                  <a:pt x="1013558" y="91374"/>
                </a:lnTo>
                <a:lnTo>
                  <a:pt x="1012989" y="90873"/>
                </a:lnTo>
                <a:lnTo>
                  <a:pt x="1012431" y="90338"/>
                </a:lnTo>
                <a:lnTo>
                  <a:pt x="1011886" y="89768"/>
                </a:lnTo>
                <a:lnTo>
                  <a:pt x="1011353" y="89164"/>
                </a:lnTo>
                <a:lnTo>
                  <a:pt x="1010832" y="88525"/>
                </a:lnTo>
                <a:lnTo>
                  <a:pt x="1010323" y="87852"/>
                </a:lnTo>
                <a:lnTo>
                  <a:pt x="1009826" y="87144"/>
                </a:lnTo>
                <a:lnTo>
                  <a:pt x="1009341" y="86402"/>
                </a:lnTo>
                <a:lnTo>
                  <a:pt x="1008868" y="85625"/>
                </a:lnTo>
                <a:lnTo>
                  <a:pt x="1008407" y="84814"/>
                </a:lnTo>
                <a:lnTo>
                  <a:pt x="1007961" y="83978"/>
                </a:lnTo>
                <a:lnTo>
                  <a:pt x="1007535" y="83130"/>
                </a:lnTo>
                <a:lnTo>
                  <a:pt x="1007127" y="82268"/>
                </a:lnTo>
                <a:lnTo>
                  <a:pt x="1006739" y="81394"/>
                </a:lnTo>
                <a:lnTo>
                  <a:pt x="1006369" y="80506"/>
                </a:lnTo>
                <a:lnTo>
                  <a:pt x="1006018" y="79605"/>
                </a:lnTo>
                <a:lnTo>
                  <a:pt x="1005687" y="78691"/>
                </a:lnTo>
                <a:lnTo>
                  <a:pt x="1005374" y="77764"/>
                </a:lnTo>
                <a:lnTo>
                  <a:pt x="1005080" y="76824"/>
                </a:lnTo>
                <a:lnTo>
                  <a:pt x="1004805" y="75871"/>
                </a:lnTo>
                <a:lnTo>
                  <a:pt x="1004550" y="74905"/>
                </a:lnTo>
                <a:lnTo>
                  <a:pt x="1004313" y="73925"/>
                </a:lnTo>
                <a:lnTo>
                  <a:pt x="1004095" y="72933"/>
                </a:lnTo>
                <a:lnTo>
                  <a:pt x="1003896" y="71928"/>
                </a:lnTo>
                <a:lnTo>
                  <a:pt x="1003716" y="70909"/>
                </a:lnTo>
                <a:lnTo>
                  <a:pt x="1003554" y="69877"/>
                </a:lnTo>
                <a:lnTo>
                  <a:pt x="1003412" y="68832"/>
                </a:lnTo>
                <a:lnTo>
                  <a:pt x="1003289" y="67774"/>
                </a:lnTo>
                <a:lnTo>
                  <a:pt x="1003185" y="66704"/>
                </a:lnTo>
                <a:lnTo>
                  <a:pt x="1003099" y="65619"/>
                </a:lnTo>
                <a:lnTo>
                  <a:pt x="1003033" y="64522"/>
                </a:lnTo>
                <a:lnTo>
                  <a:pt x="1002986" y="63412"/>
                </a:lnTo>
                <a:lnTo>
                  <a:pt x="1002957" y="62289"/>
                </a:lnTo>
                <a:lnTo>
                  <a:pt x="1002948" y="61152"/>
                </a:lnTo>
                <a:lnTo>
                  <a:pt x="1002952" y="60449"/>
                </a:lnTo>
                <a:lnTo>
                  <a:pt x="1002964" y="59756"/>
                </a:lnTo>
                <a:lnTo>
                  <a:pt x="1002983" y="59075"/>
                </a:lnTo>
                <a:lnTo>
                  <a:pt x="1003011" y="58403"/>
                </a:lnTo>
                <a:lnTo>
                  <a:pt x="1003046" y="57743"/>
                </a:lnTo>
                <a:lnTo>
                  <a:pt x="1003089" y="57093"/>
                </a:lnTo>
                <a:lnTo>
                  <a:pt x="1003141" y="56454"/>
                </a:lnTo>
                <a:lnTo>
                  <a:pt x="1003200" y="55826"/>
                </a:lnTo>
                <a:lnTo>
                  <a:pt x="1003267" y="55208"/>
                </a:lnTo>
                <a:lnTo>
                  <a:pt x="1003341" y="54602"/>
                </a:lnTo>
                <a:lnTo>
                  <a:pt x="1003424" y="54005"/>
                </a:lnTo>
                <a:lnTo>
                  <a:pt x="1003514" y="53420"/>
                </a:lnTo>
                <a:lnTo>
                  <a:pt x="1003613" y="52845"/>
                </a:lnTo>
                <a:lnTo>
                  <a:pt x="1003719" y="52281"/>
                </a:lnTo>
                <a:lnTo>
                  <a:pt x="1003833" y="51728"/>
                </a:lnTo>
                <a:lnTo>
                  <a:pt x="1003955" y="51185"/>
                </a:lnTo>
                <a:lnTo>
                  <a:pt x="1004085" y="50654"/>
                </a:lnTo>
                <a:lnTo>
                  <a:pt x="1004222" y="50132"/>
                </a:lnTo>
                <a:lnTo>
                  <a:pt x="1004368" y="49622"/>
                </a:lnTo>
                <a:lnTo>
                  <a:pt x="1004521" y="49122"/>
                </a:lnTo>
                <a:lnTo>
                  <a:pt x="1004683" y="48633"/>
                </a:lnTo>
                <a:lnTo>
                  <a:pt x="1004852" y="48155"/>
                </a:lnTo>
                <a:lnTo>
                  <a:pt x="1005029" y="47687"/>
                </a:lnTo>
                <a:lnTo>
                  <a:pt x="1005214" y="47231"/>
                </a:lnTo>
                <a:lnTo>
                  <a:pt x="1005405" y="46785"/>
                </a:lnTo>
                <a:lnTo>
                  <a:pt x="1005601" y="46350"/>
                </a:lnTo>
                <a:lnTo>
                  <a:pt x="1005802" y="45927"/>
                </a:lnTo>
                <a:lnTo>
                  <a:pt x="1006008" y="45515"/>
                </a:lnTo>
                <a:lnTo>
                  <a:pt x="1006219" y="45114"/>
                </a:lnTo>
                <a:lnTo>
                  <a:pt x="1006435" y="44725"/>
                </a:lnTo>
                <a:lnTo>
                  <a:pt x="1006655" y="44347"/>
                </a:lnTo>
                <a:lnTo>
                  <a:pt x="1006881" y="43980"/>
                </a:lnTo>
                <a:lnTo>
                  <a:pt x="1007111" y="43625"/>
                </a:lnTo>
                <a:lnTo>
                  <a:pt x="1007346" y="43281"/>
                </a:lnTo>
                <a:lnTo>
                  <a:pt x="1007587" y="42948"/>
                </a:lnTo>
                <a:lnTo>
                  <a:pt x="1007832" y="42627"/>
                </a:lnTo>
                <a:lnTo>
                  <a:pt x="1008082" y="42317"/>
                </a:lnTo>
                <a:lnTo>
                  <a:pt x="1008336" y="42018"/>
                </a:lnTo>
                <a:lnTo>
                  <a:pt x="1008596" y="41730"/>
                </a:lnTo>
                <a:lnTo>
                  <a:pt x="1008861" y="41454"/>
                </a:lnTo>
                <a:lnTo>
                  <a:pt x="1009130" y="41189"/>
                </a:lnTo>
                <a:lnTo>
                  <a:pt x="1009405" y="40936"/>
                </a:lnTo>
                <a:lnTo>
                  <a:pt x="1009684" y="40693"/>
                </a:lnTo>
                <a:lnTo>
                  <a:pt x="1009968" y="40462"/>
                </a:lnTo>
                <a:lnTo>
                  <a:pt x="1010257" y="40243"/>
                </a:lnTo>
                <a:lnTo>
                  <a:pt x="1010551" y="40034"/>
                </a:lnTo>
                <a:lnTo>
                  <a:pt x="1010850" y="39837"/>
                </a:lnTo>
                <a:lnTo>
                  <a:pt x="1011153" y="39652"/>
                </a:lnTo>
                <a:lnTo>
                  <a:pt x="1011459" y="39475"/>
                </a:lnTo>
                <a:lnTo>
                  <a:pt x="1011765" y="39307"/>
                </a:lnTo>
                <a:lnTo>
                  <a:pt x="1012071" y="39145"/>
                </a:lnTo>
                <a:lnTo>
                  <a:pt x="1012377" y="38991"/>
                </a:lnTo>
                <a:lnTo>
                  <a:pt x="1012682" y="38845"/>
                </a:lnTo>
                <a:lnTo>
                  <a:pt x="1012988" y="38706"/>
                </a:lnTo>
                <a:lnTo>
                  <a:pt x="1013293" y="38575"/>
                </a:lnTo>
                <a:lnTo>
                  <a:pt x="1013599" y="38451"/>
                </a:lnTo>
                <a:lnTo>
                  <a:pt x="1013904" y="38335"/>
                </a:lnTo>
                <a:lnTo>
                  <a:pt x="1014209" y="38226"/>
                </a:lnTo>
                <a:lnTo>
                  <a:pt x="1014514" y="38125"/>
                </a:lnTo>
                <a:lnTo>
                  <a:pt x="1014818" y="38031"/>
                </a:lnTo>
                <a:lnTo>
                  <a:pt x="1015123" y="37945"/>
                </a:lnTo>
                <a:lnTo>
                  <a:pt x="1015427" y="37866"/>
                </a:lnTo>
                <a:lnTo>
                  <a:pt x="1015732" y="37795"/>
                </a:lnTo>
                <a:lnTo>
                  <a:pt x="1016036" y="37731"/>
                </a:lnTo>
                <a:lnTo>
                  <a:pt x="1016340" y="37675"/>
                </a:lnTo>
                <a:lnTo>
                  <a:pt x="1016644" y="37626"/>
                </a:lnTo>
                <a:lnTo>
                  <a:pt x="1016948" y="37585"/>
                </a:lnTo>
                <a:lnTo>
                  <a:pt x="1017252" y="37551"/>
                </a:lnTo>
                <a:lnTo>
                  <a:pt x="1017556" y="37525"/>
                </a:lnTo>
                <a:lnTo>
                  <a:pt x="1017859" y="37506"/>
                </a:lnTo>
                <a:lnTo>
                  <a:pt x="1018163" y="37495"/>
                </a:lnTo>
                <a:lnTo>
                  <a:pt x="1018466" y="37491"/>
                </a:lnTo>
                <a:lnTo>
                  <a:pt x="1019091" y="37502"/>
                </a:lnTo>
                <a:lnTo>
                  <a:pt x="1019706" y="37537"/>
                </a:lnTo>
                <a:lnTo>
                  <a:pt x="1020313" y="37594"/>
                </a:lnTo>
                <a:lnTo>
                  <a:pt x="1020909" y="37674"/>
                </a:lnTo>
                <a:lnTo>
                  <a:pt x="1021497" y="37777"/>
                </a:lnTo>
                <a:close/>
                <a:moveTo>
                  <a:pt x="1267402" y="33136"/>
                </a:moveTo>
                <a:lnTo>
                  <a:pt x="1266766" y="33214"/>
                </a:lnTo>
                <a:lnTo>
                  <a:pt x="1266132" y="33306"/>
                </a:lnTo>
                <a:lnTo>
                  <a:pt x="1265501" y="33412"/>
                </a:lnTo>
                <a:lnTo>
                  <a:pt x="1264873" y="33533"/>
                </a:lnTo>
                <a:lnTo>
                  <a:pt x="1264248" y="33668"/>
                </a:lnTo>
                <a:lnTo>
                  <a:pt x="1263626" y="33816"/>
                </a:lnTo>
                <a:lnTo>
                  <a:pt x="1263006" y="33979"/>
                </a:lnTo>
                <a:lnTo>
                  <a:pt x="1262390" y="34156"/>
                </a:lnTo>
                <a:lnTo>
                  <a:pt x="1261776" y="34348"/>
                </a:lnTo>
                <a:lnTo>
                  <a:pt x="1261165" y="34553"/>
                </a:lnTo>
                <a:lnTo>
                  <a:pt x="1260557" y="34773"/>
                </a:lnTo>
                <a:lnTo>
                  <a:pt x="1259952" y="35007"/>
                </a:lnTo>
                <a:lnTo>
                  <a:pt x="1259350" y="35255"/>
                </a:lnTo>
                <a:lnTo>
                  <a:pt x="1258750" y="35517"/>
                </a:lnTo>
                <a:lnTo>
                  <a:pt x="1258154" y="35793"/>
                </a:lnTo>
                <a:lnTo>
                  <a:pt x="1257560" y="36084"/>
                </a:lnTo>
                <a:lnTo>
                  <a:pt x="1256969" y="36388"/>
                </a:lnTo>
                <a:lnTo>
                  <a:pt x="1256381" y="36707"/>
                </a:lnTo>
                <a:lnTo>
                  <a:pt x="1255796" y="37040"/>
                </a:lnTo>
                <a:lnTo>
                  <a:pt x="1255217" y="37388"/>
                </a:lnTo>
                <a:lnTo>
                  <a:pt x="1254648" y="37751"/>
                </a:lnTo>
                <a:lnTo>
                  <a:pt x="1254088" y="38130"/>
                </a:lnTo>
                <a:lnTo>
                  <a:pt x="1253537" y="38525"/>
                </a:lnTo>
                <a:lnTo>
                  <a:pt x="1252996" y="38934"/>
                </a:lnTo>
                <a:lnTo>
                  <a:pt x="1252464" y="39360"/>
                </a:lnTo>
                <a:lnTo>
                  <a:pt x="1251942" y="39800"/>
                </a:lnTo>
                <a:lnTo>
                  <a:pt x="1251428" y="40257"/>
                </a:lnTo>
                <a:lnTo>
                  <a:pt x="1250925" y="40728"/>
                </a:lnTo>
                <a:lnTo>
                  <a:pt x="1250431" y="41215"/>
                </a:lnTo>
                <a:lnTo>
                  <a:pt x="1249946" y="41718"/>
                </a:lnTo>
                <a:lnTo>
                  <a:pt x="1249471" y="42236"/>
                </a:lnTo>
                <a:lnTo>
                  <a:pt x="1249005" y="42770"/>
                </a:lnTo>
                <a:lnTo>
                  <a:pt x="1248548" y="43319"/>
                </a:lnTo>
                <a:lnTo>
                  <a:pt x="1248101" y="43884"/>
                </a:lnTo>
                <a:lnTo>
                  <a:pt x="1247663" y="44464"/>
                </a:lnTo>
                <a:lnTo>
                  <a:pt x="1247235" y="45059"/>
                </a:lnTo>
                <a:lnTo>
                  <a:pt x="1246816" y="45670"/>
                </a:lnTo>
                <a:lnTo>
                  <a:pt x="1246407" y="46297"/>
                </a:lnTo>
                <a:lnTo>
                  <a:pt x="1246007" y="46939"/>
                </a:lnTo>
                <a:lnTo>
                  <a:pt x="1245616" y="47596"/>
                </a:lnTo>
                <a:lnTo>
                  <a:pt x="1245235" y="48269"/>
                </a:lnTo>
                <a:lnTo>
                  <a:pt x="1244863" y="48958"/>
                </a:lnTo>
                <a:lnTo>
                  <a:pt x="1244501" y="49662"/>
                </a:lnTo>
                <a:lnTo>
                  <a:pt x="1244151" y="50374"/>
                </a:lnTo>
                <a:lnTo>
                  <a:pt x="1243815" y="51086"/>
                </a:lnTo>
                <a:lnTo>
                  <a:pt x="1243495" y="51798"/>
                </a:lnTo>
                <a:lnTo>
                  <a:pt x="1243190" y="52511"/>
                </a:lnTo>
                <a:lnTo>
                  <a:pt x="1242899" y="53225"/>
                </a:lnTo>
                <a:lnTo>
                  <a:pt x="1242623" y="53938"/>
                </a:lnTo>
                <a:lnTo>
                  <a:pt x="1242363" y="54652"/>
                </a:lnTo>
                <a:lnTo>
                  <a:pt x="1242117" y="55367"/>
                </a:lnTo>
                <a:lnTo>
                  <a:pt x="1241886" y="56081"/>
                </a:lnTo>
                <a:lnTo>
                  <a:pt x="1241670" y="56796"/>
                </a:lnTo>
                <a:lnTo>
                  <a:pt x="1241469" y="57512"/>
                </a:lnTo>
                <a:lnTo>
                  <a:pt x="1241282" y="58228"/>
                </a:lnTo>
                <a:lnTo>
                  <a:pt x="1241111" y="58944"/>
                </a:lnTo>
                <a:lnTo>
                  <a:pt x="1240954" y="59660"/>
                </a:lnTo>
                <a:lnTo>
                  <a:pt x="1240813" y="60377"/>
                </a:lnTo>
                <a:lnTo>
                  <a:pt x="1240686" y="61094"/>
                </a:lnTo>
                <a:lnTo>
                  <a:pt x="1240574" y="61812"/>
                </a:lnTo>
                <a:lnTo>
                  <a:pt x="1240478" y="62530"/>
                </a:lnTo>
                <a:lnTo>
                  <a:pt x="1240396" y="63248"/>
                </a:lnTo>
                <a:lnTo>
                  <a:pt x="1240329" y="63967"/>
                </a:lnTo>
                <a:lnTo>
                  <a:pt x="1240276" y="64686"/>
                </a:lnTo>
                <a:lnTo>
                  <a:pt x="1240239" y="65405"/>
                </a:lnTo>
                <a:lnTo>
                  <a:pt x="1240217" y="66125"/>
                </a:lnTo>
                <a:lnTo>
                  <a:pt x="1240209" y="66845"/>
                </a:lnTo>
                <a:lnTo>
                  <a:pt x="1240222" y="67830"/>
                </a:lnTo>
                <a:lnTo>
                  <a:pt x="1240259" y="68806"/>
                </a:lnTo>
                <a:lnTo>
                  <a:pt x="1240320" y="69775"/>
                </a:lnTo>
                <a:lnTo>
                  <a:pt x="1240406" y="70736"/>
                </a:lnTo>
                <a:lnTo>
                  <a:pt x="1240516" y="71688"/>
                </a:lnTo>
                <a:lnTo>
                  <a:pt x="1240651" y="72632"/>
                </a:lnTo>
                <a:lnTo>
                  <a:pt x="1240811" y="73568"/>
                </a:lnTo>
                <a:lnTo>
                  <a:pt x="1240995" y="74497"/>
                </a:lnTo>
                <a:lnTo>
                  <a:pt x="1241204" y="75417"/>
                </a:lnTo>
                <a:lnTo>
                  <a:pt x="1241437" y="76328"/>
                </a:lnTo>
                <a:lnTo>
                  <a:pt x="1241695" y="77232"/>
                </a:lnTo>
                <a:lnTo>
                  <a:pt x="1241978" y="78128"/>
                </a:lnTo>
                <a:lnTo>
                  <a:pt x="1242284" y="79016"/>
                </a:lnTo>
                <a:lnTo>
                  <a:pt x="1242616" y="79895"/>
                </a:lnTo>
                <a:lnTo>
                  <a:pt x="1242972" y="80766"/>
                </a:lnTo>
                <a:lnTo>
                  <a:pt x="1243353" y="81630"/>
                </a:lnTo>
                <a:lnTo>
                  <a:pt x="1243758" y="82485"/>
                </a:lnTo>
                <a:lnTo>
                  <a:pt x="1244188" y="83332"/>
                </a:lnTo>
                <a:lnTo>
                  <a:pt x="1244642" y="84171"/>
                </a:lnTo>
                <a:lnTo>
                  <a:pt x="1245121" y="85002"/>
                </a:lnTo>
                <a:lnTo>
                  <a:pt x="1245624" y="85825"/>
                </a:lnTo>
                <a:lnTo>
                  <a:pt x="1246152" y="86640"/>
                </a:lnTo>
                <a:lnTo>
                  <a:pt x="1246705" y="87446"/>
                </a:lnTo>
                <a:lnTo>
                  <a:pt x="1247282" y="88245"/>
                </a:lnTo>
                <a:lnTo>
                  <a:pt x="1247990" y="89168"/>
                </a:lnTo>
                <a:lnTo>
                  <a:pt x="1248719" y="90053"/>
                </a:lnTo>
                <a:lnTo>
                  <a:pt x="1249467" y="90898"/>
                </a:lnTo>
                <a:lnTo>
                  <a:pt x="1250236" y="91703"/>
                </a:lnTo>
                <a:lnTo>
                  <a:pt x="1251026" y="92470"/>
                </a:lnTo>
                <a:lnTo>
                  <a:pt x="1251835" y="93197"/>
                </a:lnTo>
                <a:lnTo>
                  <a:pt x="1252665" y="93885"/>
                </a:lnTo>
                <a:lnTo>
                  <a:pt x="1253515" y="94533"/>
                </a:lnTo>
                <a:lnTo>
                  <a:pt x="1254385" y="95142"/>
                </a:lnTo>
                <a:lnTo>
                  <a:pt x="1255276" y="95712"/>
                </a:lnTo>
                <a:lnTo>
                  <a:pt x="1256187" y="96243"/>
                </a:lnTo>
                <a:lnTo>
                  <a:pt x="1257118" y="96734"/>
                </a:lnTo>
                <a:lnTo>
                  <a:pt x="1258070" y="97186"/>
                </a:lnTo>
                <a:lnTo>
                  <a:pt x="1259041" y="97599"/>
                </a:lnTo>
                <a:lnTo>
                  <a:pt x="1260033" y="97972"/>
                </a:lnTo>
                <a:lnTo>
                  <a:pt x="1261045" y="98306"/>
                </a:lnTo>
                <a:lnTo>
                  <a:pt x="1262078" y="98601"/>
                </a:lnTo>
                <a:lnTo>
                  <a:pt x="1263131" y="98856"/>
                </a:lnTo>
                <a:lnTo>
                  <a:pt x="1264204" y="99072"/>
                </a:lnTo>
                <a:lnTo>
                  <a:pt x="1265297" y="99249"/>
                </a:lnTo>
                <a:lnTo>
                  <a:pt x="1266410" y="99387"/>
                </a:lnTo>
                <a:lnTo>
                  <a:pt x="1267544" y="99485"/>
                </a:lnTo>
                <a:lnTo>
                  <a:pt x="1268698" y="99544"/>
                </a:lnTo>
                <a:lnTo>
                  <a:pt x="1269873" y="99564"/>
                </a:lnTo>
                <a:lnTo>
                  <a:pt x="1270597" y="99556"/>
                </a:lnTo>
                <a:lnTo>
                  <a:pt x="1271315" y="99533"/>
                </a:lnTo>
                <a:lnTo>
                  <a:pt x="1272028" y="99495"/>
                </a:lnTo>
                <a:lnTo>
                  <a:pt x="1272735" y="99442"/>
                </a:lnTo>
                <a:lnTo>
                  <a:pt x="1273436" y="99373"/>
                </a:lnTo>
                <a:lnTo>
                  <a:pt x="1274132" y="99289"/>
                </a:lnTo>
                <a:lnTo>
                  <a:pt x="1274822" y="99190"/>
                </a:lnTo>
                <a:lnTo>
                  <a:pt x="1275507" y="99076"/>
                </a:lnTo>
                <a:lnTo>
                  <a:pt x="1276186" y="98946"/>
                </a:lnTo>
                <a:lnTo>
                  <a:pt x="1276860" y="98801"/>
                </a:lnTo>
                <a:lnTo>
                  <a:pt x="1277527" y="98641"/>
                </a:lnTo>
                <a:lnTo>
                  <a:pt x="1278190" y="98466"/>
                </a:lnTo>
                <a:lnTo>
                  <a:pt x="1278846" y="98276"/>
                </a:lnTo>
                <a:lnTo>
                  <a:pt x="1279497" y="98070"/>
                </a:lnTo>
                <a:lnTo>
                  <a:pt x="1280143" y="97849"/>
                </a:lnTo>
                <a:lnTo>
                  <a:pt x="1280783" y="97612"/>
                </a:lnTo>
                <a:lnTo>
                  <a:pt x="1281417" y="97361"/>
                </a:lnTo>
                <a:lnTo>
                  <a:pt x="1282046" y="97094"/>
                </a:lnTo>
                <a:lnTo>
                  <a:pt x="1282669" y="96812"/>
                </a:lnTo>
                <a:lnTo>
                  <a:pt x="1283286" y="96515"/>
                </a:lnTo>
                <a:lnTo>
                  <a:pt x="1283898" y="96202"/>
                </a:lnTo>
                <a:lnTo>
                  <a:pt x="1284504" y="95875"/>
                </a:lnTo>
                <a:lnTo>
                  <a:pt x="1285105" y="95532"/>
                </a:lnTo>
                <a:lnTo>
                  <a:pt x="1285700" y="95173"/>
                </a:lnTo>
                <a:lnTo>
                  <a:pt x="1286287" y="94800"/>
                </a:lnTo>
                <a:lnTo>
                  <a:pt x="1286863" y="94412"/>
                </a:lnTo>
                <a:lnTo>
                  <a:pt x="1287429" y="94009"/>
                </a:lnTo>
                <a:lnTo>
                  <a:pt x="1287984" y="93592"/>
                </a:lnTo>
                <a:lnTo>
                  <a:pt x="1288529" y="93160"/>
                </a:lnTo>
                <a:lnTo>
                  <a:pt x="1289062" y="92713"/>
                </a:lnTo>
                <a:lnTo>
                  <a:pt x="1289586" y="92251"/>
                </a:lnTo>
                <a:lnTo>
                  <a:pt x="1290098" y="91774"/>
                </a:lnTo>
                <a:lnTo>
                  <a:pt x="1290600" y="91283"/>
                </a:lnTo>
                <a:lnTo>
                  <a:pt x="1291092" y="90777"/>
                </a:lnTo>
                <a:lnTo>
                  <a:pt x="1291573" y="90256"/>
                </a:lnTo>
                <a:lnTo>
                  <a:pt x="1292043" y="89720"/>
                </a:lnTo>
                <a:lnTo>
                  <a:pt x="1292503" y="89170"/>
                </a:lnTo>
                <a:lnTo>
                  <a:pt x="1292952" y="88605"/>
                </a:lnTo>
                <a:lnTo>
                  <a:pt x="1293390" y="88025"/>
                </a:lnTo>
                <a:lnTo>
                  <a:pt x="1293818" y="87431"/>
                </a:lnTo>
                <a:lnTo>
                  <a:pt x="1294235" y="86821"/>
                </a:lnTo>
                <a:lnTo>
                  <a:pt x="1294641" y="86197"/>
                </a:lnTo>
                <a:lnTo>
                  <a:pt x="1295037" y="85558"/>
                </a:lnTo>
                <a:lnTo>
                  <a:pt x="1295423" y="84904"/>
                </a:lnTo>
                <a:lnTo>
                  <a:pt x="1295797" y="84236"/>
                </a:lnTo>
                <a:lnTo>
                  <a:pt x="1296162" y="83553"/>
                </a:lnTo>
                <a:lnTo>
                  <a:pt x="1296515" y="82855"/>
                </a:lnTo>
                <a:lnTo>
                  <a:pt x="1296858" y="82142"/>
                </a:lnTo>
                <a:lnTo>
                  <a:pt x="1297189" y="81422"/>
                </a:lnTo>
                <a:lnTo>
                  <a:pt x="1297505" y="80703"/>
                </a:lnTo>
                <a:lnTo>
                  <a:pt x="1297808" y="79985"/>
                </a:lnTo>
                <a:lnTo>
                  <a:pt x="1298096" y="79267"/>
                </a:lnTo>
                <a:lnTo>
                  <a:pt x="1298370" y="78550"/>
                </a:lnTo>
                <a:lnTo>
                  <a:pt x="1298630" y="77833"/>
                </a:lnTo>
                <a:lnTo>
                  <a:pt x="1298877" y="77118"/>
                </a:lnTo>
                <a:lnTo>
                  <a:pt x="1299109" y="76403"/>
                </a:lnTo>
                <a:lnTo>
                  <a:pt x="1299327" y="75689"/>
                </a:lnTo>
                <a:lnTo>
                  <a:pt x="1299531" y="74975"/>
                </a:lnTo>
                <a:lnTo>
                  <a:pt x="1299721" y="74263"/>
                </a:lnTo>
                <a:lnTo>
                  <a:pt x="1299896" y="73551"/>
                </a:lnTo>
                <a:lnTo>
                  <a:pt x="1300058" y="72839"/>
                </a:lnTo>
                <a:lnTo>
                  <a:pt x="1300206" y="72129"/>
                </a:lnTo>
                <a:lnTo>
                  <a:pt x="1300340" y="71419"/>
                </a:lnTo>
                <a:lnTo>
                  <a:pt x="1300459" y="70710"/>
                </a:lnTo>
                <a:lnTo>
                  <a:pt x="1300565" y="70001"/>
                </a:lnTo>
                <a:lnTo>
                  <a:pt x="1300656" y="69293"/>
                </a:lnTo>
                <a:lnTo>
                  <a:pt x="1300733" y="68586"/>
                </a:lnTo>
                <a:lnTo>
                  <a:pt x="1300797" y="67880"/>
                </a:lnTo>
                <a:lnTo>
                  <a:pt x="1300846" y="67174"/>
                </a:lnTo>
                <a:lnTo>
                  <a:pt x="1300881" y="66469"/>
                </a:lnTo>
                <a:lnTo>
                  <a:pt x="1300902" y="65765"/>
                </a:lnTo>
                <a:lnTo>
                  <a:pt x="1300909" y="65062"/>
                </a:lnTo>
                <a:lnTo>
                  <a:pt x="1300897" y="64066"/>
                </a:lnTo>
                <a:lnTo>
                  <a:pt x="1300858" y="63080"/>
                </a:lnTo>
                <a:lnTo>
                  <a:pt x="1300794" y="62103"/>
                </a:lnTo>
                <a:lnTo>
                  <a:pt x="1300705" y="61136"/>
                </a:lnTo>
                <a:lnTo>
                  <a:pt x="1300590" y="60179"/>
                </a:lnTo>
                <a:lnTo>
                  <a:pt x="1300450" y="59231"/>
                </a:lnTo>
                <a:lnTo>
                  <a:pt x="1300284" y="58292"/>
                </a:lnTo>
                <a:lnTo>
                  <a:pt x="1300093" y="57363"/>
                </a:lnTo>
                <a:lnTo>
                  <a:pt x="1299876" y="56444"/>
                </a:lnTo>
                <a:lnTo>
                  <a:pt x="1299634" y="55534"/>
                </a:lnTo>
                <a:lnTo>
                  <a:pt x="1299366" y="54634"/>
                </a:lnTo>
                <a:lnTo>
                  <a:pt x="1299072" y="53743"/>
                </a:lnTo>
                <a:lnTo>
                  <a:pt x="1298754" y="52862"/>
                </a:lnTo>
                <a:lnTo>
                  <a:pt x="1298409" y="51990"/>
                </a:lnTo>
                <a:lnTo>
                  <a:pt x="1298039" y="51128"/>
                </a:lnTo>
                <a:lnTo>
                  <a:pt x="1297644" y="50275"/>
                </a:lnTo>
                <a:lnTo>
                  <a:pt x="1297223" y="49432"/>
                </a:lnTo>
                <a:lnTo>
                  <a:pt x="1296776" y="48598"/>
                </a:lnTo>
                <a:lnTo>
                  <a:pt x="1296305" y="47774"/>
                </a:lnTo>
                <a:lnTo>
                  <a:pt x="1295807" y="46960"/>
                </a:lnTo>
                <a:lnTo>
                  <a:pt x="1295284" y="46155"/>
                </a:lnTo>
                <a:lnTo>
                  <a:pt x="1294736" y="45360"/>
                </a:lnTo>
                <a:lnTo>
                  <a:pt x="1294162" y="44574"/>
                </a:lnTo>
                <a:lnTo>
                  <a:pt x="1293562" y="43797"/>
                </a:lnTo>
                <a:lnTo>
                  <a:pt x="1292831" y="42913"/>
                </a:lnTo>
                <a:lnTo>
                  <a:pt x="1292081" y="42066"/>
                </a:lnTo>
                <a:lnTo>
                  <a:pt x="1291311" y="41257"/>
                </a:lnTo>
                <a:lnTo>
                  <a:pt x="1290522" y="40486"/>
                </a:lnTo>
                <a:lnTo>
                  <a:pt x="1289713" y="39752"/>
                </a:lnTo>
                <a:lnTo>
                  <a:pt x="1288884" y="39056"/>
                </a:lnTo>
                <a:lnTo>
                  <a:pt x="1288036" y="38397"/>
                </a:lnTo>
                <a:lnTo>
                  <a:pt x="1287169" y="37776"/>
                </a:lnTo>
                <a:lnTo>
                  <a:pt x="1286281" y="37193"/>
                </a:lnTo>
                <a:lnTo>
                  <a:pt x="1285375" y="36647"/>
                </a:lnTo>
                <a:lnTo>
                  <a:pt x="1284448" y="36139"/>
                </a:lnTo>
                <a:lnTo>
                  <a:pt x="1283503" y="35669"/>
                </a:lnTo>
                <a:lnTo>
                  <a:pt x="1282537" y="35236"/>
                </a:lnTo>
                <a:lnTo>
                  <a:pt x="1281552" y="34841"/>
                </a:lnTo>
                <a:lnTo>
                  <a:pt x="1280548" y="34483"/>
                </a:lnTo>
                <a:lnTo>
                  <a:pt x="1279524" y="34163"/>
                </a:lnTo>
                <a:lnTo>
                  <a:pt x="1278480" y="33881"/>
                </a:lnTo>
                <a:lnTo>
                  <a:pt x="1277417" y="33636"/>
                </a:lnTo>
                <a:lnTo>
                  <a:pt x="1276335" y="33429"/>
                </a:lnTo>
                <a:lnTo>
                  <a:pt x="1275232" y="33260"/>
                </a:lnTo>
                <a:lnTo>
                  <a:pt x="1274111" y="33128"/>
                </a:lnTo>
                <a:lnTo>
                  <a:pt x="1272969" y="33034"/>
                </a:lnTo>
                <a:lnTo>
                  <a:pt x="1271808" y="32978"/>
                </a:lnTo>
                <a:lnTo>
                  <a:pt x="1270628" y="32959"/>
                </a:lnTo>
                <a:lnTo>
                  <a:pt x="1269977" y="32966"/>
                </a:lnTo>
                <a:lnTo>
                  <a:pt x="1269329" y="32987"/>
                </a:lnTo>
                <a:lnTo>
                  <a:pt x="1268684" y="33023"/>
                </a:lnTo>
                <a:lnTo>
                  <a:pt x="1268042" y="33072"/>
                </a:lnTo>
                <a:lnTo>
                  <a:pt x="1267402" y="33136"/>
                </a:lnTo>
                <a:close/>
                <a:moveTo>
                  <a:pt x="1271530" y="37777"/>
                </a:moveTo>
                <a:lnTo>
                  <a:pt x="1272109" y="37902"/>
                </a:lnTo>
                <a:lnTo>
                  <a:pt x="1272678" y="38051"/>
                </a:lnTo>
                <a:lnTo>
                  <a:pt x="1273237" y="38222"/>
                </a:lnTo>
                <a:lnTo>
                  <a:pt x="1273788" y="38417"/>
                </a:lnTo>
                <a:lnTo>
                  <a:pt x="1274329" y="38634"/>
                </a:lnTo>
                <a:lnTo>
                  <a:pt x="1274861" y="38874"/>
                </a:lnTo>
                <a:lnTo>
                  <a:pt x="1275383" y="39137"/>
                </a:lnTo>
                <a:lnTo>
                  <a:pt x="1275896" y="39422"/>
                </a:lnTo>
                <a:lnTo>
                  <a:pt x="1276400" y="39731"/>
                </a:lnTo>
                <a:lnTo>
                  <a:pt x="1276895" y="40062"/>
                </a:lnTo>
                <a:lnTo>
                  <a:pt x="1277380" y="40417"/>
                </a:lnTo>
                <a:lnTo>
                  <a:pt x="1277856" y="40794"/>
                </a:lnTo>
                <a:lnTo>
                  <a:pt x="1278323" y="41194"/>
                </a:lnTo>
                <a:lnTo>
                  <a:pt x="1278780" y="41617"/>
                </a:lnTo>
                <a:lnTo>
                  <a:pt x="1279228" y="42063"/>
                </a:lnTo>
                <a:lnTo>
                  <a:pt x="1279667" y="42531"/>
                </a:lnTo>
                <a:lnTo>
                  <a:pt x="1280097" y="43023"/>
                </a:lnTo>
                <a:lnTo>
                  <a:pt x="1280517" y="43537"/>
                </a:lnTo>
                <a:lnTo>
                  <a:pt x="1280928" y="44074"/>
                </a:lnTo>
                <a:lnTo>
                  <a:pt x="1281516" y="44887"/>
                </a:lnTo>
                <a:lnTo>
                  <a:pt x="1282079" y="45724"/>
                </a:lnTo>
                <a:lnTo>
                  <a:pt x="1282618" y="46586"/>
                </a:lnTo>
                <a:lnTo>
                  <a:pt x="1283131" y="47473"/>
                </a:lnTo>
                <a:lnTo>
                  <a:pt x="1283619" y="48385"/>
                </a:lnTo>
                <a:lnTo>
                  <a:pt x="1284082" y="49321"/>
                </a:lnTo>
                <a:lnTo>
                  <a:pt x="1284520" y="50282"/>
                </a:lnTo>
                <a:lnTo>
                  <a:pt x="1284933" y="51268"/>
                </a:lnTo>
                <a:lnTo>
                  <a:pt x="1285321" y="52279"/>
                </a:lnTo>
                <a:lnTo>
                  <a:pt x="1285684" y="53314"/>
                </a:lnTo>
                <a:lnTo>
                  <a:pt x="1286022" y="54375"/>
                </a:lnTo>
                <a:lnTo>
                  <a:pt x="1286335" y="55460"/>
                </a:lnTo>
                <a:lnTo>
                  <a:pt x="1286623" y="56569"/>
                </a:lnTo>
                <a:lnTo>
                  <a:pt x="1286886" y="57704"/>
                </a:lnTo>
                <a:lnTo>
                  <a:pt x="1287124" y="58863"/>
                </a:lnTo>
                <a:lnTo>
                  <a:pt x="1287336" y="60047"/>
                </a:lnTo>
                <a:lnTo>
                  <a:pt x="1287524" y="61256"/>
                </a:lnTo>
                <a:lnTo>
                  <a:pt x="1287687" y="62490"/>
                </a:lnTo>
                <a:lnTo>
                  <a:pt x="1287825" y="63748"/>
                </a:lnTo>
                <a:lnTo>
                  <a:pt x="1287937" y="65031"/>
                </a:lnTo>
                <a:lnTo>
                  <a:pt x="1288025" y="66339"/>
                </a:lnTo>
                <a:lnTo>
                  <a:pt x="1288088" y="67672"/>
                </a:lnTo>
                <a:lnTo>
                  <a:pt x="1288125" y="69029"/>
                </a:lnTo>
                <a:lnTo>
                  <a:pt x="1288138" y="70411"/>
                </a:lnTo>
                <a:lnTo>
                  <a:pt x="1288130" y="71512"/>
                </a:lnTo>
                <a:lnTo>
                  <a:pt x="1288108" y="72585"/>
                </a:lnTo>
                <a:lnTo>
                  <a:pt x="1288070" y="73631"/>
                </a:lnTo>
                <a:lnTo>
                  <a:pt x="1288017" y="74650"/>
                </a:lnTo>
                <a:lnTo>
                  <a:pt x="1287950" y="75641"/>
                </a:lnTo>
                <a:lnTo>
                  <a:pt x="1287867" y="76605"/>
                </a:lnTo>
                <a:lnTo>
                  <a:pt x="1287770" y="77541"/>
                </a:lnTo>
                <a:lnTo>
                  <a:pt x="1287657" y="78450"/>
                </a:lnTo>
                <a:lnTo>
                  <a:pt x="1287529" y="79332"/>
                </a:lnTo>
                <a:lnTo>
                  <a:pt x="1287387" y="80186"/>
                </a:lnTo>
                <a:lnTo>
                  <a:pt x="1287229" y="81013"/>
                </a:lnTo>
                <a:lnTo>
                  <a:pt x="1287056" y="81812"/>
                </a:lnTo>
                <a:lnTo>
                  <a:pt x="1286868" y="82584"/>
                </a:lnTo>
                <a:lnTo>
                  <a:pt x="1286666" y="83329"/>
                </a:lnTo>
                <a:lnTo>
                  <a:pt x="1286448" y="84046"/>
                </a:lnTo>
                <a:lnTo>
                  <a:pt x="1286215" y="84736"/>
                </a:lnTo>
                <a:lnTo>
                  <a:pt x="1285967" y="85399"/>
                </a:lnTo>
                <a:lnTo>
                  <a:pt x="1285704" y="86034"/>
                </a:lnTo>
                <a:lnTo>
                  <a:pt x="1285426" y="86642"/>
                </a:lnTo>
                <a:lnTo>
                  <a:pt x="1285133" y="87222"/>
                </a:lnTo>
                <a:lnTo>
                  <a:pt x="1284826" y="87776"/>
                </a:lnTo>
                <a:lnTo>
                  <a:pt x="1284503" y="88301"/>
                </a:lnTo>
                <a:lnTo>
                  <a:pt x="1284165" y="88799"/>
                </a:lnTo>
                <a:lnTo>
                  <a:pt x="1283812" y="89270"/>
                </a:lnTo>
                <a:lnTo>
                  <a:pt x="1283447" y="89718"/>
                </a:lnTo>
                <a:lnTo>
                  <a:pt x="1283074" y="90147"/>
                </a:lnTo>
                <a:lnTo>
                  <a:pt x="1282694" y="90556"/>
                </a:lnTo>
                <a:lnTo>
                  <a:pt x="1282305" y="90947"/>
                </a:lnTo>
                <a:lnTo>
                  <a:pt x="1281908" y="91318"/>
                </a:lnTo>
                <a:lnTo>
                  <a:pt x="1281503" y="91671"/>
                </a:lnTo>
                <a:lnTo>
                  <a:pt x="1281090" y="92004"/>
                </a:lnTo>
                <a:lnTo>
                  <a:pt x="1280668" y="92319"/>
                </a:lnTo>
                <a:lnTo>
                  <a:pt x="1280239" y="92614"/>
                </a:lnTo>
                <a:lnTo>
                  <a:pt x="1279801" y="92890"/>
                </a:lnTo>
                <a:lnTo>
                  <a:pt x="1279356" y="93147"/>
                </a:lnTo>
                <a:lnTo>
                  <a:pt x="1278902" y="93385"/>
                </a:lnTo>
                <a:lnTo>
                  <a:pt x="1278440" y="93605"/>
                </a:lnTo>
                <a:lnTo>
                  <a:pt x="1277970" y="93805"/>
                </a:lnTo>
                <a:lnTo>
                  <a:pt x="1277492" y="93986"/>
                </a:lnTo>
                <a:lnTo>
                  <a:pt x="1277006" y="94147"/>
                </a:lnTo>
                <a:lnTo>
                  <a:pt x="1276512" y="94290"/>
                </a:lnTo>
                <a:lnTo>
                  <a:pt x="1276010" y="94414"/>
                </a:lnTo>
                <a:lnTo>
                  <a:pt x="1275499" y="94519"/>
                </a:lnTo>
                <a:lnTo>
                  <a:pt x="1274981" y="94605"/>
                </a:lnTo>
                <a:lnTo>
                  <a:pt x="1274454" y="94671"/>
                </a:lnTo>
                <a:lnTo>
                  <a:pt x="1273919" y="94719"/>
                </a:lnTo>
                <a:lnTo>
                  <a:pt x="1273376" y="94748"/>
                </a:lnTo>
                <a:lnTo>
                  <a:pt x="1272825" y="94757"/>
                </a:lnTo>
                <a:lnTo>
                  <a:pt x="1272087" y="94740"/>
                </a:lnTo>
                <a:lnTo>
                  <a:pt x="1271362" y="94688"/>
                </a:lnTo>
                <a:lnTo>
                  <a:pt x="1270648" y="94602"/>
                </a:lnTo>
                <a:lnTo>
                  <a:pt x="1269946" y="94481"/>
                </a:lnTo>
                <a:lnTo>
                  <a:pt x="1269256" y="94326"/>
                </a:lnTo>
                <a:lnTo>
                  <a:pt x="1268579" y="94136"/>
                </a:lnTo>
                <a:lnTo>
                  <a:pt x="1267913" y="93911"/>
                </a:lnTo>
                <a:lnTo>
                  <a:pt x="1267260" y="93652"/>
                </a:lnTo>
                <a:lnTo>
                  <a:pt x="1266618" y="93359"/>
                </a:lnTo>
                <a:lnTo>
                  <a:pt x="1265989" y="93031"/>
                </a:lnTo>
                <a:lnTo>
                  <a:pt x="1265371" y="92668"/>
                </a:lnTo>
                <a:lnTo>
                  <a:pt x="1264766" y="92271"/>
                </a:lnTo>
                <a:lnTo>
                  <a:pt x="1264172" y="91840"/>
                </a:lnTo>
                <a:lnTo>
                  <a:pt x="1263591" y="91374"/>
                </a:lnTo>
                <a:lnTo>
                  <a:pt x="1263022" y="90873"/>
                </a:lnTo>
                <a:lnTo>
                  <a:pt x="1262464" y="90338"/>
                </a:lnTo>
                <a:lnTo>
                  <a:pt x="1261919" y="89768"/>
                </a:lnTo>
                <a:lnTo>
                  <a:pt x="1261386" y="89164"/>
                </a:lnTo>
                <a:lnTo>
                  <a:pt x="1260865" y="88525"/>
                </a:lnTo>
                <a:lnTo>
                  <a:pt x="1260356" y="87852"/>
                </a:lnTo>
                <a:lnTo>
                  <a:pt x="1259859" y="87144"/>
                </a:lnTo>
                <a:lnTo>
                  <a:pt x="1259374" y="86402"/>
                </a:lnTo>
                <a:lnTo>
                  <a:pt x="1258901" y="85625"/>
                </a:lnTo>
                <a:lnTo>
                  <a:pt x="1258440" y="84814"/>
                </a:lnTo>
                <a:lnTo>
                  <a:pt x="1257995" y="83978"/>
                </a:lnTo>
                <a:lnTo>
                  <a:pt x="1257568" y="83130"/>
                </a:lnTo>
                <a:lnTo>
                  <a:pt x="1257161" y="82268"/>
                </a:lnTo>
                <a:lnTo>
                  <a:pt x="1256772" y="81394"/>
                </a:lnTo>
                <a:lnTo>
                  <a:pt x="1256402" y="80506"/>
                </a:lnTo>
                <a:lnTo>
                  <a:pt x="1256052" y="79605"/>
                </a:lnTo>
                <a:lnTo>
                  <a:pt x="1255720" y="78691"/>
                </a:lnTo>
                <a:lnTo>
                  <a:pt x="1255407" y="77764"/>
                </a:lnTo>
                <a:lnTo>
                  <a:pt x="1255113" y="76824"/>
                </a:lnTo>
                <a:lnTo>
                  <a:pt x="1254839" y="75871"/>
                </a:lnTo>
                <a:lnTo>
                  <a:pt x="1254583" y="74905"/>
                </a:lnTo>
                <a:lnTo>
                  <a:pt x="1254346" y="73925"/>
                </a:lnTo>
                <a:lnTo>
                  <a:pt x="1254128" y="72933"/>
                </a:lnTo>
                <a:lnTo>
                  <a:pt x="1253929" y="71928"/>
                </a:lnTo>
                <a:lnTo>
                  <a:pt x="1253749" y="70909"/>
                </a:lnTo>
                <a:lnTo>
                  <a:pt x="1253588" y="69877"/>
                </a:lnTo>
                <a:lnTo>
                  <a:pt x="1253445" y="68832"/>
                </a:lnTo>
                <a:lnTo>
                  <a:pt x="1253322" y="67774"/>
                </a:lnTo>
                <a:lnTo>
                  <a:pt x="1253218" y="66704"/>
                </a:lnTo>
                <a:lnTo>
                  <a:pt x="1253133" y="65619"/>
                </a:lnTo>
                <a:lnTo>
                  <a:pt x="1253066" y="64522"/>
                </a:lnTo>
                <a:lnTo>
                  <a:pt x="1253019" y="63412"/>
                </a:lnTo>
                <a:lnTo>
                  <a:pt x="1252991" y="62289"/>
                </a:lnTo>
                <a:lnTo>
                  <a:pt x="1252981" y="61152"/>
                </a:lnTo>
                <a:lnTo>
                  <a:pt x="1252985" y="60449"/>
                </a:lnTo>
                <a:lnTo>
                  <a:pt x="1252997" y="59756"/>
                </a:lnTo>
                <a:lnTo>
                  <a:pt x="1253016" y="59075"/>
                </a:lnTo>
                <a:lnTo>
                  <a:pt x="1253044" y="58403"/>
                </a:lnTo>
                <a:lnTo>
                  <a:pt x="1253079" y="57743"/>
                </a:lnTo>
                <a:lnTo>
                  <a:pt x="1253123" y="57093"/>
                </a:lnTo>
                <a:lnTo>
                  <a:pt x="1253174" y="56454"/>
                </a:lnTo>
                <a:lnTo>
                  <a:pt x="1253233" y="55826"/>
                </a:lnTo>
                <a:lnTo>
                  <a:pt x="1253300" y="55208"/>
                </a:lnTo>
                <a:lnTo>
                  <a:pt x="1253374" y="54602"/>
                </a:lnTo>
                <a:lnTo>
                  <a:pt x="1253457" y="54005"/>
                </a:lnTo>
                <a:lnTo>
                  <a:pt x="1253548" y="53420"/>
                </a:lnTo>
                <a:lnTo>
                  <a:pt x="1253646" y="52845"/>
                </a:lnTo>
                <a:lnTo>
                  <a:pt x="1253752" y="52281"/>
                </a:lnTo>
                <a:lnTo>
                  <a:pt x="1253866" y="51728"/>
                </a:lnTo>
                <a:lnTo>
                  <a:pt x="1253988" y="51185"/>
                </a:lnTo>
                <a:lnTo>
                  <a:pt x="1254118" y="50654"/>
                </a:lnTo>
                <a:lnTo>
                  <a:pt x="1254256" y="50132"/>
                </a:lnTo>
                <a:lnTo>
                  <a:pt x="1254401" y="49622"/>
                </a:lnTo>
                <a:lnTo>
                  <a:pt x="1254555" y="49122"/>
                </a:lnTo>
                <a:lnTo>
                  <a:pt x="1254716" y="48633"/>
                </a:lnTo>
                <a:lnTo>
                  <a:pt x="1254885" y="48155"/>
                </a:lnTo>
                <a:lnTo>
                  <a:pt x="1255062" y="47687"/>
                </a:lnTo>
                <a:lnTo>
                  <a:pt x="1255247" y="47231"/>
                </a:lnTo>
                <a:lnTo>
                  <a:pt x="1255438" y="46785"/>
                </a:lnTo>
                <a:lnTo>
                  <a:pt x="1255634" y="46350"/>
                </a:lnTo>
                <a:lnTo>
                  <a:pt x="1255836" y="45927"/>
                </a:lnTo>
                <a:lnTo>
                  <a:pt x="1256041" y="45515"/>
                </a:lnTo>
                <a:lnTo>
                  <a:pt x="1256252" y="45114"/>
                </a:lnTo>
                <a:lnTo>
                  <a:pt x="1256468" y="44725"/>
                </a:lnTo>
                <a:lnTo>
                  <a:pt x="1256689" y="44347"/>
                </a:lnTo>
                <a:lnTo>
                  <a:pt x="1256914" y="43980"/>
                </a:lnTo>
                <a:lnTo>
                  <a:pt x="1257144" y="43625"/>
                </a:lnTo>
                <a:lnTo>
                  <a:pt x="1257380" y="43281"/>
                </a:lnTo>
                <a:lnTo>
                  <a:pt x="1257620" y="42948"/>
                </a:lnTo>
                <a:lnTo>
                  <a:pt x="1257865" y="42627"/>
                </a:lnTo>
                <a:lnTo>
                  <a:pt x="1258115" y="42317"/>
                </a:lnTo>
                <a:lnTo>
                  <a:pt x="1258370" y="42018"/>
                </a:lnTo>
                <a:lnTo>
                  <a:pt x="1258629" y="41730"/>
                </a:lnTo>
                <a:lnTo>
                  <a:pt x="1258894" y="41454"/>
                </a:lnTo>
                <a:lnTo>
                  <a:pt x="1259163" y="41189"/>
                </a:lnTo>
                <a:lnTo>
                  <a:pt x="1259438" y="40936"/>
                </a:lnTo>
                <a:lnTo>
                  <a:pt x="1259717" y="40693"/>
                </a:lnTo>
                <a:lnTo>
                  <a:pt x="1260001" y="40462"/>
                </a:lnTo>
                <a:lnTo>
                  <a:pt x="1260290" y="40243"/>
                </a:lnTo>
                <a:lnTo>
                  <a:pt x="1260584" y="40034"/>
                </a:lnTo>
                <a:lnTo>
                  <a:pt x="1260883" y="39837"/>
                </a:lnTo>
                <a:lnTo>
                  <a:pt x="1261187" y="39652"/>
                </a:lnTo>
                <a:lnTo>
                  <a:pt x="1261493" y="39475"/>
                </a:lnTo>
                <a:lnTo>
                  <a:pt x="1261799" y="39307"/>
                </a:lnTo>
                <a:lnTo>
                  <a:pt x="1262104" y="39145"/>
                </a:lnTo>
                <a:lnTo>
                  <a:pt x="1262410" y="38991"/>
                </a:lnTo>
                <a:lnTo>
                  <a:pt x="1262716" y="38845"/>
                </a:lnTo>
                <a:lnTo>
                  <a:pt x="1263021" y="38706"/>
                </a:lnTo>
                <a:lnTo>
                  <a:pt x="1263327" y="38575"/>
                </a:lnTo>
                <a:lnTo>
                  <a:pt x="1263632" y="38451"/>
                </a:lnTo>
                <a:lnTo>
                  <a:pt x="1263937" y="38335"/>
                </a:lnTo>
                <a:lnTo>
                  <a:pt x="1264242" y="38226"/>
                </a:lnTo>
                <a:lnTo>
                  <a:pt x="1264547" y="38125"/>
                </a:lnTo>
                <a:lnTo>
                  <a:pt x="1264852" y="38031"/>
                </a:lnTo>
                <a:lnTo>
                  <a:pt x="1265156" y="37945"/>
                </a:lnTo>
                <a:lnTo>
                  <a:pt x="1265461" y="37866"/>
                </a:lnTo>
                <a:lnTo>
                  <a:pt x="1265765" y="37795"/>
                </a:lnTo>
                <a:lnTo>
                  <a:pt x="1266069" y="37731"/>
                </a:lnTo>
                <a:lnTo>
                  <a:pt x="1266374" y="37675"/>
                </a:lnTo>
                <a:lnTo>
                  <a:pt x="1266678" y="37626"/>
                </a:lnTo>
                <a:lnTo>
                  <a:pt x="1266982" y="37585"/>
                </a:lnTo>
                <a:lnTo>
                  <a:pt x="1267285" y="37551"/>
                </a:lnTo>
                <a:lnTo>
                  <a:pt x="1267589" y="37525"/>
                </a:lnTo>
                <a:lnTo>
                  <a:pt x="1267893" y="37506"/>
                </a:lnTo>
                <a:lnTo>
                  <a:pt x="1268196" y="37495"/>
                </a:lnTo>
                <a:lnTo>
                  <a:pt x="1268499" y="37491"/>
                </a:lnTo>
                <a:lnTo>
                  <a:pt x="1269124" y="37502"/>
                </a:lnTo>
                <a:lnTo>
                  <a:pt x="1269740" y="37537"/>
                </a:lnTo>
                <a:lnTo>
                  <a:pt x="1270346" y="37594"/>
                </a:lnTo>
                <a:lnTo>
                  <a:pt x="1270943" y="37674"/>
                </a:lnTo>
                <a:lnTo>
                  <a:pt x="1271530" y="377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C44F7-55BD-4266-9713-4FA21B1A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66" y="5024459"/>
            <a:ext cx="846314" cy="925567"/>
          </a:xfrm>
          <a:custGeom xmlns:a="http://schemas.openxmlformats.org/drawingml/2006/main">
            <a:pathLst>
              <a:path w="846314" h="925567">
                <a:moveTo>
                  <a:pt x="280204" y="0"/>
                </a:moveTo>
                <a:lnTo>
                  <a:pt x="840593" y="5697"/>
                </a:lnTo>
                <a:cubicBezTo>
                  <a:pt x="842508" y="190452"/>
                  <a:pt x="844399" y="375180"/>
                  <a:pt x="846314" y="559921"/>
                </a:cubicBezTo>
                <a:lnTo>
                  <a:pt x="566110" y="919846"/>
                </a:lnTo>
                <a:lnTo>
                  <a:pt x="0" y="925567"/>
                </a:lnTo>
                <a:lnTo>
                  <a:pt x="0" y="365649"/>
                </a:lnTo>
                <a:lnTo>
                  <a:pt x="280204" y="0"/>
                </a:lnTo>
                <a:close/>
                <a:moveTo>
                  <a:pt x="28020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7FA68-1F62-4ACF-811B-D25A85D0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57" y="5030863"/>
            <a:ext cx="10" cy="556126"/>
          </a:xfrm>
          <a:custGeom xmlns:a="http://schemas.openxmlformats.org/drawingml/2006/main">
            <a:pathLst>
              <a:path w="1" h="556126" fill="none">
                <a:moveTo>
                  <a:pt x="0" y="556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custDash>
              <a:ds d="300000" sp="400000"/>
            </a:custDash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2169C-76E2-4553-BEF1-6CF1690E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57" y="5583131"/>
            <a:ext cx="556112" cy="10"/>
          </a:xfrm>
          <a:custGeom xmlns:a="http://schemas.openxmlformats.org/drawingml/2006/main">
            <a:pathLst>
              <a:path w="556112" h="1" fill="none">
                <a:moveTo>
                  <a:pt x="0" y="0"/>
                </a:moveTo>
                <a:lnTo>
                  <a:pt x="556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custDash>
              <a:ds d="300000" sp="400000"/>
            </a:custDash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07E8D-D9B3-42F9-AE49-42636A98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55" y="5386263"/>
            <a:ext cx="10" cy="556126"/>
          </a:xfrm>
          <a:custGeom xmlns:a="http://schemas.openxmlformats.org/drawingml/2006/main">
            <a:pathLst>
              <a:path w="1" h="556126" fill="none">
                <a:moveTo>
                  <a:pt x="0" y="556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40568-F358-4D75-8AF3-63AAD509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55" y="5025738"/>
            <a:ext cx="278061" cy="361483"/>
          </a:xfrm>
          <a:custGeom xmlns:a="http://schemas.openxmlformats.org/drawingml/2006/main">
            <a:pathLst>
              <a:path w="278061" h="361483" fill="none">
                <a:moveTo>
                  <a:pt x="0" y="361483"/>
                </a:moveTo>
                <a:lnTo>
                  <a:pt x="2780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109F8-0A0D-4436-9588-0B7FBEC6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189" y="5583131"/>
            <a:ext cx="278064" cy="361480"/>
          </a:xfrm>
          <a:custGeom xmlns:a="http://schemas.openxmlformats.org/drawingml/2006/main">
            <a:pathLst>
              <a:path w="278064" h="361480" fill="none">
                <a:moveTo>
                  <a:pt x="0" y="361480"/>
                </a:moveTo>
                <a:lnTo>
                  <a:pt x="2780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4CD51-01E0-44FC-B64C-6AE32232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55" y="5583131"/>
            <a:ext cx="278061" cy="361480"/>
          </a:xfrm>
          <a:custGeom xmlns:a="http://schemas.openxmlformats.org/drawingml/2006/main">
            <a:pathLst>
              <a:path w="278061" h="361480" fill="none">
                <a:moveTo>
                  <a:pt x="0" y="361480"/>
                </a:moveTo>
                <a:lnTo>
                  <a:pt x="2780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custDash>
              <a:ds d="300000" sp="400000"/>
            </a:custDash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44493-01C0-41FC-9585-581F2A5E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189" y="5386263"/>
            <a:ext cx="10" cy="556126"/>
          </a:xfrm>
          <a:custGeom xmlns:a="http://schemas.openxmlformats.org/drawingml/2006/main">
            <a:pathLst>
              <a:path w="1" h="556126" fill="none">
                <a:moveTo>
                  <a:pt x="0" y="556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E8952-7847-4938-B93A-D5070F63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447" y="5025752"/>
            <a:ext cx="10" cy="556112"/>
          </a:xfrm>
          <a:custGeom xmlns:a="http://schemas.openxmlformats.org/drawingml/2006/main">
            <a:pathLst>
              <a:path w="1" h="556112" fill="none">
                <a:moveTo>
                  <a:pt x="0" y="5561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AFBA8-6E23-4EEE-8A5E-236BBC79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189" y="5033419"/>
            <a:ext cx="278064" cy="361469"/>
          </a:xfrm>
          <a:custGeom xmlns:a="http://schemas.openxmlformats.org/drawingml/2006/main">
            <a:pathLst>
              <a:path w="278064" h="361469" fill="none">
                <a:moveTo>
                  <a:pt x="0" y="361469"/>
                </a:moveTo>
                <a:lnTo>
                  <a:pt x="2780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417EB-1530-4814-B6AD-A27F4C4D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31" y="5580575"/>
            <a:ext cx="278064" cy="361480"/>
          </a:xfrm>
          <a:custGeom xmlns:a="http://schemas.openxmlformats.org/drawingml/2006/main">
            <a:pathLst>
              <a:path w="278064" h="361480" fill="none">
                <a:moveTo>
                  <a:pt x="0" y="361480"/>
                </a:moveTo>
                <a:lnTo>
                  <a:pt x="2780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BFBFBF"/>
            </a:solidFill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22EC0-F689-43CC-BB75-CEA28FDE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214" y="5222619"/>
            <a:ext cx="10" cy="556126"/>
          </a:xfrm>
          <a:custGeom xmlns:a="http://schemas.openxmlformats.org/drawingml/2006/main">
            <a:pathLst>
              <a:path w="1" h="556126" fill="none">
                <a:moveTo>
                  <a:pt x="0" y="556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BFBFBF"/>
            </a:solidFill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00B30-B33C-45B1-8016-0062393B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199" y="5475739"/>
            <a:ext cx="48585" cy="48585"/>
          </a:xfrm>
          <a:custGeom xmlns:a="http://schemas.openxmlformats.org/drawingml/2006/main">
            <a:pathLst>
              <a:path w="48585" h="48585">
                <a:moveTo>
                  <a:pt x="0" y="24292"/>
                </a:moveTo>
                <a:cubicBezTo>
                  <a:pt x="0" y="10860"/>
                  <a:pt x="10874" y="0"/>
                  <a:pt x="24293" y="0"/>
                </a:cubicBezTo>
                <a:cubicBezTo>
                  <a:pt x="37722" y="0"/>
                  <a:pt x="48585" y="10860"/>
                  <a:pt x="48585" y="24292"/>
                </a:cubicBezTo>
                <a:cubicBezTo>
                  <a:pt x="48585" y="37708"/>
                  <a:pt x="37722" y="48585"/>
                  <a:pt x="24293" y="48585"/>
                </a:cubicBezTo>
                <a:cubicBezTo>
                  <a:pt x="10874" y="48585"/>
                  <a:pt x="0" y="37708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4E7B7-5FE6-4836-94E6-FE0DB181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199" y="5475739"/>
            <a:ext cx="48585" cy="48585"/>
          </a:xfrm>
          <a:custGeom xmlns:a="http://schemas.openxmlformats.org/drawingml/2006/main">
            <a:pathLst>
              <a:path w="48585" h="48585" fill="none">
                <a:moveTo>
                  <a:pt x="0" y="24292"/>
                </a:moveTo>
                <a:cubicBezTo>
                  <a:pt x="0" y="10860"/>
                  <a:pt x="10874" y="0"/>
                  <a:pt x="24293" y="0"/>
                </a:cubicBezTo>
                <a:cubicBezTo>
                  <a:pt x="37722" y="0"/>
                  <a:pt x="48585" y="10860"/>
                  <a:pt x="48585" y="24292"/>
                </a:cubicBezTo>
                <a:cubicBezTo>
                  <a:pt x="48585" y="37708"/>
                  <a:pt x="37722" y="48585"/>
                  <a:pt x="24293" y="48585"/>
                </a:cubicBezTo>
                <a:cubicBezTo>
                  <a:pt x="10874" y="48585"/>
                  <a:pt x="0" y="37708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742F00"/>
            </a:solidFill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20902-864F-4925-8DCD-237D67BD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55" y="5943640"/>
            <a:ext cx="556112" cy="10"/>
          </a:xfrm>
          <a:custGeom xmlns:a="http://schemas.openxmlformats.org/drawingml/2006/main">
            <a:pathLst>
              <a:path w="556112" h="1" fill="none">
                <a:moveTo>
                  <a:pt x="0" y="0"/>
                </a:moveTo>
                <a:lnTo>
                  <a:pt x="556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DBFFB-88A1-42B4-97CA-F91766E2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57" y="5025738"/>
            <a:ext cx="556112" cy="10"/>
          </a:xfrm>
          <a:custGeom xmlns:a="http://schemas.openxmlformats.org/drawingml/2006/main">
            <a:pathLst>
              <a:path w="556112" h="1" fill="none">
                <a:moveTo>
                  <a:pt x="0" y="0"/>
                </a:moveTo>
                <a:lnTo>
                  <a:pt x="556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91E36-33E3-41B7-8139-9D30588B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31" y="5025738"/>
            <a:ext cx="278064" cy="361483"/>
          </a:xfrm>
          <a:custGeom xmlns:a="http://schemas.openxmlformats.org/drawingml/2006/main">
            <a:pathLst>
              <a:path w="278064" h="361483" fill="none">
                <a:moveTo>
                  <a:pt x="0" y="361483"/>
                </a:moveTo>
                <a:lnTo>
                  <a:pt x="2780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BFBFBF"/>
            </a:solidFill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6DFE1-2737-4B02-BE19-810D27A4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55" y="5386250"/>
            <a:ext cx="556112" cy="10"/>
          </a:xfrm>
          <a:custGeom xmlns:a="http://schemas.openxmlformats.org/drawingml/2006/main">
            <a:pathLst>
              <a:path w="556112" h="1" fill="none">
                <a:moveTo>
                  <a:pt x="0" y="0"/>
                </a:moveTo>
                <a:lnTo>
                  <a:pt x="556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rnd">
            <a:solidFill>
              <a:srgbClr val="FFCC00"/>
            </a:solidFill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725BD-BE03-4C63-A3D9-04B108F6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47" y="3935251"/>
            <a:ext cx="532497" cy="33210"/>
          </a:xfrm>
          <a:custGeom xmlns:a="http://schemas.openxmlformats.org/drawingml/2006/main">
            <a:pathLst>
              <a:path w="532497" h="33210" fill="none">
                <a:moveTo>
                  <a:pt x="0" y="0"/>
                </a:moveTo>
                <a:lnTo>
                  <a:pt x="532497" y="3321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42535C"/>
            </a:solidFill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BEC40-7127-48FF-B738-AF274F6C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710" y="3935251"/>
            <a:ext cx="532487" cy="33210"/>
          </a:xfrm>
          <a:custGeom xmlns:a="http://schemas.openxmlformats.org/drawingml/2006/main">
            <a:pathLst>
              <a:path w="532487" h="33210" fill="none">
                <a:moveTo>
                  <a:pt x="0" y="0"/>
                </a:moveTo>
                <a:lnTo>
                  <a:pt x="532487" y="3321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42535C"/>
            </a:solidFill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5CD83-EAB9-4D4C-8478-64E371AE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272" y="3874780"/>
            <a:ext cx="46680" cy="78480"/>
          </a:xfrm>
          <a:custGeom xmlns:a="http://schemas.openxmlformats.org/drawingml/2006/main">
            <a:pathLst>
              <a:path w="46680" h="78480">
                <a:moveTo>
                  <a:pt x="18960" y="31397"/>
                </a:moveTo>
                <a:lnTo>
                  <a:pt x="0" y="29694"/>
                </a:lnTo>
                <a:lnTo>
                  <a:pt x="19154" y="78480"/>
                </a:lnTo>
                <a:lnTo>
                  <a:pt x="46680" y="33888"/>
                </a:lnTo>
                <a:lnTo>
                  <a:pt x="27720" y="32184"/>
                </a:lnTo>
                <a:lnTo>
                  <a:pt x="30532" y="784"/>
                </a:lnTo>
                <a:lnTo>
                  <a:pt x="21774" y="0"/>
                </a:lnTo>
                <a:lnTo>
                  <a:pt x="18960" y="31397"/>
                </a:lnTo>
                <a:close/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32FC1-B125-4A7A-8A8A-FD7FC3B6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78" y="3826594"/>
            <a:ext cx="48585" cy="48571"/>
          </a:xfrm>
          <a:custGeom xmlns:a="http://schemas.openxmlformats.org/drawingml/2006/main">
            <a:pathLst>
              <a:path w="48585" h="48571">
                <a:moveTo>
                  <a:pt x="0" y="24279"/>
                </a:moveTo>
                <a:cubicBezTo>
                  <a:pt x="0" y="10860"/>
                  <a:pt x="10874" y="0"/>
                  <a:pt x="24293" y="0"/>
                </a:cubicBezTo>
                <a:cubicBezTo>
                  <a:pt x="37722" y="0"/>
                  <a:pt x="48585" y="10860"/>
                  <a:pt x="48585" y="24279"/>
                </a:cubicBezTo>
                <a:cubicBezTo>
                  <a:pt x="48585" y="37708"/>
                  <a:pt x="37722" y="48571"/>
                  <a:pt x="24293" y="48571"/>
                </a:cubicBezTo>
                <a:cubicBezTo>
                  <a:pt x="10874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4E4A6-629D-49E4-A7E9-76968BD9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78" y="3826594"/>
            <a:ext cx="48585" cy="48571"/>
          </a:xfrm>
          <a:custGeom xmlns:a="http://schemas.openxmlformats.org/drawingml/2006/main">
            <a:pathLst>
              <a:path w="48585" h="48571" fill="none">
                <a:moveTo>
                  <a:pt x="0" y="24279"/>
                </a:moveTo>
                <a:cubicBezTo>
                  <a:pt x="0" y="10860"/>
                  <a:pt x="10874" y="0"/>
                  <a:pt x="24293" y="0"/>
                </a:cubicBezTo>
                <a:cubicBezTo>
                  <a:pt x="37722" y="0"/>
                  <a:pt x="48585" y="10860"/>
                  <a:pt x="48585" y="24279"/>
                </a:cubicBezTo>
                <a:cubicBezTo>
                  <a:pt x="48585" y="37708"/>
                  <a:pt x="37722" y="48571"/>
                  <a:pt x="24293" y="48571"/>
                </a:cubicBezTo>
                <a:cubicBezTo>
                  <a:pt x="10874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441" name="Text Material:VolumetricSurfaceAttributes">
            <a:extLst xmlns:a="http://schemas.openxmlformats.org/drawingml/2006/main">
              <a:ext uri="{FF2B5EF4-FFF2-40B4-BE49-F238E27FC236}">
                <a16:creationId xmlns:a16="http://schemas.microsoft.com/office/drawing/2014/main" id="{97FBA62F-42C6-4FB4-AADC-D9155803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8" y="3357246"/>
            <a:ext cx="3336163" cy="146707"/>
          </a:xfrm>
          <a:custGeom xmlns:a="http://schemas.openxmlformats.org/drawingml/2006/main">
            <a:pathLst>
              <a:path w="3336163" h="146707">
                <a:moveTo>
                  <a:pt x="0" y="143347"/>
                </a:moveTo>
                <a:lnTo>
                  <a:pt x="0" y="11201"/>
                </a:lnTo>
                <a:lnTo>
                  <a:pt x="36768" y="11201"/>
                </a:lnTo>
                <a:lnTo>
                  <a:pt x="71113" y="105083"/>
                </a:lnTo>
                <a:lnTo>
                  <a:pt x="71674" y="105083"/>
                </a:lnTo>
                <a:lnTo>
                  <a:pt x="105642" y="11201"/>
                </a:lnTo>
                <a:lnTo>
                  <a:pt x="142598" y="11201"/>
                </a:lnTo>
                <a:lnTo>
                  <a:pt x="142598" y="143347"/>
                </a:lnTo>
                <a:lnTo>
                  <a:pt x="119267" y="143347"/>
                </a:lnTo>
                <a:lnTo>
                  <a:pt x="119267" y="37144"/>
                </a:lnTo>
                <a:lnTo>
                  <a:pt x="118894" y="37144"/>
                </a:lnTo>
                <a:lnTo>
                  <a:pt x="78765" y="143347"/>
                </a:lnTo>
                <a:lnTo>
                  <a:pt x="62341" y="143347"/>
                </a:lnTo>
                <a:lnTo>
                  <a:pt x="22770" y="37144"/>
                </a:lnTo>
                <a:lnTo>
                  <a:pt x="22397" y="37144"/>
                </a:lnTo>
                <a:lnTo>
                  <a:pt x="22397" y="143347"/>
                </a:lnTo>
                <a:lnTo>
                  <a:pt x="0" y="143347"/>
                </a:lnTo>
                <a:close/>
                <a:moveTo>
                  <a:pt x="226217" y="143347"/>
                </a:moveTo>
                <a:lnTo>
                  <a:pt x="226217" y="131960"/>
                </a:lnTo>
                <a:lnTo>
                  <a:pt x="225659" y="131960"/>
                </a:lnTo>
                <a:cubicBezTo>
                  <a:pt x="223418" y="135942"/>
                  <a:pt x="219779" y="139208"/>
                  <a:pt x="214740" y="141760"/>
                </a:cubicBezTo>
                <a:cubicBezTo>
                  <a:pt x="209700" y="144310"/>
                  <a:pt x="204070" y="145585"/>
                  <a:pt x="197848" y="145585"/>
                </a:cubicBezTo>
                <a:cubicBezTo>
                  <a:pt x="189262" y="145585"/>
                  <a:pt x="181515" y="143314"/>
                  <a:pt x="174608" y="138773"/>
                </a:cubicBezTo>
                <a:cubicBezTo>
                  <a:pt x="167702" y="134231"/>
                  <a:pt x="164249" y="127232"/>
                  <a:pt x="164249" y="117777"/>
                </a:cubicBezTo>
                <a:cubicBezTo>
                  <a:pt x="164249" y="112675"/>
                  <a:pt x="165524" y="108227"/>
                  <a:pt x="168074" y="104431"/>
                </a:cubicBezTo>
                <a:cubicBezTo>
                  <a:pt x="170626" y="100636"/>
                  <a:pt x="173831" y="97680"/>
                  <a:pt x="177689" y="95565"/>
                </a:cubicBezTo>
                <a:cubicBezTo>
                  <a:pt x="181548" y="93450"/>
                  <a:pt x="186369" y="91739"/>
                  <a:pt x="192155" y="90433"/>
                </a:cubicBezTo>
                <a:cubicBezTo>
                  <a:pt x="197940" y="89125"/>
                  <a:pt x="203415" y="88285"/>
                  <a:pt x="208579" y="87913"/>
                </a:cubicBezTo>
                <a:cubicBezTo>
                  <a:pt x="213744" y="87539"/>
                  <a:pt x="219499" y="87352"/>
                  <a:pt x="225844" y="87352"/>
                </a:cubicBezTo>
                <a:lnTo>
                  <a:pt x="225844" y="85113"/>
                </a:lnTo>
                <a:cubicBezTo>
                  <a:pt x="225844" y="79886"/>
                  <a:pt x="223915" y="75842"/>
                  <a:pt x="220057" y="72981"/>
                </a:cubicBezTo>
                <a:cubicBezTo>
                  <a:pt x="216201" y="70119"/>
                  <a:pt x="211286" y="68689"/>
                  <a:pt x="205312" y="68689"/>
                </a:cubicBezTo>
                <a:cubicBezTo>
                  <a:pt x="195857" y="68689"/>
                  <a:pt x="187707" y="72110"/>
                  <a:pt x="180862" y="78953"/>
                </a:cubicBezTo>
                <a:lnTo>
                  <a:pt x="169291" y="65328"/>
                </a:lnTo>
                <a:cubicBezTo>
                  <a:pt x="179494" y="55871"/>
                  <a:pt x="192124" y="51142"/>
                  <a:pt x="207181" y="51142"/>
                </a:cubicBezTo>
                <a:cubicBezTo>
                  <a:pt x="214895" y="51142"/>
                  <a:pt x="221459" y="52231"/>
                  <a:pt x="226872" y="54409"/>
                </a:cubicBezTo>
                <a:cubicBezTo>
                  <a:pt x="232285" y="56586"/>
                  <a:pt x="236423" y="59573"/>
                  <a:pt x="239284" y="63368"/>
                </a:cubicBezTo>
                <a:cubicBezTo>
                  <a:pt x="242145" y="67164"/>
                  <a:pt x="244166" y="71146"/>
                  <a:pt x="245347" y="75316"/>
                </a:cubicBezTo>
                <a:cubicBezTo>
                  <a:pt x="246530" y="79483"/>
                  <a:pt x="247122" y="83993"/>
                  <a:pt x="247122" y="88844"/>
                </a:cubicBezTo>
                <a:lnTo>
                  <a:pt x="247122" y="143347"/>
                </a:lnTo>
                <a:lnTo>
                  <a:pt x="226217" y="143347"/>
                </a:lnTo>
                <a:moveTo>
                  <a:pt x="225844" y="105644"/>
                </a:moveTo>
                <a:lnTo>
                  <a:pt x="225844" y="102472"/>
                </a:lnTo>
                <a:lnTo>
                  <a:pt x="220806" y="102472"/>
                </a:lnTo>
                <a:cubicBezTo>
                  <a:pt x="198035" y="102472"/>
                  <a:pt x="186649" y="107448"/>
                  <a:pt x="186649" y="117401"/>
                </a:cubicBezTo>
                <a:cubicBezTo>
                  <a:pt x="186649" y="121385"/>
                  <a:pt x="188173" y="124248"/>
                  <a:pt x="191220" y="125991"/>
                </a:cubicBezTo>
                <a:cubicBezTo>
                  <a:pt x="194270" y="127732"/>
                  <a:pt x="197972" y="128602"/>
                  <a:pt x="202328" y="128602"/>
                </a:cubicBezTo>
                <a:cubicBezTo>
                  <a:pt x="209917" y="128602"/>
                  <a:pt x="215733" y="126580"/>
                  <a:pt x="219778" y="122536"/>
                </a:cubicBezTo>
                <a:cubicBezTo>
                  <a:pt x="223822" y="118492"/>
                  <a:pt x="225844" y="112861"/>
                  <a:pt x="225844" y="105644"/>
                </a:cubicBezTo>
                <a:close/>
                <a:moveTo>
                  <a:pt x="274188" y="71673"/>
                </a:moveTo>
                <a:lnTo>
                  <a:pt x="258509" y="71673"/>
                </a:lnTo>
                <a:lnTo>
                  <a:pt x="258509" y="53756"/>
                </a:lnTo>
                <a:lnTo>
                  <a:pt x="274188" y="53756"/>
                </a:lnTo>
                <a:lnTo>
                  <a:pt x="274188" y="27811"/>
                </a:lnTo>
                <a:lnTo>
                  <a:pt x="296212" y="27811"/>
                </a:lnTo>
                <a:lnTo>
                  <a:pt x="296212" y="53756"/>
                </a:lnTo>
                <a:lnTo>
                  <a:pt x="318609" y="53756"/>
                </a:lnTo>
                <a:lnTo>
                  <a:pt x="318609" y="71673"/>
                </a:lnTo>
                <a:lnTo>
                  <a:pt x="296212" y="71673"/>
                </a:lnTo>
                <a:lnTo>
                  <a:pt x="296212" y="113297"/>
                </a:lnTo>
                <a:cubicBezTo>
                  <a:pt x="296212" y="117776"/>
                  <a:pt x="297021" y="121197"/>
                  <a:pt x="298638" y="123561"/>
                </a:cubicBezTo>
                <a:cubicBezTo>
                  <a:pt x="300256" y="125925"/>
                  <a:pt x="303367" y="127107"/>
                  <a:pt x="307971" y="127107"/>
                </a:cubicBezTo>
                <a:cubicBezTo>
                  <a:pt x="311828" y="127107"/>
                  <a:pt x="315000" y="126485"/>
                  <a:pt x="317489" y="125242"/>
                </a:cubicBezTo>
                <a:lnTo>
                  <a:pt x="318236" y="142785"/>
                </a:lnTo>
                <a:cubicBezTo>
                  <a:pt x="314005" y="144403"/>
                  <a:pt x="309028" y="145212"/>
                  <a:pt x="303303" y="145212"/>
                </a:cubicBezTo>
                <a:cubicBezTo>
                  <a:pt x="292354" y="145212"/>
                  <a:pt x="284764" y="142382"/>
                  <a:pt x="280533" y="136722"/>
                </a:cubicBezTo>
                <a:cubicBezTo>
                  <a:pt x="276303" y="131060"/>
                  <a:pt x="274188" y="123314"/>
                  <a:pt x="274188" y="113482"/>
                </a:cubicBezTo>
                <a:lnTo>
                  <a:pt x="274188" y="71673"/>
                </a:lnTo>
                <a:close/>
                <a:moveTo>
                  <a:pt x="352020" y="89593"/>
                </a:moveTo>
                <a:lnTo>
                  <a:pt x="397936" y="89593"/>
                </a:lnTo>
                <a:cubicBezTo>
                  <a:pt x="397936" y="83371"/>
                  <a:pt x="396131" y="78207"/>
                  <a:pt x="392522" y="74100"/>
                </a:cubicBezTo>
                <a:cubicBezTo>
                  <a:pt x="388914" y="69993"/>
                  <a:pt x="383688" y="67940"/>
                  <a:pt x="376843" y="67940"/>
                </a:cubicBezTo>
                <a:cubicBezTo>
                  <a:pt x="370249" y="67940"/>
                  <a:pt x="364587" y="69993"/>
                  <a:pt x="359857" y="74100"/>
                </a:cubicBezTo>
                <a:cubicBezTo>
                  <a:pt x="355130" y="78207"/>
                  <a:pt x="352517" y="83371"/>
                  <a:pt x="352020" y="89593"/>
                </a:cubicBezTo>
                <a:moveTo>
                  <a:pt x="420333" y="99672"/>
                </a:moveTo>
                <a:cubicBezTo>
                  <a:pt x="420333" y="102285"/>
                  <a:pt x="420271" y="104275"/>
                  <a:pt x="420148" y="105644"/>
                </a:cubicBezTo>
                <a:lnTo>
                  <a:pt x="352020" y="105644"/>
                </a:lnTo>
                <a:cubicBezTo>
                  <a:pt x="352517" y="111866"/>
                  <a:pt x="355254" y="117093"/>
                  <a:pt x="360231" y="121323"/>
                </a:cubicBezTo>
                <a:cubicBezTo>
                  <a:pt x="365209" y="125553"/>
                  <a:pt x="370995" y="127668"/>
                  <a:pt x="377589" y="127668"/>
                </a:cubicBezTo>
                <a:cubicBezTo>
                  <a:pt x="387918" y="127668"/>
                  <a:pt x="395820" y="123811"/>
                  <a:pt x="401294" y="116097"/>
                </a:cubicBezTo>
                <a:lnTo>
                  <a:pt x="416226" y="128041"/>
                </a:lnTo>
                <a:cubicBezTo>
                  <a:pt x="407391" y="139988"/>
                  <a:pt x="394575" y="145961"/>
                  <a:pt x="377777" y="145961"/>
                </a:cubicBezTo>
                <a:cubicBezTo>
                  <a:pt x="363716" y="145961"/>
                  <a:pt x="352174" y="141731"/>
                  <a:pt x="343154" y="133270"/>
                </a:cubicBezTo>
                <a:cubicBezTo>
                  <a:pt x="334133" y="124808"/>
                  <a:pt x="329623" y="113421"/>
                  <a:pt x="329623" y="99111"/>
                </a:cubicBezTo>
                <a:cubicBezTo>
                  <a:pt x="329623" y="84801"/>
                  <a:pt x="334102" y="73228"/>
                  <a:pt x="343060" y="64394"/>
                </a:cubicBezTo>
                <a:cubicBezTo>
                  <a:pt x="352020" y="55559"/>
                  <a:pt x="363343" y="51142"/>
                  <a:pt x="377031" y="51142"/>
                </a:cubicBezTo>
                <a:cubicBezTo>
                  <a:pt x="389971" y="51142"/>
                  <a:pt x="400422" y="55310"/>
                  <a:pt x="408385" y="63648"/>
                </a:cubicBezTo>
                <a:cubicBezTo>
                  <a:pt x="416350" y="71985"/>
                  <a:pt x="420333" y="83993"/>
                  <a:pt x="420333" y="99672"/>
                </a:cubicBezTo>
                <a:close/>
                <a:moveTo>
                  <a:pt x="441985" y="143347"/>
                </a:moveTo>
                <a:lnTo>
                  <a:pt x="441985" y="53756"/>
                </a:lnTo>
                <a:lnTo>
                  <a:pt x="463448" y="53756"/>
                </a:lnTo>
                <a:lnTo>
                  <a:pt x="463448" y="68689"/>
                </a:lnTo>
                <a:lnTo>
                  <a:pt x="463821" y="68689"/>
                </a:lnTo>
                <a:cubicBezTo>
                  <a:pt x="466310" y="63338"/>
                  <a:pt x="469857" y="59076"/>
                  <a:pt x="474462" y="55904"/>
                </a:cubicBezTo>
                <a:cubicBezTo>
                  <a:pt x="479066" y="52729"/>
                  <a:pt x="484229" y="51142"/>
                  <a:pt x="489952" y="51142"/>
                </a:cubicBezTo>
                <a:cubicBezTo>
                  <a:pt x="492067" y="51142"/>
                  <a:pt x="493872" y="51329"/>
                  <a:pt x="495366" y="51703"/>
                </a:cubicBezTo>
                <a:lnTo>
                  <a:pt x="495366" y="72234"/>
                </a:lnTo>
                <a:cubicBezTo>
                  <a:pt x="492877" y="71612"/>
                  <a:pt x="490575" y="71300"/>
                  <a:pt x="488460" y="71300"/>
                </a:cubicBezTo>
                <a:cubicBezTo>
                  <a:pt x="484602" y="71300"/>
                  <a:pt x="481179" y="71923"/>
                  <a:pt x="478193" y="73168"/>
                </a:cubicBezTo>
                <a:cubicBezTo>
                  <a:pt x="475208" y="74412"/>
                  <a:pt x="472875" y="75967"/>
                  <a:pt x="471195" y="77834"/>
                </a:cubicBezTo>
                <a:cubicBezTo>
                  <a:pt x="469515" y="79700"/>
                  <a:pt x="468146" y="81785"/>
                  <a:pt x="467088" y="84088"/>
                </a:cubicBezTo>
                <a:cubicBezTo>
                  <a:pt x="466030" y="86389"/>
                  <a:pt x="465315" y="88473"/>
                  <a:pt x="464941" y="90339"/>
                </a:cubicBezTo>
                <a:cubicBezTo>
                  <a:pt x="464568" y="92206"/>
                  <a:pt x="464382" y="93885"/>
                  <a:pt x="464382" y="95377"/>
                </a:cubicBezTo>
                <a:lnTo>
                  <a:pt x="464382" y="143347"/>
                </a:lnTo>
                <a:lnTo>
                  <a:pt x="441985" y="143347"/>
                </a:lnTo>
                <a:close/>
                <a:moveTo>
                  <a:pt x="510299" y="143347"/>
                </a:moveTo>
                <a:lnTo>
                  <a:pt x="510299" y="53756"/>
                </a:lnTo>
                <a:lnTo>
                  <a:pt x="532696" y="53756"/>
                </a:lnTo>
                <a:lnTo>
                  <a:pt x="532696" y="143347"/>
                </a:lnTo>
                <a:lnTo>
                  <a:pt x="510299" y="143347"/>
                </a:lnTo>
                <a:moveTo>
                  <a:pt x="511230" y="32758"/>
                </a:moveTo>
                <a:cubicBezTo>
                  <a:pt x="508494" y="30083"/>
                  <a:pt x="507126" y="26941"/>
                  <a:pt x="507126" y="23334"/>
                </a:cubicBezTo>
                <a:cubicBezTo>
                  <a:pt x="507126" y="19724"/>
                  <a:pt x="508494" y="16582"/>
                  <a:pt x="511230" y="13907"/>
                </a:cubicBezTo>
                <a:cubicBezTo>
                  <a:pt x="513968" y="11232"/>
                  <a:pt x="517328" y="9894"/>
                  <a:pt x="521309" y="9894"/>
                </a:cubicBezTo>
                <a:cubicBezTo>
                  <a:pt x="525416" y="9894"/>
                  <a:pt x="528869" y="11170"/>
                  <a:pt x="531668" y="13722"/>
                </a:cubicBezTo>
                <a:cubicBezTo>
                  <a:pt x="534468" y="16272"/>
                  <a:pt x="535868" y="19476"/>
                  <a:pt x="535868" y="23334"/>
                </a:cubicBezTo>
                <a:cubicBezTo>
                  <a:pt x="535868" y="27190"/>
                  <a:pt x="534468" y="30394"/>
                  <a:pt x="531668" y="32946"/>
                </a:cubicBezTo>
                <a:cubicBezTo>
                  <a:pt x="528869" y="35496"/>
                  <a:pt x="525416" y="36771"/>
                  <a:pt x="521309" y="36771"/>
                </a:cubicBezTo>
                <a:cubicBezTo>
                  <a:pt x="517328" y="36771"/>
                  <a:pt x="513968" y="35433"/>
                  <a:pt x="511230" y="32758"/>
                </a:cubicBezTo>
                <a:close/>
                <a:moveTo>
                  <a:pt x="615567" y="143347"/>
                </a:moveTo>
                <a:lnTo>
                  <a:pt x="615567" y="131960"/>
                </a:lnTo>
                <a:lnTo>
                  <a:pt x="615009" y="131960"/>
                </a:lnTo>
                <a:cubicBezTo>
                  <a:pt x="612768" y="135942"/>
                  <a:pt x="609128" y="139208"/>
                  <a:pt x="604089" y="141760"/>
                </a:cubicBezTo>
                <a:cubicBezTo>
                  <a:pt x="599050" y="144310"/>
                  <a:pt x="593420" y="145585"/>
                  <a:pt x="587198" y="145585"/>
                </a:cubicBezTo>
                <a:cubicBezTo>
                  <a:pt x="578612" y="145585"/>
                  <a:pt x="570865" y="143314"/>
                  <a:pt x="563958" y="138773"/>
                </a:cubicBezTo>
                <a:cubicBezTo>
                  <a:pt x="557052" y="134231"/>
                  <a:pt x="553599" y="127232"/>
                  <a:pt x="553599" y="117777"/>
                </a:cubicBezTo>
                <a:cubicBezTo>
                  <a:pt x="553599" y="112675"/>
                  <a:pt x="554874" y="108227"/>
                  <a:pt x="557424" y="104431"/>
                </a:cubicBezTo>
                <a:cubicBezTo>
                  <a:pt x="559976" y="100636"/>
                  <a:pt x="563181" y="97680"/>
                  <a:pt x="567039" y="95565"/>
                </a:cubicBezTo>
                <a:cubicBezTo>
                  <a:pt x="570897" y="93450"/>
                  <a:pt x="575719" y="91739"/>
                  <a:pt x="581504" y="90433"/>
                </a:cubicBezTo>
                <a:cubicBezTo>
                  <a:pt x="587290" y="89125"/>
                  <a:pt x="592765" y="88285"/>
                  <a:pt x="597929" y="87913"/>
                </a:cubicBezTo>
                <a:cubicBezTo>
                  <a:pt x="603093" y="87539"/>
                  <a:pt x="608848" y="87352"/>
                  <a:pt x="615194" y="87352"/>
                </a:cubicBezTo>
                <a:lnTo>
                  <a:pt x="615194" y="85113"/>
                </a:lnTo>
                <a:cubicBezTo>
                  <a:pt x="615194" y="79886"/>
                  <a:pt x="613265" y="75842"/>
                  <a:pt x="609407" y="72981"/>
                </a:cubicBezTo>
                <a:cubicBezTo>
                  <a:pt x="605550" y="70119"/>
                  <a:pt x="600636" y="68689"/>
                  <a:pt x="594662" y="68689"/>
                </a:cubicBezTo>
                <a:cubicBezTo>
                  <a:pt x="585207" y="68689"/>
                  <a:pt x="577057" y="72110"/>
                  <a:pt x="570212" y="78953"/>
                </a:cubicBezTo>
                <a:lnTo>
                  <a:pt x="558640" y="65328"/>
                </a:lnTo>
                <a:cubicBezTo>
                  <a:pt x="568844" y="55871"/>
                  <a:pt x="581474" y="51142"/>
                  <a:pt x="596531" y="51142"/>
                </a:cubicBezTo>
                <a:cubicBezTo>
                  <a:pt x="604245" y="51142"/>
                  <a:pt x="610809" y="52231"/>
                  <a:pt x="616222" y="54409"/>
                </a:cubicBezTo>
                <a:cubicBezTo>
                  <a:pt x="621635" y="56586"/>
                  <a:pt x="625772" y="59573"/>
                  <a:pt x="628634" y="63368"/>
                </a:cubicBezTo>
                <a:cubicBezTo>
                  <a:pt x="631495" y="67164"/>
                  <a:pt x="633516" y="71146"/>
                  <a:pt x="634697" y="75316"/>
                </a:cubicBezTo>
                <a:cubicBezTo>
                  <a:pt x="635880" y="79483"/>
                  <a:pt x="636472" y="83993"/>
                  <a:pt x="636472" y="88844"/>
                </a:cubicBezTo>
                <a:lnTo>
                  <a:pt x="636472" y="143347"/>
                </a:lnTo>
                <a:lnTo>
                  <a:pt x="615567" y="143347"/>
                </a:lnTo>
                <a:moveTo>
                  <a:pt x="615194" y="105644"/>
                </a:moveTo>
                <a:lnTo>
                  <a:pt x="615194" y="102472"/>
                </a:lnTo>
                <a:lnTo>
                  <a:pt x="610156" y="102472"/>
                </a:lnTo>
                <a:cubicBezTo>
                  <a:pt x="587385" y="102472"/>
                  <a:pt x="575999" y="107448"/>
                  <a:pt x="575999" y="117401"/>
                </a:cubicBezTo>
                <a:cubicBezTo>
                  <a:pt x="575999" y="121385"/>
                  <a:pt x="577523" y="124248"/>
                  <a:pt x="580570" y="125991"/>
                </a:cubicBezTo>
                <a:cubicBezTo>
                  <a:pt x="583620" y="127732"/>
                  <a:pt x="587322" y="128602"/>
                  <a:pt x="591678" y="128602"/>
                </a:cubicBezTo>
                <a:cubicBezTo>
                  <a:pt x="599267" y="128602"/>
                  <a:pt x="605083" y="126580"/>
                  <a:pt x="609128" y="122536"/>
                </a:cubicBezTo>
                <a:cubicBezTo>
                  <a:pt x="613172" y="118492"/>
                  <a:pt x="615194" y="112861"/>
                  <a:pt x="615194" y="105644"/>
                </a:cubicBezTo>
                <a:close/>
                <a:moveTo>
                  <a:pt x="662978" y="143347"/>
                </a:moveTo>
                <a:lnTo>
                  <a:pt x="662978" y="2241"/>
                </a:lnTo>
                <a:lnTo>
                  <a:pt x="685375" y="2241"/>
                </a:lnTo>
                <a:lnTo>
                  <a:pt x="685375" y="143347"/>
                </a:lnTo>
                <a:lnTo>
                  <a:pt x="662978" y="143347"/>
                </a:lnTo>
                <a:close/>
                <a:moveTo>
                  <a:pt x="716730" y="140362"/>
                </a:moveTo>
                <a:cubicBezTo>
                  <a:pt x="713746" y="137624"/>
                  <a:pt x="712253" y="134264"/>
                  <a:pt x="712253" y="130283"/>
                </a:cubicBezTo>
                <a:cubicBezTo>
                  <a:pt x="712253" y="126299"/>
                  <a:pt x="713715" y="122877"/>
                  <a:pt x="716639" y="120016"/>
                </a:cubicBezTo>
                <a:cubicBezTo>
                  <a:pt x="719563" y="117154"/>
                  <a:pt x="723078" y="115724"/>
                  <a:pt x="727183" y="115724"/>
                </a:cubicBezTo>
                <a:cubicBezTo>
                  <a:pt x="731290" y="115724"/>
                  <a:pt x="734805" y="117093"/>
                  <a:pt x="737729" y="119830"/>
                </a:cubicBezTo>
                <a:cubicBezTo>
                  <a:pt x="740653" y="122566"/>
                  <a:pt x="742115" y="125926"/>
                  <a:pt x="742115" y="129910"/>
                </a:cubicBezTo>
                <a:cubicBezTo>
                  <a:pt x="742115" y="133891"/>
                  <a:pt x="740653" y="137313"/>
                  <a:pt x="737729" y="140174"/>
                </a:cubicBezTo>
                <a:cubicBezTo>
                  <a:pt x="734805" y="143035"/>
                  <a:pt x="731290" y="144466"/>
                  <a:pt x="727183" y="144466"/>
                </a:cubicBezTo>
                <a:cubicBezTo>
                  <a:pt x="723201" y="144466"/>
                  <a:pt x="719717" y="143098"/>
                  <a:pt x="716730" y="140362"/>
                </a:cubicBezTo>
                <a:moveTo>
                  <a:pt x="716730" y="77272"/>
                </a:moveTo>
                <a:cubicBezTo>
                  <a:pt x="713746" y="74535"/>
                  <a:pt x="712253" y="71175"/>
                  <a:pt x="712253" y="67193"/>
                </a:cubicBezTo>
                <a:cubicBezTo>
                  <a:pt x="712253" y="63212"/>
                  <a:pt x="713715" y="59790"/>
                  <a:pt x="716639" y="56929"/>
                </a:cubicBezTo>
                <a:cubicBezTo>
                  <a:pt x="719563" y="54068"/>
                  <a:pt x="723078" y="52637"/>
                  <a:pt x="727183" y="52637"/>
                </a:cubicBezTo>
                <a:cubicBezTo>
                  <a:pt x="731290" y="52637"/>
                  <a:pt x="734805" y="54006"/>
                  <a:pt x="737729" y="56744"/>
                </a:cubicBezTo>
                <a:cubicBezTo>
                  <a:pt x="740653" y="59480"/>
                  <a:pt x="742115" y="62839"/>
                  <a:pt x="742115" y="66820"/>
                </a:cubicBezTo>
                <a:cubicBezTo>
                  <a:pt x="742115" y="70802"/>
                  <a:pt x="740653" y="74224"/>
                  <a:pt x="737729" y="77087"/>
                </a:cubicBezTo>
                <a:cubicBezTo>
                  <a:pt x="734805" y="79949"/>
                  <a:pt x="731290" y="81379"/>
                  <a:pt x="727183" y="81379"/>
                </a:cubicBezTo>
                <a:cubicBezTo>
                  <a:pt x="723201" y="81379"/>
                  <a:pt x="719717" y="80010"/>
                  <a:pt x="716730" y="77272"/>
                </a:cubicBezTo>
                <a:close/>
                <a:moveTo>
                  <a:pt x="856159" y="143347"/>
                </a:moveTo>
                <a:lnTo>
                  <a:pt x="803898" y="11201"/>
                </a:lnTo>
                <a:lnTo>
                  <a:pt x="830214" y="11201"/>
                </a:lnTo>
                <a:lnTo>
                  <a:pt x="866611" y="112924"/>
                </a:lnTo>
                <a:lnTo>
                  <a:pt x="867358" y="112924"/>
                </a:lnTo>
                <a:lnTo>
                  <a:pt x="904126" y="11201"/>
                </a:lnTo>
                <a:lnTo>
                  <a:pt x="929510" y="11201"/>
                </a:lnTo>
                <a:lnTo>
                  <a:pt x="876503" y="143347"/>
                </a:lnTo>
                <a:lnTo>
                  <a:pt x="856159" y="143347"/>
                </a:lnTo>
                <a:close/>
                <a:moveTo>
                  <a:pt x="928019" y="98177"/>
                </a:moveTo>
                <a:cubicBezTo>
                  <a:pt x="928019" y="84366"/>
                  <a:pt x="932685" y="73074"/>
                  <a:pt x="942018" y="64303"/>
                </a:cubicBezTo>
                <a:cubicBezTo>
                  <a:pt x="951350" y="55529"/>
                  <a:pt x="962921" y="51142"/>
                  <a:pt x="976732" y="51142"/>
                </a:cubicBezTo>
                <a:cubicBezTo>
                  <a:pt x="990545" y="51142"/>
                  <a:pt x="1002118" y="55529"/>
                  <a:pt x="1011450" y="64303"/>
                </a:cubicBezTo>
                <a:cubicBezTo>
                  <a:pt x="1020782" y="73074"/>
                  <a:pt x="1025448" y="84366"/>
                  <a:pt x="1025448" y="98177"/>
                </a:cubicBezTo>
                <a:cubicBezTo>
                  <a:pt x="1025448" y="112113"/>
                  <a:pt x="1020751" y="123561"/>
                  <a:pt x="1011356" y="132521"/>
                </a:cubicBezTo>
                <a:cubicBezTo>
                  <a:pt x="1001961" y="141481"/>
                  <a:pt x="990420" y="145961"/>
                  <a:pt x="976732" y="145961"/>
                </a:cubicBezTo>
                <a:cubicBezTo>
                  <a:pt x="963046" y="145961"/>
                  <a:pt x="951506" y="141481"/>
                  <a:pt x="942112" y="132521"/>
                </a:cubicBezTo>
                <a:cubicBezTo>
                  <a:pt x="932717" y="123561"/>
                  <a:pt x="928019" y="112113"/>
                  <a:pt x="928019" y="98177"/>
                </a:cubicBezTo>
                <a:moveTo>
                  <a:pt x="957508" y="78022"/>
                </a:moveTo>
                <a:cubicBezTo>
                  <a:pt x="953029" y="83744"/>
                  <a:pt x="950789" y="90464"/>
                  <a:pt x="950789" y="98180"/>
                </a:cubicBezTo>
                <a:cubicBezTo>
                  <a:pt x="950789" y="105894"/>
                  <a:pt x="953029" y="112675"/>
                  <a:pt x="957508" y="118523"/>
                </a:cubicBezTo>
                <a:cubicBezTo>
                  <a:pt x="961989" y="124371"/>
                  <a:pt x="968397" y="127295"/>
                  <a:pt x="976732" y="127295"/>
                </a:cubicBezTo>
                <a:cubicBezTo>
                  <a:pt x="985069" y="127295"/>
                  <a:pt x="991478" y="124371"/>
                  <a:pt x="995957" y="118523"/>
                </a:cubicBezTo>
                <a:cubicBezTo>
                  <a:pt x="1000437" y="112675"/>
                  <a:pt x="1002678" y="105894"/>
                  <a:pt x="1002678" y="98180"/>
                </a:cubicBezTo>
                <a:cubicBezTo>
                  <a:pt x="1002678" y="90464"/>
                  <a:pt x="1000437" y="83744"/>
                  <a:pt x="995957" y="78022"/>
                </a:cubicBezTo>
                <a:cubicBezTo>
                  <a:pt x="991478" y="72297"/>
                  <a:pt x="985069" y="69435"/>
                  <a:pt x="976732" y="69435"/>
                </a:cubicBezTo>
                <a:cubicBezTo>
                  <a:pt x="968397" y="69435"/>
                  <a:pt x="961989" y="72297"/>
                  <a:pt x="957508" y="78022"/>
                </a:cubicBezTo>
                <a:close/>
                <a:moveTo>
                  <a:pt x="1047475" y="143347"/>
                </a:moveTo>
                <a:lnTo>
                  <a:pt x="1047475" y="2241"/>
                </a:lnTo>
                <a:lnTo>
                  <a:pt x="1069872" y="2241"/>
                </a:lnTo>
                <a:lnTo>
                  <a:pt x="1069872" y="143347"/>
                </a:lnTo>
                <a:lnTo>
                  <a:pt x="1047475" y="143347"/>
                </a:lnTo>
                <a:close/>
                <a:moveTo>
                  <a:pt x="1178873" y="53756"/>
                </a:moveTo>
                <a:lnTo>
                  <a:pt x="1178873" y="143347"/>
                </a:lnTo>
                <a:lnTo>
                  <a:pt x="1157596" y="143347"/>
                </a:lnTo>
                <a:lnTo>
                  <a:pt x="1157596" y="128975"/>
                </a:lnTo>
                <a:lnTo>
                  <a:pt x="1157223" y="128975"/>
                </a:lnTo>
                <a:cubicBezTo>
                  <a:pt x="1155107" y="133703"/>
                  <a:pt x="1151530" y="137716"/>
                  <a:pt x="1146491" y="141014"/>
                </a:cubicBezTo>
                <a:cubicBezTo>
                  <a:pt x="1141452" y="144312"/>
                  <a:pt x="1135759" y="145961"/>
                  <a:pt x="1129412" y="145961"/>
                </a:cubicBezTo>
                <a:cubicBezTo>
                  <a:pt x="1118462" y="145961"/>
                  <a:pt x="1110218" y="142446"/>
                  <a:pt x="1104679" y="135415"/>
                </a:cubicBezTo>
                <a:cubicBezTo>
                  <a:pt x="1099143" y="128384"/>
                  <a:pt x="1096374" y="119829"/>
                  <a:pt x="1096374" y="109751"/>
                </a:cubicBezTo>
                <a:lnTo>
                  <a:pt x="1096374" y="53756"/>
                </a:lnTo>
                <a:lnTo>
                  <a:pt x="1118774" y="53756"/>
                </a:lnTo>
                <a:lnTo>
                  <a:pt x="1118774" y="103403"/>
                </a:lnTo>
                <a:cubicBezTo>
                  <a:pt x="1118774" y="119331"/>
                  <a:pt x="1124373" y="127295"/>
                  <a:pt x="1135572" y="127295"/>
                </a:cubicBezTo>
                <a:cubicBezTo>
                  <a:pt x="1142291" y="127295"/>
                  <a:pt x="1147455" y="124900"/>
                  <a:pt x="1151062" y="120110"/>
                </a:cubicBezTo>
                <a:cubicBezTo>
                  <a:pt x="1154672" y="115319"/>
                  <a:pt x="1156476" y="109626"/>
                  <a:pt x="1156476" y="103030"/>
                </a:cubicBezTo>
                <a:lnTo>
                  <a:pt x="1156476" y="53756"/>
                </a:lnTo>
                <a:lnTo>
                  <a:pt x="1178873" y="53756"/>
                </a:lnTo>
                <a:close/>
                <a:moveTo>
                  <a:pt x="1312703" y="51142"/>
                </a:moveTo>
                <a:cubicBezTo>
                  <a:pt x="1323652" y="51142"/>
                  <a:pt x="1331896" y="54657"/>
                  <a:pt x="1337432" y="61688"/>
                </a:cubicBezTo>
                <a:cubicBezTo>
                  <a:pt x="1342971" y="68719"/>
                  <a:pt x="1345740" y="77273"/>
                  <a:pt x="1345740" y="87352"/>
                </a:cubicBezTo>
                <a:lnTo>
                  <a:pt x="1345740" y="143347"/>
                </a:lnTo>
                <a:lnTo>
                  <a:pt x="1323340" y="143347"/>
                </a:lnTo>
                <a:lnTo>
                  <a:pt x="1323340" y="93697"/>
                </a:lnTo>
                <a:cubicBezTo>
                  <a:pt x="1323340" y="77771"/>
                  <a:pt x="1317741" y="69808"/>
                  <a:pt x="1306542" y="69808"/>
                </a:cubicBezTo>
                <a:cubicBezTo>
                  <a:pt x="1300072" y="69808"/>
                  <a:pt x="1295156" y="72266"/>
                  <a:pt x="1291795" y="77181"/>
                </a:cubicBezTo>
                <a:cubicBezTo>
                  <a:pt x="1288436" y="82095"/>
                  <a:pt x="1286757" y="87850"/>
                  <a:pt x="1286757" y="94446"/>
                </a:cubicBezTo>
                <a:lnTo>
                  <a:pt x="1286757" y="143347"/>
                </a:lnTo>
                <a:lnTo>
                  <a:pt x="1264360" y="143347"/>
                </a:lnTo>
                <a:lnTo>
                  <a:pt x="1264360" y="89220"/>
                </a:lnTo>
                <a:cubicBezTo>
                  <a:pt x="1264360" y="83370"/>
                  <a:pt x="1262960" y="78673"/>
                  <a:pt x="1260159" y="75128"/>
                </a:cubicBezTo>
                <a:cubicBezTo>
                  <a:pt x="1257360" y="71581"/>
                  <a:pt x="1253223" y="69808"/>
                  <a:pt x="1247747" y="69808"/>
                </a:cubicBezTo>
                <a:cubicBezTo>
                  <a:pt x="1241402" y="69808"/>
                  <a:pt x="1236549" y="72203"/>
                  <a:pt x="1233188" y="76993"/>
                </a:cubicBezTo>
                <a:cubicBezTo>
                  <a:pt x="1229829" y="81784"/>
                  <a:pt x="1228150" y="87476"/>
                  <a:pt x="1228150" y="94070"/>
                </a:cubicBezTo>
                <a:lnTo>
                  <a:pt x="1228150" y="143347"/>
                </a:lnTo>
                <a:lnTo>
                  <a:pt x="1205753" y="143347"/>
                </a:lnTo>
                <a:lnTo>
                  <a:pt x="1205753" y="53756"/>
                </a:lnTo>
                <a:lnTo>
                  <a:pt x="1227031" y="53756"/>
                </a:lnTo>
                <a:lnTo>
                  <a:pt x="1227031" y="68127"/>
                </a:lnTo>
                <a:lnTo>
                  <a:pt x="1227404" y="68127"/>
                </a:lnTo>
                <a:cubicBezTo>
                  <a:pt x="1229519" y="63274"/>
                  <a:pt x="1233003" y="59230"/>
                  <a:pt x="1237856" y="55995"/>
                </a:cubicBezTo>
                <a:cubicBezTo>
                  <a:pt x="1242709" y="52760"/>
                  <a:pt x="1248495" y="51142"/>
                  <a:pt x="1255215" y="51142"/>
                </a:cubicBezTo>
                <a:cubicBezTo>
                  <a:pt x="1268280" y="51142"/>
                  <a:pt x="1277612" y="56804"/>
                  <a:pt x="1283211" y="68127"/>
                </a:cubicBezTo>
                <a:cubicBezTo>
                  <a:pt x="1289433" y="56804"/>
                  <a:pt x="1299264" y="51142"/>
                  <a:pt x="1312703" y="51142"/>
                </a:cubicBezTo>
                <a:close/>
                <a:moveTo>
                  <a:pt x="1389042" y="89593"/>
                </a:moveTo>
                <a:lnTo>
                  <a:pt x="1434958" y="89593"/>
                </a:lnTo>
                <a:cubicBezTo>
                  <a:pt x="1434958" y="83371"/>
                  <a:pt x="1433153" y="78207"/>
                  <a:pt x="1429543" y="74100"/>
                </a:cubicBezTo>
                <a:cubicBezTo>
                  <a:pt x="1425936" y="69993"/>
                  <a:pt x="1420710" y="67940"/>
                  <a:pt x="1413865" y="67940"/>
                </a:cubicBezTo>
                <a:cubicBezTo>
                  <a:pt x="1407271" y="67940"/>
                  <a:pt x="1401609" y="69993"/>
                  <a:pt x="1396879" y="74100"/>
                </a:cubicBezTo>
                <a:cubicBezTo>
                  <a:pt x="1392152" y="78207"/>
                  <a:pt x="1389539" y="83371"/>
                  <a:pt x="1389042" y="89593"/>
                </a:cubicBezTo>
                <a:moveTo>
                  <a:pt x="1457355" y="99672"/>
                </a:moveTo>
                <a:cubicBezTo>
                  <a:pt x="1457355" y="102285"/>
                  <a:pt x="1457293" y="104275"/>
                  <a:pt x="1457169" y="105644"/>
                </a:cubicBezTo>
                <a:lnTo>
                  <a:pt x="1389042" y="105644"/>
                </a:lnTo>
                <a:cubicBezTo>
                  <a:pt x="1389539" y="111866"/>
                  <a:pt x="1392276" y="117093"/>
                  <a:pt x="1397252" y="121323"/>
                </a:cubicBezTo>
                <a:cubicBezTo>
                  <a:pt x="1402231" y="125553"/>
                  <a:pt x="1408017" y="127668"/>
                  <a:pt x="1414611" y="127668"/>
                </a:cubicBezTo>
                <a:cubicBezTo>
                  <a:pt x="1424940" y="127668"/>
                  <a:pt x="1432841" y="123811"/>
                  <a:pt x="1438315" y="116097"/>
                </a:cubicBezTo>
                <a:lnTo>
                  <a:pt x="1453248" y="128041"/>
                </a:lnTo>
                <a:cubicBezTo>
                  <a:pt x="1444413" y="139988"/>
                  <a:pt x="1431597" y="145961"/>
                  <a:pt x="1414799" y="145961"/>
                </a:cubicBezTo>
                <a:cubicBezTo>
                  <a:pt x="1400737" y="145961"/>
                  <a:pt x="1389196" y="141731"/>
                  <a:pt x="1380176" y="133270"/>
                </a:cubicBezTo>
                <a:cubicBezTo>
                  <a:pt x="1371155" y="124808"/>
                  <a:pt x="1366645" y="113421"/>
                  <a:pt x="1366645" y="99111"/>
                </a:cubicBezTo>
                <a:cubicBezTo>
                  <a:pt x="1366645" y="84801"/>
                  <a:pt x="1371124" y="73228"/>
                  <a:pt x="1380082" y="64394"/>
                </a:cubicBezTo>
                <a:cubicBezTo>
                  <a:pt x="1389042" y="55559"/>
                  <a:pt x="1400365" y="51142"/>
                  <a:pt x="1414053" y="51142"/>
                </a:cubicBezTo>
                <a:cubicBezTo>
                  <a:pt x="1426993" y="51142"/>
                  <a:pt x="1437444" y="55310"/>
                  <a:pt x="1445407" y="63648"/>
                </a:cubicBezTo>
                <a:cubicBezTo>
                  <a:pt x="1453372" y="71985"/>
                  <a:pt x="1457355" y="83993"/>
                  <a:pt x="1457355" y="99672"/>
                </a:cubicBezTo>
                <a:close/>
                <a:moveTo>
                  <a:pt x="1481807" y="71673"/>
                </a:moveTo>
                <a:lnTo>
                  <a:pt x="1466128" y="71673"/>
                </a:lnTo>
                <a:lnTo>
                  <a:pt x="1466128" y="53756"/>
                </a:lnTo>
                <a:lnTo>
                  <a:pt x="1481807" y="53756"/>
                </a:lnTo>
                <a:lnTo>
                  <a:pt x="1481807" y="27811"/>
                </a:lnTo>
                <a:lnTo>
                  <a:pt x="1503831" y="27811"/>
                </a:lnTo>
                <a:lnTo>
                  <a:pt x="1503831" y="53756"/>
                </a:lnTo>
                <a:lnTo>
                  <a:pt x="1526228" y="53756"/>
                </a:lnTo>
                <a:lnTo>
                  <a:pt x="1526228" y="71673"/>
                </a:lnTo>
                <a:lnTo>
                  <a:pt x="1503831" y="71673"/>
                </a:lnTo>
                <a:lnTo>
                  <a:pt x="1503831" y="113297"/>
                </a:lnTo>
                <a:cubicBezTo>
                  <a:pt x="1503831" y="117776"/>
                  <a:pt x="1504639" y="121197"/>
                  <a:pt x="1506257" y="123561"/>
                </a:cubicBezTo>
                <a:cubicBezTo>
                  <a:pt x="1507875" y="125925"/>
                  <a:pt x="1510986" y="127107"/>
                  <a:pt x="1515590" y="127107"/>
                </a:cubicBezTo>
                <a:cubicBezTo>
                  <a:pt x="1519446" y="127107"/>
                  <a:pt x="1522619" y="126485"/>
                  <a:pt x="1525108" y="125242"/>
                </a:cubicBezTo>
                <a:lnTo>
                  <a:pt x="1525854" y="142785"/>
                </a:lnTo>
                <a:cubicBezTo>
                  <a:pt x="1521624" y="144403"/>
                  <a:pt x="1516647" y="145212"/>
                  <a:pt x="1510922" y="145212"/>
                </a:cubicBezTo>
                <a:cubicBezTo>
                  <a:pt x="1499972" y="145212"/>
                  <a:pt x="1492382" y="142382"/>
                  <a:pt x="1488152" y="136722"/>
                </a:cubicBezTo>
                <a:cubicBezTo>
                  <a:pt x="1483922" y="131060"/>
                  <a:pt x="1481807" y="123314"/>
                  <a:pt x="1481807" y="113482"/>
                </a:cubicBezTo>
                <a:lnTo>
                  <a:pt x="1481807" y="71673"/>
                </a:lnTo>
                <a:close/>
                <a:moveTo>
                  <a:pt x="1542468" y="143347"/>
                </a:moveTo>
                <a:lnTo>
                  <a:pt x="1542468" y="53756"/>
                </a:lnTo>
                <a:lnTo>
                  <a:pt x="1563931" y="53756"/>
                </a:lnTo>
                <a:lnTo>
                  <a:pt x="1563931" y="68689"/>
                </a:lnTo>
                <a:lnTo>
                  <a:pt x="1564304" y="68689"/>
                </a:lnTo>
                <a:cubicBezTo>
                  <a:pt x="1566793" y="63338"/>
                  <a:pt x="1570340" y="59076"/>
                  <a:pt x="1574944" y="55904"/>
                </a:cubicBezTo>
                <a:cubicBezTo>
                  <a:pt x="1579548" y="52729"/>
                  <a:pt x="1584712" y="51142"/>
                  <a:pt x="1590434" y="51142"/>
                </a:cubicBezTo>
                <a:cubicBezTo>
                  <a:pt x="1592550" y="51142"/>
                  <a:pt x="1594354" y="51329"/>
                  <a:pt x="1595849" y="51703"/>
                </a:cubicBezTo>
                <a:lnTo>
                  <a:pt x="1595849" y="72234"/>
                </a:lnTo>
                <a:cubicBezTo>
                  <a:pt x="1593359" y="71612"/>
                  <a:pt x="1591057" y="71300"/>
                  <a:pt x="1588942" y="71300"/>
                </a:cubicBezTo>
                <a:cubicBezTo>
                  <a:pt x="1585084" y="71300"/>
                  <a:pt x="1581662" y="71923"/>
                  <a:pt x="1578675" y="73168"/>
                </a:cubicBezTo>
                <a:cubicBezTo>
                  <a:pt x="1575690" y="74412"/>
                  <a:pt x="1573358" y="75967"/>
                  <a:pt x="1571677" y="77834"/>
                </a:cubicBezTo>
                <a:cubicBezTo>
                  <a:pt x="1569997" y="79700"/>
                  <a:pt x="1568628" y="81785"/>
                  <a:pt x="1567570" y="84088"/>
                </a:cubicBezTo>
                <a:cubicBezTo>
                  <a:pt x="1566513" y="86389"/>
                  <a:pt x="1565797" y="88473"/>
                  <a:pt x="1565423" y="90339"/>
                </a:cubicBezTo>
                <a:cubicBezTo>
                  <a:pt x="1565051" y="92206"/>
                  <a:pt x="1564865" y="93885"/>
                  <a:pt x="1564865" y="95377"/>
                </a:cubicBezTo>
                <a:lnTo>
                  <a:pt x="1564865" y="143347"/>
                </a:lnTo>
                <a:lnTo>
                  <a:pt x="1542468" y="143347"/>
                </a:lnTo>
                <a:close/>
                <a:moveTo>
                  <a:pt x="1610781" y="143347"/>
                </a:moveTo>
                <a:lnTo>
                  <a:pt x="1610781" y="53756"/>
                </a:lnTo>
                <a:lnTo>
                  <a:pt x="1633178" y="53756"/>
                </a:lnTo>
                <a:lnTo>
                  <a:pt x="1633178" y="143347"/>
                </a:lnTo>
                <a:lnTo>
                  <a:pt x="1610781" y="143347"/>
                </a:lnTo>
                <a:moveTo>
                  <a:pt x="1611712" y="32758"/>
                </a:moveTo>
                <a:cubicBezTo>
                  <a:pt x="1608976" y="30083"/>
                  <a:pt x="1607608" y="26941"/>
                  <a:pt x="1607608" y="23334"/>
                </a:cubicBezTo>
                <a:cubicBezTo>
                  <a:pt x="1607608" y="19724"/>
                  <a:pt x="1608976" y="16582"/>
                  <a:pt x="1611712" y="13907"/>
                </a:cubicBezTo>
                <a:cubicBezTo>
                  <a:pt x="1614450" y="11232"/>
                  <a:pt x="1617810" y="9894"/>
                  <a:pt x="1621792" y="9894"/>
                </a:cubicBezTo>
                <a:cubicBezTo>
                  <a:pt x="1625899" y="9894"/>
                  <a:pt x="1629351" y="11170"/>
                  <a:pt x="1632150" y="13722"/>
                </a:cubicBezTo>
                <a:cubicBezTo>
                  <a:pt x="1634951" y="16272"/>
                  <a:pt x="1636351" y="19476"/>
                  <a:pt x="1636351" y="23334"/>
                </a:cubicBezTo>
                <a:cubicBezTo>
                  <a:pt x="1636351" y="27190"/>
                  <a:pt x="1634951" y="30394"/>
                  <a:pt x="1632150" y="32946"/>
                </a:cubicBezTo>
                <a:cubicBezTo>
                  <a:pt x="1629351" y="35496"/>
                  <a:pt x="1625899" y="36771"/>
                  <a:pt x="1621792" y="36771"/>
                </a:cubicBezTo>
                <a:cubicBezTo>
                  <a:pt x="1617810" y="36771"/>
                  <a:pt x="1614450" y="35433"/>
                  <a:pt x="1611712" y="32758"/>
                </a:cubicBezTo>
                <a:close/>
                <a:moveTo>
                  <a:pt x="1736954" y="65140"/>
                </a:moveTo>
                <a:lnTo>
                  <a:pt x="1721649" y="78580"/>
                </a:lnTo>
                <a:cubicBezTo>
                  <a:pt x="1719907" y="76091"/>
                  <a:pt x="1717295" y="74007"/>
                  <a:pt x="1713811" y="72328"/>
                </a:cubicBezTo>
                <a:cubicBezTo>
                  <a:pt x="1710327" y="70648"/>
                  <a:pt x="1706780" y="69808"/>
                  <a:pt x="1703171" y="69808"/>
                </a:cubicBezTo>
                <a:cubicBezTo>
                  <a:pt x="1695456" y="69808"/>
                  <a:pt x="1689421" y="72701"/>
                  <a:pt x="1685066" y="78489"/>
                </a:cubicBezTo>
                <a:cubicBezTo>
                  <a:pt x="1680712" y="84274"/>
                  <a:pt x="1678535" y="90961"/>
                  <a:pt x="1678535" y="98550"/>
                </a:cubicBezTo>
                <a:cubicBezTo>
                  <a:pt x="1678535" y="106266"/>
                  <a:pt x="1680775" y="112987"/>
                  <a:pt x="1685254" y="118711"/>
                </a:cubicBezTo>
                <a:cubicBezTo>
                  <a:pt x="1689733" y="124434"/>
                  <a:pt x="1695954" y="127295"/>
                  <a:pt x="1703917" y="127295"/>
                </a:cubicBezTo>
                <a:cubicBezTo>
                  <a:pt x="1712130" y="127295"/>
                  <a:pt x="1718415" y="124620"/>
                  <a:pt x="1722771" y="119269"/>
                </a:cubicBezTo>
                <a:lnTo>
                  <a:pt x="1736769" y="133455"/>
                </a:lnTo>
                <a:cubicBezTo>
                  <a:pt x="1729054" y="141792"/>
                  <a:pt x="1718042" y="145961"/>
                  <a:pt x="1703732" y="145961"/>
                </a:cubicBezTo>
                <a:cubicBezTo>
                  <a:pt x="1690044" y="145961"/>
                  <a:pt x="1678534" y="141668"/>
                  <a:pt x="1669202" y="133082"/>
                </a:cubicBezTo>
                <a:cubicBezTo>
                  <a:pt x="1659870" y="124496"/>
                  <a:pt x="1655204" y="112986"/>
                  <a:pt x="1655204" y="98550"/>
                </a:cubicBezTo>
                <a:cubicBezTo>
                  <a:pt x="1655204" y="84365"/>
                  <a:pt x="1659807" y="72918"/>
                  <a:pt x="1669014" y="64209"/>
                </a:cubicBezTo>
                <a:cubicBezTo>
                  <a:pt x="1678223" y="55497"/>
                  <a:pt x="1689608" y="51142"/>
                  <a:pt x="1703171" y="51142"/>
                </a:cubicBezTo>
                <a:cubicBezTo>
                  <a:pt x="1709767" y="51142"/>
                  <a:pt x="1716175" y="52386"/>
                  <a:pt x="1722395" y="54876"/>
                </a:cubicBezTo>
                <a:cubicBezTo>
                  <a:pt x="1728617" y="57365"/>
                  <a:pt x="1733470" y="60786"/>
                  <a:pt x="1736954" y="65140"/>
                </a:cubicBezTo>
                <a:close/>
                <a:moveTo>
                  <a:pt x="1881981" y="22027"/>
                </a:moveTo>
                <a:lnTo>
                  <a:pt x="1866675" y="38824"/>
                </a:lnTo>
                <a:cubicBezTo>
                  <a:pt x="1864188" y="35464"/>
                  <a:pt x="1860673" y="32726"/>
                  <a:pt x="1856129" y="30611"/>
                </a:cubicBezTo>
                <a:cubicBezTo>
                  <a:pt x="1851587" y="28495"/>
                  <a:pt x="1847015" y="27438"/>
                  <a:pt x="1842413" y="27438"/>
                </a:cubicBezTo>
                <a:cubicBezTo>
                  <a:pt x="1836314" y="27438"/>
                  <a:pt x="1830901" y="28962"/>
                  <a:pt x="1826173" y="32012"/>
                </a:cubicBezTo>
                <a:cubicBezTo>
                  <a:pt x="1821446" y="35059"/>
                  <a:pt x="1819082" y="39569"/>
                  <a:pt x="1819082" y="45543"/>
                </a:cubicBezTo>
                <a:cubicBezTo>
                  <a:pt x="1819082" y="48529"/>
                  <a:pt x="1819611" y="51050"/>
                  <a:pt x="1820668" y="53104"/>
                </a:cubicBezTo>
                <a:cubicBezTo>
                  <a:pt x="1821726" y="55157"/>
                  <a:pt x="1823592" y="56992"/>
                  <a:pt x="1826267" y="58609"/>
                </a:cubicBezTo>
                <a:cubicBezTo>
                  <a:pt x="1828943" y="60227"/>
                  <a:pt x="1831462" y="61472"/>
                  <a:pt x="1833826" y="62343"/>
                </a:cubicBezTo>
                <a:cubicBezTo>
                  <a:pt x="1836190" y="63213"/>
                  <a:pt x="1839674" y="64395"/>
                  <a:pt x="1844278" y="65889"/>
                </a:cubicBezTo>
                <a:cubicBezTo>
                  <a:pt x="1848634" y="67256"/>
                  <a:pt x="1852211" y="68438"/>
                  <a:pt x="1855010" y="69435"/>
                </a:cubicBezTo>
                <a:cubicBezTo>
                  <a:pt x="1857810" y="70430"/>
                  <a:pt x="1861170" y="72016"/>
                  <a:pt x="1865089" y="74194"/>
                </a:cubicBezTo>
                <a:cubicBezTo>
                  <a:pt x="1869010" y="76372"/>
                  <a:pt x="1872121" y="78705"/>
                  <a:pt x="1874422" y="81194"/>
                </a:cubicBezTo>
                <a:cubicBezTo>
                  <a:pt x="1876723" y="83681"/>
                  <a:pt x="1878714" y="86947"/>
                  <a:pt x="1880394" y="90991"/>
                </a:cubicBezTo>
                <a:cubicBezTo>
                  <a:pt x="1882075" y="95036"/>
                  <a:pt x="1882915" y="99547"/>
                  <a:pt x="1882915" y="104525"/>
                </a:cubicBezTo>
                <a:cubicBezTo>
                  <a:pt x="1882915" y="118087"/>
                  <a:pt x="1878342" y="128508"/>
                  <a:pt x="1869196" y="135788"/>
                </a:cubicBezTo>
                <a:cubicBezTo>
                  <a:pt x="1860050" y="143067"/>
                  <a:pt x="1848571" y="146707"/>
                  <a:pt x="1834760" y="146707"/>
                </a:cubicBezTo>
                <a:cubicBezTo>
                  <a:pt x="1825926" y="146707"/>
                  <a:pt x="1817433" y="145058"/>
                  <a:pt x="1809282" y="141760"/>
                </a:cubicBezTo>
                <a:cubicBezTo>
                  <a:pt x="1801131" y="138462"/>
                  <a:pt x="1794504" y="133827"/>
                  <a:pt x="1789402" y="127856"/>
                </a:cubicBezTo>
                <a:lnTo>
                  <a:pt x="1806203" y="112175"/>
                </a:lnTo>
                <a:cubicBezTo>
                  <a:pt x="1809438" y="116531"/>
                  <a:pt x="1813731" y="120046"/>
                  <a:pt x="1819082" y="122721"/>
                </a:cubicBezTo>
                <a:cubicBezTo>
                  <a:pt x="1824432" y="125396"/>
                  <a:pt x="1829783" y="126734"/>
                  <a:pt x="1835133" y="126734"/>
                </a:cubicBezTo>
                <a:cubicBezTo>
                  <a:pt x="1841479" y="126734"/>
                  <a:pt x="1847047" y="125116"/>
                  <a:pt x="1851837" y="121881"/>
                </a:cubicBezTo>
                <a:cubicBezTo>
                  <a:pt x="1856627" y="118646"/>
                  <a:pt x="1859023" y="113731"/>
                  <a:pt x="1859023" y="107137"/>
                </a:cubicBezTo>
                <a:cubicBezTo>
                  <a:pt x="1859023" y="104896"/>
                  <a:pt x="1858711" y="102874"/>
                  <a:pt x="1858089" y="101071"/>
                </a:cubicBezTo>
                <a:cubicBezTo>
                  <a:pt x="1857468" y="99267"/>
                  <a:pt x="1856317" y="97619"/>
                  <a:pt x="1854637" y="96126"/>
                </a:cubicBezTo>
                <a:cubicBezTo>
                  <a:pt x="1852956" y="94632"/>
                  <a:pt x="1851494" y="93419"/>
                  <a:pt x="1850251" y="92487"/>
                </a:cubicBezTo>
                <a:cubicBezTo>
                  <a:pt x="1849007" y="91552"/>
                  <a:pt x="1846798" y="90495"/>
                  <a:pt x="1843623" y="89314"/>
                </a:cubicBezTo>
                <a:cubicBezTo>
                  <a:pt x="1840451" y="88131"/>
                  <a:pt x="1838180" y="87291"/>
                  <a:pt x="1836811" y="86793"/>
                </a:cubicBezTo>
                <a:cubicBezTo>
                  <a:pt x="1835444" y="86294"/>
                  <a:pt x="1832707" y="85423"/>
                  <a:pt x="1828600" y="84179"/>
                </a:cubicBezTo>
                <a:cubicBezTo>
                  <a:pt x="1823872" y="82687"/>
                  <a:pt x="1819828" y="81132"/>
                  <a:pt x="1816467" y="79514"/>
                </a:cubicBezTo>
                <a:cubicBezTo>
                  <a:pt x="1813109" y="77896"/>
                  <a:pt x="1809656" y="75688"/>
                  <a:pt x="1806109" y="72889"/>
                </a:cubicBezTo>
                <a:cubicBezTo>
                  <a:pt x="1802562" y="70089"/>
                  <a:pt x="1799856" y="66480"/>
                  <a:pt x="1797989" y="62064"/>
                </a:cubicBezTo>
                <a:cubicBezTo>
                  <a:pt x="1796123" y="57646"/>
                  <a:pt x="1795190" y="52512"/>
                  <a:pt x="1795190" y="46662"/>
                </a:cubicBezTo>
                <a:cubicBezTo>
                  <a:pt x="1795190" y="34095"/>
                  <a:pt x="1799949" y="24483"/>
                  <a:pt x="1809467" y="17826"/>
                </a:cubicBezTo>
                <a:cubicBezTo>
                  <a:pt x="1818987" y="11169"/>
                  <a:pt x="1830342" y="7841"/>
                  <a:pt x="1843532" y="7841"/>
                </a:cubicBezTo>
                <a:cubicBezTo>
                  <a:pt x="1850500" y="7841"/>
                  <a:pt x="1857437" y="9054"/>
                  <a:pt x="1864343" y="11480"/>
                </a:cubicBezTo>
                <a:cubicBezTo>
                  <a:pt x="1871248" y="13907"/>
                  <a:pt x="1877128" y="17422"/>
                  <a:pt x="1881981" y="22027"/>
                </a:cubicBezTo>
                <a:close/>
                <a:moveTo>
                  <a:pt x="1987064" y="53756"/>
                </a:moveTo>
                <a:lnTo>
                  <a:pt x="1987064" y="143347"/>
                </a:lnTo>
                <a:lnTo>
                  <a:pt x="1965786" y="143347"/>
                </a:lnTo>
                <a:lnTo>
                  <a:pt x="1965786" y="128975"/>
                </a:lnTo>
                <a:lnTo>
                  <a:pt x="1965413" y="128975"/>
                </a:lnTo>
                <a:cubicBezTo>
                  <a:pt x="1963298" y="133703"/>
                  <a:pt x="1959721" y="137716"/>
                  <a:pt x="1954681" y="141014"/>
                </a:cubicBezTo>
                <a:cubicBezTo>
                  <a:pt x="1949642" y="144312"/>
                  <a:pt x="1943949" y="145961"/>
                  <a:pt x="1937602" y="145961"/>
                </a:cubicBezTo>
                <a:cubicBezTo>
                  <a:pt x="1926652" y="145961"/>
                  <a:pt x="1918408" y="142446"/>
                  <a:pt x="1912869" y="135415"/>
                </a:cubicBezTo>
                <a:cubicBezTo>
                  <a:pt x="1907333" y="128384"/>
                  <a:pt x="1904564" y="119829"/>
                  <a:pt x="1904564" y="109751"/>
                </a:cubicBezTo>
                <a:lnTo>
                  <a:pt x="1904564" y="53756"/>
                </a:lnTo>
                <a:lnTo>
                  <a:pt x="1926964" y="53756"/>
                </a:lnTo>
                <a:lnTo>
                  <a:pt x="1926964" y="103403"/>
                </a:lnTo>
                <a:cubicBezTo>
                  <a:pt x="1926964" y="119331"/>
                  <a:pt x="1932564" y="127295"/>
                  <a:pt x="1943762" y="127295"/>
                </a:cubicBezTo>
                <a:cubicBezTo>
                  <a:pt x="1950481" y="127295"/>
                  <a:pt x="1955645" y="124900"/>
                  <a:pt x="1959252" y="120110"/>
                </a:cubicBezTo>
                <a:cubicBezTo>
                  <a:pt x="1962862" y="115319"/>
                  <a:pt x="1964667" y="109626"/>
                  <a:pt x="1964667" y="103030"/>
                </a:cubicBezTo>
                <a:lnTo>
                  <a:pt x="1964667" y="53756"/>
                </a:lnTo>
                <a:lnTo>
                  <a:pt x="1987064" y="53756"/>
                </a:lnTo>
                <a:close/>
                <a:moveTo>
                  <a:pt x="2013943" y="143347"/>
                </a:moveTo>
                <a:lnTo>
                  <a:pt x="2013943" y="53756"/>
                </a:lnTo>
                <a:lnTo>
                  <a:pt x="2035406" y="53756"/>
                </a:lnTo>
                <a:lnTo>
                  <a:pt x="2035406" y="68689"/>
                </a:lnTo>
                <a:lnTo>
                  <a:pt x="2035779" y="68689"/>
                </a:lnTo>
                <a:cubicBezTo>
                  <a:pt x="2038268" y="63338"/>
                  <a:pt x="2041815" y="59076"/>
                  <a:pt x="2046420" y="55904"/>
                </a:cubicBezTo>
                <a:cubicBezTo>
                  <a:pt x="2051024" y="52729"/>
                  <a:pt x="2056187" y="51142"/>
                  <a:pt x="2061910" y="51142"/>
                </a:cubicBezTo>
                <a:cubicBezTo>
                  <a:pt x="2064025" y="51142"/>
                  <a:pt x="2065830" y="51329"/>
                  <a:pt x="2067324" y="51703"/>
                </a:cubicBezTo>
                <a:lnTo>
                  <a:pt x="2067324" y="72234"/>
                </a:lnTo>
                <a:cubicBezTo>
                  <a:pt x="2064835" y="71612"/>
                  <a:pt x="2062533" y="71300"/>
                  <a:pt x="2060418" y="71300"/>
                </a:cubicBezTo>
                <a:cubicBezTo>
                  <a:pt x="2056559" y="71300"/>
                  <a:pt x="2053137" y="71923"/>
                  <a:pt x="2050150" y="73168"/>
                </a:cubicBezTo>
                <a:cubicBezTo>
                  <a:pt x="2047166" y="74412"/>
                  <a:pt x="2044833" y="75967"/>
                  <a:pt x="2043153" y="77834"/>
                </a:cubicBezTo>
                <a:cubicBezTo>
                  <a:pt x="2041472" y="79700"/>
                  <a:pt x="2040104" y="81785"/>
                  <a:pt x="2039046" y="84088"/>
                </a:cubicBezTo>
                <a:cubicBezTo>
                  <a:pt x="2037988" y="86389"/>
                  <a:pt x="2037273" y="88473"/>
                  <a:pt x="2036899" y="90339"/>
                </a:cubicBezTo>
                <a:cubicBezTo>
                  <a:pt x="2036526" y="92206"/>
                  <a:pt x="2036340" y="93885"/>
                  <a:pt x="2036340" y="95377"/>
                </a:cubicBezTo>
                <a:lnTo>
                  <a:pt x="2036340" y="143347"/>
                </a:lnTo>
                <a:lnTo>
                  <a:pt x="2013943" y="143347"/>
                </a:lnTo>
                <a:close/>
                <a:moveTo>
                  <a:pt x="2085429" y="143347"/>
                </a:moveTo>
                <a:lnTo>
                  <a:pt x="2085429" y="71673"/>
                </a:lnTo>
                <a:lnTo>
                  <a:pt x="2068444" y="71673"/>
                </a:lnTo>
                <a:lnTo>
                  <a:pt x="2068444" y="53756"/>
                </a:lnTo>
                <a:lnTo>
                  <a:pt x="2085429" y="53756"/>
                </a:lnTo>
                <a:lnTo>
                  <a:pt x="2085429" y="40505"/>
                </a:lnTo>
                <a:cubicBezTo>
                  <a:pt x="2085429" y="28435"/>
                  <a:pt x="2088229" y="18667"/>
                  <a:pt x="2093828" y="11201"/>
                </a:cubicBezTo>
                <a:cubicBezTo>
                  <a:pt x="2099427" y="3734"/>
                  <a:pt x="2108698" y="0"/>
                  <a:pt x="2121639" y="0"/>
                </a:cubicBezTo>
                <a:cubicBezTo>
                  <a:pt x="2126118" y="0"/>
                  <a:pt x="2129913" y="436"/>
                  <a:pt x="2133023" y="1307"/>
                </a:cubicBezTo>
                <a:lnTo>
                  <a:pt x="2131531" y="20346"/>
                </a:lnTo>
                <a:cubicBezTo>
                  <a:pt x="2128669" y="19475"/>
                  <a:pt x="2125808" y="19039"/>
                  <a:pt x="2122947" y="19039"/>
                </a:cubicBezTo>
                <a:cubicBezTo>
                  <a:pt x="2112866" y="19039"/>
                  <a:pt x="2107826" y="25758"/>
                  <a:pt x="2107826" y="39197"/>
                </a:cubicBezTo>
                <a:lnTo>
                  <a:pt x="2107826" y="53756"/>
                </a:lnTo>
                <a:lnTo>
                  <a:pt x="2128546" y="53756"/>
                </a:lnTo>
                <a:lnTo>
                  <a:pt x="2128546" y="71673"/>
                </a:lnTo>
                <a:lnTo>
                  <a:pt x="2107826" y="71673"/>
                </a:lnTo>
                <a:lnTo>
                  <a:pt x="2107826" y="143347"/>
                </a:lnTo>
                <a:lnTo>
                  <a:pt x="2085429" y="143347"/>
                </a:lnTo>
                <a:close/>
                <a:moveTo>
                  <a:pt x="2197977" y="143347"/>
                </a:moveTo>
                <a:lnTo>
                  <a:pt x="2197977" y="131960"/>
                </a:lnTo>
                <a:lnTo>
                  <a:pt x="2197419" y="131960"/>
                </a:lnTo>
                <a:cubicBezTo>
                  <a:pt x="2195179" y="135942"/>
                  <a:pt x="2191539" y="139208"/>
                  <a:pt x="2186500" y="141760"/>
                </a:cubicBezTo>
                <a:cubicBezTo>
                  <a:pt x="2181461" y="144310"/>
                  <a:pt x="2175830" y="145585"/>
                  <a:pt x="2169608" y="145585"/>
                </a:cubicBezTo>
                <a:cubicBezTo>
                  <a:pt x="2161022" y="145585"/>
                  <a:pt x="2153275" y="143314"/>
                  <a:pt x="2146368" y="138773"/>
                </a:cubicBezTo>
                <a:cubicBezTo>
                  <a:pt x="2139462" y="134231"/>
                  <a:pt x="2136010" y="127232"/>
                  <a:pt x="2136010" y="117777"/>
                </a:cubicBezTo>
                <a:cubicBezTo>
                  <a:pt x="2136010" y="112675"/>
                  <a:pt x="2137285" y="108227"/>
                  <a:pt x="2139835" y="104431"/>
                </a:cubicBezTo>
                <a:cubicBezTo>
                  <a:pt x="2142386" y="100636"/>
                  <a:pt x="2145591" y="97680"/>
                  <a:pt x="2149450" y="95565"/>
                </a:cubicBezTo>
                <a:cubicBezTo>
                  <a:pt x="2153308" y="93450"/>
                  <a:pt x="2158129" y="91739"/>
                  <a:pt x="2163915" y="90433"/>
                </a:cubicBezTo>
                <a:cubicBezTo>
                  <a:pt x="2169700" y="89125"/>
                  <a:pt x="2175175" y="88285"/>
                  <a:pt x="2180339" y="87913"/>
                </a:cubicBezTo>
                <a:cubicBezTo>
                  <a:pt x="2185504" y="87539"/>
                  <a:pt x="2191259" y="87352"/>
                  <a:pt x="2197604" y="87352"/>
                </a:cubicBezTo>
                <a:lnTo>
                  <a:pt x="2197604" y="85113"/>
                </a:lnTo>
                <a:cubicBezTo>
                  <a:pt x="2197604" y="79886"/>
                  <a:pt x="2195675" y="75842"/>
                  <a:pt x="2191817" y="72981"/>
                </a:cubicBezTo>
                <a:cubicBezTo>
                  <a:pt x="2187961" y="70119"/>
                  <a:pt x="2183046" y="68689"/>
                  <a:pt x="2177073" y="68689"/>
                </a:cubicBezTo>
                <a:cubicBezTo>
                  <a:pt x="2167617" y="68689"/>
                  <a:pt x="2159467" y="72110"/>
                  <a:pt x="2152622" y="78953"/>
                </a:cubicBezTo>
                <a:lnTo>
                  <a:pt x="2141051" y="65328"/>
                </a:lnTo>
                <a:cubicBezTo>
                  <a:pt x="2151254" y="55871"/>
                  <a:pt x="2163884" y="51142"/>
                  <a:pt x="2178941" y="51142"/>
                </a:cubicBezTo>
                <a:cubicBezTo>
                  <a:pt x="2186655" y="51142"/>
                  <a:pt x="2193219" y="52231"/>
                  <a:pt x="2198632" y="54409"/>
                </a:cubicBezTo>
                <a:cubicBezTo>
                  <a:pt x="2204046" y="56586"/>
                  <a:pt x="2208183" y="59573"/>
                  <a:pt x="2211044" y="63368"/>
                </a:cubicBezTo>
                <a:cubicBezTo>
                  <a:pt x="2213905" y="67164"/>
                  <a:pt x="2215927" y="71146"/>
                  <a:pt x="2217108" y="75316"/>
                </a:cubicBezTo>
                <a:cubicBezTo>
                  <a:pt x="2218290" y="79483"/>
                  <a:pt x="2218882" y="83993"/>
                  <a:pt x="2218882" y="88844"/>
                </a:cubicBezTo>
                <a:lnTo>
                  <a:pt x="2218882" y="143347"/>
                </a:lnTo>
                <a:lnTo>
                  <a:pt x="2197977" y="143347"/>
                </a:lnTo>
                <a:moveTo>
                  <a:pt x="2197604" y="105644"/>
                </a:moveTo>
                <a:lnTo>
                  <a:pt x="2197604" y="102472"/>
                </a:lnTo>
                <a:lnTo>
                  <a:pt x="2192566" y="102472"/>
                </a:lnTo>
                <a:cubicBezTo>
                  <a:pt x="2169795" y="102472"/>
                  <a:pt x="2158410" y="107448"/>
                  <a:pt x="2158410" y="117401"/>
                </a:cubicBezTo>
                <a:cubicBezTo>
                  <a:pt x="2158410" y="121385"/>
                  <a:pt x="2159933" y="124248"/>
                  <a:pt x="2162981" y="125991"/>
                </a:cubicBezTo>
                <a:cubicBezTo>
                  <a:pt x="2166030" y="127732"/>
                  <a:pt x="2169732" y="128602"/>
                  <a:pt x="2174088" y="128602"/>
                </a:cubicBezTo>
                <a:cubicBezTo>
                  <a:pt x="2181677" y="128602"/>
                  <a:pt x="2187494" y="126580"/>
                  <a:pt x="2191538" y="122536"/>
                </a:cubicBezTo>
                <a:cubicBezTo>
                  <a:pt x="2195582" y="118492"/>
                  <a:pt x="2197604" y="112861"/>
                  <a:pt x="2197604" y="105644"/>
                </a:cubicBezTo>
                <a:close/>
                <a:moveTo>
                  <a:pt x="2321539" y="65140"/>
                </a:moveTo>
                <a:lnTo>
                  <a:pt x="2306233" y="78580"/>
                </a:lnTo>
                <a:cubicBezTo>
                  <a:pt x="2304492" y="76091"/>
                  <a:pt x="2301880" y="74007"/>
                  <a:pt x="2298396" y="72328"/>
                </a:cubicBezTo>
                <a:cubicBezTo>
                  <a:pt x="2294911" y="70648"/>
                  <a:pt x="2291365" y="69808"/>
                  <a:pt x="2287755" y="69808"/>
                </a:cubicBezTo>
                <a:cubicBezTo>
                  <a:pt x="2280041" y="69808"/>
                  <a:pt x="2274006" y="72701"/>
                  <a:pt x="2269650" y="78489"/>
                </a:cubicBezTo>
                <a:cubicBezTo>
                  <a:pt x="2265297" y="84274"/>
                  <a:pt x="2263120" y="90961"/>
                  <a:pt x="2263120" y="98550"/>
                </a:cubicBezTo>
                <a:cubicBezTo>
                  <a:pt x="2263120" y="106266"/>
                  <a:pt x="2265359" y="112987"/>
                  <a:pt x="2269838" y="118711"/>
                </a:cubicBezTo>
                <a:cubicBezTo>
                  <a:pt x="2274317" y="124434"/>
                  <a:pt x="2280538" y="127295"/>
                  <a:pt x="2288501" y="127295"/>
                </a:cubicBezTo>
                <a:cubicBezTo>
                  <a:pt x="2296715" y="127295"/>
                  <a:pt x="2303000" y="124620"/>
                  <a:pt x="2307356" y="119269"/>
                </a:cubicBezTo>
                <a:lnTo>
                  <a:pt x="2321354" y="133455"/>
                </a:lnTo>
                <a:cubicBezTo>
                  <a:pt x="2313639" y="141792"/>
                  <a:pt x="2302627" y="145961"/>
                  <a:pt x="2288316" y="145961"/>
                </a:cubicBezTo>
                <a:cubicBezTo>
                  <a:pt x="2274629" y="145961"/>
                  <a:pt x="2263119" y="141668"/>
                  <a:pt x="2253787" y="133082"/>
                </a:cubicBezTo>
                <a:cubicBezTo>
                  <a:pt x="2244455" y="124496"/>
                  <a:pt x="2239789" y="112986"/>
                  <a:pt x="2239789" y="98550"/>
                </a:cubicBezTo>
                <a:cubicBezTo>
                  <a:pt x="2239789" y="84365"/>
                  <a:pt x="2244392" y="72918"/>
                  <a:pt x="2253599" y="64209"/>
                </a:cubicBezTo>
                <a:cubicBezTo>
                  <a:pt x="2262807" y="55497"/>
                  <a:pt x="2274193" y="51142"/>
                  <a:pt x="2287755" y="51142"/>
                </a:cubicBezTo>
                <a:cubicBezTo>
                  <a:pt x="2294351" y="51142"/>
                  <a:pt x="2300759" y="52386"/>
                  <a:pt x="2306980" y="54876"/>
                </a:cubicBezTo>
                <a:cubicBezTo>
                  <a:pt x="2313202" y="57365"/>
                  <a:pt x="2318055" y="60786"/>
                  <a:pt x="2321539" y="65140"/>
                </a:cubicBezTo>
                <a:close/>
                <a:moveTo>
                  <a:pt x="2353270" y="89593"/>
                </a:moveTo>
                <a:lnTo>
                  <a:pt x="2399187" y="89593"/>
                </a:lnTo>
                <a:cubicBezTo>
                  <a:pt x="2399187" y="83371"/>
                  <a:pt x="2397382" y="78207"/>
                  <a:pt x="2393772" y="74100"/>
                </a:cubicBezTo>
                <a:cubicBezTo>
                  <a:pt x="2390165" y="69993"/>
                  <a:pt x="2384939" y="67940"/>
                  <a:pt x="2378094" y="67940"/>
                </a:cubicBezTo>
                <a:cubicBezTo>
                  <a:pt x="2371500" y="67940"/>
                  <a:pt x="2365838" y="69993"/>
                  <a:pt x="2361108" y="74100"/>
                </a:cubicBezTo>
                <a:cubicBezTo>
                  <a:pt x="2356380" y="78207"/>
                  <a:pt x="2353768" y="83371"/>
                  <a:pt x="2353270" y="89593"/>
                </a:cubicBezTo>
                <a:moveTo>
                  <a:pt x="2421583" y="99672"/>
                </a:moveTo>
                <a:cubicBezTo>
                  <a:pt x="2421583" y="102285"/>
                  <a:pt x="2421522" y="104275"/>
                  <a:pt x="2421398" y="105644"/>
                </a:cubicBezTo>
                <a:lnTo>
                  <a:pt x="2353270" y="105644"/>
                </a:lnTo>
                <a:cubicBezTo>
                  <a:pt x="2353768" y="111866"/>
                  <a:pt x="2356505" y="117093"/>
                  <a:pt x="2361481" y="121323"/>
                </a:cubicBezTo>
                <a:cubicBezTo>
                  <a:pt x="2366460" y="125553"/>
                  <a:pt x="2372246" y="127668"/>
                  <a:pt x="2378840" y="127668"/>
                </a:cubicBezTo>
                <a:cubicBezTo>
                  <a:pt x="2389169" y="127668"/>
                  <a:pt x="2397070" y="123811"/>
                  <a:pt x="2402544" y="116097"/>
                </a:cubicBezTo>
                <a:lnTo>
                  <a:pt x="2417477" y="128041"/>
                </a:lnTo>
                <a:cubicBezTo>
                  <a:pt x="2408642" y="139988"/>
                  <a:pt x="2395826" y="145961"/>
                  <a:pt x="2379028" y="145961"/>
                </a:cubicBezTo>
                <a:cubicBezTo>
                  <a:pt x="2364966" y="145961"/>
                  <a:pt x="2353425" y="141731"/>
                  <a:pt x="2344405" y="133270"/>
                </a:cubicBezTo>
                <a:cubicBezTo>
                  <a:pt x="2335384" y="124808"/>
                  <a:pt x="2330873" y="113421"/>
                  <a:pt x="2330873" y="99111"/>
                </a:cubicBezTo>
                <a:cubicBezTo>
                  <a:pt x="2330873" y="84801"/>
                  <a:pt x="2335352" y="73228"/>
                  <a:pt x="2344311" y="64394"/>
                </a:cubicBezTo>
                <a:cubicBezTo>
                  <a:pt x="2353270" y="55559"/>
                  <a:pt x="2364594" y="51142"/>
                  <a:pt x="2378282" y="51142"/>
                </a:cubicBezTo>
                <a:cubicBezTo>
                  <a:pt x="2391221" y="51142"/>
                  <a:pt x="2401673" y="55310"/>
                  <a:pt x="2409636" y="63648"/>
                </a:cubicBezTo>
                <a:cubicBezTo>
                  <a:pt x="2417601" y="71985"/>
                  <a:pt x="2421583" y="83993"/>
                  <a:pt x="2421583" y="99672"/>
                </a:cubicBezTo>
                <a:close/>
                <a:moveTo>
                  <a:pt x="2485978" y="143347"/>
                </a:moveTo>
                <a:lnTo>
                  <a:pt x="2543466" y="11201"/>
                </a:lnTo>
                <a:lnTo>
                  <a:pt x="2563809" y="11201"/>
                </a:lnTo>
                <a:lnTo>
                  <a:pt x="2620739" y="143347"/>
                </a:lnTo>
                <a:lnTo>
                  <a:pt x="2593862" y="143347"/>
                </a:lnTo>
                <a:lnTo>
                  <a:pt x="2581541" y="113109"/>
                </a:lnTo>
                <a:lnTo>
                  <a:pt x="2524242" y="113109"/>
                </a:lnTo>
                <a:lnTo>
                  <a:pt x="2512294" y="143347"/>
                </a:lnTo>
                <a:lnTo>
                  <a:pt x="2485978" y="143347"/>
                </a:lnTo>
                <a:moveTo>
                  <a:pt x="2532267" y="92951"/>
                </a:moveTo>
                <a:lnTo>
                  <a:pt x="2573330" y="92951"/>
                </a:lnTo>
                <a:lnTo>
                  <a:pt x="2552984" y="39197"/>
                </a:lnTo>
                <a:lnTo>
                  <a:pt x="2532267" y="92951"/>
                </a:lnTo>
                <a:close/>
                <a:moveTo>
                  <a:pt x="2635484" y="71673"/>
                </a:moveTo>
                <a:lnTo>
                  <a:pt x="2619806" y="71673"/>
                </a:lnTo>
                <a:lnTo>
                  <a:pt x="2619806" y="53756"/>
                </a:lnTo>
                <a:lnTo>
                  <a:pt x="2635484" y="53756"/>
                </a:lnTo>
                <a:lnTo>
                  <a:pt x="2635484" y="27811"/>
                </a:lnTo>
                <a:lnTo>
                  <a:pt x="2657508" y="27811"/>
                </a:lnTo>
                <a:lnTo>
                  <a:pt x="2657508" y="53756"/>
                </a:lnTo>
                <a:lnTo>
                  <a:pt x="2679905" y="53756"/>
                </a:lnTo>
                <a:lnTo>
                  <a:pt x="2679905" y="71673"/>
                </a:lnTo>
                <a:lnTo>
                  <a:pt x="2657508" y="71673"/>
                </a:lnTo>
                <a:lnTo>
                  <a:pt x="2657508" y="113297"/>
                </a:lnTo>
                <a:cubicBezTo>
                  <a:pt x="2657508" y="117776"/>
                  <a:pt x="2658317" y="121197"/>
                  <a:pt x="2659935" y="123561"/>
                </a:cubicBezTo>
                <a:cubicBezTo>
                  <a:pt x="2661552" y="125925"/>
                  <a:pt x="2664663" y="127107"/>
                  <a:pt x="2669268" y="127107"/>
                </a:cubicBezTo>
                <a:cubicBezTo>
                  <a:pt x="2673124" y="127107"/>
                  <a:pt x="2676297" y="126485"/>
                  <a:pt x="2678786" y="125242"/>
                </a:cubicBezTo>
                <a:lnTo>
                  <a:pt x="2679532" y="142785"/>
                </a:lnTo>
                <a:cubicBezTo>
                  <a:pt x="2675302" y="144403"/>
                  <a:pt x="2670324" y="145212"/>
                  <a:pt x="2664600" y="145212"/>
                </a:cubicBezTo>
                <a:cubicBezTo>
                  <a:pt x="2653650" y="145212"/>
                  <a:pt x="2646060" y="142382"/>
                  <a:pt x="2641830" y="136722"/>
                </a:cubicBezTo>
                <a:cubicBezTo>
                  <a:pt x="2637599" y="131060"/>
                  <a:pt x="2635484" y="123314"/>
                  <a:pt x="2635484" y="113482"/>
                </a:cubicBezTo>
                <a:lnTo>
                  <a:pt x="2635484" y="71673"/>
                </a:lnTo>
                <a:close/>
                <a:moveTo>
                  <a:pt x="2696145" y="71673"/>
                </a:moveTo>
                <a:lnTo>
                  <a:pt x="2680467" y="71673"/>
                </a:lnTo>
                <a:lnTo>
                  <a:pt x="2680467" y="53756"/>
                </a:lnTo>
                <a:lnTo>
                  <a:pt x="2696145" y="53756"/>
                </a:lnTo>
                <a:lnTo>
                  <a:pt x="2696145" y="27811"/>
                </a:lnTo>
                <a:lnTo>
                  <a:pt x="2718169" y="27811"/>
                </a:lnTo>
                <a:lnTo>
                  <a:pt x="2718169" y="53756"/>
                </a:lnTo>
                <a:lnTo>
                  <a:pt x="2740566" y="53756"/>
                </a:lnTo>
                <a:lnTo>
                  <a:pt x="2740566" y="71673"/>
                </a:lnTo>
                <a:lnTo>
                  <a:pt x="2718169" y="71673"/>
                </a:lnTo>
                <a:lnTo>
                  <a:pt x="2718169" y="113297"/>
                </a:lnTo>
                <a:cubicBezTo>
                  <a:pt x="2718169" y="117776"/>
                  <a:pt x="2718978" y="121197"/>
                  <a:pt x="2720596" y="123561"/>
                </a:cubicBezTo>
                <a:cubicBezTo>
                  <a:pt x="2722213" y="125925"/>
                  <a:pt x="2725324" y="127107"/>
                  <a:pt x="2729929" y="127107"/>
                </a:cubicBezTo>
                <a:cubicBezTo>
                  <a:pt x="2733785" y="127107"/>
                  <a:pt x="2736958" y="126485"/>
                  <a:pt x="2739447" y="125242"/>
                </a:cubicBezTo>
                <a:lnTo>
                  <a:pt x="2740193" y="142785"/>
                </a:lnTo>
                <a:cubicBezTo>
                  <a:pt x="2735963" y="144403"/>
                  <a:pt x="2730985" y="145212"/>
                  <a:pt x="2725261" y="145212"/>
                </a:cubicBezTo>
                <a:cubicBezTo>
                  <a:pt x="2714311" y="145212"/>
                  <a:pt x="2706721" y="142382"/>
                  <a:pt x="2702491" y="136722"/>
                </a:cubicBezTo>
                <a:cubicBezTo>
                  <a:pt x="2698260" y="131060"/>
                  <a:pt x="2696145" y="123314"/>
                  <a:pt x="2696145" y="113482"/>
                </a:cubicBezTo>
                <a:lnTo>
                  <a:pt x="2696145" y="71673"/>
                </a:lnTo>
                <a:close/>
                <a:moveTo>
                  <a:pt x="2756806" y="143347"/>
                </a:moveTo>
                <a:lnTo>
                  <a:pt x="2756806" y="53756"/>
                </a:lnTo>
                <a:lnTo>
                  <a:pt x="2778269" y="53756"/>
                </a:lnTo>
                <a:lnTo>
                  <a:pt x="2778269" y="68689"/>
                </a:lnTo>
                <a:lnTo>
                  <a:pt x="2778642" y="68689"/>
                </a:lnTo>
                <a:cubicBezTo>
                  <a:pt x="2781131" y="63338"/>
                  <a:pt x="2784678" y="59076"/>
                  <a:pt x="2789282" y="55904"/>
                </a:cubicBezTo>
                <a:cubicBezTo>
                  <a:pt x="2793887" y="52729"/>
                  <a:pt x="2799050" y="51142"/>
                  <a:pt x="2804773" y="51142"/>
                </a:cubicBezTo>
                <a:cubicBezTo>
                  <a:pt x="2806888" y="51142"/>
                  <a:pt x="2808693" y="51329"/>
                  <a:pt x="2810187" y="51703"/>
                </a:cubicBezTo>
                <a:lnTo>
                  <a:pt x="2810187" y="72234"/>
                </a:lnTo>
                <a:cubicBezTo>
                  <a:pt x="2807698" y="71612"/>
                  <a:pt x="2805396" y="71300"/>
                  <a:pt x="2803280" y="71300"/>
                </a:cubicBezTo>
                <a:cubicBezTo>
                  <a:pt x="2799422" y="71300"/>
                  <a:pt x="2796000" y="71923"/>
                  <a:pt x="2793013" y="73168"/>
                </a:cubicBezTo>
                <a:cubicBezTo>
                  <a:pt x="2790029" y="74412"/>
                  <a:pt x="2787696" y="75967"/>
                  <a:pt x="2786016" y="77834"/>
                </a:cubicBezTo>
                <a:cubicBezTo>
                  <a:pt x="2784335" y="79700"/>
                  <a:pt x="2782966" y="81785"/>
                  <a:pt x="2781909" y="84088"/>
                </a:cubicBezTo>
                <a:cubicBezTo>
                  <a:pt x="2780851" y="86389"/>
                  <a:pt x="2780135" y="88473"/>
                  <a:pt x="2779761" y="90339"/>
                </a:cubicBezTo>
                <a:cubicBezTo>
                  <a:pt x="2779389" y="92206"/>
                  <a:pt x="2779203" y="93885"/>
                  <a:pt x="2779203" y="95377"/>
                </a:cubicBezTo>
                <a:lnTo>
                  <a:pt x="2779203" y="143347"/>
                </a:lnTo>
                <a:lnTo>
                  <a:pt x="2756806" y="143347"/>
                </a:lnTo>
                <a:close/>
                <a:moveTo>
                  <a:pt x="2825120" y="143347"/>
                </a:moveTo>
                <a:lnTo>
                  <a:pt x="2825120" y="53756"/>
                </a:lnTo>
                <a:lnTo>
                  <a:pt x="2847516" y="53756"/>
                </a:lnTo>
                <a:lnTo>
                  <a:pt x="2847516" y="143347"/>
                </a:lnTo>
                <a:lnTo>
                  <a:pt x="2825120" y="143347"/>
                </a:lnTo>
                <a:moveTo>
                  <a:pt x="2826051" y="32758"/>
                </a:moveTo>
                <a:cubicBezTo>
                  <a:pt x="2823315" y="30083"/>
                  <a:pt x="2821947" y="26941"/>
                  <a:pt x="2821947" y="23334"/>
                </a:cubicBezTo>
                <a:cubicBezTo>
                  <a:pt x="2821947" y="19724"/>
                  <a:pt x="2823315" y="16582"/>
                  <a:pt x="2826051" y="13907"/>
                </a:cubicBezTo>
                <a:cubicBezTo>
                  <a:pt x="2828789" y="11232"/>
                  <a:pt x="2832148" y="9894"/>
                  <a:pt x="2836130" y="9894"/>
                </a:cubicBezTo>
                <a:cubicBezTo>
                  <a:pt x="2840237" y="9894"/>
                  <a:pt x="2843690" y="11170"/>
                  <a:pt x="2846488" y="13722"/>
                </a:cubicBezTo>
                <a:cubicBezTo>
                  <a:pt x="2849289" y="16272"/>
                  <a:pt x="2850689" y="19476"/>
                  <a:pt x="2850689" y="23334"/>
                </a:cubicBezTo>
                <a:cubicBezTo>
                  <a:pt x="2850689" y="27190"/>
                  <a:pt x="2849289" y="30394"/>
                  <a:pt x="2846488" y="32946"/>
                </a:cubicBezTo>
                <a:cubicBezTo>
                  <a:pt x="2843690" y="35496"/>
                  <a:pt x="2840237" y="36771"/>
                  <a:pt x="2836130" y="36771"/>
                </a:cubicBezTo>
                <a:cubicBezTo>
                  <a:pt x="2832148" y="36771"/>
                  <a:pt x="2828789" y="35433"/>
                  <a:pt x="2826051" y="32758"/>
                </a:cubicBezTo>
                <a:close/>
                <a:moveTo>
                  <a:pt x="2875141" y="2241"/>
                </a:moveTo>
                <a:lnTo>
                  <a:pt x="2897538" y="2241"/>
                </a:lnTo>
                <a:lnTo>
                  <a:pt x="2897538" y="65140"/>
                </a:lnTo>
                <a:lnTo>
                  <a:pt x="2898099" y="65140"/>
                </a:lnTo>
                <a:cubicBezTo>
                  <a:pt x="2905565" y="55808"/>
                  <a:pt x="2915582" y="51142"/>
                  <a:pt x="2928149" y="51142"/>
                </a:cubicBezTo>
                <a:cubicBezTo>
                  <a:pt x="2940842" y="51142"/>
                  <a:pt x="2951263" y="55622"/>
                  <a:pt x="2959412" y="64582"/>
                </a:cubicBezTo>
                <a:cubicBezTo>
                  <a:pt x="2967563" y="73540"/>
                  <a:pt x="2971639" y="84738"/>
                  <a:pt x="2971639" y="98177"/>
                </a:cubicBezTo>
                <a:cubicBezTo>
                  <a:pt x="2971639" y="111616"/>
                  <a:pt x="2967626" y="122940"/>
                  <a:pt x="2959600" y="132148"/>
                </a:cubicBezTo>
                <a:cubicBezTo>
                  <a:pt x="2951574" y="141357"/>
                  <a:pt x="2940904" y="145961"/>
                  <a:pt x="2927588" y="145961"/>
                </a:cubicBezTo>
                <a:cubicBezTo>
                  <a:pt x="2921243" y="145961"/>
                  <a:pt x="2915270" y="144561"/>
                  <a:pt x="2909671" y="141760"/>
                </a:cubicBezTo>
                <a:cubicBezTo>
                  <a:pt x="2904072" y="138960"/>
                  <a:pt x="2899779" y="135008"/>
                  <a:pt x="2896792" y="129907"/>
                </a:cubicBezTo>
                <a:lnTo>
                  <a:pt x="2896419" y="129907"/>
                </a:lnTo>
                <a:lnTo>
                  <a:pt x="2896419" y="143347"/>
                </a:lnTo>
                <a:lnTo>
                  <a:pt x="2875141" y="143347"/>
                </a:lnTo>
                <a:lnTo>
                  <a:pt x="2875141" y="2241"/>
                </a:lnTo>
                <a:moveTo>
                  <a:pt x="2942053" y="118523"/>
                </a:moveTo>
                <a:cubicBezTo>
                  <a:pt x="2946595" y="112675"/>
                  <a:pt x="2948866" y="105894"/>
                  <a:pt x="2948866" y="98180"/>
                </a:cubicBezTo>
                <a:cubicBezTo>
                  <a:pt x="2948866" y="90464"/>
                  <a:pt x="2946595" y="83744"/>
                  <a:pt x="2942053" y="78022"/>
                </a:cubicBezTo>
                <a:cubicBezTo>
                  <a:pt x="2937512" y="72297"/>
                  <a:pt x="2931196" y="69435"/>
                  <a:pt x="2923108" y="69435"/>
                </a:cubicBezTo>
                <a:cubicBezTo>
                  <a:pt x="2915270" y="69435"/>
                  <a:pt x="2908925" y="72421"/>
                  <a:pt x="2904072" y="78395"/>
                </a:cubicBezTo>
                <a:cubicBezTo>
                  <a:pt x="2899219" y="84366"/>
                  <a:pt x="2896792" y="91085"/>
                  <a:pt x="2896792" y="98553"/>
                </a:cubicBezTo>
                <a:cubicBezTo>
                  <a:pt x="2896792" y="106018"/>
                  <a:pt x="2899219" y="112675"/>
                  <a:pt x="2904072" y="118523"/>
                </a:cubicBezTo>
                <a:cubicBezTo>
                  <a:pt x="2908925" y="124371"/>
                  <a:pt x="2915270" y="127295"/>
                  <a:pt x="2923108" y="127295"/>
                </a:cubicBezTo>
                <a:cubicBezTo>
                  <a:pt x="2931196" y="127295"/>
                  <a:pt x="2937512" y="124371"/>
                  <a:pt x="2942053" y="118523"/>
                </a:cubicBezTo>
                <a:close/>
                <a:moveTo>
                  <a:pt x="3075040" y="53756"/>
                </a:moveTo>
                <a:lnTo>
                  <a:pt x="3075040" y="143347"/>
                </a:lnTo>
                <a:lnTo>
                  <a:pt x="3053763" y="143347"/>
                </a:lnTo>
                <a:lnTo>
                  <a:pt x="3053763" y="128975"/>
                </a:lnTo>
                <a:lnTo>
                  <a:pt x="3053390" y="128975"/>
                </a:lnTo>
                <a:cubicBezTo>
                  <a:pt x="3051274" y="133703"/>
                  <a:pt x="3047697" y="137716"/>
                  <a:pt x="3042658" y="141014"/>
                </a:cubicBezTo>
                <a:cubicBezTo>
                  <a:pt x="3037619" y="144312"/>
                  <a:pt x="3031926" y="145961"/>
                  <a:pt x="3025579" y="145961"/>
                </a:cubicBezTo>
                <a:cubicBezTo>
                  <a:pt x="3014629" y="145961"/>
                  <a:pt x="3006385" y="142446"/>
                  <a:pt x="3000846" y="135415"/>
                </a:cubicBezTo>
                <a:cubicBezTo>
                  <a:pt x="2995310" y="128384"/>
                  <a:pt x="2992541" y="119829"/>
                  <a:pt x="2992541" y="109751"/>
                </a:cubicBezTo>
                <a:lnTo>
                  <a:pt x="2992541" y="53756"/>
                </a:lnTo>
                <a:lnTo>
                  <a:pt x="3014941" y="53756"/>
                </a:lnTo>
                <a:lnTo>
                  <a:pt x="3014941" y="103403"/>
                </a:lnTo>
                <a:cubicBezTo>
                  <a:pt x="3014941" y="119331"/>
                  <a:pt x="3020540" y="127295"/>
                  <a:pt x="3031739" y="127295"/>
                </a:cubicBezTo>
                <a:cubicBezTo>
                  <a:pt x="3038458" y="127295"/>
                  <a:pt x="3043622" y="124900"/>
                  <a:pt x="3047229" y="120110"/>
                </a:cubicBezTo>
                <a:cubicBezTo>
                  <a:pt x="3050839" y="115319"/>
                  <a:pt x="3052643" y="109626"/>
                  <a:pt x="3052643" y="103030"/>
                </a:cubicBezTo>
                <a:lnTo>
                  <a:pt x="3052643" y="53756"/>
                </a:lnTo>
                <a:lnTo>
                  <a:pt x="3075040" y="53756"/>
                </a:lnTo>
                <a:close/>
                <a:moveTo>
                  <a:pt x="3104720" y="71673"/>
                </a:moveTo>
                <a:lnTo>
                  <a:pt x="3089041" y="71673"/>
                </a:lnTo>
                <a:lnTo>
                  <a:pt x="3089041" y="53756"/>
                </a:lnTo>
                <a:lnTo>
                  <a:pt x="3104720" y="53756"/>
                </a:lnTo>
                <a:lnTo>
                  <a:pt x="3104720" y="27811"/>
                </a:lnTo>
                <a:lnTo>
                  <a:pt x="3126744" y="27811"/>
                </a:lnTo>
                <a:lnTo>
                  <a:pt x="3126744" y="53756"/>
                </a:lnTo>
                <a:lnTo>
                  <a:pt x="3149141" y="53756"/>
                </a:lnTo>
                <a:lnTo>
                  <a:pt x="3149141" y="71673"/>
                </a:lnTo>
                <a:lnTo>
                  <a:pt x="3126744" y="71673"/>
                </a:lnTo>
                <a:lnTo>
                  <a:pt x="3126744" y="113297"/>
                </a:lnTo>
                <a:cubicBezTo>
                  <a:pt x="3126744" y="117776"/>
                  <a:pt x="3127553" y="121197"/>
                  <a:pt x="3129170" y="123561"/>
                </a:cubicBezTo>
                <a:cubicBezTo>
                  <a:pt x="3130788" y="125925"/>
                  <a:pt x="3133899" y="127107"/>
                  <a:pt x="3138503" y="127107"/>
                </a:cubicBezTo>
                <a:cubicBezTo>
                  <a:pt x="3142359" y="127107"/>
                  <a:pt x="3145532" y="126485"/>
                  <a:pt x="3148021" y="125242"/>
                </a:cubicBezTo>
                <a:lnTo>
                  <a:pt x="3148768" y="142785"/>
                </a:lnTo>
                <a:cubicBezTo>
                  <a:pt x="3144537" y="144403"/>
                  <a:pt x="3139560" y="145212"/>
                  <a:pt x="3133835" y="145212"/>
                </a:cubicBezTo>
                <a:cubicBezTo>
                  <a:pt x="3122886" y="145212"/>
                  <a:pt x="3115296" y="142382"/>
                  <a:pt x="3111065" y="136722"/>
                </a:cubicBezTo>
                <a:cubicBezTo>
                  <a:pt x="3106835" y="131060"/>
                  <a:pt x="3104720" y="123314"/>
                  <a:pt x="3104720" y="113482"/>
                </a:cubicBezTo>
                <a:lnTo>
                  <a:pt x="3104720" y="71673"/>
                </a:lnTo>
                <a:close/>
                <a:moveTo>
                  <a:pt x="3182552" y="89593"/>
                </a:moveTo>
                <a:lnTo>
                  <a:pt x="3228468" y="89593"/>
                </a:lnTo>
                <a:cubicBezTo>
                  <a:pt x="3228468" y="83371"/>
                  <a:pt x="3226663" y="78207"/>
                  <a:pt x="3223053" y="74100"/>
                </a:cubicBezTo>
                <a:cubicBezTo>
                  <a:pt x="3219446" y="69993"/>
                  <a:pt x="3214220" y="67940"/>
                  <a:pt x="3207375" y="67940"/>
                </a:cubicBezTo>
                <a:cubicBezTo>
                  <a:pt x="3200781" y="67940"/>
                  <a:pt x="3195119" y="69993"/>
                  <a:pt x="3190389" y="74100"/>
                </a:cubicBezTo>
                <a:cubicBezTo>
                  <a:pt x="3185662" y="78207"/>
                  <a:pt x="3183049" y="83371"/>
                  <a:pt x="3182552" y="89593"/>
                </a:cubicBezTo>
                <a:moveTo>
                  <a:pt x="3250865" y="99672"/>
                </a:moveTo>
                <a:cubicBezTo>
                  <a:pt x="3250865" y="102285"/>
                  <a:pt x="3250803" y="104275"/>
                  <a:pt x="3250679" y="105644"/>
                </a:cubicBezTo>
                <a:lnTo>
                  <a:pt x="3182552" y="105644"/>
                </a:lnTo>
                <a:cubicBezTo>
                  <a:pt x="3183049" y="111866"/>
                  <a:pt x="3185786" y="117093"/>
                  <a:pt x="3190762" y="121323"/>
                </a:cubicBezTo>
                <a:cubicBezTo>
                  <a:pt x="3195741" y="125553"/>
                  <a:pt x="3201527" y="127668"/>
                  <a:pt x="3208121" y="127668"/>
                </a:cubicBezTo>
                <a:cubicBezTo>
                  <a:pt x="3218450" y="127668"/>
                  <a:pt x="3226351" y="123811"/>
                  <a:pt x="3231825" y="116097"/>
                </a:cubicBezTo>
                <a:lnTo>
                  <a:pt x="3246758" y="128041"/>
                </a:lnTo>
                <a:cubicBezTo>
                  <a:pt x="3237923" y="139988"/>
                  <a:pt x="3225107" y="145961"/>
                  <a:pt x="3208309" y="145961"/>
                </a:cubicBezTo>
                <a:cubicBezTo>
                  <a:pt x="3194247" y="145961"/>
                  <a:pt x="3182706" y="141731"/>
                  <a:pt x="3173686" y="133270"/>
                </a:cubicBezTo>
                <a:cubicBezTo>
                  <a:pt x="3164665" y="124808"/>
                  <a:pt x="3160155" y="113421"/>
                  <a:pt x="3160155" y="99111"/>
                </a:cubicBezTo>
                <a:cubicBezTo>
                  <a:pt x="3160155" y="84801"/>
                  <a:pt x="3164634" y="73228"/>
                  <a:pt x="3173592" y="64394"/>
                </a:cubicBezTo>
                <a:cubicBezTo>
                  <a:pt x="3182552" y="55559"/>
                  <a:pt x="3193875" y="51142"/>
                  <a:pt x="3207563" y="51142"/>
                </a:cubicBezTo>
                <a:cubicBezTo>
                  <a:pt x="3220503" y="51142"/>
                  <a:pt x="3230954" y="55310"/>
                  <a:pt x="3238917" y="63648"/>
                </a:cubicBezTo>
                <a:cubicBezTo>
                  <a:pt x="3246882" y="71985"/>
                  <a:pt x="3250865" y="83993"/>
                  <a:pt x="3250865" y="99672"/>
                </a:cubicBezTo>
                <a:close/>
                <a:moveTo>
                  <a:pt x="3336163" y="64767"/>
                </a:moveTo>
                <a:lnTo>
                  <a:pt x="3321606" y="77646"/>
                </a:lnTo>
                <a:cubicBezTo>
                  <a:pt x="3319489" y="74910"/>
                  <a:pt x="3316689" y="72608"/>
                  <a:pt x="3313204" y="70742"/>
                </a:cubicBezTo>
                <a:cubicBezTo>
                  <a:pt x="3309720" y="68874"/>
                  <a:pt x="3305988" y="67940"/>
                  <a:pt x="3302006" y="67940"/>
                </a:cubicBezTo>
                <a:cubicBezTo>
                  <a:pt x="3298024" y="67940"/>
                  <a:pt x="3294633" y="68748"/>
                  <a:pt x="3291833" y="70366"/>
                </a:cubicBezTo>
                <a:cubicBezTo>
                  <a:pt x="3289034" y="71984"/>
                  <a:pt x="3287635" y="74410"/>
                  <a:pt x="3287635" y="77646"/>
                </a:cubicBezTo>
                <a:cubicBezTo>
                  <a:pt x="3287635" y="80757"/>
                  <a:pt x="3289065" y="83061"/>
                  <a:pt x="3291927" y="84555"/>
                </a:cubicBezTo>
                <a:cubicBezTo>
                  <a:pt x="3294790" y="86047"/>
                  <a:pt x="3299830" y="87664"/>
                  <a:pt x="3307047" y="89405"/>
                </a:cubicBezTo>
                <a:cubicBezTo>
                  <a:pt x="3310903" y="90277"/>
                  <a:pt x="3314325" y="91304"/>
                  <a:pt x="3317311" y="92487"/>
                </a:cubicBezTo>
                <a:cubicBezTo>
                  <a:pt x="3320298" y="93668"/>
                  <a:pt x="3323315" y="95254"/>
                  <a:pt x="3326362" y="97246"/>
                </a:cubicBezTo>
                <a:cubicBezTo>
                  <a:pt x="3329412" y="99235"/>
                  <a:pt x="3331777" y="101848"/>
                  <a:pt x="3333457" y="105083"/>
                </a:cubicBezTo>
                <a:cubicBezTo>
                  <a:pt x="3335137" y="108319"/>
                  <a:pt x="3335977" y="111990"/>
                  <a:pt x="3335977" y="116097"/>
                </a:cubicBezTo>
                <a:cubicBezTo>
                  <a:pt x="3335977" y="126300"/>
                  <a:pt x="3332462" y="133828"/>
                  <a:pt x="3325431" y="138681"/>
                </a:cubicBezTo>
                <a:cubicBezTo>
                  <a:pt x="3318400" y="143534"/>
                  <a:pt x="3309473" y="145961"/>
                  <a:pt x="3298648" y="145961"/>
                </a:cubicBezTo>
                <a:cubicBezTo>
                  <a:pt x="3291555" y="145961"/>
                  <a:pt x="3284710" y="144655"/>
                  <a:pt x="3278114" y="142042"/>
                </a:cubicBezTo>
                <a:cubicBezTo>
                  <a:pt x="3271520" y="139428"/>
                  <a:pt x="3266107" y="135818"/>
                  <a:pt x="3261877" y="131214"/>
                </a:cubicBezTo>
                <a:lnTo>
                  <a:pt x="3276621" y="117401"/>
                </a:lnTo>
                <a:cubicBezTo>
                  <a:pt x="3282346" y="124869"/>
                  <a:pt x="3289999" y="128602"/>
                  <a:pt x="3299579" y="128602"/>
                </a:cubicBezTo>
                <a:cubicBezTo>
                  <a:pt x="3303438" y="128602"/>
                  <a:pt x="3306797" y="127732"/>
                  <a:pt x="3309659" y="125991"/>
                </a:cubicBezTo>
                <a:cubicBezTo>
                  <a:pt x="3312522" y="124248"/>
                  <a:pt x="3313954" y="121572"/>
                  <a:pt x="3313954" y="117962"/>
                </a:cubicBezTo>
                <a:cubicBezTo>
                  <a:pt x="3313954" y="114478"/>
                  <a:pt x="3312429" y="111897"/>
                  <a:pt x="3309380" y="110218"/>
                </a:cubicBezTo>
                <a:cubicBezTo>
                  <a:pt x="3306330" y="108538"/>
                  <a:pt x="3301011" y="106826"/>
                  <a:pt x="3293422" y="105083"/>
                </a:cubicBezTo>
                <a:cubicBezTo>
                  <a:pt x="3285334" y="103094"/>
                  <a:pt x="3278894" y="100264"/>
                  <a:pt x="3274104" y="96593"/>
                </a:cubicBezTo>
                <a:cubicBezTo>
                  <a:pt x="3269313" y="92921"/>
                  <a:pt x="3266918" y="87290"/>
                  <a:pt x="3266918" y="79699"/>
                </a:cubicBezTo>
                <a:cubicBezTo>
                  <a:pt x="3266918" y="70367"/>
                  <a:pt x="3270402" y="63274"/>
                  <a:pt x="3277370" y="58421"/>
                </a:cubicBezTo>
                <a:cubicBezTo>
                  <a:pt x="3284339" y="53568"/>
                  <a:pt x="3292738" y="51142"/>
                  <a:pt x="3302567" y="51142"/>
                </a:cubicBezTo>
                <a:cubicBezTo>
                  <a:pt x="3309287" y="51142"/>
                  <a:pt x="3315695" y="52325"/>
                  <a:pt x="3321791" y="54691"/>
                </a:cubicBezTo>
                <a:cubicBezTo>
                  <a:pt x="3327888" y="57054"/>
                  <a:pt x="3332678" y="60413"/>
                  <a:pt x="3336163" y="64767"/>
                </a:cubicBezTo>
                <a:close/>
              </a:path>
            </a:pathLst>
          </a:custGeom>
          <a:solidFill xmlns:a="http://schemas.openxmlformats.org/drawingml/2006/main">
            <a:srgbClr val="8071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9EB83-039E-4D05-A5F9-5B6C1E77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5" y="6407696"/>
            <a:ext cx="223209" cy="10"/>
          </a:xfrm>
          <a:custGeom xmlns:a="http://schemas.openxmlformats.org/drawingml/2006/main">
            <a:pathLst>
              <a:path w="223209" h="1" fill="none">
                <a:moveTo>
                  <a:pt x="0" y="0"/>
                </a:moveTo>
                <a:lnTo>
                  <a:pt x="2232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42535C"/>
            </a:solidFill>
            <a:miter/>
          </a:ln>
        </p:spPr>
      </p:sp>
      <p:sp>
        <p:nvSpPr>
          <p:cNvPr id="443" name="Text Surf">
            <a:extLst xmlns:a="http://schemas.openxmlformats.org/drawingml/2006/main">
              <a:ext uri="{FF2B5EF4-FFF2-40B4-BE49-F238E27FC236}">
                <a16:creationId xmlns:a16="http://schemas.microsoft.com/office/drawing/2014/main" id="{152C25EA-3713-4219-B8CF-2E716025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35" y="6361192"/>
            <a:ext cx="247652" cy="99701"/>
          </a:xfrm>
          <a:custGeom xmlns:a="http://schemas.openxmlformats.org/drawingml/2006/main">
            <a:pathLst>
              <a:path w="247652" h="99701">
                <a:moveTo>
                  <a:pt x="55687" y="2472"/>
                </a:moveTo>
                <a:lnTo>
                  <a:pt x="55687" y="34607"/>
                </a:lnTo>
                <a:lnTo>
                  <a:pt x="53147" y="34607"/>
                </a:lnTo>
                <a:cubicBezTo>
                  <a:pt x="52323" y="28427"/>
                  <a:pt x="50846" y="23506"/>
                  <a:pt x="48718" y="19844"/>
                </a:cubicBezTo>
                <a:cubicBezTo>
                  <a:pt x="46589" y="16182"/>
                  <a:pt x="43557" y="13275"/>
                  <a:pt x="39620" y="11124"/>
                </a:cubicBezTo>
                <a:cubicBezTo>
                  <a:pt x="35683" y="8972"/>
                  <a:pt x="31609" y="7896"/>
                  <a:pt x="27397" y="7896"/>
                </a:cubicBezTo>
                <a:cubicBezTo>
                  <a:pt x="22637" y="7896"/>
                  <a:pt x="18700" y="9349"/>
                  <a:pt x="15587" y="12254"/>
                </a:cubicBezTo>
                <a:cubicBezTo>
                  <a:pt x="12474" y="15158"/>
                  <a:pt x="10918" y="18463"/>
                  <a:pt x="10918" y="22168"/>
                </a:cubicBezTo>
                <a:cubicBezTo>
                  <a:pt x="10918" y="25005"/>
                  <a:pt x="11902" y="27589"/>
                  <a:pt x="13870" y="29921"/>
                </a:cubicBezTo>
                <a:cubicBezTo>
                  <a:pt x="16708" y="33352"/>
                  <a:pt x="23461" y="37927"/>
                  <a:pt x="34127" y="43645"/>
                </a:cubicBezTo>
                <a:cubicBezTo>
                  <a:pt x="42824" y="48310"/>
                  <a:pt x="48764" y="51889"/>
                  <a:pt x="51945" y="54382"/>
                </a:cubicBezTo>
                <a:cubicBezTo>
                  <a:pt x="55127" y="56874"/>
                  <a:pt x="57576" y="59813"/>
                  <a:pt x="59292" y="63199"/>
                </a:cubicBezTo>
                <a:cubicBezTo>
                  <a:pt x="61009" y="66584"/>
                  <a:pt x="61867" y="70129"/>
                  <a:pt x="61867" y="73834"/>
                </a:cubicBezTo>
                <a:cubicBezTo>
                  <a:pt x="61867" y="80878"/>
                  <a:pt x="59132" y="86950"/>
                  <a:pt x="53662" y="92051"/>
                </a:cubicBezTo>
                <a:cubicBezTo>
                  <a:pt x="48191" y="97151"/>
                  <a:pt x="41153" y="99701"/>
                  <a:pt x="32547" y="99701"/>
                </a:cubicBezTo>
                <a:cubicBezTo>
                  <a:pt x="29846" y="99701"/>
                  <a:pt x="27306" y="99498"/>
                  <a:pt x="24925" y="99092"/>
                </a:cubicBezTo>
                <a:cubicBezTo>
                  <a:pt x="23506" y="98866"/>
                  <a:pt x="20565" y="98041"/>
                  <a:pt x="16102" y="96618"/>
                </a:cubicBezTo>
                <a:cubicBezTo>
                  <a:pt x="11639" y="95194"/>
                  <a:pt x="8812" y="94482"/>
                  <a:pt x="7622" y="94482"/>
                </a:cubicBezTo>
                <a:cubicBezTo>
                  <a:pt x="6477" y="94482"/>
                  <a:pt x="5573" y="94822"/>
                  <a:pt x="4910" y="95500"/>
                </a:cubicBezTo>
                <a:cubicBezTo>
                  <a:pt x="4246" y="96178"/>
                  <a:pt x="3754" y="97578"/>
                  <a:pt x="3433" y="99701"/>
                </a:cubicBezTo>
                <a:lnTo>
                  <a:pt x="893" y="99701"/>
                </a:lnTo>
                <a:lnTo>
                  <a:pt x="893" y="67841"/>
                </a:lnTo>
                <a:lnTo>
                  <a:pt x="3433" y="67841"/>
                </a:lnTo>
                <a:cubicBezTo>
                  <a:pt x="4623" y="74524"/>
                  <a:pt x="6226" y="79525"/>
                  <a:pt x="8240" y="82844"/>
                </a:cubicBezTo>
                <a:cubicBezTo>
                  <a:pt x="10254" y="86163"/>
                  <a:pt x="13332" y="88921"/>
                  <a:pt x="17475" y="91118"/>
                </a:cubicBezTo>
                <a:cubicBezTo>
                  <a:pt x="21618" y="93315"/>
                  <a:pt x="26161" y="94414"/>
                  <a:pt x="31105" y="94414"/>
                </a:cubicBezTo>
                <a:cubicBezTo>
                  <a:pt x="36827" y="94414"/>
                  <a:pt x="41348" y="92905"/>
                  <a:pt x="44667" y="89886"/>
                </a:cubicBezTo>
                <a:cubicBezTo>
                  <a:pt x="47985" y="86866"/>
                  <a:pt x="49645" y="83298"/>
                  <a:pt x="49645" y="79181"/>
                </a:cubicBezTo>
                <a:cubicBezTo>
                  <a:pt x="49645" y="76894"/>
                  <a:pt x="49015" y="74584"/>
                  <a:pt x="47757" y="72252"/>
                </a:cubicBezTo>
                <a:cubicBezTo>
                  <a:pt x="46498" y="69919"/>
                  <a:pt x="44541" y="67746"/>
                  <a:pt x="41886" y="65733"/>
                </a:cubicBezTo>
                <a:cubicBezTo>
                  <a:pt x="40100" y="64362"/>
                  <a:pt x="35225" y="61446"/>
                  <a:pt x="27260" y="56985"/>
                </a:cubicBezTo>
                <a:cubicBezTo>
                  <a:pt x="19295" y="52525"/>
                  <a:pt x="13630" y="48969"/>
                  <a:pt x="10265" y="46316"/>
                </a:cubicBezTo>
                <a:cubicBezTo>
                  <a:pt x="6901" y="43663"/>
                  <a:pt x="4349" y="40735"/>
                  <a:pt x="2609" y="37534"/>
                </a:cubicBezTo>
                <a:cubicBezTo>
                  <a:pt x="870" y="34331"/>
                  <a:pt x="0" y="30808"/>
                  <a:pt x="0" y="26966"/>
                </a:cubicBezTo>
                <a:cubicBezTo>
                  <a:pt x="0" y="20288"/>
                  <a:pt x="2563" y="14537"/>
                  <a:pt x="7690" y="9712"/>
                </a:cubicBezTo>
                <a:cubicBezTo>
                  <a:pt x="12817" y="4885"/>
                  <a:pt x="19341" y="2472"/>
                  <a:pt x="27260" y="2472"/>
                </a:cubicBezTo>
                <a:cubicBezTo>
                  <a:pt x="32204" y="2472"/>
                  <a:pt x="37445" y="3685"/>
                  <a:pt x="42984" y="6111"/>
                </a:cubicBezTo>
                <a:cubicBezTo>
                  <a:pt x="45548" y="7256"/>
                  <a:pt x="47356" y="7828"/>
                  <a:pt x="48409" y="7828"/>
                </a:cubicBezTo>
                <a:cubicBezTo>
                  <a:pt x="49599" y="7828"/>
                  <a:pt x="50572" y="7473"/>
                  <a:pt x="51327" y="6763"/>
                </a:cubicBezTo>
                <a:cubicBezTo>
                  <a:pt x="52082" y="6054"/>
                  <a:pt x="52689" y="4623"/>
                  <a:pt x="53147" y="2472"/>
                </a:cubicBezTo>
                <a:lnTo>
                  <a:pt x="55687" y="2472"/>
                </a:lnTo>
                <a:close/>
                <a:moveTo>
                  <a:pt x="128932" y="34744"/>
                </a:moveTo>
                <a:lnTo>
                  <a:pt x="128932" y="72853"/>
                </a:lnTo>
                <a:cubicBezTo>
                  <a:pt x="128932" y="80132"/>
                  <a:pt x="129103" y="84583"/>
                  <a:pt x="129446" y="86208"/>
                </a:cubicBezTo>
                <a:cubicBezTo>
                  <a:pt x="129790" y="87833"/>
                  <a:pt x="130339" y="88966"/>
                  <a:pt x="131094" y="89607"/>
                </a:cubicBezTo>
                <a:cubicBezTo>
                  <a:pt x="131850" y="90248"/>
                  <a:pt x="132731" y="90569"/>
                  <a:pt x="133738" y="90569"/>
                </a:cubicBezTo>
                <a:cubicBezTo>
                  <a:pt x="135157" y="90569"/>
                  <a:pt x="136759" y="90179"/>
                  <a:pt x="138545" y="89401"/>
                </a:cubicBezTo>
                <a:lnTo>
                  <a:pt x="139506" y="91805"/>
                </a:lnTo>
                <a:lnTo>
                  <a:pt x="120692" y="99564"/>
                </a:lnTo>
                <a:lnTo>
                  <a:pt x="117602" y="99564"/>
                </a:lnTo>
                <a:lnTo>
                  <a:pt x="117602" y="86243"/>
                </a:lnTo>
                <a:cubicBezTo>
                  <a:pt x="112200" y="92102"/>
                  <a:pt x="108080" y="95787"/>
                  <a:pt x="105242" y="97298"/>
                </a:cubicBezTo>
                <a:cubicBezTo>
                  <a:pt x="102404" y="98808"/>
                  <a:pt x="99406" y="99564"/>
                  <a:pt x="96247" y="99564"/>
                </a:cubicBezTo>
                <a:cubicBezTo>
                  <a:pt x="92722" y="99564"/>
                  <a:pt x="89667" y="98545"/>
                  <a:pt x="87080" y="96508"/>
                </a:cubicBezTo>
                <a:cubicBezTo>
                  <a:pt x="84494" y="94471"/>
                  <a:pt x="82697" y="91850"/>
                  <a:pt x="81690" y="88646"/>
                </a:cubicBezTo>
                <a:cubicBezTo>
                  <a:pt x="80683" y="85442"/>
                  <a:pt x="80179" y="80910"/>
                  <a:pt x="80179" y="75050"/>
                </a:cubicBezTo>
                <a:lnTo>
                  <a:pt x="80179" y="46967"/>
                </a:lnTo>
                <a:cubicBezTo>
                  <a:pt x="80179" y="43991"/>
                  <a:pt x="79859" y="41931"/>
                  <a:pt x="79218" y="40787"/>
                </a:cubicBezTo>
                <a:cubicBezTo>
                  <a:pt x="78577" y="39642"/>
                  <a:pt x="77627" y="38761"/>
                  <a:pt x="76368" y="38143"/>
                </a:cubicBezTo>
                <a:cubicBezTo>
                  <a:pt x="75110" y="37525"/>
                  <a:pt x="72832" y="37239"/>
                  <a:pt x="69536" y="37285"/>
                </a:cubicBezTo>
                <a:lnTo>
                  <a:pt x="69536" y="34744"/>
                </a:lnTo>
                <a:lnTo>
                  <a:pt x="91578" y="34744"/>
                </a:lnTo>
                <a:lnTo>
                  <a:pt x="91578" y="76733"/>
                </a:lnTo>
                <a:cubicBezTo>
                  <a:pt x="91578" y="82578"/>
                  <a:pt x="92596" y="86414"/>
                  <a:pt x="94633" y="88240"/>
                </a:cubicBezTo>
                <a:cubicBezTo>
                  <a:pt x="96670" y="90067"/>
                  <a:pt x="99131" y="90981"/>
                  <a:pt x="102015" y="90981"/>
                </a:cubicBezTo>
                <a:cubicBezTo>
                  <a:pt x="103983" y="90981"/>
                  <a:pt x="106215" y="90364"/>
                  <a:pt x="108710" y="89131"/>
                </a:cubicBezTo>
                <a:cubicBezTo>
                  <a:pt x="111204" y="87898"/>
                  <a:pt x="114169" y="85547"/>
                  <a:pt x="117602" y="82078"/>
                </a:cubicBezTo>
                <a:lnTo>
                  <a:pt x="117602" y="46531"/>
                </a:lnTo>
                <a:cubicBezTo>
                  <a:pt x="117602" y="42969"/>
                  <a:pt x="116949" y="40561"/>
                  <a:pt x="115645" y="39306"/>
                </a:cubicBezTo>
                <a:cubicBezTo>
                  <a:pt x="114340" y="38050"/>
                  <a:pt x="111628" y="37376"/>
                  <a:pt x="107508" y="37285"/>
                </a:cubicBezTo>
                <a:lnTo>
                  <a:pt x="107508" y="34744"/>
                </a:lnTo>
                <a:lnTo>
                  <a:pt x="128932" y="34744"/>
                </a:lnTo>
                <a:close/>
                <a:moveTo>
                  <a:pt x="162509" y="32959"/>
                </a:moveTo>
                <a:lnTo>
                  <a:pt x="162509" y="47104"/>
                </a:lnTo>
                <a:cubicBezTo>
                  <a:pt x="167773" y="37674"/>
                  <a:pt x="173175" y="32959"/>
                  <a:pt x="178714" y="32959"/>
                </a:cubicBezTo>
                <a:cubicBezTo>
                  <a:pt x="181231" y="32959"/>
                  <a:pt x="183314" y="33726"/>
                  <a:pt x="184962" y="35259"/>
                </a:cubicBezTo>
                <a:cubicBezTo>
                  <a:pt x="186610" y="36793"/>
                  <a:pt x="187434" y="38567"/>
                  <a:pt x="187434" y="40581"/>
                </a:cubicBezTo>
                <a:cubicBezTo>
                  <a:pt x="187434" y="42366"/>
                  <a:pt x="186839" y="43877"/>
                  <a:pt x="185649" y="45113"/>
                </a:cubicBezTo>
                <a:cubicBezTo>
                  <a:pt x="184459" y="46349"/>
                  <a:pt x="183040" y="46967"/>
                  <a:pt x="181392" y="46967"/>
                </a:cubicBezTo>
                <a:cubicBezTo>
                  <a:pt x="179789" y="46967"/>
                  <a:pt x="177993" y="46177"/>
                  <a:pt x="176001" y="44598"/>
                </a:cubicBezTo>
                <a:cubicBezTo>
                  <a:pt x="174010" y="43018"/>
                  <a:pt x="172534" y="42229"/>
                  <a:pt x="171572" y="42229"/>
                </a:cubicBezTo>
                <a:cubicBezTo>
                  <a:pt x="170748" y="42229"/>
                  <a:pt x="169856" y="42685"/>
                  <a:pt x="168895" y="43598"/>
                </a:cubicBezTo>
                <a:cubicBezTo>
                  <a:pt x="166835" y="45470"/>
                  <a:pt x="164706" y="48552"/>
                  <a:pt x="162509" y="52844"/>
                </a:cubicBezTo>
                <a:lnTo>
                  <a:pt x="162509" y="82910"/>
                </a:lnTo>
                <a:cubicBezTo>
                  <a:pt x="162509" y="86379"/>
                  <a:pt x="162944" y="89004"/>
                  <a:pt x="163813" y="90785"/>
                </a:cubicBezTo>
                <a:cubicBezTo>
                  <a:pt x="164408" y="92018"/>
                  <a:pt x="165461" y="93046"/>
                  <a:pt x="166972" y="93869"/>
                </a:cubicBezTo>
                <a:cubicBezTo>
                  <a:pt x="168483" y="94690"/>
                  <a:pt x="170657" y="95100"/>
                  <a:pt x="173495" y="95100"/>
                </a:cubicBezTo>
                <a:lnTo>
                  <a:pt x="173495" y="97641"/>
                </a:lnTo>
                <a:lnTo>
                  <a:pt x="141291" y="97641"/>
                </a:lnTo>
                <a:lnTo>
                  <a:pt x="141291" y="95100"/>
                </a:lnTo>
                <a:cubicBezTo>
                  <a:pt x="144496" y="95100"/>
                  <a:pt x="146876" y="94598"/>
                  <a:pt x="148432" y="93594"/>
                </a:cubicBezTo>
                <a:cubicBezTo>
                  <a:pt x="149577" y="92863"/>
                  <a:pt x="150378" y="91698"/>
                  <a:pt x="150836" y="90099"/>
                </a:cubicBezTo>
                <a:cubicBezTo>
                  <a:pt x="151065" y="89322"/>
                  <a:pt x="151179" y="87107"/>
                  <a:pt x="151179" y="83453"/>
                </a:cubicBezTo>
                <a:lnTo>
                  <a:pt x="151179" y="59131"/>
                </a:lnTo>
                <a:cubicBezTo>
                  <a:pt x="151179" y="51822"/>
                  <a:pt x="151030" y="47472"/>
                  <a:pt x="150733" y="46080"/>
                </a:cubicBezTo>
                <a:cubicBezTo>
                  <a:pt x="150435" y="44687"/>
                  <a:pt x="149886" y="43671"/>
                  <a:pt x="149085" y="43031"/>
                </a:cubicBezTo>
                <a:cubicBezTo>
                  <a:pt x="148284" y="42392"/>
                  <a:pt x="147288" y="42072"/>
                  <a:pt x="146098" y="42072"/>
                </a:cubicBezTo>
                <a:cubicBezTo>
                  <a:pt x="144679" y="42072"/>
                  <a:pt x="143076" y="42415"/>
                  <a:pt x="141291" y="43100"/>
                </a:cubicBezTo>
                <a:lnTo>
                  <a:pt x="140605" y="40632"/>
                </a:lnTo>
                <a:lnTo>
                  <a:pt x="159625" y="32959"/>
                </a:lnTo>
                <a:lnTo>
                  <a:pt x="162509" y="32959"/>
                </a:lnTo>
                <a:close/>
                <a:moveTo>
                  <a:pt x="215517" y="39551"/>
                </a:moveTo>
                <a:lnTo>
                  <a:pt x="215517" y="80938"/>
                </a:lnTo>
                <a:cubicBezTo>
                  <a:pt x="215517" y="86805"/>
                  <a:pt x="216158" y="90517"/>
                  <a:pt x="217440" y="92075"/>
                </a:cubicBezTo>
                <a:cubicBezTo>
                  <a:pt x="219133" y="94092"/>
                  <a:pt x="221399" y="95100"/>
                  <a:pt x="224237" y="95100"/>
                </a:cubicBezTo>
                <a:lnTo>
                  <a:pt x="229937" y="95100"/>
                </a:lnTo>
                <a:lnTo>
                  <a:pt x="229937" y="97641"/>
                </a:lnTo>
                <a:lnTo>
                  <a:pt x="192377" y="97641"/>
                </a:lnTo>
                <a:lnTo>
                  <a:pt x="192377" y="95100"/>
                </a:lnTo>
                <a:lnTo>
                  <a:pt x="195192" y="95100"/>
                </a:lnTo>
                <a:cubicBezTo>
                  <a:pt x="197023" y="95100"/>
                  <a:pt x="198694" y="94642"/>
                  <a:pt x="200205" y="93725"/>
                </a:cubicBezTo>
                <a:cubicBezTo>
                  <a:pt x="201715" y="92808"/>
                  <a:pt x="202757" y="91571"/>
                  <a:pt x="203329" y="90013"/>
                </a:cubicBezTo>
                <a:cubicBezTo>
                  <a:pt x="203901" y="88455"/>
                  <a:pt x="204187" y="85430"/>
                  <a:pt x="204187" y="80938"/>
                </a:cubicBezTo>
                <a:lnTo>
                  <a:pt x="204187" y="39551"/>
                </a:lnTo>
                <a:lnTo>
                  <a:pt x="191965" y="39551"/>
                </a:lnTo>
                <a:lnTo>
                  <a:pt x="191965" y="34744"/>
                </a:lnTo>
                <a:lnTo>
                  <a:pt x="204187" y="34744"/>
                </a:lnTo>
                <a:lnTo>
                  <a:pt x="204187" y="30607"/>
                </a:lnTo>
                <a:cubicBezTo>
                  <a:pt x="204187" y="24312"/>
                  <a:pt x="205194" y="18981"/>
                  <a:pt x="207208" y="14615"/>
                </a:cubicBezTo>
                <a:cubicBezTo>
                  <a:pt x="209223" y="10249"/>
                  <a:pt x="212301" y="6722"/>
                  <a:pt x="216444" y="4034"/>
                </a:cubicBezTo>
                <a:cubicBezTo>
                  <a:pt x="220587" y="1345"/>
                  <a:pt x="225245" y="0"/>
                  <a:pt x="230417" y="0"/>
                </a:cubicBezTo>
                <a:cubicBezTo>
                  <a:pt x="235224" y="0"/>
                  <a:pt x="239641" y="1556"/>
                  <a:pt x="243670" y="4669"/>
                </a:cubicBezTo>
                <a:cubicBezTo>
                  <a:pt x="246325" y="6729"/>
                  <a:pt x="247652" y="9041"/>
                  <a:pt x="247652" y="11604"/>
                </a:cubicBezTo>
                <a:cubicBezTo>
                  <a:pt x="247652" y="12978"/>
                  <a:pt x="247057" y="14271"/>
                  <a:pt x="245867" y="15484"/>
                </a:cubicBezTo>
                <a:cubicBezTo>
                  <a:pt x="244677" y="16697"/>
                  <a:pt x="243395" y="17303"/>
                  <a:pt x="242022" y="17303"/>
                </a:cubicBezTo>
                <a:cubicBezTo>
                  <a:pt x="240969" y="17303"/>
                  <a:pt x="239859" y="16922"/>
                  <a:pt x="238691" y="16158"/>
                </a:cubicBezTo>
                <a:cubicBezTo>
                  <a:pt x="237524" y="15394"/>
                  <a:pt x="236094" y="13751"/>
                  <a:pt x="234400" y="11229"/>
                </a:cubicBezTo>
                <a:cubicBezTo>
                  <a:pt x="232706" y="8707"/>
                  <a:pt x="231150" y="7006"/>
                  <a:pt x="229731" y="6126"/>
                </a:cubicBezTo>
                <a:cubicBezTo>
                  <a:pt x="228312" y="5246"/>
                  <a:pt x="226732" y="4807"/>
                  <a:pt x="224993" y="4807"/>
                </a:cubicBezTo>
                <a:cubicBezTo>
                  <a:pt x="222887" y="4807"/>
                  <a:pt x="221102" y="5373"/>
                  <a:pt x="219637" y="6506"/>
                </a:cubicBezTo>
                <a:cubicBezTo>
                  <a:pt x="218172" y="7638"/>
                  <a:pt x="217119" y="9393"/>
                  <a:pt x="216478" y="11772"/>
                </a:cubicBezTo>
                <a:cubicBezTo>
                  <a:pt x="215837" y="14151"/>
                  <a:pt x="215517" y="20283"/>
                  <a:pt x="215517" y="30170"/>
                </a:cubicBezTo>
                <a:lnTo>
                  <a:pt x="215517" y="34744"/>
                </a:lnTo>
                <a:lnTo>
                  <a:pt x="231722" y="34744"/>
                </a:lnTo>
                <a:lnTo>
                  <a:pt x="231722" y="39551"/>
                </a:lnTo>
                <a:lnTo>
                  <a:pt x="215517" y="39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Text aces">
            <a:extLst xmlns:a="http://schemas.openxmlformats.org/drawingml/2006/main">
              <a:ext uri="{FF2B5EF4-FFF2-40B4-BE49-F238E27FC236}">
                <a16:creationId xmlns:a16="http://schemas.microsoft.com/office/drawing/2014/main" id="{2216C3E0-D156-43BB-964D-DD566BE6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16" y="6394151"/>
            <a:ext cx="232083" cy="66605"/>
          </a:xfrm>
          <a:custGeom xmlns:a="http://schemas.openxmlformats.org/drawingml/2006/main">
            <a:pathLst>
              <a:path w="232083" h="66605">
                <a:moveTo>
                  <a:pt x="35019" y="55618"/>
                </a:moveTo>
                <a:cubicBezTo>
                  <a:pt x="28565" y="60608"/>
                  <a:pt x="24513" y="63492"/>
                  <a:pt x="22865" y="64270"/>
                </a:cubicBezTo>
                <a:cubicBezTo>
                  <a:pt x="20394" y="65460"/>
                  <a:pt x="17761" y="66055"/>
                  <a:pt x="14969" y="66055"/>
                </a:cubicBezTo>
                <a:cubicBezTo>
                  <a:pt x="10620" y="66055"/>
                  <a:pt x="7038" y="64568"/>
                  <a:pt x="4223" y="61592"/>
                </a:cubicBezTo>
                <a:cubicBezTo>
                  <a:pt x="1408" y="58617"/>
                  <a:pt x="0" y="54703"/>
                  <a:pt x="0" y="49850"/>
                </a:cubicBezTo>
                <a:cubicBezTo>
                  <a:pt x="0" y="46783"/>
                  <a:pt x="687" y="44128"/>
                  <a:pt x="2060" y="41885"/>
                </a:cubicBezTo>
                <a:cubicBezTo>
                  <a:pt x="3937" y="38773"/>
                  <a:pt x="7198" y="35843"/>
                  <a:pt x="11845" y="33096"/>
                </a:cubicBezTo>
                <a:cubicBezTo>
                  <a:pt x="16491" y="30350"/>
                  <a:pt x="24216" y="27008"/>
                  <a:pt x="35019" y="23071"/>
                </a:cubicBezTo>
                <a:lnTo>
                  <a:pt x="35019" y="20599"/>
                </a:lnTo>
                <a:cubicBezTo>
                  <a:pt x="35019" y="14328"/>
                  <a:pt x="34024" y="10025"/>
                  <a:pt x="32032" y="7690"/>
                </a:cubicBezTo>
                <a:cubicBezTo>
                  <a:pt x="30041" y="5356"/>
                  <a:pt x="27146" y="4189"/>
                  <a:pt x="23346" y="4189"/>
                </a:cubicBezTo>
                <a:cubicBezTo>
                  <a:pt x="20462" y="4189"/>
                  <a:pt x="18173" y="4964"/>
                  <a:pt x="16480" y="6515"/>
                </a:cubicBezTo>
                <a:cubicBezTo>
                  <a:pt x="14740" y="8065"/>
                  <a:pt x="13870" y="9844"/>
                  <a:pt x="13870" y="11851"/>
                </a:cubicBezTo>
                <a:lnTo>
                  <a:pt x="14008" y="15819"/>
                </a:lnTo>
                <a:cubicBezTo>
                  <a:pt x="14008" y="17916"/>
                  <a:pt x="13470" y="19534"/>
                  <a:pt x="12394" y="20674"/>
                </a:cubicBezTo>
                <a:cubicBezTo>
                  <a:pt x="11318" y="21815"/>
                  <a:pt x="9911" y="22385"/>
                  <a:pt x="8171" y="22385"/>
                </a:cubicBezTo>
                <a:cubicBezTo>
                  <a:pt x="6477" y="22385"/>
                  <a:pt x="5093" y="21792"/>
                  <a:pt x="4017" y="20606"/>
                </a:cubicBezTo>
                <a:cubicBezTo>
                  <a:pt x="2941" y="19418"/>
                  <a:pt x="2403" y="17798"/>
                  <a:pt x="2403" y="15744"/>
                </a:cubicBezTo>
                <a:cubicBezTo>
                  <a:pt x="2403" y="11820"/>
                  <a:pt x="4417" y="8215"/>
                  <a:pt x="8446" y="4929"/>
                </a:cubicBezTo>
                <a:cubicBezTo>
                  <a:pt x="12474" y="1643"/>
                  <a:pt x="18128" y="0"/>
                  <a:pt x="25406" y="0"/>
                </a:cubicBezTo>
                <a:cubicBezTo>
                  <a:pt x="30991" y="0"/>
                  <a:pt x="35568" y="937"/>
                  <a:pt x="39139" y="2811"/>
                </a:cubicBezTo>
                <a:cubicBezTo>
                  <a:pt x="41840" y="4229"/>
                  <a:pt x="43831" y="6447"/>
                  <a:pt x="45113" y="9465"/>
                </a:cubicBezTo>
                <a:cubicBezTo>
                  <a:pt x="45937" y="11431"/>
                  <a:pt x="46349" y="15454"/>
                  <a:pt x="46349" y="21535"/>
                </a:cubicBezTo>
                <a:lnTo>
                  <a:pt x="46349" y="42864"/>
                </a:lnTo>
                <a:cubicBezTo>
                  <a:pt x="46349" y="48853"/>
                  <a:pt x="46463" y="52523"/>
                  <a:pt x="46692" y="53872"/>
                </a:cubicBezTo>
                <a:cubicBezTo>
                  <a:pt x="46921" y="55221"/>
                  <a:pt x="47299" y="56124"/>
                  <a:pt x="47825" y="56582"/>
                </a:cubicBezTo>
                <a:cubicBezTo>
                  <a:pt x="48352" y="57038"/>
                  <a:pt x="48958" y="57266"/>
                  <a:pt x="49645" y="57266"/>
                </a:cubicBezTo>
                <a:cubicBezTo>
                  <a:pt x="50377" y="57266"/>
                  <a:pt x="51018" y="57106"/>
                  <a:pt x="51567" y="56786"/>
                </a:cubicBezTo>
                <a:cubicBezTo>
                  <a:pt x="52529" y="56191"/>
                  <a:pt x="54383" y="54520"/>
                  <a:pt x="57129" y="51773"/>
                </a:cubicBezTo>
                <a:lnTo>
                  <a:pt x="57129" y="55618"/>
                </a:lnTo>
                <a:cubicBezTo>
                  <a:pt x="52002" y="62485"/>
                  <a:pt x="47104" y="65918"/>
                  <a:pt x="42435" y="65918"/>
                </a:cubicBezTo>
                <a:cubicBezTo>
                  <a:pt x="40192" y="65918"/>
                  <a:pt x="38407" y="65140"/>
                  <a:pt x="37079" y="63583"/>
                </a:cubicBezTo>
                <a:cubicBezTo>
                  <a:pt x="35752" y="62027"/>
                  <a:pt x="35065" y="59372"/>
                  <a:pt x="35019" y="55618"/>
                </a:cubicBezTo>
                <a:moveTo>
                  <a:pt x="35019" y="51116"/>
                </a:moveTo>
                <a:lnTo>
                  <a:pt x="35019" y="27260"/>
                </a:lnTo>
                <a:cubicBezTo>
                  <a:pt x="28107" y="29994"/>
                  <a:pt x="23644" y="31930"/>
                  <a:pt x="21629" y="33071"/>
                </a:cubicBezTo>
                <a:cubicBezTo>
                  <a:pt x="18013" y="35076"/>
                  <a:pt x="15427" y="37173"/>
                  <a:pt x="13870" y="39360"/>
                </a:cubicBezTo>
                <a:cubicBezTo>
                  <a:pt x="12314" y="41547"/>
                  <a:pt x="11536" y="43940"/>
                  <a:pt x="11536" y="46537"/>
                </a:cubicBezTo>
                <a:cubicBezTo>
                  <a:pt x="11536" y="49819"/>
                  <a:pt x="12520" y="52542"/>
                  <a:pt x="14488" y="54706"/>
                </a:cubicBezTo>
                <a:cubicBezTo>
                  <a:pt x="16457" y="56871"/>
                  <a:pt x="18723" y="57953"/>
                  <a:pt x="21286" y="57953"/>
                </a:cubicBezTo>
                <a:cubicBezTo>
                  <a:pt x="24765" y="57953"/>
                  <a:pt x="29343" y="55674"/>
                  <a:pt x="35019" y="51116"/>
                </a:cubicBezTo>
                <a:close/>
                <a:moveTo>
                  <a:pt x="115241" y="40787"/>
                </a:moveTo>
                <a:cubicBezTo>
                  <a:pt x="113548" y="49072"/>
                  <a:pt x="110229" y="55447"/>
                  <a:pt x="105285" y="59910"/>
                </a:cubicBezTo>
                <a:cubicBezTo>
                  <a:pt x="100341" y="64373"/>
                  <a:pt x="94871" y="66605"/>
                  <a:pt x="88874" y="66605"/>
                </a:cubicBezTo>
                <a:cubicBezTo>
                  <a:pt x="81733" y="66605"/>
                  <a:pt x="75507" y="63610"/>
                  <a:pt x="70197" y="57620"/>
                </a:cubicBezTo>
                <a:cubicBezTo>
                  <a:pt x="64887" y="51629"/>
                  <a:pt x="62232" y="43535"/>
                  <a:pt x="62232" y="33337"/>
                </a:cubicBezTo>
                <a:cubicBezTo>
                  <a:pt x="62232" y="23459"/>
                  <a:pt x="65173" y="15434"/>
                  <a:pt x="71055" y="9261"/>
                </a:cubicBezTo>
                <a:cubicBezTo>
                  <a:pt x="76938" y="3087"/>
                  <a:pt x="83999" y="0"/>
                  <a:pt x="92239" y="0"/>
                </a:cubicBezTo>
                <a:cubicBezTo>
                  <a:pt x="98418" y="0"/>
                  <a:pt x="103500" y="1632"/>
                  <a:pt x="107482" y="4894"/>
                </a:cubicBezTo>
                <a:cubicBezTo>
                  <a:pt x="111465" y="8156"/>
                  <a:pt x="113456" y="11544"/>
                  <a:pt x="113456" y="15057"/>
                </a:cubicBezTo>
                <a:cubicBezTo>
                  <a:pt x="113456" y="16791"/>
                  <a:pt x="112895" y="18194"/>
                  <a:pt x="111774" y="19267"/>
                </a:cubicBezTo>
                <a:cubicBezTo>
                  <a:pt x="110652" y="20338"/>
                  <a:pt x="109084" y="20874"/>
                  <a:pt x="107070" y="20874"/>
                </a:cubicBezTo>
                <a:cubicBezTo>
                  <a:pt x="104369" y="20874"/>
                  <a:pt x="102332" y="20004"/>
                  <a:pt x="100959" y="18265"/>
                </a:cubicBezTo>
                <a:cubicBezTo>
                  <a:pt x="100181" y="17303"/>
                  <a:pt x="99666" y="15472"/>
                  <a:pt x="99414" y="12772"/>
                </a:cubicBezTo>
                <a:cubicBezTo>
                  <a:pt x="99162" y="10071"/>
                  <a:pt x="98235" y="8011"/>
                  <a:pt x="96633" y="6592"/>
                </a:cubicBezTo>
                <a:cubicBezTo>
                  <a:pt x="95031" y="5219"/>
                  <a:pt x="92811" y="4532"/>
                  <a:pt x="89973" y="4532"/>
                </a:cubicBezTo>
                <a:cubicBezTo>
                  <a:pt x="85395" y="4532"/>
                  <a:pt x="81710" y="6226"/>
                  <a:pt x="78918" y="9613"/>
                </a:cubicBezTo>
                <a:cubicBezTo>
                  <a:pt x="75210" y="14099"/>
                  <a:pt x="73356" y="20027"/>
                  <a:pt x="73356" y="27397"/>
                </a:cubicBezTo>
                <a:cubicBezTo>
                  <a:pt x="73356" y="34905"/>
                  <a:pt x="75198" y="41531"/>
                  <a:pt x="78883" y="47276"/>
                </a:cubicBezTo>
                <a:cubicBezTo>
                  <a:pt x="82568" y="53021"/>
                  <a:pt x="87546" y="55893"/>
                  <a:pt x="93818" y="55893"/>
                </a:cubicBezTo>
                <a:cubicBezTo>
                  <a:pt x="98304" y="55893"/>
                  <a:pt x="102332" y="54359"/>
                  <a:pt x="105903" y="51292"/>
                </a:cubicBezTo>
                <a:cubicBezTo>
                  <a:pt x="108421" y="49187"/>
                  <a:pt x="110870" y="45364"/>
                  <a:pt x="113250" y="39825"/>
                </a:cubicBezTo>
                <a:lnTo>
                  <a:pt x="115241" y="40787"/>
                </a:lnTo>
                <a:close/>
                <a:moveTo>
                  <a:pt x="134832" y="25543"/>
                </a:moveTo>
                <a:cubicBezTo>
                  <a:pt x="134786" y="34860"/>
                  <a:pt x="137052" y="42168"/>
                  <a:pt x="141630" y="47467"/>
                </a:cubicBezTo>
                <a:cubicBezTo>
                  <a:pt x="146208" y="52764"/>
                  <a:pt x="151587" y="55412"/>
                  <a:pt x="157766" y="55412"/>
                </a:cubicBezTo>
                <a:cubicBezTo>
                  <a:pt x="161886" y="55412"/>
                  <a:pt x="165468" y="54279"/>
                  <a:pt x="168512" y="52013"/>
                </a:cubicBezTo>
                <a:cubicBezTo>
                  <a:pt x="171557" y="49747"/>
                  <a:pt x="174109" y="45868"/>
                  <a:pt x="176169" y="40375"/>
                </a:cubicBezTo>
                <a:lnTo>
                  <a:pt x="178297" y="41748"/>
                </a:lnTo>
                <a:cubicBezTo>
                  <a:pt x="177336" y="48019"/>
                  <a:pt x="174544" y="53730"/>
                  <a:pt x="169920" y="58880"/>
                </a:cubicBezTo>
                <a:cubicBezTo>
                  <a:pt x="165297" y="64030"/>
                  <a:pt x="159506" y="66605"/>
                  <a:pt x="152548" y="66605"/>
                </a:cubicBezTo>
                <a:cubicBezTo>
                  <a:pt x="144995" y="66605"/>
                  <a:pt x="138529" y="63670"/>
                  <a:pt x="133150" y="57801"/>
                </a:cubicBezTo>
                <a:cubicBezTo>
                  <a:pt x="127771" y="51930"/>
                  <a:pt x="125082" y="44038"/>
                  <a:pt x="125082" y="34124"/>
                </a:cubicBezTo>
                <a:cubicBezTo>
                  <a:pt x="125082" y="23390"/>
                  <a:pt x="127840" y="15019"/>
                  <a:pt x="133356" y="9012"/>
                </a:cubicBezTo>
                <a:cubicBezTo>
                  <a:pt x="138872" y="3004"/>
                  <a:pt x="145796" y="0"/>
                  <a:pt x="154127" y="0"/>
                </a:cubicBezTo>
                <a:cubicBezTo>
                  <a:pt x="161177" y="0"/>
                  <a:pt x="166967" y="2317"/>
                  <a:pt x="171499" y="6952"/>
                </a:cubicBezTo>
                <a:cubicBezTo>
                  <a:pt x="176031" y="11586"/>
                  <a:pt x="178297" y="17783"/>
                  <a:pt x="178297" y="25543"/>
                </a:cubicBezTo>
                <a:lnTo>
                  <a:pt x="134832" y="25543"/>
                </a:lnTo>
                <a:moveTo>
                  <a:pt x="134832" y="21561"/>
                </a:moveTo>
                <a:lnTo>
                  <a:pt x="163946" y="21561"/>
                </a:lnTo>
                <a:cubicBezTo>
                  <a:pt x="163717" y="17532"/>
                  <a:pt x="163237" y="14694"/>
                  <a:pt x="162504" y="13046"/>
                </a:cubicBezTo>
                <a:cubicBezTo>
                  <a:pt x="161360" y="10483"/>
                  <a:pt x="159655" y="8469"/>
                  <a:pt x="157389" y="7004"/>
                </a:cubicBezTo>
                <a:cubicBezTo>
                  <a:pt x="155123" y="5539"/>
                  <a:pt x="152754" y="4807"/>
                  <a:pt x="150282" y="4807"/>
                </a:cubicBezTo>
                <a:cubicBezTo>
                  <a:pt x="146482" y="4807"/>
                  <a:pt x="143084" y="6283"/>
                  <a:pt x="140085" y="9235"/>
                </a:cubicBezTo>
                <a:cubicBezTo>
                  <a:pt x="137087" y="12188"/>
                  <a:pt x="135336" y="16296"/>
                  <a:pt x="134832" y="21561"/>
                </a:cubicBezTo>
                <a:close/>
                <a:moveTo>
                  <a:pt x="227345" y="0"/>
                </a:moveTo>
                <a:lnTo>
                  <a:pt x="227345" y="21286"/>
                </a:lnTo>
                <a:lnTo>
                  <a:pt x="225080" y="21286"/>
                </a:lnTo>
                <a:cubicBezTo>
                  <a:pt x="223340" y="14610"/>
                  <a:pt x="221108" y="10069"/>
                  <a:pt x="218385" y="7663"/>
                </a:cubicBezTo>
                <a:cubicBezTo>
                  <a:pt x="215661" y="5255"/>
                  <a:pt x="212193" y="4051"/>
                  <a:pt x="207982" y="4051"/>
                </a:cubicBezTo>
                <a:cubicBezTo>
                  <a:pt x="204778" y="4051"/>
                  <a:pt x="202191" y="4897"/>
                  <a:pt x="200223" y="6590"/>
                </a:cubicBezTo>
                <a:cubicBezTo>
                  <a:pt x="198254" y="8281"/>
                  <a:pt x="197270" y="10155"/>
                  <a:pt x="197270" y="12214"/>
                </a:cubicBezTo>
                <a:cubicBezTo>
                  <a:pt x="197270" y="14774"/>
                  <a:pt x="198003" y="16969"/>
                  <a:pt x="199467" y="18797"/>
                </a:cubicBezTo>
                <a:cubicBezTo>
                  <a:pt x="200887" y="20672"/>
                  <a:pt x="203770" y="22661"/>
                  <a:pt x="208119" y="24764"/>
                </a:cubicBezTo>
                <a:lnTo>
                  <a:pt x="218144" y="29635"/>
                </a:lnTo>
                <a:cubicBezTo>
                  <a:pt x="227437" y="34161"/>
                  <a:pt x="232083" y="40129"/>
                  <a:pt x="232083" y="47537"/>
                </a:cubicBezTo>
                <a:cubicBezTo>
                  <a:pt x="232083" y="53252"/>
                  <a:pt x="229920" y="57859"/>
                  <a:pt x="225595" y="61358"/>
                </a:cubicBezTo>
                <a:cubicBezTo>
                  <a:pt x="221269" y="64856"/>
                  <a:pt x="216428" y="66605"/>
                  <a:pt x="211072" y="66605"/>
                </a:cubicBezTo>
                <a:cubicBezTo>
                  <a:pt x="207227" y="66605"/>
                  <a:pt x="202832" y="65918"/>
                  <a:pt x="197888" y="64545"/>
                </a:cubicBezTo>
                <a:cubicBezTo>
                  <a:pt x="196378" y="64087"/>
                  <a:pt x="195142" y="63858"/>
                  <a:pt x="194180" y="63858"/>
                </a:cubicBezTo>
                <a:cubicBezTo>
                  <a:pt x="193127" y="63858"/>
                  <a:pt x="192303" y="64453"/>
                  <a:pt x="191708" y="65643"/>
                </a:cubicBezTo>
                <a:lnTo>
                  <a:pt x="189442" y="65643"/>
                </a:lnTo>
                <a:lnTo>
                  <a:pt x="189442" y="43121"/>
                </a:lnTo>
                <a:lnTo>
                  <a:pt x="191708" y="43121"/>
                </a:lnTo>
                <a:cubicBezTo>
                  <a:pt x="192990" y="49553"/>
                  <a:pt x="195439" y="54400"/>
                  <a:pt x="199055" y="57661"/>
                </a:cubicBezTo>
                <a:cubicBezTo>
                  <a:pt x="202672" y="60923"/>
                  <a:pt x="206723" y="62553"/>
                  <a:pt x="211209" y="62553"/>
                </a:cubicBezTo>
                <a:cubicBezTo>
                  <a:pt x="214368" y="62553"/>
                  <a:pt x="216943" y="61628"/>
                  <a:pt x="218934" y="59777"/>
                </a:cubicBezTo>
                <a:cubicBezTo>
                  <a:pt x="220925" y="57924"/>
                  <a:pt x="221921" y="55695"/>
                  <a:pt x="221921" y="53088"/>
                </a:cubicBezTo>
                <a:cubicBezTo>
                  <a:pt x="221921" y="49933"/>
                  <a:pt x="220811" y="47281"/>
                  <a:pt x="218591" y="45132"/>
                </a:cubicBezTo>
                <a:cubicBezTo>
                  <a:pt x="216370" y="42983"/>
                  <a:pt x="211942" y="40263"/>
                  <a:pt x="205304" y="36972"/>
                </a:cubicBezTo>
                <a:cubicBezTo>
                  <a:pt x="198666" y="33679"/>
                  <a:pt x="194318" y="30706"/>
                  <a:pt x="192258" y="28054"/>
                </a:cubicBezTo>
                <a:cubicBezTo>
                  <a:pt x="190198" y="25447"/>
                  <a:pt x="189168" y="22155"/>
                  <a:pt x="189168" y="18177"/>
                </a:cubicBezTo>
                <a:cubicBezTo>
                  <a:pt x="189168" y="13010"/>
                  <a:pt x="190942" y="8689"/>
                  <a:pt x="194489" y="5214"/>
                </a:cubicBezTo>
                <a:cubicBezTo>
                  <a:pt x="198037" y="1738"/>
                  <a:pt x="202626" y="0"/>
                  <a:pt x="208257" y="0"/>
                </a:cubicBezTo>
                <a:cubicBezTo>
                  <a:pt x="210729" y="0"/>
                  <a:pt x="213727" y="526"/>
                  <a:pt x="217252" y="1579"/>
                </a:cubicBezTo>
                <a:cubicBezTo>
                  <a:pt x="219586" y="2266"/>
                  <a:pt x="221143" y="2609"/>
                  <a:pt x="221921" y="2609"/>
                </a:cubicBezTo>
                <a:cubicBezTo>
                  <a:pt x="222653" y="2609"/>
                  <a:pt x="223226" y="2449"/>
                  <a:pt x="223638" y="2129"/>
                </a:cubicBezTo>
                <a:cubicBezTo>
                  <a:pt x="224050" y="1808"/>
                  <a:pt x="224530" y="1099"/>
                  <a:pt x="225080" y="0"/>
                </a:cubicBezTo>
                <a:lnTo>
                  <a:pt x="22734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Text Hermitedata">
            <a:extLst xmlns:a="http://schemas.openxmlformats.org/drawingml/2006/main">
              <a:ext uri="{FF2B5EF4-FFF2-40B4-BE49-F238E27FC236}">
                <a16:creationId xmlns:a16="http://schemas.microsoft.com/office/drawing/2014/main" id="{ECE8360B-E196-446B-9518-A1729E58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369" y="6361192"/>
            <a:ext cx="727571" cy="99564"/>
          </a:xfrm>
          <a:custGeom xmlns:a="http://schemas.openxmlformats.org/drawingml/2006/main">
            <a:pathLst>
              <a:path w="727571" h="99564">
                <a:moveTo>
                  <a:pt x="26505" y="47653"/>
                </a:moveTo>
                <a:lnTo>
                  <a:pt x="69764" y="47653"/>
                </a:lnTo>
                <a:lnTo>
                  <a:pt x="69764" y="21056"/>
                </a:lnTo>
                <a:cubicBezTo>
                  <a:pt x="69764" y="16304"/>
                  <a:pt x="69466" y="13174"/>
                  <a:pt x="68871" y="11664"/>
                </a:cubicBezTo>
                <a:cubicBezTo>
                  <a:pt x="68413" y="10523"/>
                  <a:pt x="67452" y="9541"/>
                  <a:pt x="65987" y="8718"/>
                </a:cubicBezTo>
                <a:cubicBezTo>
                  <a:pt x="64019" y="7621"/>
                  <a:pt x="61936" y="7072"/>
                  <a:pt x="59739" y="7072"/>
                </a:cubicBezTo>
                <a:lnTo>
                  <a:pt x="56443" y="7072"/>
                </a:lnTo>
                <a:lnTo>
                  <a:pt x="56443" y="4532"/>
                </a:lnTo>
                <a:lnTo>
                  <a:pt x="96268" y="4532"/>
                </a:lnTo>
                <a:lnTo>
                  <a:pt x="96268" y="7072"/>
                </a:lnTo>
                <a:lnTo>
                  <a:pt x="92972" y="7072"/>
                </a:lnTo>
                <a:cubicBezTo>
                  <a:pt x="90775" y="7072"/>
                  <a:pt x="88692" y="7599"/>
                  <a:pt x="86724" y="8652"/>
                </a:cubicBezTo>
                <a:cubicBezTo>
                  <a:pt x="85259" y="9384"/>
                  <a:pt x="84263" y="10494"/>
                  <a:pt x="83737" y="11982"/>
                </a:cubicBezTo>
                <a:cubicBezTo>
                  <a:pt x="83211" y="13470"/>
                  <a:pt x="82947" y="16502"/>
                  <a:pt x="82947" y="21080"/>
                </a:cubicBezTo>
                <a:lnTo>
                  <a:pt x="82947" y="81162"/>
                </a:lnTo>
                <a:cubicBezTo>
                  <a:pt x="82947" y="85877"/>
                  <a:pt x="83245" y="88989"/>
                  <a:pt x="83840" y="90500"/>
                </a:cubicBezTo>
                <a:cubicBezTo>
                  <a:pt x="84298" y="91644"/>
                  <a:pt x="85236" y="92629"/>
                  <a:pt x="86655" y="93453"/>
                </a:cubicBezTo>
                <a:cubicBezTo>
                  <a:pt x="88669" y="94551"/>
                  <a:pt x="90775" y="95100"/>
                  <a:pt x="92972" y="95100"/>
                </a:cubicBezTo>
                <a:lnTo>
                  <a:pt x="96268" y="95100"/>
                </a:lnTo>
                <a:lnTo>
                  <a:pt x="96268" y="97641"/>
                </a:lnTo>
                <a:lnTo>
                  <a:pt x="56443" y="97641"/>
                </a:lnTo>
                <a:lnTo>
                  <a:pt x="56443" y="95100"/>
                </a:lnTo>
                <a:lnTo>
                  <a:pt x="59739" y="95100"/>
                </a:lnTo>
                <a:cubicBezTo>
                  <a:pt x="63538" y="95100"/>
                  <a:pt x="66308" y="93977"/>
                  <a:pt x="68047" y="91729"/>
                </a:cubicBezTo>
                <a:cubicBezTo>
                  <a:pt x="69191" y="90263"/>
                  <a:pt x="69764" y="86733"/>
                  <a:pt x="69764" y="81138"/>
                </a:cubicBezTo>
                <a:lnTo>
                  <a:pt x="69764" y="52734"/>
                </a:lnTo>
                <a:lnTo>
                  <a:pt x="26505" y="52734"/>
                </a:lnTo>
                <a:lnTo>
                  <a:pt x="26505" y="81138"/>
                </a:lnTo>
                <a:cubicBezTo>
                  <a:pt x="26505" y="85861"/>
                  <a:pt x="26802" y="88980"/>
                  <a:pt x="27397" y="90493"/>
                </a:cubicBezTo>
                <a:cubicBezTo>
                  <a:pt x="27855" y="91639"/>
                  <a:pt x="28816" y="92625"/>
                  <a:pt x="30281" y="93450"/>
                </a:cubicBezTo>
                <a:cubicBezTo>
                  <a:pt x="32250" y="94550"/>
                  <a:pt x="34333" y="95100"/>
                  <a:pt x="36530" y="95100"/>
                </a:cubicBezTo>
                <a:lnTo>
                  <a:pt x="39894" y="95100"/>
                </a:lnTo>
                <a:lnTo>
                  <a:pt x="39894" y="97641"/>
                </a:lnTo>
                <a:lnTo>
                  <a:pt x="0" y="97641"/>
                </a:lnTo>
                <a:lnTo>
                  <a:pt x="0" y="95100"/>
                </a:lnTo>
                <a:lnTo>
                  <a:pt x="3296" y="95100"/>
                </a:lnTo>
                <a:cubicBezTo>
                  <a:pt x="7141" y="95100"/>
                  <a:pt x="9934" y="93979"/>
                  <a:pt x="11673" y="91736"/>
                </a:cubicBezTo>
                <a:cubicBezTo>
                  <a:pt x="12772" y="90271"/>
                  <a:pt x="13321" y="86746"/>
                  <a:pt x="13321" y="81162"/>
                </a:cubicBezTo>
                <a:lnTo>
                  <a:pt x="13321" y="21080"/>
                </a:lnTo>
                <a:cubicBezTo>
                  <a:pt x="13321" y="16319"/>
                  <a:pt x="13023" y="13184"/>
                  <a:pt x="12428" y="11673"/>
                </a:cubicBezTo>
                <a:cubicBezTo>
                  <a:pt x="11971" y="10529"/>
                  <a:pt x="11032" y="9544"/>
                  <a:pt x="9613" y="8720"/>
                </a:cubicBezTo>
                <a:cubicBezTo>
                  <a:pt x="7599" y="7622"/>
                  <a:pt x="5493" y="7072"/>
                  <a:pt x="3296" y="7072"/>
                </a:cubicBezTo>
                <a:lnTo>
                  <a:pt x="0" y="7072"/>
                </a:lnTo>
                <a:lnTo>
                  <a:pt x="0" y="4532"/>
                </a:lnTo>
                <a:lnTo>
                  <a:pt x="39894" y="4532"/>
                </a:lnTo>
                <a:lnTo>
                  <a:pt x="39894" y="7072"/>
                </a:lnTo>
                <a:lnTo>
                  <a:pt x="36530" y="7072"/>
                </a:lnTo>
                <a:cubicBezTo>
                  <a:pt x="34333" y="7072"/>
                  <a:pt x="32250" y="7598"/>
                  <a:pt x="30281" y="8650"/>
                </a:cubicBezTo>
                <a:cubicBezTo>
                  <a:pt x="28862" y="9381"/>
                  <a:pt x="27878" y="10489"/>
                  <a:pt x="27329" y="11973"/>
                </a:cubicBezTo>
                <a:cubicBezTo>
                  <a:pt x="26779" y="13458"/>
                  <a:pt x="26505" y="16486"/>
                  <a:pt x="26505" y="21056"/>
                </a:cubicBezTo>
                <a:lnTo>
                  <a:pt x="26505" y="47653"/>
                </a:lnTo>
                <a:close/>
                <a:moveTo>
                  <a:pt x="114098" y="58502"/>
                </a:moveTo>
                <a:cubicBezTo>
                  <a:pt x="114052" y="67819"/>
                  <a:pt x="116318" y="75127"/>
                  <a:pt x="120896" y="80426"/>
                </a:cubicBezTo>
                <a:cubicBezTo>
                  <a:pt x="125473" y="85723"/>
                  <a:pt x="130852" y="88371"/>
                  <a:pt x="137032" y="88371"/>
                </a:cubicBezTo>
                <a:cubicBezTo>
                  <a:pt x="141152" y="88371"/>
                  <a:pt x="144734" y="87238"/>
                  <a:pt x="147778" y="84972"/>
                </a:cubicBezTo>
                <a:cubicBezTo>
                  <a:pt x="150822" y="82706"/>
                  <a:pt x="153374" y="78827"/>
                  <a:pt x="155434" y="73334"/>
                </a:cubicBezTo>
                <a:lnTo>
                  <a:pt x="157563" y="74707"/>
                </a:lnTo>
                <a:cubicBezTo>
                  <a:pt x="156601" y="80978"/>
                  <a:pt x="153809" y="86689"/>
                  <a:pt x="149186" y="91839"/>
                </a:cubicBezTo>
                <a:cubicBezTo>
                  <a:pt x="144562" y="96989"/>
                  <a:pt x="138771" y="99564"/>
                  <a:pt x="131813" y="99564"/>
                </a:cubicBezTo>
                <a:cubicBezTo>
                  <a:pt x="124260" y="99564"/>
                  <a:pt x="117794" y="96629"/>
                  <a:pt x="112416" y="90760"/>
                </a:cubicBezTo>
                <a:cubicBezTo>
                  <a:pt x="107037" y="84889"/>
                  <a:pt x="104347" y="76997"/>
                  <a:pt x="104347" y="67083"/>
                </a:cubicBezTo>
                <a:cubicBezTo>
                  <a:pt x="104347" y="56349"/>
                  <a:pt x="107105" y="47978"/>
                  <a:pt x="112622" y="41971"/>
                </a:cubicBezTo>
                <a:cubicBezTo>
                  <a:pt x="118138" y="35963"/>
                  <a:pt x="125061" y="32959"/>
                  <a:pt x="133393" y="32959"/>
                </a:cubicBezTo>
                <a:cubicBezTo>
                  <a:pt x="140442" y="32959"/>
                  <a:pt x="146233" y="35276"/>
                  <a:pt x="150765" y="39911"/>
                </a:cubicBezTo>
                <a:cubicBezTo>
                  <a:pt x="155297" y="44545"/>
                  <a:pt x="157563" y="50742"/>
                  <a:pt x="157563" y="58502"/>
                </a:cubicBezTo>
                <a:lnTo>
                  <a:pt x="114098" y="58502"/>
                </a:lnTo>
                <a:moveTo>
                  <a:pt x="114098" y="54520"/>
                </a:moveTo>
                <a:lnTo>
                  <a:pt x="143212" y="54520"/>
                </a:lnTo>
                <a:cubicBezTo>
                  <a:pt x="142983" y="50491"/>
                  <a:pt x="142502" y="47653"/>
                  <a:pt x="141770" y="46005"/>
                </a:cubicBezTo>
                <a:cubicBezTo>
                  <a:pt x="140625" y="43442"/>
                  <a:pt x="138920" y="41428"/>
                  <a:pt x="136654" y="39963"/>
                </a:cubicBezTo>
                <a:cubicBezTo>
                  <a:pt x="134388" y="38498"/>
                  <a:pt x="132019" y="37766"/>
                  <a:pt x="129547" y="37766"/>
                </a:cubicBezTo>
                <a:cubicBezTo>
                  <a:pt x="125748" y="37766"/>
                  <a:pt x="122349" y="39242"/>
                  <a:pt x="119351" y="42194"/>
                </a:cubicBezTo>
                <a:cubicBezTo>
                  <a:pt x="116352" y="45147"/>
                  <a:pt x="114601" y="49255"/>
                  <a:pt x="114098" y="54520"/>
                </a:cubicBezTo>
                <a:close/>
                <a:moveTo>
                  <a:pt x="184363" y="32959"/>
                </a:moveTo>
                <a:lnTo>
                  <a:pt x="184363" y="47104"/>
                </a:lnTo>
                <a:cubicBezTo>
                  <a:pt x="189628" y="37674"/>
                  <a:pt x="195029" y="32959"/>
                  <a:pt x="200568" y="32959"/>
                </a:cubicBezTo>
                <a:cubicBezTo>
                  <a:pt x="203086" y="32959"/>
                  <a:pt x="205169" y="33726"/>
                  <a:pt x="206817" y="35259"/>
                </a:cubicBezTo>
                <a:cubicBezTo>
                  <a:pt x="208465" y="36793"/>
                  <a:pt x="209289" y="38567"/>
                  <a:pt x="209289" y="40581"/>
                </a:cubicBezTo>
                <a:cubicBezTo>
                  <a:pt x="209289" y="42366"/>
                  <a:pt x="208694" y="43877"/>
                  <a:pt x="207504" y="45113"/>
                </a:cubicBezTo>
                <a:cubicBezTo>
                  <a:pt x="206313" y="46349"/>
                  <a:pt x="204894" y="46967"/>
                  <a:pt x="203246" y="46967"/>
                </a:cubicBezTo>
                <a:cubicBezTo>
                  <a:pt x="201644" y="46967"/>
                  <a:pt x="199847" y="46177"/>
                  <a:pt x="197856" y="44598"/>
                </a:cubicBezTo>
                <a:cubicBezTo>
                  <a:pt x="195865" y="43018"/>
                  <a:pt x="194389" y="42229"/>
                  <a:pt x="193427" y="42229"/>
                </a:cubicBezTo>
                <a:cubicBezTo>
                  <a:pt x="192603" y="42229"/>
                  <a:pt x="191711" y="42685"/>
                  <a:pt x="190749" y="43598"/>
                </a:cubicBezTo>
                <a:cubicBezTo>
                  <a:pt x="188689" y="45470"/>
                  <a:pt x="186561" y="48552"/>
                  <a:pt x="184363" y="52844"/>
                </a:cubicBezTo>
                <a:lnTo>
                  <a:pt x="184363" y="82910"/>
                </a:lnTo>
                <a:cubicBezTo>
                  <a:pt x="184363" y="86379"/>
                  <a:pt x="184798" y="89004"/>
                  <a:pt x="185668" y="90785"/>
                </a:cubicBezTo>
                <a:cubicBezTo>
                  <a:pt x="186263" y="92018"/>
                  <a:pt x="187316" y="93046"/>
                  <a:pt x="188827" y="93869"/>
                </a:cubicBezTo>
                <a:cubicBezTo>
                  <a:pt x="190337" y="94690"/>
                  <a:pt x="192512" y="95100"/>
                  <a:pt x="195350" y="95100"/>
                </a:cubicBezTo>
                <a:lnTo>
                  <a:pt x="195350" y="97641"/>
                </a:lnTo>
                <a:lnTo>
                  <a:pt x="163146" y="97641"/>
                </a:lnTo>
                <a:lnTo>
                  <a:pt x="163146" y="95100"/>
                </a:lnTo>
                <a:cubicBezTo>
                  <a:pt x="166350" y="95100"/>
                  <a:pt x="168731" y="94598"/>
                  <a:pt x="170287" y="93594"/>
                </a:cubicBezTo>
                <a:cubicBezTo>
                  <a:pt x="171432" y="92863"/>
                  <a:pt x="172233" y="91698"/>
                  <a:pt x="172690" y="90099"/>
                </a:cubicBezTo>
                <a:cubicBezTo>
                  <a:pt x="172919" y="89322"/>
                  <a:pt x="173034" y="87107"/>
                  <a:pt x="173034" y="83453"/>
                </a:cubicBezTo>
                <a:lnTo>
                  <a:pt x="173034" y="59131"/>
                </a:lnTo>
                <a:cubicBezTo>
                  <a:pt x="173034" y="51822"/>
                  <a:pt x="172885" y="47472"/>
                  <a:pt x="172587" y="46080"/>
                </a:cubicBezTo>
                <a:cubicBezTo>
                  <a:pt x="172290" y="44687"/>
                  <a:pt x="171741" y="43671"/>
                  <a:pt x="170939" y="43031"/>
                </a:cubicBezTo>
                <a:cubicBezTo>
                  <a:pt x="170138" y="42392"/>
                  <a:pt x="169143" y="42072"/>
                  <a:pt x="167952" y="42072"/>
                </a:cubicBezTo>
                <a:cubicBezTo>
                  <a:pt x="166533" y="42072"/>
                  <a:pt x="164931" y="42415"/>
                  <a:pt x="163146" y="43100"/>
                </a:cubicBezTo>
                <a:lnTo>
                  <a:pt x="162459" y="40632"/>
                </a:lnTo>
                <a:lnTo>
                  <a:pt x="181480" y="32959"/>
                </a:lnTo>
                <a:lnTo>
                  <a:pt x="184363" y="32959"/>
                </a:lnTo>
                <a:close/>
                <a:moveTo>
                  <a:pt x="231467" y="46349"/>
                </a:moveTo>
                <a:cubicBezTo>
                  <a:pt x="236044" y="41771"/>
                  <a:pt x="238745" y="39139"/>
                  <a:pt x="239569" y="38452"/>
                </a:cubicBezTo>
                <a:cubicBezTo>
                  <a:pt x="241629" y="36713"/>
                  <a:pt x="243849" y="35362"/>
                  <a:pt x="246229" y="34401"/>
                </a:cubicBezTo>
                <a:cubicBezTo>
                  <a:pt x="248610" y="33440"/>
                  <a:pt x="250967" y="32959"/>
                  <a:pt x="253302" y="32959"/>
                </a:cubicBezTo>
                <a:cubicBezTo>
                  <a:pt x="257239" y="32959"/>
                  <a:pt x="260626" y="34103"/>
                  <a:pt x="263464" y="36392"/>
                </a:cubicBezTo>
                <a:cubicBezTo>
                  <a:pt x="266303" y="38681"/>
                  <a:pt x="268202" y="42000"/>
                  <a:pt x="269164" y="46349"/>
                </a:cubicBezTo>
                <a:cubicBezTo>
                  <a:pt x="273879" y="40855"/>
                  <a:pt x="277861" y="37251"/>
                  <a:pt x="281111" y="35534"/>
                </a:cubicBezTo>
                <a:cubicBezTo>
                  <a:pt x="284361" y="33817"/>
                  <a:pt x="287703" y="32959"/>
                  <a:pt x="291136" y="32959"/>
                </a:cubicBezTo>
                <a:cubicBezTo>
                  <a:pt x="294478" y="32959"/>
                  <a:pt x="297442" y="33816"/>
                  <a:pt x="300029" y="35530"/>
                </a:cubicBezTo>
                <a:cubicBezTo>
                  <a:pt x="302615" y="37242"/>
                  <a:pt x="304663" y="40039"/>
                  <a:pt x="306174" y="43922"/>
                </a:cubicBezTo>
                <a:cubicBezTo>
                  <a:pt x="307181" y="46571"/>
                  <a:pt x="307685" y="50727"/>
                  <a:pt x="307685" y="56391"/>
                </a:cubicBezTo>
                <a:lnTo>
                  <a:pt x="307685" y="83385"/>
                </a:lnTo>
                <a:cubicBezTo>
                  <a:pt x="307685" y="87313"/>
                  <a:pt x="307982" y="90008"/>
                  <a:pt x="308577" y="91470"/>
                </a:cubicBezTo>
                <a:cubicBezTo>
                  <a:pt x="309035" y="92474"/>
                  <a:pt x="309882" y="93330"/>
                  <a:pt x="311118" y="94038"/>
                </a:cubicBezTo>
                <a:cubicBezTo>
                  <a:pt x="312354" y="94746"/>
                  <a:pt x="314368" y="95100"/>
                  <a:pt x="317160" y="95100"/>
                </a:cubicBezTo>
                <a:lnTo>
                  <a:pt x="317160" y="97641"/>
                </a:lnTo>
                <a:lnTo>
                  <a:pt x="286124" y="97641"/>
                </a:lnTo>
                <a:lnTo>
                  <a:pt x="286124" y="95100"/>
                </a:lnTo>
                <a:lnTo>
                  <a:pt x="287428" y="95100"/>
                </a:lnTo>
                <a:cubicBezTo>
                  <a:pt x="290129" y="95100"/>
                  <a:pt x="292235" y="94577"/>
                  <a:pt x="293746" y="93530"/>
                </a:cubicBezTo>
                <a:cubicBezTo>
                  <a:pt x="294799" y="92800"/>
                  <a:pt x="295554" y="91639"/>
                  <a:pt x="296012" y="90045"/>
                </a:cubicBezTo>
                <a:cubicBezTo>
                  <a:pt x="296195" y="89271"/>
                  <a:pt x="296286" y="87062"/>
                  <a:pt x="296286" y="83419"/>
                </a:cubicBezTo>
                <a:lnTo>
                  <a:pt x="296286" y="56502"/>
                </a:lnTo>
                <a:cubicBezTo>
                  <a:pt x="296286" y="51401"/>
                  <a:pt x="295668" y="47803"/>
                  <a:pt x="294432" y="45709"/>
                </a:cubicBezTo>
                <a:cubicBezTo>
                  <a:pt x="292647" y="42794"/>
                  <a:pt x="289786" y="41336"/>
                  <a:pt x="285849" y="41336"/>
                </a:cubicBezTo>
                <a:cubicBezTo>
                  <a:pt x="283423" y="41336"/>
                  <a:pt x="280985" y="41940"/>
                  <a:pt x="278536" y="43147"/>
                </a:cubicBezTo>
                <a:cubicBezTo>
                  <a:pt x="276087" y="44353"/>
                  <a:pt x="273123" y="46596"/>
                  <a:pt x="269644" y="49876"/>
                </a:cubicBezTo>
                <a:lnTo>
                  <a:pt x="269507" y="50627"/>
                </a:lnTo>
                <a:lnTo>
                  <a:pt x="269644" y="53565"/>
                </a:lnTo>
                <a:lnTo>
                  <a:pt x="269644" y="83419"/>
                </a:lnTo>
                <a:cubicBezTo>
                  <a:pt x="269644" y="87700"/>
                  <a:pt x="269885" y="90365"/>
                  <a:pt x="270365" y="91412"/>
                </a:cubicBezTo>
                <a:cubicBezTo>
                  <a:pt x="270846" y="92459"/>
                  <a:pt x="271750" y="93336"/>
                  <a:pt x="273078" y="94043"/>
                </a:cubicBezTo>
                <a:cubicBezTo>
                  <a:pt x="274405" y="94748"/>
                  <a:pt x="276671" y="95100"/>
                  <a:pt x="279875" y="95100"/>
                </a:cubicBezTo>
                <a:lnTo>
                  <a:pt x="279875" y="97641"/>
                </a:lnTo>
                <a:lnTo>
                  <a:pt x="248083" y="97641"/>
                </a:lnTo>
                <a:lnTo>
                  <a:pt x="248083" y="95100"/>
                </a:lnTo>
                <a:cubicBezTo>
                  <a:pt x="251562" y="95100"/>
                  <a:pt x="253954" y="94691"/>
                  <a:pt x="255259" y="93871"/>
                </a:cubicBezTo>
                <a:cubicBezTo>
                  <a:pt x="256564" y="93051"/>
                  <a:pt x="257468" y="91822"/>
                  <a:pt x="257971" y="90182"/>
                </a:cubicBezTo>
                <a:cubicBezTo>
                  <a:pt x="258200" y="89407"/>
                  <a:pt x="258315" y="87153"/>
                  <a:pt x="258315" y="83419"/>
                </a:cubicBezTo>
                <a:lnTo>
                  <a:pt x="258315" y="56502"/>
                </a:lnTo>
                <a:cubicBezTo>
                  <a:pt x="258315" y="51401"/>
                  <a:pt x="257559" y="47735"/>
                  <a:pt x="256049" y="45503"/>
                </a:cubicBezTo>
                <a:cubicBezTo>
                  <a:pt x="254034" y="42588"/>
                  <a:pt x="251219" y="41130"/>
                  <a:pt x="247603" y="41130"/>
                </a:cubicBezTo>
                <a:cubicBezTo>
                  <a:pt x="245131" y="41130"/>
                  <a:pt x="242682" y="41790"/>
                  <a:pt x="240256" y="43111"/>
                </a:cubicBezTo>
                <a:cubicBezTo>
                  <a:pt x="236456" y="45115"/>
                  <a:pt x="233526" y="47369"/>
                  <a:pt x="231467" y="49874"/>
                </a:cubicBezTo>
                <a:lnTo>
                  <a:pt x="231467" y="83419"/>
                </a:lnTo>
                <a:cubicBezTo>
                  <a:pt x="231467" y="87517"/>
                  <a:pt x="231753" y="90182"/>
                  <a:pt x="232325" y="91412"/>
                </a:cubicBezTo>
                <a:cubicBezTo>
                  <a:pt x="232897" y="92641"/>
                  <a:pt x="233744" y="93563"/>
                  <a:pt x="234865" y="94178"/>
                </a:cubicBezTo>
                <a:cubicBezTo>
                  <a:pt x="235987" y="94793"/>
                  <a:pt x="238264" y="95100"/>
                  <a:pt x="241698" y="95100"/>
                </a:cubicBezTo>
                <a:lnTo>
                  <a:pt x="241698" y="97641"/>
                </a:lnTo>
                <a:lnTo>
                  <a:pt x="210592" y="97641"/>
                </a:lnTo>
                <a:lnTo>
                  <a:pt x="210592" y="95100"/>
                </a:lnTo>
                <a:cubicBezTo>
                  <a:pt x="213476" y="95100"/>
                  <a:pt x="215490" y="94792"/>
                  <a:pt x="216635" y="94176"/>
                </a:cubicBezTo>
                <a:cubicBezTo>
                  <a:pt x="217779" y="93559"/>
                  <a:pt x="218649" y="92577"/>
                  <a:pt x="219244" y="91229"/>
                </a:cubicBezTo>
                <a:cubicBezTo>
                  <a:pt x="219839" y="89882"/>
                  <a:pt x="220137" y="87267"/>
                  <a:pt x="220137" y="83385"/>
                </a:cubicBezTo>
                <a:lnTo>
                  <a:pt x="220137" y="59406"/>
                </a:lnTo>
                <a:cubicBezTo>
                  <a:pt x="220137" y="52508"/>
                  <a:pt x="219931" y="48054"/>
                  <a:pt x="219519" y="46046"/>
                </a:cubicBezTo>
                <a:cubicBezTo>
                  <a:pt x="219198" y="44538"/>
                  <a:pt x="218695" y="43499"/>
                  <a:pt x="218008" y="42928"/>
                </a:cubicBezTo>
                <a:cubicBezTo>
                  <a:pt x="217322" y="42357"/>
                  <a:pt x="216383" y="42072"/>
                  <a:pt x="215193" y="42072"/>
                </a:cubicBezTo>
                <a:cubicBezTo>
                  <a:pt x="213911" y="42072"/>
                  <a:pt x="212378" y="42415"/>
                  <a:pt x="210592" y="43100"/>
                </a:cubicBezTo>
                <a:lnTo>
                  <a:pt x="209562" y="40632"/>
                </a:lnTo>
                <a:lnTo>
                  <a:pt x="228514" y="32959"/>
                </a:lnTo>
                <a:lnTo>
                  <a:pt x="231467" y="32959"/>
                </a:lnTo>
                <a:lnTo>
                  <a:pt x="231467" y="46349"/>
                </a:lnTo>
                <a:close/>
                <a:moveTo>
                  <a:pt x="338196" y="0"/>
                </a:moveTo>
                <a:cubicBezTo>
                  <a:pt x="340118" y="0"/>
                  <a:pt x="341755" y="679"/>
                  <a:pt x="343105" y="2036"/>
                </a:cubicBezTo>
                <a:cubicBezTo>
                  <a:pt x="344456" y="3392"/>
                  <a:pt x="345131" y="5037"/>
                  <a:pt x="345131" y="6969"/>
                </a:cubicBezTo>
                <a:cubicBezTo>
                  <a:pt x="345131" y="8902"/>
                  <a:pt x="344456" y="10559"/>
                  <a:pt x="343105" y="11939"/>
                </a:cubicBezTo>
                <a:cubicBezTo>
                  <a:pt x="341755" y="13318"/>
                  <a:pt x="340118" y="14008"/>
                  <a:pt x="338196" y="14008"/>
                </a:cubicBezTo>
                <a:cubicBezTo>
                  <a:pt x="336273" y="14008"/>
                  <a:pt x="334625" y="13318"/>
                  <a:pt x="333252" y="11939"/>
                </a:cubicBezTo>
                <a:cubicBezTo>
                  <a:pt x="331879" y="10559"/>
                  <a:pt x="331192" y="8902"/>
                  <a:pt x="331192" y="6969"/>
                </a:cubicBezTo>
                <a:cubicBezTo>
                  <a:pt x="331192" y="5037"/>
                  <a:pt x="331867" y="3392"/>
                  <a:pt x="333217" y="2036"/>
                </a:cubicBezTo>
                <a:cubicBezTo>
                  <a:pt x="334568" y="679"/>
                  <a:pt x="336227" y="0"/>
                  <a:pt x="338196" y="0"/>
                </a:cubicBezTo>
                <a:moveTo>
                  <a:pt x="343895" y="32959"/>
                </a:moveTo>
                <a:lnTo>
                  <a:pt x="343895" y="83385"/>
                </a:lnTo>
                <a:cubicBezTo>
                  <a:pt x="343895" y="87313"/>
                  <a:pt x="344181" y="89928"/>
                  <a:pt x="344753" y="91229"/>
                </a:cubicBezTo>
                <a:cubicBezTo>
                  <a:pt x="345325" y="92531"/>
                  <a:pt x="346172" y="93502"/>
                  <a:pt x="347294" y="94141"/>
                </a:cubicBezTo>
                <a:cubicBezTo>
                  <a:pt x="348415" y="94781"/>
                  <a:pt x="350464" y="95100"/>
                  <a:pt x="353439" y="95100"/>
                </a:cubicBezTo>
                <a:lnTo>
                  <a:pt x="353439" y="97641"/>
                </a:lnTo>
                <a:lnTo>
                  <a:pt x="322883" y="97641"/>
                </a:lnTo>
                <a:lnTo>
                  <a:pt x="322883" y="95100"/>
                </a:lnTo>
                <a:cubicBezTo>
                  <a:pt x="325950" y="95100"/>
                  <a:pt x="328010" y="94804"/>
                  <a:pt x="329063" y="94210"/>
                </a:cubicBezTo>
                <a:cubicBezTo>
                  <a:pt x="330116" y="93616"/>
                  <a:pt x="330952" y="92634"/>
                  <a:pt x="331570" y="91264"/>
                </a:cubicBezTo>
                <a:cubicBezTo>
                  <a:pt x="332187" y="89893"/>
                  <a:pt x="332496" y="87267"/>
                  <a:pt x="332496" y="83385"/>
                </a:cubicBezTo>
                <a:lnTo>
                  <a:pt x="332496" y="59200"/>
                </a:lnTo>
                <a:cubicBezTo>
                  <a:pt x="332496" y="52393"/>
                  <a:pt x="332290" y="47986"/>
                  <a:pt x="331879" y="45977"/>
                </a:cubicBezTo>
                <a:cubicBezTo>
                  <a:pt x="331558" y="44515"/>
                  <a:pt x="331055" y="43499"/>
                  <a:pt x="330368" y="42928"/>
                </a:cubicBezTo>
                <a:cubicBezTo>
                  <a:pt x="329681" y="42357"/>
                  <a:pt x="328743" y="42072"/>
                  <a:pt x="327553" y="42072"/>
                </a:cubicBezTo>
                <a:cubicBezTo>
                  <a:pt x="326271" y="42072"/>
                  <a:pt x="324714" y="42415"/>
                  <a:pt x="322883" y="43100"/>
                </a:cubicBezTo>
                <a:lnTo>
                  <a:pt x="321922" y="40632"/>
                </a:lnTo>
                <a:lnTo>
                  <a:pt x="340874" y="32959"/>
                </a:lnTo>
                <a:lnTo>
                  <a:pt x="343895" y="32959"/>
                </a:lnTo>
                <a:close/>
                <a:moveTo>
                  <a:pt x="379556" y="14008"/>
                </a:moveTo>
                <a:lnTo>
                  <a:pt x="379556" y="34744"/>
                </a:lnTo>
                <a:lnTo>
                  <a:pt x="394250" y="34744"/>
                </a:lnTo>
                <a:lnTo>
                  <a:pt x="394250" y="39551"/>
                </a:lnTo>
                <a:lnTo>
                  <a:pt x="379556" y="39551"/>
                </a:lnTo>
                <a:lnTo>
                  <a:pt x="379556" y="80282"/>
                </a:lnTo>
                <a:cubicBezTo>
                  <a:pt x="379556" y="84352"/>
                  <a:pt x="380139" y="87095"/>
                  <a:pt x="381307" y="88513"/>
                </a:cubicBezTo>
                <a:cubicBezTo>
                  <a:pt x="382474" y="89929"/>
                  <a:pt x="383973" y="90637"/>
                  <a:pt x="385804" y="90637"/>
                </a:cubicBezTo>
                <a:cubicBezTo>
                  <a:pt x="387315" y="90637"/>
                  <a:pt x="388780" y="90168"/>
                  <a:pt x="390199" y="89230"/>
                </a:cubicBezTo>
                <a:cubicBezTo>
                  <a:pt x="391618" y="88291"/>
                  <a:pt x="392716" y="86906"/>
                  <a:pt x="393495" y="85075"/>
                </a:cubicBezTo>
                <a:lnTo>
                  <a:pt x="396173" y="85075"/>
                </a:lnTo>
                <a:cubicBezTo>
                  <a:pt x="394570" y="89574"/>
                  <a:pt x="392304" y="92977"/>
                  <a:pt x="389375" y="95283"/>
                </a:cubicBezTo>
                <a:cubicBezTo>
                  <a:pt x="386445" y="97587"/>
                  <a:pt x="383424" y="98740"/>
                  <a:pt x="380311" y="98740"/>
                </a:cubicBezTo>
                <a:cubicBezTo>
                  <a:pt x="378205" y="98740"/>
                  <a:pt x="376145" y="98155"/>
                  <a:pt x="374131" y="96987"/>
                </a:cubicBezTo>
                <a:cubicBezTo>
                  <a:pt x="372117" y="95818"/>
                  <a:pt x="370629" y="94146"/>
                  <a:pt x="369668" y="91970"/>
                </a:cubicBezTo>
                <a:cubicBezTo>
                  <a:pt x="368707" y="89793"/>
                  <a:pt x="368226" y="86435"/>
                  <a:pt x="368226" y="81898"/>
                </a:cubicBezTo>
                <a:lnTo>
                  <a:pt x="368226" y="39551"/>
                </a:lnTo>
                <a:lnTo>
                  <a:pt x="358270" y="39551"/>
                </a:lnTo>
                <a:lnTo>
                  <a:pt x="358270" y="37285"/>
                </a:lnTo>
                <a:cubicBezTo>
                  <a:pt x="360787" y="36275"/>
                  <a:pt x="363362" y="34565"/>
                  <a:pt x="365994" y="32154"/>
                </a:cubicBezTo>
                <a:cubicBezTo>
                  <a:pt x="368626" y="29744"/>
                  <a:pt x="370973" y="26886"/>
                  <a:pt x="373032" y="23580"/>
                </a:cubicBezTo>
                <a:cubicBezTo>
                  <a:pt x="374085" y="21836"/>
                  <a:pt x="375550" y="18645"/>
                  <a:pt x="377427" y="14008"/>
                </a:cubicBezTo>
                <a:lnTo>
                  <a:pt x="379556" y="14008"/>
                </a:lnTo>
                <a:close/>
                <a:moveTo>
                  <a:pt x="410959" y="58502"/>
                </a:moveTo>
                <a:cubicBezTo>
                  <a:pt x="410913" y="67819"/>
                  <a:pt x="413179" y="75127"/>
                  <a:pt x="417757" y="80426"/>
                </a:cubicBezTo>
                <a:cubicBezTo>
                  <a:pt x="422335" y="85723"/>
                  <a:pt x="427713" y="88371"/>
                  <a:pt x="433893" y="88371"/>
                </a:cubicBezTo>
                <a:cubicBezTo>
                  <a:pt x="438013" y="88371"/>
                  <a:pt x="441595" y="87238"/>
                  <a:pt x="444639" y="84972"/>
                </a:cubicBezTo>
                <a:cubicBezTo>
                  <a:pt x="447684" y="82706"/>
                  <a:pt x="450236" y="78827"/>
                  <a:pt x="452296" y="73334"/>
                </a:cubicBezTo>
                <a:lnTo>
                  <a:pt x="454424" y="74707"/>
                </a:lnTo>
                <a:cubicBezTo>
                  <a:pt x="453463" y="80978"/>
                  <a:pt x="450670" y="86689"/>
                  <a:pt x="446047" y="91839"/>
                </a:cubicBezTo>
                <a:cubicBezTo>
                  <a:pt x="441424" y="96989"/>
                  <a:pt x="435633" y="99564"/>
                  <a:pt x="428675" y="99564"/>
                </a:cubicBezTo>
                <a:cubicBezTo>
                  <a:pt x="421122" y="99564"/>
                  <a:pt x="414656" y="96629"/>
                  <a:pt x="409277" y="90760"/>
                </a:cubicBezTo>
                <a:cubicBezTo>
                  <a:pt x="403898" y="84889"/>
                  <a:pt x="401209" y="76997"/>
                  <a:pt x="401209" y="67083"/>
                </a:cubicBezTo>
                <a:cubicBezTo>
                  <a:pt x="401209" y="56349"/>
                  <a:pt x="403967" y="47978"/>
                  <a:pt x="409483" y="41971"/>
                </a:cubicBezTo>
                <a:cubicBezTo>
                  <a:pt x="414999" y="35963"/>
                  <a:pt x="421923" y="32959"/>
                  <a:pt x="430254" y="32959"/>
                </a:cubicBezTo>
                <a:cubicBezTo>
                  <a:pt x="437304" y="32959"/>
                  <a:pt x="443094" y="35276"/>
                  <a:pt x="447626" y="39911"/>
                </a:cubicBezTo>
                <a:cubicBezTo>
                  <a:pt x="452158" y="44545"/>
                  <a:pt x="454424" y="50742"/>
                  <a:pt x="454424" y="58502"/>
                </a:cubicBezTo>
                <a:lnTo>
                  <a:pt x="410959" y="58502"/>
                </a:lnTo>
                <a:moveTo>
                  <a:pt x="410959" y="54520"/>
                </a:moveTo>
                <a:lnTo>
                  <a:pt x="440073" y="54520"/>
                </a:lnTo>
                <a:cubicBezTo>
                  <a:pt x="439844" y="50491"/>
                  <a:pt x="439364" y="47653"/>
                  <a:pt x="438631" y="46005"/>
                </a:cubicBezTo>
                <a:cubicBezTo>
                  <a:pt x="437487" y="43442"/>
                  <a:pt x="435782" y="41428"/>
                  <a:pt x="433516" y="39963"/>
                </a:cubicBezTo>
                <a:cubicBezTo>
                  <a:pt x="431250" y="38498"/>
                  <a:pt x="428881" y="37766"/>
                  <a:pt x="426409" y="37766"/>
                </a:cubicBezTo>
                <a:cubicBezTo>
                  <a:pt x="422609" y="37766"/>
                  <a:pt x="419210" y="39242"/>
                  <a:pt x="416212" y="42194"/>
                </a:cubicBezTo>
                <a:cubicBezTo>
                  <a:pt x="413214" y="45147"/>
                  <a:pt x="411463" y="49255"/>
                  <a:pt x="410959" y="54520"/>
                </a:cubicBezTo>
                <a:close/>
                <a:moveTo>
                  <a:pt x="542406" y="90569"/>
                </a:moveTo>
                <a:cubicBezTo>
                  <a:pt x="539339" y="93773"/>
                  <a:pt x="536340" y="96073"/>
                  <a:pt x="533410" y="97469"/>
                </a:cubicBezTo>
                <a:cubicBezTo>
                  <a:pt x="530481" y="98866"/>
                  <a:pt x="527322" y="99564"/>
                  <a:pt x="523935" y="99564"/>
                </a:cubicBezTo>
                <a:cubicBezTo>
                  <a:pt x="517068" y="99564"/>
                  <a:pt x="511071" y="96698"/>
                  <a:pt x="505944" y="90966"/>
                </a:cubicBezTo>
                <a:cubicBezTo>
                  <a:pt x="500817" y="85232"/>
                  <a:pt x="498254" y="77865"/>
                  <a:pt x="498254" y="68864"/>
                </a:cubicBezTo>
                <a:cubicBezTo>
                  <a:pt x="498254" y="59865"/>
                  <a:pt x="501092" y="51631"/>
                  <a:pt x="506768" y="44162"/>
                </a:cubicBezTo>
                <a:cubicBezTo>
                  <a:pt x="512445" y="36693"/>
                  <a:pt x="519746" y="32959"/>
                  <a:pt x="528673" y="32959"/>
                </a:cubicBezTo>
                <a:cubicBezTo>
                  <a:pt x="534212" y="32959"/>
                  <a:pt x="538789" y="34721"/>
                  <a:pt x="542406" y="38246"/>
                </a:cubicBezTo>
                <a:lnTo>
                  <a:pt x="542406" y="26616"/>
                </a:lnTo>
                <a:cubicBezTo>
                  <a:pt x="542406" y="19399"/>
                  <a:pt x="542234" y="14963"/>
                  <a:pt x="541891" y="13308"/>
                </a:cubicBezTo>
                <a:cubicBezTo>
                  <a:pt x="541547" y="11653"/>
                  <a:pt x="541009" y="10527"/>
                  <a:pt x="540277" y="9931"/>
                </a:cubicBezTo>
                <a:cubicBezTo>
                  <a:pt x="539544" y="9333"/>
                  <a:pt x="538629" y="9034"/>
                  <a:pt x="537530" y="9034"/>
                </a:cubicBezTo>
                <a:cubicBezTo>
                  <a:pt x="536340" y="9034"/>
                  <a:pt x="534761" y="9401"/>
                  <a:pt x="532792" y="10137"/>
                </a:cubicBezTo>
                <a:lnTo>
                  <a:pt x="531900" y="7723"/>
                </a:lnTo>
                <a:lnTo>
                  <a:pt x="550645" y="0"/>
                </a:lnTo>
                <a:lnTo>
                  <a:pt x="553735" y="0"/>
                </a:lnTo>
                <a:lnTo>
                  <a:pt x="553735" y="72716"/>
                </a:lnTo>
                <a:cubicBezTo>
                  <a:pt x="553735" y="80086"/>
                  <a:pt x="553907" y="84583"/>
                  <a:pt x="554250" y="86208"/>
                </a:cubicBezTo>
                <a:cubicBezTo>
                  <a:pt x="554594" y="87833"/>
                  <a:pt x="555143" y="88966"/>
                  <a:pt x="555898" y="89607"/>
                </a:cubicBezTo>
                <a:cubicBezTo>
                  <a:pt x="556654" y="90248"/>
                  <a:pt x="557535" y="90569"/>
                  <a:pt x="558542" y="90569"/>
                </a:cubicBezTo>
                <a:cubicBezTo>
                  <a:pt x="559778" y="90569"/>
                  <a:pt x="561426" y="90179"/>
                  <a:pt x="563486" y="89401"/>
                </a:cubicBezTo>
                <a:lnTo>
                  <a:pt x="564241" y="91805"/>
                </a:lnTo>
                <a:lnTo>
                  <a:pt x="545564" y="99564"/>
                </a:lnTo>
                <a:lnTo>
                  <a:pt x="542406" y="99564"/>
                </a:lnTo>
                <a:lnTo>
                  <a:pt x="542406" y="90569"/>
                </a:lnTo>
                <a:moveTo>
                  <a:pt x="542406" y="85777"/>
                </a:moveTo>
                <a:lnTo>
                  <a:pt x="542406" y="53449"/>
                </a:lnTo>
                <a:cubicBezTo>
                  <a:pt x="542131" y="50343"/>
                  <a:pt x="541307" y="47512"/>
                  <a:pt x="539934" y="44956"/>
                </a:cubicBezTo>
                <a:cubicBezTo>
                  <a:pt x="538560" y="42398"/>
                  <a:pt x="536741" y="40469"/>
                  <a:pt x="534475" y="39169"/>
                </a:cubicBezTo>
                <a:cubicBezTo>
                  <a:pt x="532209" y="37867"/>
                  <a:pt x="530000" y="37216"/>
                  <a:pt x="527849" y="37216"/>
                </a:cubicBezTo>
                <a:cubicBezTo>
                  <a:pt x="523820" y="37216"/>
                  <a:pt x="520227" y="39020"/>
                  <a:pt x="517068" y="42628"/>
                </a:cubicBezTo>
                <a:cubicBezTo>
                  <a:pt x="512902" y="47376"/>
                  <a:pt x="510820" y="54316"/>
                  <a:pt x="510820" y="63448"/>
                </a:cubicBezTo>
                <a:cubicBezTo>
                  <a:pt x="510820" y="72672"/>
                  <a:pt x="512834" y="79739"/>
                  <a:pt x="516862" y="84648"/>
                </a:cubicBezTo>
                <a:cubicBezTo>
                  <a:pt x="520891" y="89557"/>
                  <a:pt x="525377" y="92011"/>
                  <a:pt x="530320" y="92011"/>
                </a:cubicBezTo>
                <a:cubicBezTo>
                  <a:pt x="534486" y="92011"/>
                  <a:pt x="538515" y="89933"/>
                  <a:pt x="542406" y="85777"/>
                </a:cubicBezTo>
                <a:close/>
                <a:moveTo>
                  <a:pt x="603929" y="88577"/>
                </a:moveTo>
                <a:cubicBezTo>
                  <a:pt x="597475" y="93567"/>
                  <a:pt x="593424" y="96451"/>
                  <a:pt x="591776" y="97229"/>
                </a:cubicBezTo>
                <a:cubicBezTo>
                  <a:pt x="589304" y="98419"/>
                  <a:pt x="586672" y="99014"/>
                  <a:pt x="583879" y="99014"/>
                </a:cubicBezTo>
                <a:cubicBezTo>
                  <a:pt x="579530" y="99014"/>
                  <a:pt x="575948" y="97527"/>
                  <a:pt x="573133" y="94551"/>
                </a:cubicBezTo>
                <a:cubicBezTo>
                  <a:pt x="570318" y="91576"/>
                  <a:pt x="568910" y="87662"/>
                  <a:pt x="568910" y="82809"/>
                </a:cubicBezTo>
                <a:cubicBezTo>
                  <a:pt x="568910" y="79742"/>
                  <a:pt x="569597" y="77087"/>
                  <a:pt x="570970" y="74844"/>
                </a:cubicBezTo>
                <a:cubicBezTo>
                  <a:pt x="572847" y="71732"/>
                  <a:pt x="576109" y="68802"/>
                  <a:pt x="580755" y="66055"/>
                </a:cubicBezTo>
                <a:cubicBezTo>
                  <a:pt x="585401" y="63309"/>
                  <a:pt x="593126" y="59967"/>
                  <a:pt x="603929" y="56030"/>
                </a:cubicBezTo>
                <a:lnTo>
                  <a:pt x="603929" y="53558"/>
                </a:lnTo>
                <a:cubicBezTo>
                  <a:pt x="603929" y="47287"/>
                  <a:pt x="602934" y="42984"/>
                  <a:pt x="600943" y="40649"/>
                </a:cubicBezTo>
                <a:cubicBezTo>
                  <a:pt x="598951" y="38315"/>
                  <a:pt x="596056" y="37148"/>
                  <a:pt x="592256" y="37148"/>
                </a:cubicBezTo>
                <a:cubicBezTo>
                  <a:pt x="589372" y="37148"/>
                  <a:pt x="587084" y="37923"/>
                  <a:pt x="585390" y="39474"/>
                </a:cubicBezTo>
                <a:cubicBezTo>
                  <a:pt x="583650" y="41024"/>
                  <a:pt x="582781" y="42803"/>
                  <a:pt x="582781" y="44810"/>
                </a:cubicBezTo>
                <a:lnTo>
                  <a:pt x="582918" y="48778"/>
                </a:lnTo>
                <a:cubicBezTo>
                  <a:pt x="582918" y="50875"/>
                  <a:pt x="582380" y="52493"/>
                  <a:pt x="581304" y="53633"/>
                </a:cubicBezTo>
                <a:cubicBezTo>
                  <a:pt x="580229" y="54774"/>
                  <a:pt x="578821" y="55344"/>
                  <a:pt x="577081" y="55344"/>
                </a:cubicBezTo>
                <a:cubicBezTo>
                  <a:pt x="575388" y="55344"/>
                  <a:pt x="574003" y="54751"/>
                  <a:pt x="572927" y="53565"/>
                </a:cubicBezTo>
                <a:cubicBezTo>
                  <a:pt x="571851" y="52377"/>
                  <a:pt x="571314" y="50757"/>
                  <a:pt x="571314" y="48703"/>
                </a:cubicBezTo>
                <a:cubicBezTo>
                  <a:pt x="571314" y="44779"/>
                  <a:pt x="573328" y="41174"/>
                  <a:pt x="577356" y="37888"/>
                </a:cubicBezTo>
                <a:cubicBezTo>
                  <a:pt x="581384" y="34602"/>
                  <a:pt x="587038" y="32959"/>
                  <a:pt x="594316" y="32959"/>
                </a:cubicBezTo>
                <a:cubicBezTo>
                  <a:pt x="599901" y="32959"/>
                  <a:pt x="604479" y="33896"/>
                  <a:pt x="608049" y="35770"/>
                </a:cubicBezTo>
                <a:cubicBezTo>
                  <a:pt x="610750" y="37188"/>
                  <a:pt x="612741" y="39406"/>
                  <a:pt x="614023" y="42424"/>
                </a:cubicBezTo>
                <a:cubicBezTo>
                  <a:pt x="614847" y="44390"/>
                  <a:pt x="615259" y="48413"/>
                  <a:pt x="615259" y="54494"/>
                </a:cubicBezTo>
                <a:lnTo>
                  <a:pt x="615259" y="75823"/>
                </a:lnTo>
                <a:cubicBezTo>
                  <a:pt x="615259" y="81812"/>
                  <a:pt x="615374" y="85482"/>
                  <a:pt x="615602" y="86831"/>
                </a:cubicBezTo>
                <a:cubicBezTo>
                  <a:pt x="615831" y="88180"/>
                  <a:pt x="616209" y="89083"/>
                  <a:pt x="616735" y="89541"/>
                </a:cubicBezTo>
                <a:cubicBezTo>
                  <a:pt x="617262" y="89997"/>
                  <a:pt x="617868" y="90225"/>
                  <a:pt x="618555" y="90225"/>
                </a:cubicBezTo>
                <a:cubicBezTo>
                  <a:pt x="619288" y="90225"/>
                  <a:pt x="619928" y="90065"/>
                  <a:pt x="620478" y="89745"/>
                </a:cubicBezTo>
                <a:cubicBezTo>
                  <a:pt x="621439" y="89150"/>
                  <a:pt x="623293" y="87479"/>
                  <a:pt x="626040" y="84732"/>
                </a:cubicBezTo>
                <a:lnTo>
                  <a:pt x="626040" y="88577"/>
                </a:lnTo>
                <a:cubicBezTo>
                  <a:pt x="620913" y="95444"/>
                  <a:pt x="616014" y="98877"/>
                  <a:pt x="611345" y="98877"/>
                </a:cubicBezTo>
                <a:cubicBezTo>
                  <a:pt x="609102" y="98877"/>
                  <a:pt x="607317" y="98099"/>
                  <a:pt x="605989" y="96542"/>
                </a:cubicBezTo>
                <a:cubicBezTo>
                  <a:pt x="604662" y="94986"/>
                  <a:pt x="603975" y="92331"/>
                  <a:pt x="603929" y="88577"/>
                </a:cubicBezTo>
                <a:moveTo>
                  <a:pt x="603929" y="84075"/>
                </a:moveTo>
                <a:lnTo>
                  <a:pt x="603929" y="60219"/>
                </a:lnTo>
                <a:cubicBezTo>
                  <a:pt x="597017" y="62953"/>
                  <a:pt x="592554" y="64889"/>
                  <a:pt x="590540" y="66030"/>
                </a:cubicBezTo>
                <a:cubicBezTo>
                  <a:pt x="586923" y="68035"/>
                  <a:pt x="584337" y="70132"/>
                  <a:pt x="582781" y="72319"/>
                </a:cubicBezTo>
                <a:cubicBezTo>
                  <a:pt x="581224" y="74506"/>
                  <a:pt x="580446" y="76899"/>
                  <a:pt x="580446" y="79496"/>
                </a:cubicBezTo>
                <a:cubicBezTo>
                  <a:pt x="580446" y="82778"/>
                  <a:pt x="581430" y="85501"/>
                  <a:pt x="583399" y="87665"/>
                </a:cubicBezTo>
                <a:cubicBezTo>
                  <a:pt x="585367" y="89830"/>
                  <a:pt x="587633" y="90912"/>
                  <a:pt x="590196" y="90912"/>
                </a:cubicBezTo>
                <a:cubicBezTo>
                  <a:pt x="593675" y="90912"/>
                  <a:pt x="598253" y="88633"/>
                  <a:pt x="603929" y="84075"/>
                </a:cubicBezTo>
                <a:close/>
                <a:moveTo>
                  <a:pt x="648995" y="14008"/>
                </a:moveTo>
                <a:lnTo>
                  <a:pt x="648995" y="34744"/>
                </a:lnTo>
                <a:lnTo>
                  <a:pt x="663689" y="34744"/>
                </a:lnTo>
                <a:lnTo>
                  <a:pt x="663689" y="39551"/>
                </a:lnTo>
                <a:lnTo>
                  <a:pt x="648995" y="39551"/>
                </a:lnTo>
                <a:lnTo>
                  <a:pt x="648995" y="80282"/>
                </a:lnTo>
                <a:cubicBezTo>
                  <a:pt x="648995" y="84352"/>
                  <a:pt x="649579" y="87095"/>
                  <a:pt x="650746" y="88513"/>
                </a:cubicBezTo>
                <a:cubicBezTo>
                  <a:pt x="651913" y="89929"/>
                  <a:pt x="653412" y="90637"/>
                  <a:pt x="655244" y="90637"/>
                </a:cubicBezTo>
                <a:cubicBezTo>
                  <a:pt x="656754" y="90637"/>
                  <a:pt x="658219" y="90168"/>
                  <a:pt x="659638" y="89230"/>
                </a:cubicBezTo>
                <a:cubicBezTo>
                  <a:pt x="661057" y="88291"/>
                  <a:pt x="662156" y="86906"/>
                  <a:pt x="662934" y="85075"/>
                </a:cubicBezTo>
                <a:lnTo>
                  <a:pt x="665612" y="85075"/>
                </a:lnTo>
                <a:cubicBezTo>
                  <a:pt x="664010" y="89574"/>
                  <a:pt x="661744" y="92977"/>
                  <a:pt x="658814" y="95283"/>
                </a:cubicBezTo>
                <a:cubicBezTo>
                  <a:pt x="655884" y="97587"/>
                  <a:pt x="652863" y="98740"/>
                  <a:pt x="649750" y="98740"/>
                </a:cubicBezTo>
                <a:cubicBezTo>
                  <a:pt x="647645" y="98740"/>
                  <a:pt x="645585" y="98155"/>
                  <a:pt x="643570" y="96987"/>
                </a:cubicBezTo>
                <a:cubicBezTo>
                  <a:pt x="641556" y="95818"/>
                  <a:pt x="640069" y="94146"/>
                  <a:pt x="639107" y="91970"/>
                </a:cubicBezTo>
                <a:cubicBezTo>
                  <a:pt x="638146" y="89793"/>
                  <a:pt x="637665" y="86435"/>
                  <a:pt x="637665" y="81898"/>
                </a:cubicBezTo>
                <a:lnTo>
                  <a:pt x="637665" y="39551"/>
                </a:lnTo>
                <a:lnTo>
                  <a:pt x="627709" y="39551"/>
                </a:lnTo>
                <a:lnTo>
                  <a:pt x="627709" y="37285"/>
                </a:lnTo>
                <a:cubicBezTo>
                  <a:pt x="630227" y="36275"/>
                  <a:pt x="632802" y="34565"/>
                  <a:pt x="635434" y="32154"/>
                </a:cubicBezTo>
                <a:cubicBezTo>
                  <a:pt x="638066" y="29744"/>
                  <a:pt x="640412" y="26886"/>
                  <a:pt x="642472" y="23580"/>
                </a:cubicBezTo>
                <a:cubicBezTo>
                  <a:pt x="643525" y="21836"/>
                  <a:pt x="644990" y="18645"/>
                  <a:pt x="646866" y="14008"/>
                </a:cubicBezTo>
                <a:lnTo>
                  <a:pt x="648995" y="14008"/>
                </a:lnTo>
                <a:close/>
                <a:moveTo>
                  <a:pt x="705461" y="88577"/>
                </a:moveTo>
                <a:cubicBezTo>
                  <a:pt x="699007" y="93567"/>
                  <a:pt x="694956" y="96451"/>
                  <a:pt x="693308" y="97229"/>
                </a:cubicBezTo>
                <a:cubicBezTo>
                  <a:pt x="690836" y="98419"/>
                  <a:pt x="688204" y="99014"/>
                  <a:pt x="685411" y="99014"/>
                </a:cubicBezTo>
                <a:cubicBezTo>
                  <a:pt x="681062" y="99014"/>
                  <a:pt x="677480" y="97527"/>
                  <a:pt x="674665" y="94551"/>
                </a:cubicBezTo>
                <a:cubicBezTo>
                  <a:pt x="671850" y="91576"/>
                  <a:pt x="670442" y="87662"/>
                  <a:pt x="670442" y="82809"/>
                </a:cubicBezTo>
                <a:cubicBezTo>
                  <a:pt x="670442" y="79742"/>
                  <a:pt x="671129" y="77087"/>
                  <a:pt x="672502" y="74844"/>
                </a:cubicBezTo>
                <a:cubicBezTo>
                  <a:pt x="674379" y="71732"/>
                  <a:pt x="677641" y="68802"/>
                  <a:pt x="682287" y="66055"/>
                </a:cubicBezTo>
                <a:cubicBezTo>
                  <a:pt x="686933" y="63309"/>
                  <a:pt x="694658" y="59967"/>
                  <a:pt x="705461" y="56030"/>
                </a:cubicBezTo>
                <a:lnTo>
                  <a:pt x="705461" y="53558"/>
                </a:lnTo>
                <a:cubicBezTo>
                  <a:pt x="705461" y="47287"/>
                  <a:pt x="704466" y="42984"/>
                  <a:pt x="702474" y="40649"/>
                </a:cubicBezTo>
                <a:cubicBezTo>
                  <a:pt x="700483" y="38315"/>
                  <a:pt x="697588" y="37148"/>
                  <a:pt x="693788" y="37148"/>
                </a:cubicBezTo>
                <a:cubicBezTo>
                  <a:pt x="690904" y="37148"/>
                  <a:pt x="688616" y="37923"/>
                  <a:pt x="686922" y="39474"/>
                </a:cubicBezTo>
                <a:cubicBezTo>
                  <a:pt x="685182" y="41024"/>
                  <a:pt x="684313" y="42803"/>
                  <a:pt x="684313" y="44810"/>
                </a:cubicBezTo>
                <a:lnTo>
                  <a:pt x="684450" y="48778"/>
                </a:lnTo>
                <a:cubicBezTo>
                  <a:pt x="684450" y="50875"/>
                  <a:pt x="683912" y="52493"/>
                  <a:pt x="682836" y="53633"/>
                </a:cubicBezTo>
                <a:cubicBezTo>
                  <a:pt x="681760" y="54774"/>
                  <a:pt x="680353" y="55344"/>
                  <a:pt x="678613" y="55344"/>
                </a:cubicBezTo>
                <a:cubicBezTo>
                  <a:pt x="676920" y="55344"/>
                  <a:pt x="675535" y="54751"/>
                  <a:pt x="674459" y="53565"/>
                </a:cubicBezTo>
                <a:cubicBezTo>
                  <a:pt x="673383" y="52377"/>
                  <a:pt x="672845" y="50757"/>
                  <a:pt x="672845" y="48703"/>
                </a:cubicBezTo>
                <a:cubicBezTo>
                  <a:pt x="672845" y="44779"/>
                  <a:pt x="674860" y="41174"/>
                  <a:pt x="678888" y="37888"/>
                </a:cubicBezTo>
                <a:cubicBezTo>
                  <a:pt x="682916" y="34602"/>
                  <a:pt x="688570" y="32959"/>
                  <a:pt x="695848" y="32959"/>
                </a:cubicBezTo>
                <a:cubicBezTo>
                  <a:pt x="701433" y="32959"/>
                  <a:pt x="706011" y="33896"/>
                  <a:pt x="709581" y="35770"/>
                </a:cubicBezTo>
                <a:cubicBezTo>
                  <a:pt x="712282" y="37188"/>
                  <a:pt x="714273" y="39406"/>
                  <a:pt x="715555" y="42424"/>
                </a:cubicBezTo>
                <a:cubicBezTo>
                  <a:pt x="716379" y="44390"/>
                  <a:pt x="716791" y="48413"/>
                  <a:pt x="716791" y="54494"/>
                </a:cubicBezTo>
                <a:lnTo>
                  <a:pt x="716791" y="75823"/>
                </a:lnTo>
                <a:cubicBezTo>
                  <a:pt x="716791" y="81812"/>
                  <a:pt x="716905" y="85482"/>
                  <a:pt x="717134" y="86831"/>
                </a:cubicBezTo>
                <a:cubicBezTo>
                  <a:pt x="717363" y="88180"/>
                  <a:pt x="717741" y="89083"/>
                  <a:pt x="718267" y="89541"/>
                </a:cubicBezTo>
                <a:cubicBezTo>
                  <a:pt x="718794" y="89997"/>
                  <a:pt x="719400" y="90225"/>
                  <a:pt x="720087" y="90225"/>
                </a:cubicBezTo>
                <a:cubicBezTo>
                  <a:pt x="720819" y="90225"/>
                  <a:pt x="721460" y="90065"/>
                  <a:pt x="722010" y="89745"/>
                </a:cubicBezTo>
                <a:cubicBezTo>
                  <a:pt x="722971" y="89150"/>
                  <a:pt x="724825" y="87479"/>
                  <a:pt x="727571" y="84732"/>
                </a:cubicBezTo>
                <a:lnTo>
                  <a:pt x="727571" y="88577"/>
                </a:lnTo>
                <a:cubicBezTo>
                  <a:pt x="722444" y="95444"/>
                  <a:pt x="717546" y="98877"/>
                  <a:pt x="712877" y="98877"/>
                </a:cubicBezTo>
                <a:cubicBezTo>
                  <a:pt x="710634" y="98877"/>
                  <a:pt x="708849" y="98099"/>
                  <a:pt x="707521" y="96542"/>
                </a:cubicBezTo>
                <a:cubicBezTo>
                  <a:pt x="706194" y="94986"/>
                  <a:pt x="705507" y="92331"/>
                  <a:pt x="705461" y="88577"/>
                </a:cubicBezTo>
                <a:moveTo>
                  <a:pt x="705461" y="84075"/>
                </a:moveTo>
                <a:lnTo>
                  <a:pt x="705461" y="60219"/>
                </a:lnTo>
                <a:cubicBezTo>
                  <a:pt x="698549" y="62953"/>
                  <a:pt x="694086" y="64889"/>
                  <a:pt x="692072" y="66030"/>
                </a:cubicBezTo>
                <a:cubicBezTo>
                  <a:pt x="688455" y="68035"/>
                  <a:pt x="685869" y="70132"/>
                  <a:pt x="684313" y="72319"/>
                </a:cubicBezTo>
                <a:cubicBezTo>
                  <a:pt x="682756" y="74506"/>
                  <a:pt x="681978" y="76899"/>
                  <a:pt x="681978" y="79496"/>
                </a:cubicBezTo>
                <a:cubicBezTo>
                  <a:pt x="681978" y="82778"/>
                  <a:pt x="682962" y="85501"/>
                  <a:pt x="684930" y="87665"/>
                </a:cubicBezTo>
                <a:cubicBezTo>
                  <a:pt x="686899" y="89830"/>
                  <a:pt x="689165" y="90912"/>
                  <a:pt x="691728" y="90912"/>
                </a:cubicBezTo>
                <a:cubicBezTo>
                  <a:pt x="695207" y="90912"/>
                  <a:pt x="699785" y="88633"/>
                  <a:pt x="705461" y="840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0D00F-D793-4072-8492-D0401E6E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232" y="6385960"/>
            <a:ext cx="46026" cy="46026"/>
          </a:xfrm>
          <a:custGeom xmlns:a="http://schemas.openxmlformats.org/drawingml/2006/main">
            <a:pathLst>
              <a:path w="46026" h="46026">
                <a:moveTo>
                  <a:pt x="0" y="23015"/>
                </a:moveTo>
                <a:cubicBezTo>
                  <a:pt x="0" y="10315"/>
                  <a:pt x="10301" y="0"/>
                  <a:pt x="23015" y="0"/>
                </a:cubicBezTo>
                <a:cubicBezTo>
                  <a:pt x="35725" y="0"/>
                  <a:pt x="46026" y="10315"/>
                  <a:pt x="46026" y="23015"/>
                </a:cubicBezTo>
                <a:cubicBezTo>
                  <a:pt x="46026" y="35725"/>
                  <a:pt x="35725" y="46026"/>
                  <a:pt x="23015" y="46026"/>
                </a:cubicBezTo>
                <a:cubicBezTo>
                  <a:pt x="10301" y="46026"/>
                  <a:pt x="0" y="3572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1C476-F091-49AB-B52B-1D9E366F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232" y="6385960"/>
            <a:ext cx="46026" cy="46026"/>
          </a:xfrm>
          <a:custGeom xmlns:a="http://schemas.openxmlformats.org/drawingml/2006/main">
            <a:pathLst>
              <a:path w="46026" h="46026" fill="none">
                <a:moveTo>
                  <a:pt x="0" y="23015"/>
                </a:moveTo>
                <a:cubicBezTo>
                  <a:pt x="0" y="10315"/>
                  <a:pt x="10301" y="0"/>
                  <a:pt x="23015" y="0"/>
                </a:cubicBezTo>
                <a:cubicBezTo>
                  <a:pt x="35725" y="0"/>
                  <a:pt x="46026" y="10315"/>
                  <a:pt x="46026" y="23015"/>
                </a:cubicBezTo>
                <a:cubicBezTo>
                  <a:pt x="46026" y="35725"/>
                  <a:pt x="35725" y="46026"/>
                  <a:pt x="23015" y="46026"/>
                </a:cubicBezTo>
                <a:cubicBezTo>
                  <a:pt x="10301" y="46026"/>
                  <a:pt x="0" y="3572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448" name="Text V">
            <a:extLst xmlns:a="http://schemas.openxmlformats.org/drawingml/2006/main">
              <a:ext uri="{FF2B5EF4-FFF2-40B4-BE49-F238E27FC236}">
                <a16:creationId xmlns:a16="http://schemas.microsoft.com/office/drawing/2014/main" id="{E17EB1EE-2015-4FB0-B464-6F28DEE5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403" y="6365724"/>
            <a:ext cx="98603" cy="95169"/>
          </a:xfrm>
          <a:custGeom xmlns:a="http://schemas.openxmlformats.org/drawingml/2006/main">
            <a:pathLst>
              <a:path w="98603" h="95169">
                <a:moveTo>
                  <a:pt x="98603" y="0"/>
                </a:moveTo>
                <a:lnTo>
                  <a:pt x="98603" y="2541"/>
                </a:lnTo>
                <a:cubicBezTo>
                  <a:pt x="95307" y="3136"/>
                  <a:pt x="92812" y="4188"/>
                  <a:pt x="91118" y="5697"/>
                </a:cubicBezTo>
                <a:cubicBezTo>
                  <a:pt x="88692" y="7939"/>
                  <a:pt x="86541" y="11369"/>
                  <a:pt x="84664" y="15988"/>
                </a:cubicBezTo>
                <a:lnTo>
                  <a:pt x="52185" y="95169"/>
                </a:lnTo>
                <a:lnTo>
                  <a:pt x="49645" y="95169"/>
                </a:lnTo>
                <a:lnTo>
                  <a:pt x="14763" y="14960"/>
                </a:lnTo>
                <a:cubicBezTo>
                  <a:pt x="12978" y="10843"/>
                  <a:pt x="11719" y="8327"/>
                  <a:pt x="10986" y="7411"/>
                </a:cubicBezTo>
                <a:cubicBezTo>
                  <a:pt x="9842" y="5994"/>
                  <a:pt x="8434" y="4885"/>
                  <a:pt x="6764" y="4086"/>
                </a:cubicBezTo>
                <a:cubicBezTo>
                  <a:pt x="5093" y="3284"/>
                  <a:pt x="2838" y="2769"/>
                  <a:pt x="0" y="2541"/>
                </a:cubicBezTo>
                <a:lnTo>
                  <a:pt x="0" y="0"/>
                </a:lnTo>
                <a:lnTo>
                  <a:pt x="38040" y="0"/>
                </a:lnTo>
                <a:lnTo>
                  <a:pt x="38040" y="2541"/>
                </a:lnTo>
                <a:cubicBezTo>
                  <a:pt x="33737" y="2953"/>
                  <a:pt x="30945" y="3685"/>
                  <a:pt x="29663" y="4738"/>
                </a:cubicBezTo>
                <a:cubicBezTo>
                  <a:pt x="28382" y="5789"/>
                  <a:pt x="27741" y="7138"/>
                  <a:pt x="27741" y="8785"/>
                </a:cubicBezTo>
                <a:cubicBezTo>
                  <a:pt x="27741" y="11072"/>
                  <a:pt x="28794" y="14640"/>
                  <a:pt x="30899" y="19488"/>
                </a:cubicBezTo>
                <a:lnTo>
                  <a:pt x="54589" y="74035"/>
                </a:lnTo>
                <a:lnTo>
                  <a:pt x="76561" y="20175"/>
                </a:lnTo>
                <a:cubicBezTo>
                  <a:pt x="78713" y="14869"/>
                  <a:pt x="79789" y="11187"/>
                  <a:pt x="79789" y="9128"/>
                </a:cubicBezTo>
                <a:cubicBezTo>
                  <a:pt x="79789" y="7801"/>
                  <a:pt x="79125" y="6531"/>
                  <a:pt x="77797" y="5319"/>
                </a:cubicBezTo>
                <a:cubicBezTo>
                  <a:pt x="76470" y="4108"/>
                  <a:pt x="74227" y="3250"/>
                  <a:pt x="71068" y="2747"/>
                </a:cubicBezTo>
                <a:cubicBezTo>
                  <a:pt x="70839" y="2701"/>
                  <a:pt x="70450" y="2632"/>
                  <a:pt x="69901" y="2541"/>
                </a:cubicBezTo>
                <a:lnTo>
                  <a:pt x="69901" y="0"/>
                </a:lnTo>
                <a:lnTo>
                  <a:pt x="9860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Text oxelcenter">
            <a:extLst xmlns:a="http://schemas.openxmlformats.org/drawingml/2006/main">
              <a:ext uri="{FF2B5EF4-FFF2-40B4-BE49-F238E27FC236}">
                <a16:creationId xmlns:a16="http://schemas.microsoft.com/office/drawing/2014/main" id="{629C5D30-C781-4CBC-B5F9-7CCF7E77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296" y="6361192"/>
            <a:ext cx="617020" cy="99564"/>
          </a:xfrm>
          <a:custGeom xmlns:a="http://schemas.openxmlformats.org/drawingml/2006/main">
            <a:pathLst>
              <a:path w="617020" h="99564">
                <a:moveTo>
                  <a:pt x="30419" y="32959"/>
                </a:moveTo>
                <a:cubicBezTo>
                  <a:pt x="39940" y="32959"/>
                  <a:pt x="47585" y="36572"/>
                  <a:pt x="53353" y="43797"/>
                </a:cubicBezTo>
                <a:cubicBezTo>
                  <a:pt x="58251" y="49970"/>
                  <a:pt x="60700" y="57058"/>
                  <a:pt x="60700" y="65062"/>
                </a:cubicBezTo>
                <a:cubicBezTo>
                  <a:pt x="60700" y="70687"/>
                  <a:pt x="59349" y="76380"/>
                  <a:pt x="56649" y="82142"/>
                </a:cubicBezTo>
                <a:cubicBezTo>
                  <a:pt x="53948" y="87903"/>
                  <a:pt x="50228" y="92247"/>
                  <a:pt x="45491" y="95173"/>
                </a:cubicBezTo>
                <a:cubicBezTo>
                  <a:pt x="40753" y="98100"/>
                  <a:pt x="35477" y="99564"/>
                  <a:pt x="29663" y="99564"/>
                </a:cubicBezTo>
                <a:cubicBezTo>
                  <a:pt x="20188" y="99564"/>
                  <a:pt x="12657" y="95791"/>
                  <a:pt x="7072" y="88245"/>
                </a:cubicBezTo>
                <a:cubicBezTo>
                  <a:pt x="2357" y="81889"/>
                  <a:pt x="0" y="74756"/>
                  <a:pt x="0" y="66845"/>
                </a:cubicBezTo>
                <a:cubicBezTo>
                  <a:pt x="0" y="61083"/>
                  <a:pt x="1431" y="55355"/>
                  <a:pt x="4292" y="49662"/>
                </a:cubicBezTo>
                <a:cubicBezTo>
                  <a:pt x="7153" y="43968"/>
                  <a:pt x="10918" y="39761"/>
                  <a:pt x="15587" y="37040"/>
                </a:cubicBezTo>
                <a:cubicBezTo>
                  <a:pt x="20256" y="34319"/>
                  <a:pt x="25200" y="32959"/>
                  <a:pt x="30419" y="32959"/>
                </a:cubicBezTo>
                <a:moveTo>
                  <a:pt x="28290" y="37491"/>
                </a:moveTo>
                <a:cubicBezTo>
                  <a:pt x="25864" y="37491"/>
                  <a:pt x="23426" y="38211"/>
                  <a:pt x="20977" y="39652"/>
                </a:cubicBezTo>
                <a:cubicBezTo>
                  <a:pt x="18528" y="41092"/>
                  <a:pt x="16548" y="43618"/>
                  <a:pt x="15038" y="47231"/>
                </a:cubicBezTo>
                <a:cubicBezTo>
                  <a:pt x="13527" y="50843"/>
                  <a:pt x="12772" y="55483"/>
                  <a:pt x="12772" y="61152"/>
                </a:cubicBezTo>
                <a:cubicBezTo>
                  <a:pt x="12772" y="70296"/>
                  <a:pt x="14591" y="78183"/>
                  <a:pt x="18231" y="84814"/>
                </a:cubicBezTo>
                <a:cubicBezTo>
                  <a:pt x="21870" y="91443"/>
                  <a:pt x="26665" y="94757"/>
                  <a:pt x="32616" y="94757"/>
                </a:cubicBezTo>
                <a:cubicBezTo>
                  <a:pt x="37056" y="94757"/>
                  <a:pt x="40718" y="92928"/>
                  <a:pt x="43602" y="89270"/>
                </a:cubicBezTo>
                <a:cubicBezTo>
                  <a:pt x="46486" y="85613"/>
                  <a:pt x="47928" y="79326"/>
                  <a:pt x="47928" y="70411"/>
                </a:cubicBezTo>
                <a:cubicBezTo>
                  <a:pt x="47928" y="59255"/>
                  <a:pt x="45525" y="50476"/>
                  <a:pt x="40718" y="44074"/>
                </a:cubicBezTo>
                <a:cubicBezTo>
                  <a:pt x="37468" y="39685"/>
                  <a:pt x="33325" y="37491"/>
                  <a:pt x="28290" y="37491"/>
                </a:cubicBezTo>
                <a:close/>
                <a:moveTo>
                  <a:pt x="67429" y="34744"/>
                </a:moveTo>
                <a:lnTo>
                  <a:pt x="97024" y="34744"/>
                </a:lnTo>
                <a:lnTo>
                  <a:pt x="97024" y="37285"/>
                </a:lnTo>
                <a:cubicBezTo>
                  <a:pt x="95147" y="37285"/>
                  <a:pt x="93831" y="37605"/>
                  <a:pt x="93076" y="38246"/>
                </a:cubicBezTo>
                <a:cubicBezTo>
                  <a:pt x="92320" y="38887"/>
                  <a:pt x="91943" y="39734"/>
                  <a:pt x="91943" y="40787"/>
                </a:cubicBezTo>
                <a:cubicBezTo>
                  <a:pt x="91943" y="41885"/>
                  <a:pt x="92744" y="43579"/>
                  <a:pt x="94346" y="45868"/>
                </a:cubicBezTo>
                <a:cubicBezTo>
                  <a:pt x="94849" y="46600"/>
                  <a:pt x="95605" y="47745"/>
                  <a:pt x="96612" y="49301"/>
                </a:cubicBezTo>
                <a:lnTo>
                  <a:pt x="101075" y="56442"/>
                </a:lnTo>
                <a:lnTo>
                  <a:pt x="106225" y="49301"/>
                </a:lnTo>
                <a:cubicBezTo>
                  <a:pt x="109521" y="44769"/>
                  <a:pt x="111169" y="41908"/>
                  <a:pt x="111169" y="40718"/>
                </a:cubicBezTo>
                <a:cubicBezTo>
                  <a:pt x="111169" y="39757"/>
                  <a:pt x="110780" y="38944"/>
                  <a:pt x="110001" y="38281"/>
                </a:cubicBezTo>
                <a:cubicBezTo>
                  <a:pt x="109223" y="37617"/>
                  <a:pt x="107964" y="37285"/>
                  <a:pt x="106225" y="37285"/>
                </a:cubicBezTo>
                <a:lnTo>
                  <a:pt x="106225" y="34744"/>
                </a:lnTo>
                <a:lnTo>
                  <a:pt x="127511" y="34744"/>
                </a:lnTo>
                <a:lnTo>
                  <a:pt x="127511" y="37285"/>
                </a:lnTo>
                <a:cubicBezTo>
                  <a:pt x="125268" y="37422"/>
                  <a:pt x="123322" y="38040"/>
                  <a:pt x="121675" y="39139"/>
                </a:cubicBezTo>
                <a:cubicBezTo>
                  <a:pt x="119431" y="40695"/>
                  <a:pt x="116364" y="44083"/>
                  <a:pt x="112473" y="49301"/>
                </a:cubicBezTo>
                <a:lnTo>
                  <a:pt x="103890" y="60768"/>
                </a:lnTo>
                <a:lnTo>
                  <a:pt x="119546" y="83245"/>
                </a:lnTo>
                <a:cubicBezTo>
                  <a:pt x="123391" y="88773"/>
                  <a:pt x="126138" y="92096"/>
                  <a:pt x="127786" y="93216"/>
                </a:cubicBezTo>
                <a:cubicBezTo>
                  <a:pt x="129434" y="94335"/>
                  <a:pt x="131562" y="94963"/>
                  <a:pt x="134172" y="95100"/>
                </a:cubicBezTo>
                <a:lnTo>
                  <a:pt x="134172" y="97641"/>
                </a:lnTo>
                <a:lnTo>
                  <a:pt x="104508" y="97641"/>
                </a:lnTo>
                <a:lnTo>
                  <a:pt x="104508" y="95100"/>
                </a:lnTo>
                <a:cubicBezTo>
                  <a:pt x="106568" y="95100"/>
                  <a:pt x="108170" y="94644"/>
                  <a:pt x="109315" y="93731"/>
                </a:cubicBezTo>
                <a:cubicBezTo>
                  <a:pt x="110185" y="93092"/>
                  <a:pt x="110619" y="92247"/>
                  <a:pt x="110619" y="91197"/>
                </a:cubicBezTo>
                <a:cubicBezTo>
                  <a:pt x="110619" y="90147"/>
                  <a:pt x="109155" y="87499"/>
                  <a:pt x="106225" y="83254"/>
                </a:cubicBezTo>
                <a:lnTo>
                  <a:pt x="97024" y="69832"/>
                </a:lnTo>
                <a:lnTo>
                  <a:pt x="86930" y="83254"/>
                </a:lnTo>
                <a:cubicBezTo>
                  <a:pt x="83817" y="87408"/>
                  <a:pt x="82261" y="89873"/>
                  <a:pt x="82261" y="90650"/>
                </a:cubicBezTo>
                <a:cubicBezTo>
                  <a:pt x="82261" y="91746"/>
                  <a:pt x="82776" y="92739"/>
                  <a:pt x="83806" y="93628"/>
                </a:cubicBezTo>
                <a:cubicBezTo>
                  <a:pt x="84836" y="94518"/>
                  <a:pt x="86381" y="95009"/>
                  <a:pt x="88441" y="95100"/>
                </a:cubicBezTo>
                <a:lnTo>
                  <a:pt x="88441" y="97641"/>
                </a:lnTo>
                <a:lnTo>
                  <a:pt x="67910" y="97641"/>
                </a:lnTo>
                <a:lnTo>
                  <a:pt x="67910" y="95100"/>
                </a:lnTo>
                <a:cubicBezTo>
                  <a:pt x="69558" y="94872"/>
                  <a:pt x="71000" y="94301"/>
                  <a:pt x="72236" y="93388"/>
                </a:cubicBezTo>
                <a:cubicBezTo>
                  <a:pt x="73975" y="92063"/>
                  <a:pt x="76905" y="88684"/>
                  <a:pt x="81025" y="83249"/>
                </a:cubicBezTo>
                <a:lnTo>
                  <a:pt x="94208" y="65781"/>
                </a:lnTo>
                <a:lnTo>
                  <a:pt x="82261" y="48477"/>
                </a:lnTo>
                <a:cubicBezTo>
                  <a:pt x="78873" y="43533"/>
                  <a:pt x="76253" y="40432"/>
                  <a:pt x="74399" y="39173"/>
                </a:cubicBezTo>
                <a:cubicBezTo>
                  <a:pt x="72545" y="37914"/>
                  <a:pt x="70222" y="37285"/>
                  <a:pt x="67429" y="37285"/>
                </a:cubicBezTo>
                <a:lnTo>
                  <a:pt x="67429" y="34744"/>
                </a:lnTo>
                <a:close/>
                <a:moveTo>
                  <a:pt x="150857" y="58502"/>
                </a:moveTo>
                <a:cubicBezTo>
                  <a:pt x="150811" y="67819"/>
                  <a:pt x="153077" y="75127"/>
                  <a:pt x="157655" y="80426"/>
                </a:cubicBezTo>
                <a:cubicBezTo>
                  <a:pt x="162233" y="85723"/>
                  <a:pt x="167611" y="88371"/>
                  <a:pt x="173791" y="88371"/>
                </a:cubicBezTo>
                <a:cubicBezTo>
                  <a:pt x="177911" y="88371"/>
                  <a:pt x="181493" y="87238"/>
                  <a:pt x="184537" y="84972"/>
                </a:cubicBezTo>
                <a:cubicBezTo>
                  <a:pt x="187582" y="82706"/>
                  <a:pt x="190134" y="78827"/>
                  <a:pt x="192194" y="73334"/>
                </a:cubicBezTo>
                <a:lnTo>
                  <a:pt x="194322" y="74707"/>
                </a:lnTo>
                <a:cubicBezTo>
                  <a:pt x="193361" y="80978"/>
                  <a:pt x="190569" y="86689"/>
                  <a:pt x="185945" y="91839"/>
                </a:cubicBezTo>
                <a:cubicBezTo>
                  <a:pt x="181322" y="96989"/>
                  <a:pt x="175531" y="99564"/>
                  <a:pt x="168573" y="99564"/>
                </a:cubicBezTo>
                <a:cubicBezTo>
                  <a:pt x="161020" y="99564"/>
                  <a:pt x="154554" y="96629"/>
                  <a:pt x="149175" y="90760"/>
                </a:cubicBezTo>
                <a:cubicBezTo>
                  <a:pt x="143796" y="84889"/>
                  <a:pt x="141107" y="76997"/>
                  <a:pt x="141107" y="67083"/>
                </a:cubicBezTo>
                <a:cubicBezTo>
                  <a:pt x="141107" y="56349"/>
                  <a:pt x="143865" y="47978"/>
                  <a:pt x="149381" y="41971"/>
                </a:cubicBezTo>
                <a:cubicBezTo>
                  <a:pt x="154897" y="35963"/>
                  <a:pt x="161821" y="32959"/>
                  <a:pt x="170152" y="32959"/>
                </a:cubicBezTo>
                <a:cubicBezTo>
                  <a:pt x="177202" y="32959"/>
                  <a:pt x="182992" y="35276"/>
                  <a:pt x="187524" y="39911"/>
                </a:cubicBezTo>
                <a:cubicBezTo>
                  <a:pt x="192056" y="44545"/>
                  <a:pt x="194322" y="50742"/>
                  <a:pt x="194322" y="58502"/>
                </a:cubicBezTo>
                <a:lnTo>
                  <a:pt x="150857" y="58502"/>
                </a:lnTo>
                <a:moveTo>
                  <a:pt x="150857" y="54520"/>
                </a:moveTo>
                <a:lnTo>
                  <a:pt x="179971" y="54520"/>
                </a:lnTo>
                <a:cubicBezTo>
                  <a:pt x="179742" y="50491"/>
                  <a:pt x="179262" y="47653"/>
                  <a:pt x="178529" y="46005"/>
                </a:cubicBezTo>
                <a:cubicBezTo>
                  <a:pt x="177385" y="43442"/>
                  <a:pt x="175680" y="41428"/>
                  <a:pt x="173414" y="39963"/>
                </a:cubicBezTo>
                <a:cubicBezTo>
                  <a:pt x="171148" y="38498"/>
                  <a:pt x="168779" y="37766"/>
                  <a:pt x="166307" y="37766"/>
                </a:cubicBezTo>
                <a:cubicBezTo>
                  <a:pt x="162507" y="37766"/>
                  <a:pt x="159108" y="39242"/>
                  <a:pt x="156110" y="42194"/>
                </a:cubicBezTo>
                <a:cubicBezTo>
                  <a:pt x="153112" y="45147"/>
                  <a:pt x="151361" y="49255"/>
                  <a:pt x="150857" y="54520"/>
                </a:cubicBezTo>
                <a:close/>
                <a:moveTo>
                  <a:pt x="224350" y="0"/>
                </a:moveTo>
                <a:lnTo>
                  <a:pt x="224350" y="83367"/>
                </a:lnTo>
                <a:cubicBezTo>
                  <a:pt x="224350" y="87301"/>
                  <a:pt x="224636" y="89909"/>
                  <a:pt x="225208" y="91191"/>
                </a:cubicBezTo>
                <a:cubicBezTo>
                  <a:pt x="225781" y="92471"/>
                  <a:pt x="226662" y="93443"/>
                  <a:pt x="227852" y="94107"/>
                </a:cubicBezTo>
                <a:cubicBezTo>
                  <a:pt x="229042" y="94769"/>
                  <a:pt x="231262" y="95100"/>
                  <a:pt x="234513" y="95100"/>
                </a:cubicBezTo>
                <a:lnTo>
                  <a:pt x="234513" y="97641"/>
                </a:lnTo>
                <a:lnTo>
                  <a:pt x="203682" y="97641"/>
                </a:lnTo>
                <a:lnTo>
                  <a:pt x="203682" y="95100"/>
                </a:lnTo>
                <a:cubicBezTo>
                  <a:pt x="206566" y="95100"/>
                  <a:pt x="208534" y="94804"/>
                  <a:pt x="209587" y="94210"/>
                </a:cubicBezTo>
                <a:cubicBezTo>
                  <a:pt x="210640" y="93615"/>
                  <a:pt x="211464" y="92631"/>
                  <a:pt x="212059" y="91260"/>
                </a:cubicBezTo>
                <a:cubicBezTo>
                  <a:pt x="212654" y="89886"/>
                  <a:pt x="212952" y="87256"/>
                  <a:pt x="212952" y="83367"/>
                </a:cubicBezTo>
                <a:lnTo>
                  <a:pt x="212952" y="26279"/>
                </a:lnTo>
                <a:cubicBezTo>
                  <a:pt x="212952" y="19190"/>
                  <a:pt x="212791" y="14833"/>
                  <a:pt x="212471" y="13209"/>
                </a:cubicBezTo>
                <a:cubicBezTo>
                  <a:pt x="212151" y="11584"/>
                  <a:pt x="211636" y="10475"/>
                  <a:pt x="210926" y="9881"/>
                </a:cubicBezTo>
                <a:cubicBezTo>
                  <a:pt x="210217" y="9286"/>
                  <a:pt x="209312" y="8989"/>
                  <a:pt x="208214" y="8989"/>
                </a:cubicBezTo>
                <a:cubicBezTo>
                  <a:pt x="207024" y="8989"/>
                  <a:pt x="205513" y="9355"/>
                  <a:pt x="203682" y="10087"/>
                </a:cubicBezTo>
                <a:lnTo>
                  <a:pt x="202515" y="7684"/>
                </a:lnTo>
                <a:lnTo>
                  <a:pt x="221260" y="0"/>
                </a:lnTo>
                <a:lnTo>
                  <a:pt x="224350" y="0"/>
                </a:lnTo>
                <a:close/>
                <a:moveTo>
                  <a:pt x="330392" y="73746"/>
                </a:moveTo>
                <a:cubicBezTo>
                  <a:pt x="328699" y="82031"/>
                  <a:pt x="325380" y="88406"/>
                  <a:pt x="320436" y="92869"/>
                </a:cubicBezTo>
                <a:cubicBezTo>
                  <a:pt x="315492" y="97332"/>
                  <a:pt x="310022" y="99564"/>
                  <a:pt x="304025" y="99564"/>
                </a:cubicBezTo>
                <a:cubicBezTo>
                  <a:pt x="296884" y="99564"/>
                  <a:pt x="290658" y="96569"/>
                  <a:pt x="285348" y="90579"/>
                </a:cubicBezTo>
                <a:cubicBezTo>
                  <a:pt x="280038" y="84588"/>
                  <a:pt x="277383" y="76494"/>
                  <a:pt x="277383" y="66296"/>
                </a:cubicBezTo>
                <a:cubicBezTo>
                  <a:pt x="277383" y="56418"/>
                  <a:pt x="280324" y="48393"/>
                  <a:pt x="286206" y="42220"/>
                </a:cubicBezTo>
                <a:cubicBezTo>
                  <a:pt x="292089" y="36046"/>
                  <a:pt x="299150" y="32959"/>
                  <a:pt x="307390" y="32959"/>
                </a:cubicBezTo>
                <a:cubicBezTo>
                  <a:pt x="313570" y="32959"/>
                  <a:pt x="318651" y="34591"/>
                  <a:pt x="322633" y="37854"/>
                </a:cubicBezTo>
                <a:cubicBezTo>
                  <a:pt x="326616" y="41115"/>
                  <a:pt x="328607" y="44503"/>
                  <a:pt x="328607" y="48016"/>
                </a:cubicBezTo>
                <a:cubicBezTo>
                  <a:pt x="328607" y="49750"/>
                  <a:pt x="328046" y="51153"/>
                  <a:pt x="326925" y="52226"/>
                </a:cubicBezTo>
                <a:cubicBezTo>
                  <a:pt x="325803" y="53297"/>
                  <a:pt x="324235" y="53833"/>
                  <a:pt x="322221" y="53833"/>
                </a:cubicBezTo>
                <a:cubicBezTo>
                  <a:pt x="319520" y="53833"/>
                  <a:pt x="317483" y="52963"/>
                  <a:pt x="316110" y="51224"/>
                </a:cubicBezTo>
                <a:cubicBezTo>
                  <a:pt x="315332" y="50262"/>
                  <a:pt x="314817" y="48431"/>
                  <a:pt x="314565" y="45731"/>
                </a:cubicBezTo>
                <a:cubicBezTo>
                  <a:pt x="314313" y="43030"/>
                  <a:pt x="313386" y="40970"/>
                  <a:pt x="311784" y="39551"/>
                </a:cubicBezTo>
                <a:cubicBezTo>
                  <a:pt x="310182" y="38178"/>
                  <a:pt x="307962" y="37491"/>
                  <a:pt x="305124" y="37491"/>
                </a:cubicBezTo>
                <a:cubicBezTo>
                  <a:pt x="300546" y="37491"/>
                  <a:pt x="296861" y="39185"/>
                  <a:pt x="294069" y="42572"/>
                </a:cubicBezTo>
                <a:cubicBezTo>
                  <a:pt x="290361" y="47058"/>
                  <a:pt x="288507" y="52986"/>
                  <a:pt x="288507" y="60356"/>
                </a:cubicBezTo>
                <a:cubicBezTo>
                  <a:pt x="288507" y="67864"/>
                  <a:pt x="290349" y="74490"/>
                  <a:pt x="294034" y="80235"/>
                </a:cubicBezTo>
                <a:cubicBezTo>
                  <a:pt x="297719" y="85980"/>
                  <a:pt x="302698" y="88852"/>
                  <a:pt x="308969" y="88852"/>
                </a:cubicBezTo>
                <a:cubicBezTo>
                  <a:pt x="313455" y="88852"/>
                  <a:pt x="317483" y="87318"/>
                  <a:pt x="321054" y="84251"/>
                </a:cubicBezTo>
                <a:cubicBezTo>
                  <a:pt x="323572" y="82146"/>
                  <a:pt x="326021" y="78323"/>
                  <a:pt x="328401" y="72784"/>
                </a:cubicBezTo>
                <a:lnTo>
                  <a:pt x="330392" y="73746"/>
                </a:lnTo>
                <a:close/>
                <a:moveTo>
                  <a:pt x="349984" y="58502"/>
                </a:moveTo>
                <a:cubicBezTo>
                  <a:pt x="349938" y="67819"/>
                  <a:pt x="352204" y="75127"/>
                  <a:pt x="356781" y="80426"/>
                </a:cubicBezTo>
                <a:cubicBezTo>
                  <a:pt x="361359" y="85723"/>
                  <a:pt x="366738" y="88371"/>
                  <a:pt x="372918" y="88371"/>
                </a:cubicBezTo>
                <a:cubicBezTo>
                  <a:pt x="377038" y="88371"/>
                  <a:pt x="380620" y="87238"/>
                  <a:pt x="383664" y="84972"/>
                </a:cubicBezTo>
                <a:cubicBezTo>
                  <a:pt x="386708" y="82706"/>
                  <a:pt x="389260" y="78827"/>
                  <a:pt x="391320" y="73334"/>
                </a:cubicBezTo>
                <a:lnTo>
                  <a:pt x="393449" y="74707"/>
                </a:lnTo>
                <a:cubicBezTo>
                  <a:pt x="392487" y="80978"/>
                  <a:pt x="389695" y="86689"/>
                  <a:pt x="385071" y="91839"/>
                </a:cubicBezTo>
                <a:cubicBezTo>
                  <a:pt x="380448" y="96989"/>
                  <a:pt x="374657" y="99564"/>
                  <a:pt x="367699" y="99564"/>
                </a:cubicBezTo>
                <a:cubicBezTo>
                  <a:pt x="360146" y="99564"/>
                  <a:pt x="353680" y="96629"/>
                  <a:pt x="348301" y="90760"/>
                </a:cubicBezTo>
                <a:cubicBezTo>
                  <a:pt x="342922" y="84889"/>
                  <a:pt x="340233" y="76997"/>
                  <a:pt x="340233" y="67083"/>
                </a:cubicBezTo>
                <a:cubicBezTo>
                  <a:pt x="340233" y="56349"/>
                  <a:pt x="342991" y="47978"/>
                  <a:pt x="348507" y="41971"/>
                </a:cubicBezTo>
                <a:cubicBezTo>
                  <a:pt x="354023" y="35963"/>
                  <a:pt x="360947" y="32959"/>
                  <a:pt x="369278" y="32959"/>
                </a:cubicBezTo>
                <a:cubicBezTo>
                  <a:pt x="376328" y="32959"/>
                  <a:pt x="382119" y="35276"/>
                  <a:pt x="386651" y="39911"/>
                </a:cubicBezTo>
                <a:cubicBezTo>
                  <a:pt x="391183" y="44545"/>
                  <a:pt x="393449" y="50742"/>
                  <a:pt x="393449" y="58502"/>
                </a:cubicBezTo>
                <a:lnTo>
                  <a:pt x="349984" y="58502"/>
                </a:lnTo>
                <a:moveTo>
                  <a:pt x="349984" y="54520"/>
                </a:moveTo>
                <a:lnTo>
                  <a:pt x="379098" y="54520"/>
                </a:lnTo>
                <a:cubicBezTo>
                  <a:pt x="378869" y="50491"/>
                  <a:pt x="378388" y="47653"/>
                  <a:pt x="377656" y="46005"/>
                </a:cubicBezTo>
                <a:cubicBezTo>
                  <a:pt x="376511" y="43442"/>
                  <a:pt x="374806" y="41428"/>
                  <a:pt x="372540" y="39963"/>
                </a:cubicBezTo>
                <a:cubicBezTo>
                  <a:pt x="370274" y="38498"/>
                  <a:pt x="367905" y="37766"/>
                  <a:pt x="365433" y="37766"/>
                </a:cubicBezTo>
                <a:cubicBezTo>
                  <a:pt x="361634" y="37766"/>
                  <a:pt x="358235" y="39242"/>
                  <a:pt x="355236" y="42194"/>
                </a:cubicBezTo>
                <a:cubicBezTo>
                  <a:pt x="352238" y="45147"/>
                  <a:pt x="350487" y="49255"/>
                  <a:pt x="349984" y="54520"/>
                </a:cubicBezTo>
                <a:close/>
                <a:moveTo>
                  <a:pt x="420181" y="46280"/>
                </a:moveTo>
                <a:cubicBezTo>
                  <a:pt x="427551" y="37399"/>
                  <a:pt x="434578" y="32959"/>
                  <a:pt x="441261" y="32959"/>
                </a:cubicBezTo>
                <a:cubicBezTo>
                  <a:pt x="444694" y="32959"/>
                  <a:pt x="447647" y="33816"/>
                  <a:pt x="450119" y="35530"/>
                </a:cubicBezTo>
                <a:cubicBezTo>
                  <a:pt x="452591" y="37242"/>
                  <a:pt x="454559" y="40062"/>
                  <a:pt x="456024" y="43990"/>
                </a:cubicBezTo>
                <a:cubicBezTo>
                  <a:pt x="457031" y="46730"/>
                  <a:pt x="457535" y="50932"/>
                  <a:pt x="457535" y="56597"/>
                </a:cubicBezTo>
                <a:lnTo>
                  <a:pt x="457535" y="83385"/>
                </a:lnTo>
                <a:cubicBezTo>
                  <a:pt x="457535" y="87359"/>
                  <a:pt x="457855" y="90054"/>
                  <a:pt x="458496" y="91470"/>
                </a:cubicBezTo>
                <a:cubicBezTo>
                  <a:pt x="459000" y="92611"/>
                  <a:pt x="459812" y="93502"/>
                  <a:pt x="460934" y="94141"/>
                </a:cubicBezTo>
                <a:cubicBezTo>
                  <a:pt x="462055" y="94781"/>
                  <a:pt x="464127" y="95100"/>
                  <a:pt x="467148" y="95100"/>
                </a:cubicBezTo>
                <a:lnTo>
                  <a:pt x="467148" y="97641"/>
                </a:lnTo>
                <a:lnTo>
                  <a:pt x="436043" y="97641"/>
                </a:lnTo>
                <a:lnTo>
                  <a:pt x="436043" y="95100"/>
                </a:lnTo>
                <a:lnTo>
                  <a:pt x="437347" y="95100"/>
                </a:lnTo>
                <a:cubicBezTo>
                  <a:pt x="440277" y="95100"/>
                  <a:pt x="442326" y="94656"/>
                  <a:pt x="443493" y="93768"/>
                </a:cubicBezTo>
                <a:cubicBezTo>
                  <a:pt x="444660" y="92880"/>
                  <a:pt x="445473" y="91571"/>
                  <a:pt x="445930" y="89841"/>
                </a:cubicBezTo>
                <a:cubicBezTo>
                  <a:pt x="446114" y="89157"/>
                  <a:pt x="446205" y="87017"/>
                  <a:pt x="446205" y="83419"/>
                </a:cubicBezTo>
                <a:lnTo>
                  <a:pt x="446205" y="57801"/>
                </a:lnTo>
                <a:cubicBezTo>
                  <a:pt x="446205" y="52109"/>
                  <a:pt x="445461" y="47976"/>
                  <a:pt x="443974" y="45402"/>
                </a:cubicBezTo>
                <a:cubicBezTo>
                  <a:pt x="442486" y="42829"/>
                  <a:pt x="439979" y="41542"/>
                  <a:pt x="436455" y="41542"/>
                </a:cubicBezTo>
                <a:cubicBezTo>
                  <a:pt x="431007" y="41542"/>
                  <a:pt x="425583" y="44503"/>
                  <a:pt x="420181" y="50423"/>
                </a:cubicBezTo>
                <a:lnTo>
                  <a:pt x="420181" y="83419"/>
                </a:lnTo>
                <a:cubicBezTo>
                  <a:pt x="420181" y="87655"/>
                  <a:pt x="420433" y="90273"/>
                  <a:pt x="420936" y="91275"/>
                </a:cubicBezTo>
                <a:cubicBezTo>
                  <a:pt x="421577" y="92595"/>
                  <a:pt x="422458" y="93563"/>
                  <a:pt x="423580" y="94178"/>
                </a:cubicBezTo>
                <a:cubicBezTo>
                  <a:pt x="424702" y="94793"/>
                  <a:pt x="426979" y="95100"/>
                  <a:pt x="430412" y="95100"/>
                </a:cubicBezTo>
                <a:lnTo>
                  <a:pt x="430412" y="97641"/>
                </a:lnTo>
                <a:lnTo>
                  <a:pt x="399307" y="97641"/>
                </a:lnTo>
                <a:lnTo>
                  <a:pt x="399307" y="95100"/>
                </a:lnTo>
                <a:lnTo>
                  <a:pt x="400680" y="95100"/>
                </a:lnTo>
                <a:cubicBezTo>
                  <a:pt x="403885" y="95100"/>
                  <a:pt x="406048" y="94290"/>
                  <a:pt x="407169" y="92669"/>
                </a:cubicBezTo>
                <a:cubicBezTo>
                  <a:pt x="408291" y="91047"/>
                  <a:pt x="408851" y="87952"/>
                  <a:pt x="408851" y="83385"/>
                </a:cubicBezTo>
                <a:lnTo>
                  <a:pt x="408851" y="60090"/>
                </a:lnTo>
                <a:cubicBezTo>
                  <a:pt x="408851" y="52554"/>
                  <a:pt x="408680" y="47964"/>
                  <a:pt x="408336" y="46321"/>
                </a:cubicBezTo>
                <a:cubicBezTo>
                  <a:pt x="407993" y="44676"/>
                  <a:pt x="407467" y="43556"/>
                  <a:pt x="406757" y="42963"/>
                </a:cubicBezTo>
                <a:cubicBezTo>
                  <a:pt x="406048" y="42369"/>
                  <a:pt x="405098" y="42072"/>
                  <a:pt x="403907" y="42072"/>
                </a:cubicBezTo>
                <a:cubicBezTo>
                  <a:pt x="402626" y="42072"/>
                  <a:pt x="401092" y="42415"/>
                  <a:pt x="399307" y="43100"/>
                </a:cubicBezTo>
                <a:lnTo>
                  <a:pt x="398277" y="40632"/>
                </a:lnTo>
                <a:lnTo>
                  <a:pt x="417228" y="32959"/>
                </a:lnTo>
                <a:lnTo>
                  <a:pt x="420181" y="32959"/>
                </a:lnTo>
                <a:lnTo>
                  <a:pt x="420181" y="46280"/>
                </a:lnTo>
                <a:close/>
                <a:moveTo>
                  <a:pt x="490425" y="14008"/>
                </a:moveTo>
                <a:lnTo>
                  <a:pt x="490425" y="34744"/>
                </a:lnTo>
                <a:lnTo>
                  <a:pt x="505120" y="34744"/>
                </a:lnTo>
                <a:lnTo>
                  <a:pt x="505120" y="39551"/>
                </a:lnTo>
                <a:lnTo>
                  <a:pt x="490425" y="39551"/>
                </a:lnTo>
                <a:lnTo>
                  <a:pt x="490425" y="80282"/>
                </a:lnTo>
                <a:cubicBezTo>
                  <a:pt x="490425" y="84352"/>
                  <a:pt x="491009" y="87095"/>
                  <a:pt x="492176" y="88513"/>
                </a:cubicBezTo>
                <a:cubicBezTo>
                  <a:pt x="493344" y="89929"/>
                  <a:pt x="494843" y="90637"/>
                  <a:pt x="496674" y="90637"/>
                </a:cubicBezTo>
                <a:cubicBezTo>
                  <a:pt x="498185" y="90637"/>
                  <a:pt x="499649" y="90168"/>
                  <a:pt x="501069" y="89230"/>
                </a:cubicBezTo>
                <a:cubicBezTo>
                  <a:pt x="502488" y="88291"/>
                  <a:pt x="503586" y="86906"/>
                  <a:pt x="504364" y="85075"/>
                </a:cubicBezTo>
                <a:lnTo>
                  <a:pt x="507042" y="85075"/>
                </a:lnTo>
                <a:cubicBezTo>
                  <a:pt x="505440" y="89574"/>
                  <a:pt x="503174" y="92977"/>
                  <a:pt x="500245" y="95283"/>
                </a:cubicBezTo>
                <a:cubicBezTo>
                  <a:pt x="497315" y="97587"/>
                  <a:pt x="494294" y="98740"/>
                  <a:pt x="491181" y="98740"/>
                </a:cubicBezTo>
                <a:cubicBezTo>
                  <a:pt x="489075" y="98740"/>
                  <a:pt x="487015" y="98155"/>
                  <a:pt x="485001" y="96987"/>
                </a:cubicBezTo>
                <a:cubicBezTo>
                  <a:pt x="482987" y="95818"/>
                  <a:pt x="481499" y="94146"/>
                  <a:pt x="480538" y="91970"/>
                </a:cubicBezTo>
                <a:cubicBezTo>
                  <a:pt x="479576" y="89793"/>
                  <a:pt x="479096" y="86435"/>
                  <a:pt x="479096" y="81898"/>
                </a:cubicBezTo>
                <a:lnTo>
                  <a:pt x="479096" y="39551"/>
                </a:lnTo>
                <a:lnTo>
                  <a:pt x="469139" y="39551"/>
                </a:lnTo>
                <a:lnTo>
                  <a:pt x="469139" y="37285"/>
                </a:lnTo>
                <a:cubicBezTo>
                  <a:pt x="471657" y="36275"/>
                  <a:pt x="474232" y="34565"/>
                  <a:pt x="476864" y="32154"/>
                </a:cubicBezTo>
                <a:cubicBezTo>
                  <a:pt x="479496" y="29744"/>
                  <a:pt x="481842" y="26886"/>
                  <a:pt x="483902" y="23580"/>
                </a:cubicBezTo>
                <a:cubicBezTo>
                  <a:pt x="484955" y="21836"/>
                  <a:pt x="486420" y="18645"/>
                  <a:pt x="488297" y="14008"/>
                </a:cubicBezTo>
                <a:lnTo>
                  <a:pt x="490425" y="14008"/>
                </a:lnTo>
                <a:close/>
                <a:moveTo>
                  <a:pt x="521829" y="58502"/>
                </a:moveTo>
                <a:cubicBezTo>
                  <a:pt x="521783" y="67819"/>
                  <a:pt x="524049" y="75127"/>
                  <a:pt x="528627" y="80426"/>
                </a:cubicBezTo>
                <a:cubicBezTo>
                  <a:pt x="533205" y="85723"/>
                  <a:pt x="538583" y="88371"/>
                  <a:pt x="544763" y="88371"/>
                </a:cubicBezTo>
                <a:cubicBezTo>
                  <a:pt x="548883" y="88371"/>
                  <a:pt x="552465" y="87238"/>
                  <a:pt x="555509" y="84972"/>
                </a:cubicBezTo>
                <a:cubicBezTo>
                  <a:pt x="558553" y="82706"/>
                  <a:pt x="561105" y="78827"/>
                  <a:pt x="563165" y="73334"/>
                </a:cubicBezTo>
                <a:lnTo>
                  <a:pt x="565294" y="74707"/>
                </a:lnTo>
                <a:cubicBezTo>
                  <a:pt x="564333" y="80978"/>
                  <a:pt x="561540" y="86689"/>
                  <a:pt x="556917" y="91839"/>
                </a:cubicBezTo>
                <a:cubicBezTo>
                  <a:pt x="552293" y="96989"/>
                  <a:pt x="546503" y="99564"/>
                  <a:pt x="539545" y="99564"/>
                </a:cubicBezTo>
                <a:cubicBezTo>
                  <a:pt x="531991" y="99564"/>
                  <a:pt x="525525" y="96629"/>
                  <a:pt x="520147" y="90760"/>
                </a:cubicBezTo>
                <a:cubicBezTo>
                  <a:pt x="514768" y="84889"/>
                  <a:pt x="512079" y="76997"/>
                  <a:pt x="512079" y="67083"/>
                </a:cubicBezTo>
                <a:cubicBezTo>
                  <a:pt x="512079" y="56349"/>
                  <a:pt x="514837" y="47978"/>
                  <a:pt x="520353" y="41971"/>
                </a:cubicBezTo>
                <a:cubicBezTo>
                  <a:pt x="525869" y="35963"/>
                  <a:pt x="532793" y="32959"/>
                  <a:pt x="541124" y="32959"/>
                </a:cubicBezTo>
                <a:cubicBezTo>
                  <a:pt x="548174" y="32959"/>
                  <a:pt x="553964" y="35276"/>
                  <a:pt x="558496" y="39911"/>
                </a:cubicBezTo>
                <a:cubicBezTo>
                  <a:pt x="563028" y="44545"/>
                  <a:pt x="565294" y="50742"/>
                  <a:pt x="565294" y="58502"/>
                </a:cubicBezTo>
                <a:lnTo>
                  <a:pt x="521829" y="58502"/>
                </a:lnTo>
                <a:moveTo>
                  <a:pt x="521829" y="54520"/>
                </a:moveTo>
                <a:lnTo>
                  <a:pt x="550943" y="54520"/>
                </a:lnTo>
                <a:cubicBezTo>
                  <a:pt x="550714" y="50491"/>
                  <a:pt x="550233" y="47653"/>
                  <a:pt x="549501" y="46005"/>
                </a:cubicBezTo>
                <a:cubicBezTo>
                  <a:pt x="548357" y="43442"/>
                  <a:pt x="546651" y="41428"/>
                  <a:pt x="544385" y="39963"/>
                </a:cubicBezTo>
                <a:cubicBezTo>
                  <a:pt x="542120" y="38498"/>
                  <a:pt x="539751" y="37766"/>
                  <a:pt x="537279" y="37766"/>
                </a:cubicBezTo>
                <a:cubicBezTo>
                  <a:pt x="533479" y="37766"/>
                  <a:pt x="530080" y="39242"/>
                  <a:pt x="527082" y="42194"/>
                </a:cubicBezTo>
                <a:cubicBezTo>
                  <a:pt x="524084" y="45147"/>
                  <a:pt x="522333" y="49255"/>
                  <a:pt x="521829" y="54520"/>
                </a:cubicBezTo>
                <a:close/>
                <a:moveTo>
                  <a:pt x="592095" y="32959"/>
                </a:moveTo>
                <a:lnTo>
                  <a:pt x="592095" y="47104"/>
                </a:lnTo>
                <a:cubicBezTo>
                  <a:pt x="597359" y="37674"/>
                  <a:pt x="602761" y="32959"/>
                  <a:pt x="608300" y="32959"/>
                </a:cubicBezTo>
                <a:cubicBezTo>
                  <a:pt x="610817" y="32959"/>
                  <a:pt x="612900" y="33726"/>
                  <a:pt x="614548" y="35259"/>
                </a:cubicBezTo>
                <a:cubicBezTo>
                  <a:pt x="616196" y="36793"/>
                  <a:pt x="617020" y="38567"/>
                  <a:pt x="617020" y="40581"/>
                </a:cubicBezTo>
                <a:cubicBezTo>
                  <a:pt x="617020" y="42366"/>
                  <a:pt x="616425" y="43877"/>
                  <a:pt x="615235" y="45113"/>
                </a:cubicBezTo>
                <a:cubicBezTo>
                  <a:pt x="614045" y="46349"/>
                  <a:pt x="612625" y="46967"/>
                  <a:pt x="610978" y="46967"/>
                </a:cubicBezTo>
                <a:cubicBezTo>
                  <a:pt x="609375" y="46967"/>
                  <a:pt x="607579" y="46177"/>
                  <a:pt x="605587" y="44598"/>
                </a:cubicBezTo>
                <a:cubicBezTo>
                  <a:pt x="603596" y="43018"/>
                  <a:pt x="602120" y="42229"/>
                  <a:pt x="601158" y="42229"/>
                </a:cubicBezTo>
                <a:cubicBezTo>
                  <a:pt x="600334" y="42229"/>
                  <a:pt x="599442" y="42685"/>
                  <a:pt x="598480" y="43598"/>
                </a:cubicBezTo>
                <a:cubicBezTo>
                  <a:pt x="596421" y="45470"/>
                  <a:pt x="594292" y="48552"/>
                  <a:pt x="592095" y="52844"/>
                </a:cubicBezTo>
                <a:lnTo>
                  <a:pt x="592095" y="82910"/>
                </a:lnTo>
                <a:cubicBezTo>
                  <a:pt x="592095" y="86379"/>
                  <a:pt x="592530" y="89004"/>
                  <a:pt x="593399" y="90785"/>
                </a:cubicBezTo>
                <a:cubicBezTo>
                  <a:pt x="593994" y="92018"/>
                  <a:pt x="595047" y="93046"/>
                  <a:pt x="596558" y="93869"/>
                </a:cubicBezTo>
                <a:cubicBezTo>
                  <a:pt x="598069" y="94690"/>
                  <a:pt x="600243" y="95100"/>
                  <a:pt x="603081" y="95100"/>
                </a:cubicBezTo>
                <a:lnTo>
                  <a:pt x="603081" y="97641"/>
                </a:lnTo>
                <a:lnTo>
                  <a:pt x="570877" y="97641"/>
                </a:lnTo>
                <a:lnTo>
                  <a:pt x="570877" y="95100"/>
                </a:lnTo>
                <a:cubicBezTo>
                  <a:pt x="574082" y="95100"/>
                  <a:pt x="576462" y="94598"/>
                  <a:pt x="578018" y="93594"/>
                </a:cubicBezTo>
                <a:cubicBezTo>
                  <a:pt x="579163" y="92863"/>
                  <a:pt x="579964" y="91698"/>
                  <a:pt x="580422" y="90099"/>
                </a:cubicBezTo>
                <a:cubicBezTo>
                  <a:pt x="580650" y="89322"/>
                  <a:pt x="580765" y="87107"/>
                  <a:pt x="580765" y="83453"/>
                </a:cubicBezTo>
                <a:lnTo>
                  <a:pt x="580765" y="59131"/>
                </a:lnTo>
                <a:cubicBezTo>
                  <a:pt x="580765" y="51822"/>
                  <a:pt x="580616" y="47472"/>
                  <a:pt x="580319" y="46080"/>
                </a:cubicBezTo>
                <a:cubicBezTo>
                  <a:pt x="580021" y="44687"/>
                  <a:pt x="579472" y="43671"/>
                  <a:pt x="578671" y="43031"/>
                </a:cubicBezTo>
                <a:cubicBezTo>
                  <a:pt x="577870" y="42392"/>
                  <a:pt x="576874" y="42072"/>
                  <a:pt x="575684" y="42072"/>
                </a:cubicBezTo>
                <a:cubicBezTo>
                  <a:pt x="574265" y="42072"/>
                  <a:pt x="572662" y="42415"/>
                  <a:pt x="570877" y="43100"/>
                </a:cubicBezTo>
                <a:lnTo>
                  <a:pt x="570191" y="40632"/>
                </a:lnTo>
                <a:lnTo>
                  <a:pt x="589211" y="32959"/>
                </a:lnTo>
                <a:lnTo>
                  <a:pt x="592095" y="32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E4E09-4067-487F-A268-7C88D29A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8" y="6385960"/>
            <a:ext cx="46016" cy="46026"/>
          </a:xfrm>
          <a:custGeom xmlns:a="http://schemas.openxmlformats.org/drawingml/2006/main">
            <a:pathLst>
              <a:path w="46016" h="46026">
                <a:moveTo>
                  <a:pt x="0" y="23015"/>
                </a:moveTo>
                <a:cubicBezTo>
                  <a:pt x="0" y="10315"/>
                  <a:pt x="10301" y="0"/>
                  <a:pt x="23001" y="0"/>
                </a:cubicBezTo>
                <a:cubicBezTo>
                  <a:pt x="35711" y="0"/>
                  <a:pt x="46016" y="10315"/>
                  <a:pt x="46016" y="23015"/>
                </a:cubicBezTo>
                <a:cubicBezTo>
                  <a:pt x="46016" y="35725"/>
                  <a:pt x="35711" y="46026"/>
                  <a:pt x="23001" y="46026"/>
                </a:cubicBezTo>
                <a:cubicBezTo>
                  <a:pt x="10301" y="46026"/>
                  <a:pt x="0" y="3572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6821C-24AC-4804-AC68-A83C3AA2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8" y="6385960"/>
            <a:ext cx="46016" cy="46026"/>
          </a:xfrm>
          <a:custGeom xmlns:a="http://schemas.openxmlformats.org/drawingml/2006/main">
            <a:pathLst>
              <a:path w="46016" h="46026" fill="none">
                <a:moveTo>
                  <a:pt x="0" y="23015"/>
                </a:moveTo>
                <a:cubicBezTo>
                  <a:pt x="0" y="10315"/>
                  <a:pt x="10301" y="0"/>
                  <a:pt x="23001" y="0"/>
                </a:cubicBezTo>
                <a:cubicBezTo>
                  <a:pt x="35711" y="0"/>
                  <a:pt x="46016" y="10315"/>
                  <a:pt x="46016" y="23015"/>
                </a:cubicBezTo>
                <a:cubicBezTo>
                  <a:pt x="46016" y="35725"/>
                  <a:pt x="35711" y="46026"/>
                  <a:pt x="23001" y="46026"/>
                </a:cubicBezTo>
                <a:cubicBezTo>
                  <a:pt x="10301" y="46026"/>
                  <a:pt x="0" y="3572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452" name="Text Dualvertex">
            <a:extLst xmlns:a="http://schemas.openxmlformats.org/drawingml/2006/main">
              <a:ext uri="{FF2B5EF4-FFF2-40B4-BE49-F238E27FC236}">
                <a16:creationId xmlns:a16="http://schemas.microsoft.com/office/drawing/2014/main" id="{5B235D31-C201-45CC-B2E8-AEA38D3C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9" y="6361192"/>
            <a:ext cx="655838" cy="99564"/>
          </a:xfrm>
          <a:custGeom xmlns:a="http://schemas.openxmlformats.org/drawingml/2006/main">
            <a:pathLst>
              <a:path w="655838" h="99564">
                <a:moveTo>
                  <a:pt x="0" y="97641"/>
                </a:moveTo>
                <a:lnTo>
                  <a:pt x="0" y="95100"/>
                </a:lnTo>
                <a:lnTo>
                  <a:pt x="3502" y="95100"/>
                </a:lnTo>
                <a:cubicBezTo>
                  <a:pt x="7439" y="95100"/>
                  <a:pt x="10231" y="93842"/>
                  <a:pt x="11879" y="91324"/>
                </a:cubicBezTo>
                <a:cubicBezTo>
                  <a:pt x="12886" y="89813"/>
                  <a:pt x="13390" y="86426"/>
                  <a:pt x="13390" y="81162"/>
                </a:cubicBezTo>
                <a:lnTo>
                  <a:pt x="13390" y="21011"/>
                </a:lnTo>
                <a:cubicBezTo>
                  <a:pt x="13390" y="15198"/>
                  <a:pt x="12749" y="11559"/>
                  <a:pt x="11467" y="10094"/>
                </a:cubicBezTo>
                <a:cubicBezTo>
                  <a:pt x="9682" y="8080"/>
                  <a:pt x="7027" y="7072"/>
                  <a:pt x="3502" y="7072"/>
                </a:cubicBezTo>
                <a:lnTo>
                  <a:pt x="0" y="7072"/>
                </a:lnTo>
                <a:lnTo>
                  <a:pt x="0" y="4532"/>
                </a:lnTo>
                <a:lnTo>
                  <a:pt x="37903" y="4532"/>
                </a:lnTo>
                <a:cubicBezTo>
                  <a:pt x="51819" y="4532"/>
                  <a:pt x="62405" y="6111"/>
                  <a:pt x="69661" y="9270"/>
                </a:cubicBezTo>
                <a:cubicBezTo>
                  <a:pt x="76916" y="12428"/>
                  <a:pt x="82753" y="17693"/>
                  <a:pt x="87170" y="25063"/>
                </a:cubicBezTo>
                <a:cubicBezTo>
                  <a:pt x="91588" y="32433"/>
                  <a:pt x="93796" y="40947"/>
                  <a:pt x="93796" y="50606"/>
                </a:cubicBezTo>
                <a:cubicBezTo>
                  <a:pt x="93796" y="63561"/>
                  <a:pt x="89860" y="74387"/>
                  <a:pt x="81986" y="83084"/>
                </a:cubicBezTo>
                <a:cubicBezTo>
                  <a:pt x="73151" y="92789"/>
                  <a:pt x="59693" y="97641"/>
                  <a:pt x="41611" y="97641"/>
                </a:cubicBezTo>
                <a:lnTo>
                  <a:pt x="0" y="97641"/>
                </a:lnTo>
                <a:moveTo>
                  <a:pt x="26573" y="90981"/>
                </a:moveTo>
                <a:cubicBezTo>
                  <a:pt x="32387" y="92217"/>
                  <a:pt x="37262" y="92835"/>
                  <a:pt x="41199" y="92835"/>
                </a:cubicBezTo>
                <a:cubicBezTo>
                  <a:pt x="51819" y="92835"/>
                  <a:pt x="60631" y="89104"/>
                  <a:pt x="67635" y="81642"/>
                </a:cubicBezTo>
                <a:cubicBezTo>
                  <a:pt x="74639" y="74181"/>
                  <a:pt x="78141" y="64064"/>
                  <a:pt x="78141" y="51292"/>
                </a:cubicBezTo>
                <a:cubicBezTo>
                  <a:pt x="78141" y="38429"/>
                  <a:pt x="74639" y="28290"/>
                  <a:pt x="67635" y="20874"/>
                </a:cubicBezTo>
                <a:cubicBezTo>
                  <a:pt x="60631" y="13458"/>
                  <a:pt x="51636" y="9750"/>
                  <a:pt x="40650" y="9750"/>
                </a:cubicBezTo>
                <a:cubicBezTo>
                  <a:pt x="36530" y="9750"/>
                  <a:pt x="31838" y="10414"/>
                  <a:pt x="26573" y="11742"/>
                </a:cubicBezTo>
                <a:lnTo>
                  <a:pt x="26573" y="90981"/>
                </a:lnTo>
                <a:close/>
                <a:moveTo>
                  <a:pt x="158661" y="34744"/>
                </a:moveTo>
                <a:lnTo>
                  <a:pt x="158661" y="72853"/>
                </a:lnTo>
                <a:cubicBezTo>
                  <a:pt x="158661" y="80132"/>
                  <a:pt x="158833" y="84583"/>
                  <a:pt x="159176" y="86208"/>
                </a:cubicBezTo>
                <a:cubicBezTo>
                  <a:pt x="159519" y="87833"/>
                  <a:pt x="160069" y="88966"/>
                  <a:pt x="160824" y="89607"/>
                </a:cubicBezTo>
                <a:cubicBezTo>
                  <a:pt x="161579" y="90248"/>
                  <a:pt x="162461" y="90569"/>
                  <a:pt x="163468" y="90569"/>
                </a:cubicBezTo>
                <a:cubicBezTo>
                  <a:pt x="164887" y="90569"/>
                  <a:pt x="166489" y="90179"/>
                  <a:pt x="168274" y="89401"/>
                </a:cubicBezTo>
                <a:lnTo>
                  <a:pt x="169236" y="91805"/>
                </a:lnTo>
                <a:lnTo>
                  <a:pt x="150421" y="99564"/>
                </a:lnTo>
                <a:lnTo>
                  <a:pt x="147331" y="99564"/>
                </a:lnTo>
                <a:lnTo>
                  <a:pt x="147331" y="86243"/>
                </a:lnTo>
                <a:cubicBezTo>
                  <a:pt x="141930" y="92102"/>
                  <a:pt x="137810" y="95787"/>
                  <a:pt x="134972" y="97298"/>
                </a:cubicBezTo>
                <a:cubicBezTo>
                  <a:pt x="132134" y="98808"/>
                  <a:pt x="129135" y="99564"/>
                  <a:pt x="125977" y="99564"/>
                </a:cubicBezTo>
                <a:cubicBezTo>
                  <a:pt x="122452" y="99564"/>
                  <a:pt x="119396" y="98545"/>
                  <a:pt x="116810" y="96508"/>
                </a:cubicBezTo>
                <a:cubicBezTo>
                  <a:pt x="114223" y="94471"/>
                  <a:pt x="112427" y="91850"/>
                  <a:pt x="111420" y="88646"/>
                </a:cubicBezTo>
                <a:cubicBezTo>
                  <a:pt x="110413" y="85442"/>
                  <a:pt x="109909" y="80910"/>
                  <a:pt x="109909" y="75050"/>
                </a:cubicBezTo>
                <a:lnTo>
                  <a:pt x="109909" y="46967"/>
                </a:lnTo>
                <a:cubicBezTo>
                  <a:pt x="109909" y="43991"/>
                  <a:pt x="109589" y="41931"/>
                  <a:pt x="108948" y="40787"/>
                </a:cubicBezTo>
                <a:cubicBezTo>
                  <a:pt x="108307" y="39642"/>
                  <a:pt x="107357" y="38761"/>
                  <a:pt x="106098" y="38143"/>
                </a:cubicBezTo>
                <a:cubicBezTo>
                  <a:pt x="104839" y="37525"/>
                  <a:pt x="102562" y="37239"/>
                  <a:pt x="99266" y="37285"/>
                </a:cubicBezTo>
                <a:lnTo>
                  <a:pt x="99266" y="34744"/>
                </a:lnTo>
                <a:lnTo>
                  <a:pt x="121307" y="34744"/>
                </a:lnTo>
                <a:lnTo>
                  <a:pt x="121307" y="76733"/>
                </a:lnTo>
                <a:cubicBezTo>
                  <a:pt x="121307" y="82578"/>
                  <a:pt x="122326" y="86414"/>
                  <a:pt x="124363" y="88240"/>
                </a:cubicBezTo>
                <a:cubicBezTo>
                  <a:pt x="126400" y="90067"/>
                  <a:pt x="128861" y="90981"/>
                  <a:pt x="131744" y="90981"/>
                </a:cubicBezTo>
                <a:cubicBezTo>
                  <a:pt x="133713" y="90981"/>
                  <a:pt x="135945" y="90364"/>
                  <a:pt x="138439" y="89131"/>
                </a:cubicBezTo>
                <a:cubicBezTo>
                  <a:pt x="140934" y="87898"/>
                  <a:pt x="143898" y="85547"/>
                  <a:pt x="147331" y="82078"/>
                </a:cubicBezTo>
                <a:lnTo>
                  <a:pt x="147331" y="46531"/>
                </a:lnTo>
                <a:cubicBezTo>
                  <a:pt x="147331" y="42969"/>
                  <a:pt x="146679" y="40561"/>
                  <a:pt x="145375" y="39306"/>
                </a:cubicBezTo>
                <a:cubicBezTo>
                  <a:pt x="144070" y="38050"/>
                  <a:pt x="141358" y="37376"/>
                  <a:pt x="137238" y="37285"/>
                </a:cubicBezTo>
                <a:lnTo>
                  <a:pt x="137238" y="34744"/>
                </a:lnTo>
                <a:lnTo>
                  <a:pt x="158661" y="34744"/>
                </a:lnTo>
                <a:close/>
                <a:moveTo>
                  <a:pt x="209473" y="88577"/>
                </a:moveTo>
                <a:cubicBezTo>
                  <a:pt x="203019" y="93567"/>
                  <a:pt x="198968" y="96451"/>
                  <a:pt x="197320" y="97229"/>
                </a:cubicBezTo>
                <a:cubicBezTo>
                  <a:pt x="194848" y="98419"/>
                  <a:pt x="192216" y="99014"/>
                  <a:pt x="189423" y="99014"/>
                </a:cubicBezTo>
                <a:cubicBezTo>
                  <a:pt x="185074" y="99014"/>
                  <a:pt x="181492" y="97527"/>
                  <a:pt x="178677" y="94551"/>
                </a:cubicBezTo>
                <a:cubicBezTo>
                  <a:pt x="175862" y="91576"/>
                  <a:pt x="174454" y="87662"/>
                  <a:pt x="174454" y="82809"/>
                </a:cubicBezTo>
                <a:cubicBezTo>
                  <a:pt x="174454" y="79742"/>
                  <a:pt x="175141" y="77087"/>
                  <a:pt x="176514" y="74844"/>
                </a:cubicBezTo>
                <a:cubicBezTo>
                  <a:pt x="178391" y="71732"/>
                  <a:pt x="181653" y="68802"/>
                  <a:pt x="186299" y="66055"/>
                </a:cubicBezTo>
                <a:cubicBezTo>
                  <a:pt x="190945" y="63309"/>
                  <a:pt x="198670" y="59967"/>
                  <a:pt x="209473" y="56030"/>
                </a:cubicBezTo>
                <a:lnTo>
                  <a:pt x="209473" y="53558"/>
                </a:lnTo>
                <a:cubicBezTo>
                  <a:pt x="209473" y="47287"/>
                  <a:pt x="208478" y="42984"/>
                  <a:pt x="206486" y="40649"/>
                </a:cubicBezTo>
                <a:cubicBezTo>
                  <a:pt x="204495" y="38315"/>
                  <a:pt x="201600" y="37148"/>
                  <a:pt x="197800" y="37148"/>
                </a:cubicBezTo>
                <a:cubicBezTo>
                  <a:pt x="194916" y="37148"/>
                  <a:pt x="192628" y="37923"/>
                  <a:pt x="190934" y="39474"/>
                </a:cubicBezTo>
                <a:cubicBezTo>
                  <a:pt x="189194" y="41024"/>
                  <a:pt x="188325" y="42803"/>
                  <a:pt x="188325" y="44810"/>
                </a:cubicBezTo>
                <a:lnTo>
                  <a:pt x="188462" y="48778"/>
                </a:lnTo>
                <a:cubicBezTo>
                  <a:pt x="188462" y="50875"/>
                  <a:pt x="187924" y="52493"/>
                  <a:pt x="186848" y="53633"/>
                </a:cubicBezTo>
                <a:cubicBezTo>
                  <a:pt x="185772" y="54774"/>
                  <a:pt x="184365" y="55344"/>
                  <a:pt x="182625" y="55344"/>
                </a:cubicBezTo>
                <a:cubicBezTo>
                  <a:pt x="180932" y="55344"/>
                  <a:pt x="179547" y="54751"/>
                  <a:pt x="178471" y="53565"/>
                </a:cubicBezTo>
                <a:cubicBezTo>
                  <a:pt x="177395" y="52377"/>
                  <a:pt x="176857" y="50757"/>
                  <a:pt x="176857" y="48703"/>
                </a:cubicBezTo>
                <a:cubicBezTo>
                  <a:pt x="176857" y="44779"/>
                  <a:pt x="178872" y="41174"/>
                  <a:pt x="182900" y="37888"/>
                </a:cubicBezTo>
                <a:cubicBezTo>
                  <a:pt x="186928" y="34602"/>
                  <a:pt x="192582" y="32959"/>
                  <a:pt x="199860" y="32959"/>
                </a:cubicBezTo>
                <a:cubicBezTo>
                  <a:pt x="205445" y="32959"/>
                  <a:pt x="210023" y="33896"/>
                  <a:pt x="213593" y="35770"/>
                </a:cubicBezTo>
                <a:cubicBezTo>
                  <a:pt x="216294" y="37188"/>
                  <a:pt x="218285" y="39406"/>
                  <a:pt x="219567" y="42424"/>
                </a:cubicBezTo>
                <a:cubicBezTo>
                  <a:pt x="220391" y="44390"/>
                  <a:pt x="220803" y="48413"/>
                  <a:pt x="220803" y="54494"/>
                </a:cubicBezTo>
                <a:lnTo>
                  <a:pt x="220803" y="75823"/>
                </a:lnTo>
                <a:cubicBezTo>
                  <a:pt x="220803" y="81812"/>
                  <a:pt x="220918" y="85482"/>
                  <a:pt x="221146" y="86831"/>
                </a:cubicBezTo>
                <a:cubicBezTo>
                  <a:pt x="221375" y="88180"/>
                  <a:pt x="221753" y="89083"/>
                  <a:pt x="222279" y="89541"/>
                </a:cubicBezTo>
                <a:cubicBezTo>
                  <a:pt x="222806" y="89997"/>
                  <a:pt x="223412" y="90225"/>
                  <a:pt x="224099" y="90225"/>
                </a:cubicBezTo>
                <a:cubicBezTo>
                  <a:pt x="224831" y="90225"/>
                  <a:pt x="225472" y="90065"/>
                  <a:pt x="226022" y="89745"/>
                </a:cubicBezTo>
                <a:cubicBezTo>
                  <a:pt x="226983" y="89150"/>
                  <a:pt x="228837" y="87479"/>
                  <a:pt x="231583" y="84732"/>
                </a:cubicBezTo>
                <a:lnTo>
                  <a:pt x="231583" y="88577"/>
                </a:lnTo>
                <a:cubicBezTo>
                  <a:pt x="226457" y="95444"/>
                  <a:pt x="221558" y="98877"/>
                  <a:pt x="216889" y="98877"/>
                </a:cubicBezTo>
                <a:cubicBezTo>
                  <a:pt x="214646" y="98877"/>
                  <a:pt x="212861" y="98099"/>
                  <a:pt x="211533" y="96542"/>
                </a:cubicBezTo>
                <a:cubicBezTo>
                  <a:pt x="210206" y="94986"/>
                  <a:pt x="209519" y="92331"/>
                  <a:pt x="209473" y="88577"/>
                </a:cubicBezTo>
                <a:moveTo>
                  <a:pt x="209473" y="84075"/>
                </a:moveTo>
                <a:lnTo>
                  <a:pt x="209473" y="60219"/>
                </a:lnTo>
                <a:cubicBezTo>
                  <a:pt x="202561" y="62953"/>
                  <a:pt x="198098" y="64889"/>
                  <a:pt x="196084" y="66030"/>
                </a:cubicBezTo>
                <a:cubicBezTo>
                  <a:pt x="192467" y="68035"/>
                  <a:pt x="189881" y="70132"/>
                  <a:pt x="188325" y="72319"/>
                </a:cubicBezTo>
                <a:cubicBezTo>
                  <a:pt x="186768" y="74506"/>
                  <a:pt x="185990" y="76899"/>
                  <a:pt x="185990" y="79496"/>
                </a:cubicBezTo>
                <a:cubicBezTo>
                  <a:pt x="185990" y="82778"/>
                  <a:pt x="186974" y="85501"/>
                  <a:pt x="188943" y="87665"/>
                </a:cubicBezTo>
                <a:cubicBezTo>
                  <a:pt x="190911" y="89830"/>
                  <a:pt x="193177" y="90912"/>
                  <a:pt x="195740" y="90912"/>
                </a:cubicBezTo>
                <a:cubicBezTo>
                  <a:pt x="199219" y="90912"/>
                  <a:pt x="203797" y="88633"/>
                  <a:pt x="209473" y="84075"/>
                </a:cubicBezTo>
                <a:close/>
                <a:moveTo>
                  <a:pt x="257904" y="0"/>
                </a:moveTo>
                <a:lnTo>
                  <a:pt x="257904" y="83367"/>
                </a:lnTo>
                <a:cubicBezTo>
                  <a:pt x="257904" y="87301"/>
                  <a:pt x="258190" y="89909"/>
                  <a:pt x="258762" y="91191"/>
                </a:cubicBezTo>
                <a:cubicBezTo>
                  <a:pt x="259334" y="92471"/>
                  <a:pt x="260215" y="93443"/>
                  <a:pt x="261406" y="94107"/>
                </a:cubicBezTo>
                <a:cubicBezTo>
                  <a:pt x="262596" y="94769"/>
                  <a:pt x="264816" y="95100"/>
                  <a:pt x="268066" y="95100"/>
                </a:cubicBezTo>
                <a:lnTo>
                  <a:pt x="268066" y="97641"/>
                </a:lnTo>
                <a:lnTo>
                  <a:pt x="237235" y="97641"/>
                </a:lnTo>
                <a:lnTo>
                  <a:pt x="237235" y="95100"/>
                </a:lnTo>
                <a:cubicBezTo>
                  <a:pt x="240119" y="95100"/>
                  <a:pt x="242088" y="94804"/>
                  <a:pt x="243141" y="94210"/>
                </a:cubicBezTo>
                <a:cubicBezTo>
                  <a:pt x="244194" y="93615"/>
                  <a:pt x="245018" y="92631"/>
                  <a:pt x="245613" y="91260"/>
                </a:cubicBezTo>
                <a:cubicBezTo>
                  <a:pt x="246208" y="89886"/>
                  <a:pt x="246505" y="87256"/>
                  <a:pt x="246505" y="83367"/>
                </a:cubicBezTo>
                <a:lnTo>
                  <a:pt x="246505" y="26279"/>
                </a:lnTo>
                <a:cubicBezTo>
                  <a:pt x="246505" y="19190"/>
                  <a:pt x="246345" y="14833"/>
                  <a:pt x="246025" y="13209"/>
                </a:cubicBezTo>
                <a:cubicBezTo>
                  <a:pt x="245704" y="11584"/>
                  <a:pt x="245189" y="10475"/>
                  <a:pt x="244480" y="9881"/>
                </a:cubicBezTo>
                <a:cubicBezTo>
                  <a:pt x="243770" y="9286"/>
                  <a:pt x="242866" y="8989"/>
                  <a:pt x="241767" y="8989"/>
                </a:cubicBezTo>
                <a:cubicBezTo>
                  <a:pt x="240577" y="8989"/>
                  <a:pt x="239067" y="9355"/>
                  <a:pt x="237235" y="10087"/>
                </a:cubicBezTo>
                <a:lnTo>
                  <a:pt x="236068" y="7684"/>
                </a:lnTo>
                <a:lnTo>
                  <a:pt x="254814" y="0"/>
                </a:lnTo>
                <a:lnTo>
                  <a:pt x="257904" y="0"/>
                </a:lnTo>
                <a:close/>
                <a:moveTo>
                  <a:pt x="307297" y="34744"/>
                </a:moveTo>
                <a:lnTo>
                  <a:pt x="336892" y="34744"/>
                </a:lnTo>
                <a:lnTo>
                  <a:pt x="336892" y="37285"/>
                </a:lnTo>
                <a:lnTo>
                  <a:pt x="334969" y="37285"/>
                </a:lnTo>
                <a:cubicBezTo>
                  <a:pt x="333184" y="37285"/>
                  <a:pt x="331822" y="37720"/>
                  <a:pt x="330884" y="38590"/>
                </a:cubicBezTo>
                <a:cubicBezTo>
                  <a:pt x="329945" y="39459"/>
                  <a:pt x="329476" y="40627"/>
                  <a:pt x="329476" y="42091"/>
                </a:cubicBezTo>
                <a:cubicBezTo>
                  <a:pt x="329476" y="43694"/>
                  <a:pt x="329957" y="45593"/>
                  <a:pt x="330918" y="47791"/>
                </a:cubicBezTo>
                <a:lnTo>
                  <a:pt x="345544" y="82535"/>
                </a:lnTo>
                <a:lnTo>
                  <a:pt x="360238" y="46486"/>
                </a:lnTo>
                <a:cubicBezTo>
                  <a:pt x="361291" y="43922"/>
                  <a:pt x="361817" y="41977"/>
                  <a:pt x="361817" y="40649"/>
                </a:cubicBezTo>
                <a:cubicBezTo>
                  <a:pt x="361817" y="40009"/>
                  <a:pt x="361634" y="39482"/>
                  <a:pt x="361268" y="39070"/>
                </a:cubicBezTo>
                <a:cubicBezTo>
                  <a:pt x="360764" y="38384"/>
                  <a:pt x="360124" y="37914"/>
                  <a:pt x="359345" y="37663"/>
                </a:cubicBezTo>
                <a:cubicBezTo>
                  <a:pt x="358567" y="37411"/>
                  <a:pt x="356988" y="37285"/>
                  <a:pt x="354607" y="37285"/>
                </a:cubicBezTo>
                <a:lnTo>
                  <a:pt x="354607" y="34744"/>
                </a:lnTo>
                <a:lnTo>
                  <a:pt x="375138" y="34744"/>
                </a:lnTo>
                <a:lnTo>
                  <a:pt x="375138" y="37285"/>
                </a:lnTo>
                <a:cubicBezTo>
                  <a:pt x="372758" y="37468"/>
                  <a:pt x="371110" y="37949"/>
                  <a:pt x="370194" y="38727"/>
                </a:cubicBezTo>
                <a:cubicBezTo>
                  <a:pt x="368592" y="40100"/>
                  <a:pt x="367150" y="42389"/>
                  <a:pt x="365868" y="45593"/>
                </a:cubicBezTo>
                <a:lnTo>
                  <a:pt x="343552" y="99564"/>
                </a:lnTo>
                <a:lnTo>
                  <a:pt x="340737" y="99564"/>
                </a:lnTo>
                <a:lnTo>
                  <a:pt x="318284" y="46486"/>
                </a:lnTo>
                <a:cubicBezTo>
                  <a:pt x="317277" y="44014"/>
                  <a:pt x="316315" y="42240"/>
                  <a:pt x="315400" y="41164"/>
                </a:cubicBezTo>
                <a:cubicBezTo>
                  <a:pt x="314484" y="40089"/>
                  <a:pt x="313317" y="39185"/>
                  <a:pt x="311898" y="38452"/>
                </a:cubicBezTo>
                <a:cubicBezTo>
                  <a:pt x="311120" y="38040"/>
                  <a:pt x="309586" y="37651"/>
                  <a:pt x="307297" y="37285"/>
                </a:cubicBezTo>
                <a:lnTo>
                  <a:pt x="307297" y="34744"/>
                </a:lnTo>
                <a:close/>
                <a:moveTo>
                  <a:pt x="391412" y="58502"/>
                </a:moveTo>
                <a:cubicBezTo>
                  <a:pt x="391366" y="67819"/>
                  <a:pt x="393632" y="75127"/>
                  <a:pt x="398210" y="80426"/>
                </a:cubicBezTo>
                <a:cubicBezTo>
                  <a:pt x="402787" y="85723"/>
                  <a:pt x="408166" y="88371"/>
                  <a:pt x="414346" y="88371"/>
                </a:cubicBezTo>
                <a:cubicBezTo>
                  <a:pt x="418466" y="88371"/>
                  <a:pt x="422048" y="87238"/>
                  <a:pt x="425092" y="84972"/>
                </a:cubicBezTo>
                <a:cubicBezTo>
                  <a:pt x="428136" y="82706"/>
                  <a:pt x="430688" y="78827"/>
                  <a:pt x="432748" y="73334"/>
                </a:cubicBezTo>
                <a:lnTo>
                  <a:pt x="434877" y="74707"/>
                </a:lnTo>
                <a:cubicBezTo>
                  <a:pt x="433915" y="80978"/>
                  <a:pt x="431123" y="86689"/>
                  <a:pt x="426500" y="91839"/>
                </a:cubicBezTo>
                <a:cubicBezTo>
                  <a:pt x="421876" y="96989"/>
                  <a:pt x="416085" y="99564"/>
                  <a:pt x="409127" y="99564"/>
                </a:cubicBezTo>
                <a:cubicBezTo>
                  <a:pt x="401574" y="99564"/>
                  <a:pt x="395108" y="96629"/>
                  <a:pt x="389730" y="90760"/>
                </a:cubicBezTo>
                <a:cubicBezTo>
                  <a:pt x="384351" y="84889"/>
                  <a:pt x="381661" y="76997"/>
                  <a:pt x="381661" y="67083"/>
                </a:cubicBezTo>
                <a:cubicBezTo>
                  <a:pt x="381661" y="56349"/>
                  <a:pt x="384419" y="47978"/>
                  <a:pt x="389936" y="41971"/>
                </a:cubicBezTo>
                <a:cubicBezTo>
                  <a:pt x="395452" y="35963"/>
                  <a:pt x="402375" y="32959"/>
                  <a:pt x="410707" y="32959"/>
                </a:cubicBezTo>
                <a:cubicBezTo>
                  <a:pt x="417756" y="32959"/>
                  <a:pt x="423547" y="35276"/>
                  <a:pt x="428079" y="39911"/>
                </a:cubicBezTo>
                <a:cubicBezTo>
                  <a:pt x="432611" y="44545"/>
                  <a:pt x="434877" y="50742"/>
                  <a:pt x="434877" y="58502"/>
                </a:cubicBezTo>
                <a:lnTo>
                  <a:pt x="391412" y="58502"/>
                </a:lnTo>
                <a:moveTo>
                  <a:pt x="391412" y="54520"/>
                </a:moveTo>
                <a:lnTo>
                  <a:pt x="420526" y="54520"/>
                </a:lnTo>
                <a:cubicBezTo>
                  <a:pt x="420297" y="50491"/>
                  <a:pt x="419816" y="47653"/>
                  <a:pt x="419084" y="46005"/>
                </a:cubicBezTo>
                <a:cubicBezTo>
                  <a:pt x="417939" y="43442"/>
                  <a:pt x="416234" y="41428"/>
                  <a:pt x="413968" y="39963"/>
                </a:cubicBezTo>
                <a:cubicBezTo>
                  <a:pt x="411702" y="38498"/>
                  <a:pt x="409333" y="37766"/>
                  <a:pt x="406861" y="37766"/>
                </a:cubicBezTo>
                <a:cubicBezTo>
                  <a:pt x="403062" y="37766"/>
                  <a:pt x="399663" y="39242"/>
                  <a:pt x="396665" y="42194"/>
                </a:cubicBezTo>
                <a:cubicBezTo>
                  <a:pt x="393666" y="45147"/>
                  <a:pt x="391915" y="49255"/>
                  <a:pt x="391412" y="54520"/>
                </a:cubicBezTo>
                <a:close/>
                <a:moveTo>
                  <a:pt x="461678" y="32959"/>
                </a:moveTo>
                <a:lnTo>
                  <a:pt x="461678" y="47104"/>
                </a:lnTo>
                <a:cubicBezTo>
                  <a:pt x="466942" y="37674"/>
                  <a:pt x="472344" y="32959"/>
                  <a:pt x="477883" y="32959"/>
                </a:cubicBezTo>
                <a:cubicBezTo>
                  <a:pt x="480400" y="32959"/>
                  <a:pt x="482483" y="33726"/>
                  <a:pt x="484131" y="35259"/>
                </a:cubicBezTo>
                <a:cubicBezTo>
                  <a:pt x="485779" y="36793"/>
                  <a:pt x="486603" y="38567"/>
                  <a:pt x="486603" y="40581"/>
                </a:cubicBezTo>
                <a:cubicBezTo>
                  <a:pt x="486603" y="42366"/>
                  <a:pt x="486008" y="43877"/>
                  <a:pt x="484818" y="45113"/>
                </a:cubicBezTo>
                <a:cubicBezTo>
                  <a:pt x="483627" y="46349"/>
                  <a:pt x="482208" y="46967"/>
                  <a:pt x="480560" y="46967"/>
                </a:cubicBezTo>
                <a:cubicBezTo>
                  <a:pt x="478958" y="46967"/>
                  <a:pt x="477162" y="46177"/>
                  <a:pt x="475170" y="44598"/>
                </a:cubicBezTo>
                <a:cubicBezTo>
                  <a:pt x="473179" y="43018"/>
                  <a:pt x="471703" y="42229"/>
                  <a:pt x="470741" y="42229"/>
                </a:cubicBezTo>
                <a:cubicBezTo>
                  <a:pt x="469917" y="42229"/>
                  <a:pt x="469025" y="42685"/>
                  <a:pt x="468063" y="43598"/>
                </a:cubicBezTo>
                <a:cubicBezTo>
                  <a:pt x="466003" y="45470"/>
                  <a:pt x="463875" y="48552"/>
                  <a:pt x="461678" y="52844"/>
                </a:cubicBezTo>
                <a:lnTo>
                  <a:pt x="461678" y="82910"/>
                </a:lnTo>
                <a:cubicBezTo>
                  <a:pt x="461678" y="86379"/>
                  <a:pt x="462112" y="89004"/>
                  <a:pt x="462982" y="90785"/>
                </a:cubicBezTo>
                <a:cubicBezTo>
                  <a:pt x="463577" y="92018"/>
                  <a:pt x="464630" y="93046"/>
                  <a:pt x="466141" y="93869"/>
                </a:cubicBezTo>
                <a:cubicBezTo>
                  <a:pt x="467651" y="94690"/>
                  <a:pt x="469826" y="95100"/>
                  <a:pt x="472664" y="95100"/>
                </a:cubicBezTo>
                <a:lnTo>
                  <a:pt x="472664" y="97641"/>
                </a:lnTo>
                <a:lnTo>
                  <a:pt x="440460" y="97641"/>
                </a:lnTo>
                <a:lnTo>
                  <a:pt x="440460" y="95100"/>
                </a:lnTo>
                <a:cubicBezTo>
                  <a:pt x="443664" y="95100"/>
                  <a:pt x="446045" y="94598"/>
                  <a:pt x="447601" y="93594"/>
                </a:cubicBezTo>
                <a:cubicBezTo>
                  <a:pt x="448746" y="92863"/>
                  <a:pt x="449547" y="91698"/>
                  <a:pt x="450005" y="90099"/>
                </a:cubicBezTo>
                <a:cubicBezTo>
                  <a:pt x="450233" y="89322"/>
                  <a:pt x="450348" y="87107"/>
                  <a:pt x="450348" y="83453"/>
                </a:cubicBezTo>
                <a:lnTo>
                  <a:pt x="450348" y="59131"/>
                </a:lnTo>
                <a:cubicBezTo>
                  <a:pt x="450348" y="51822"/>
                  <a:pt x="450199" y="47472"/>
                  <a:pt x="449902" y="46080"/>
                </a:cubicBezTo>
                <a:cubicBezTo>
                  <a:pt x="449604" y="44687"/>
                  <a:pt x="449055" y="43671"/>
                  <a:pt x="448254" y="43031"/>
                </a:cubicBezTo>
                <a:cubicBezTo>
                  <a:pt x="447452" y="42392"/>
                  <a:pt x="446457" y="42072"/>
                  <a:pt x="445267" y="42072"/>
                </a:cubicBezTo>
                <a:cubicBezTo>
                  <a:pt x="443848" y="42072"/>
                  <a:pt x="442245" y="42415"/>
                  <a:pt x="440460" y="43100"/>
                </a:cubicBezTo>
                <a:lnTo>
                  <a:pt x="439773" y="40632"/>
                </a:lnTo>
                <a:lnTo>
                  <a:pt x="458794" y="32959"/>
                </a:lnTo>
                <a:lnTo>
                  <a:pt x="461678" y="32959"/>
                </a:lnTo>
                <a:close/>
                <a:moveTo>
                  <a:pt x="508369" y="14008"/>
                </a:moveTo>
                <a:lnTo>
                  <a:pt x="508369" y="34744"/>
                </a:lnTo>
                <a:lnTo>
                  <a:pt x="523063" y="34744"/>
                </a:lnTo>
                <a:lnTo>
                  <a:pt x="523063" y="39551"/>
                </a:lnTo>
                <a:lnTo>
                  <a:pt x="508369" y="39551"/>
                </a:lnTo>
                <a:lnTo>
                  <a:pt x="508369" y="80282"/>
                </a:lnTo>
                <a:cubicBezTo>
                  <a:pt x="508369" y="84352"/>
                  <a:pt x="508952" y="87095"/>
                  <a:pt x="510120" y="88513"/>
                </a:cubicBezTo>
                <a:cubicBezTo>
                  <a:pt x="511287" y="89929"/>
                  <a:pt x="512786" y="90637"/>
                  <a:pt x="514617" y="90637"/>
                </a:cubicBezTo>
                <a:cubicBezTo>
                  <a:pt x="516128" y="90637"/>
                  <a:pt x="517593" y="90168"/>
                  <a:pt x="519012" y="89230"/>
                </a:cubicBezTo>
                <a:cubicBezTo>
                  <a:pt x="520431" y="88291"/>
                  <a:pt x="521530" y="86906"/>
                  <a:pt x="522308" y="85075"/>
                </a:cubicBezTo>
                <a:lnTo>
                  <a:pt x="524986" y="85075"/>
                </a:lnTo>
                <a:cubicBezTo>
                  <a:pt x="523384" y="89574"/>
                  <a:pt x="521118" y="92977"/>
                  <a:pt x="518188" y="95283"/>
                </a:cubicBezTo>
                <a:cubicBezTo>
                  <a:pt x="515258" y="97587"/>
                  <a:pt x="512237" y="98740"/>
                  <a:pt x="509124" y="98740"/>
                </a:cubicBezTo>
                <a:cubicBezTo>
                  <a:pt x="507018" y="98740"/>
                  <a:pt x="504958" y="98155"/>
                  <a:pt x="502944" y="96987"/>
                </a:cubicBezTo>
                <a:cubicBezTo>
                  <a:pt x="500930" y="95818"/>
                  <a:pt x="499442" y="94146"/>
                  <a:pt x="498481" y="91970"/>
                </a:cubicBezTo>
                <a:cubicBezTo>
                  <a:pt x="497520" y="89793"/>
                  <a:pt x="497039" y="86435"/>
                  <a:pt x="497039" y="81898"/>
                </a:cubicBezTo>
                <a:lnTo>
                  <a:pt x="497039" y="39551"/>
                </a:lnTo>
                <a:lnTo>
                  <a:pt x="487083" y="39551"/>
                </a:lnTo>
                <a:lnTo>
                  <a:pt x="487083" y="37285"/>
                </a:lnTo>
                <a:cubicBezTo>
                  <a:pt x="489600" y="36275"/>
                  <a:pt x="492175" y="34565"/>
                  <a:pt x="494807" y="32154"/>
                </a:cubicBezTo>
                <a:cubicBezTo>
                  <a:pt x="497440" y="29744"/>
                  <a:pt x="499786" y="26886"/>
                  <a:pt x="501846" y="23580"/>
                </a:cubicBezTo>
                <a:cubicBezTo>
                  <a:pt x="502898" y="21836"/>
                  <a:pt x="504363" y="18645"/>
                  <a:pt x="506240" y="14008"/>
                </a:cubicBezTo>
                <a:lnTo>
                  <a:pt x="508369" y="14008"/>
                </a:lnTo>
                <a:close/>
                <a:moveTo>
                  <a:pt x="539772" y="58502"/>
                </a:moveTo>
                <a:cubicBezTo>
                  <a:pt x="539726" y="67819"/>
                  <a:pt x="541992" y="75127"/>
                  <a:pt x="546570" y="80426"/>
                </a:cubicBezTo>
                <a:cubicBezTo>
                  <a:pt x="551148" y="85723"/>
                  <a:pt x="556526" y="88371"/>
                  <a:pt x="562706" y="88371"/>
                </a:cubicBezTo>
                <a:cubicBezTo>
                  <a:pt x="566826" y="88371"/>
                  <a:pt x="570408" y="87238"/>
                  <a:pt x="573452" y="84972"/>
                </a:cubicBezTo>
                <a:cubicBezTo>
                  <a:pt x="576497" y="82706"/>
                  <a:pt x="579049" y="78827"/>
                  <a:pt x="581109" y="73334"/>
                </a:cubicBezTo>
                <a:lnTo>
                  <a:pt x="583237" y="74707"/>
                </a:lnTo>
                <a:cubicBezTo>
                  <a:pt x="582276" y="80978"/>
                  <a:pt x="579483" y="86689"/>
                  <a:pt x="574860" y="91839"/>
                </a:cubicBezTo>
                <a:cubicBezTo>
                  <a:pt x="570237" y="96989"/>
                  <a:pt x="564446" y="99564"/>
                  <a:pt x="557488" y="99564"/>
                </a:cubicBezTo>
                <a:cubicBezTo>
                  <a:pt x="549935" y="99564"/>
                  <a:pt x="543469" y="96629"/>
                  <a:pt x="538090" y="90760"/>
                </a:cubicBezTo>
                <a:cubicBezTo>
                  <a:pt x="532711" y="84889"/>
                  <a:pt x="530022" y="76997"/>
                  <a:pt x="530022" y="67083"/>
                </a:cubicBezTo>
                <a:cubicBezTo>
                  <a:pt x="530022" y="56349"/>
                  <a:pt x="532780" y="47978"/>
                  <a:pt x="538296" y="41971"/>
                </a:cubicBezTo>
                <a:cubicBezTo>
                  <a:pt x="543812" y="35963"/>
                  <a:pt x="550736" y="32959"/>
                  <a:pt x="559067" y="32959"/>
                </a:cubicBezTo>
                <a:cubicBezTo>
                  <a:pt x="566117" y="32959"/>
                  <a:pt x="571907" y="35276"/>
                  <a:pt x="576439" y="39911"/>
                </a:cubicBezTo>
                <a:cubicBezTo>
                  <a:pt x="580971" y="44545"/>
                  <a:pt x="583237" y="50742"/>
                  <a:pt x="583237" y="58502"/>
                </a:cubicBezTo>
                <a:lnTo>
                  <a:pt x="539772" y="58502"/>
                </a:lnTo>
                <a:moveTo>
                  <a:pt x="539772" y="54520"/>
                </a:moveTo>
                <a:lnTo>
                  <a:pt x="568886" y="54520"/>
                </a:lnTo>
                <a:cubicBezTo>
                  <a:pt x="568657" y="50491"/>
                  <a:pt x="568177" y="47653"/>
                  <a:pt x="567444" y="46005"/>
                </a:cubicBezTo>
                <a:cubicBezTo>
                  <a:pt x="566300" y="43442"/>
                  <a:pt x="564595" y="41428"/>
                  <a:pt x="562329" y="39963"/>
                </a:cubicBezTo>
                <a:cubicBezTo>
                  <a:pt x="560063" y="38498"/>
                  <a:pt x="557694" y="37766"/>
                  <a:pt x="555222" y="37766"/>
                </a:cubicBezTo>
                <a:cubicBezTo>
                  <a:pt x="551422" y="37766"/>
                  <a:pt x="548023" y="39242"/>
                  <a:pt x="545025" y="42194"/>
                </a:cubicBezTo>
                <a:cubicBezTo>
                  <a:pt x="542027" y="45147"/>
                  <a:pt x="540276" y="49255"/>
                  <a:pt x="539772" y="54520"/>
                </a:cubicBezTo>
                <a:close/>
                <a:moveTo>
                  <a:pt x="589095" y="34744"/>
                </a:moveTo>
                <a:lnTo>
                  <a:pt x="618690" y="34744"/>
                </a:lnTo>
                <a:lnTo>
                  <a:pt x="618690" y="37285"/>
                </a:lnTo>
                <a:cubicBezTo>
                  <a:pt x="616813" y="37285"/>
                  <a:pt x="615497" y="37605"/>
                  <a:pt x="614742" y="38246"/>
                </a:cubicBezTo>
                <a:cubicBezTo>
                  <a:pt x="613986" y="38887"/>
                  <a:pt x="613609" y="39734"/>
                  <a:pt x="613609" y="40787"/>
                </a:cubicBezTo>
                <a:cubicBezTo>
                  <a:pt x="613609" y="41885"/>
                  <a:pt x="614410" y="43579"/>
                  <a:pt x="616012" y="45868"/>
                </a:cubicBezTo>
                <a:cubicBezTo>
                  <a:pt x="616515" y="46600"/>
                  <a:pt x="617271" y="47745"/>
                  <a:pt x="618278" y="49301"/>
                </a:cubicBezTo>
                <a:lnTo>
                  <a:pt x="622741" y="56442"/>
                </a:lnTo>
                <a:lnTo>
                  <a:pt x="627891" y="49301"/>
                </a:lnTo>
                <a:cubicBezTo>
                  <a:pt x="631187" y="44769"/>
                  <a:pt x="632835" y="41908"/>
                  <a:pt x="632835" y="40718"/>
                </a:cubicBezTo>
                <a:cubicBezTo>
                  <a:pt x="632835" y="39757"/>
                  <a:pt x="632446" y="38944"/>
                  <a:pt x="631667" y="38281"/>
                </a:cubicBezTo>
                <a:cubicBezTo>
                  <a:pt x="630889" y="37617"/>
                  <a:pt x="629630" y="37285"/>
                  <a:pt x="627891" y="37285"/>
                </a:cubicBezTo>
                <a:lnTo>
                  <a:pt x="627891" y="34744"/>
                </a:lnTo>
                <a:lnTo>
                  <a:pt x="649177" y="34744"/>
                </a:lnTo>
                <a:lnTo>
                  <a:pt x="649177" y="37285"/>
                </a:lnTo>
                <a:cubicBezTo>
                  <a:pt x="646934" y="37422"/>
                  <a:pt x="644988" y="38040"/>
                  <a:pt x="643340" y="39139"/>
                </a:cubicBezTo>
                <a:cubicBezTo>
                  <a:pt x="641097" y="40695"/>
                  <a:pt x="638030" y="44083"/>
                  <a:pt x="634139" y="49301"/>
                </a:cubicBezTo>
                <a:lnTo>
                  <a:pt x="625556" y="60768"/>
                </a:lnTo>
                <a:lnTo>
                  <a:pt x="641212" y="83245"/>
                </a:lnTo>
                <a:cubicBezTo>
                  <a:pt x="645057" y="88773"/>
                  <a:pt x="647804" y="92096"/>
                  <a:pt x="649452" y="93216"/>
                </a:cubicBezTo>
                <a:cubicBezTo>
                  <a:pt x="651100" y="94335"/>
                  <a:pt x="653228" y="94963"/>
                  <a:pt x="655838" y="95100"/>
                </a:cubicBezTo>
                <a:lnTo>
                  <a:pt x="655838" y="97641"/>
                </a:lnTo>
                <a:lnTo>
                  <a:pt x="626174" y="97641"/>
                </a:lnTo>
                <a:lnTo>
                  <a:pt x="626174" y="95100"/>
                </a:lnTo>
                <a:cubicBezTo>
                  <a:pt x="628234" y="95100"/>
                  <a:pt x="629836" y="94644"/>
                  <a:pt x="630981" y="93731"/>
                </a:cubicBezTo>
                <a:cubicBezTo>
                  <a:pt x="631851" y="93092"/>
                  <a:pt x="632285" y="92247"/>
                  <a:pt x="632285" y="91197"/>
                </a:cubicBezTo>
                <a:cubicBezTo>
                  <a:pt x="632285" y="90147"/>
                  <a:pt x="630821" y="87499"/>
                  <a:pt x="627891" y="83254"/>
                </a:cubicBezTo>
                <a:lnTo>
                  <a:pt x="618690" y="69832"/>
                </a:lnTo>
                <a:lnTo>
                  <a:pt x="608596" y="83254"/>
                </a:lnTo>
                <a:cubicBezTo>
                  <a:pt x="605483" y="87408"/>
                  <a:pt x="603927" y="89873"/>
                  <a:pt x="603927" y="90650"/>
                </a:cubicBezTo>
                <a:cubicBezTo>
                  <a:pt x="603927" y="91746"/>
                  <a:pt x="604442" y="92739"/>
                  <a:pt x="605472" y="93628"/>
                </a:cubicBezTo>
                <a:cubicBezTo>
                  <a:pt x="606502" y="94518"/>
                  <a:pt x="608047" y="95009"/>
                  <a:pt x="610107" y="95100"/>
                </a:cubicBezTo>
                <a:lnTo>
                  <a:pt x="610107" y="97641"/>
                </a:lnTo>
                <a:lnTo>
                  <a:pt x="589576" y="97641"/>
                </a:lnTo>
                <a:lnTo>
                  <a:pt x="589576" y="95100"/>
                </a:lnTo>
                <a:cubicBezTo>
                  <a:pt x="591224" y="94872"/>
                  <a:pt x="592666" y="94301"/>
                  <a:pt x="593902" y="93388"/>
                </a:cubicBezTo>
                <a:cubicBezTo>
                  <a:pt x="595641" y="92063"/>
                  <a:pt x="598571" y="88684"/>
                  <a:pt x="602691" y="83249"/>
                </a:cubicBezTo>
                <a:lnTo>
                  <a:pt x="615874" y="65781"/>
                </a:lnTo>
                <a:lnTo>
                  <a:pt x="603927" y="48477"/>
                </a:lnTo>
                <a:cubicBezTo>
                  <a:pt x="600539" y="43533"/>
                  <a:pt x="597919" y="40432"/>
                  <a:pt x="596065" y="39173"/>
                </a:cubicBezTo>
                <a:cubicBezTo>
                  <a:pt x="594211" y="37914"/>
                  <a:pt x="591887" y="37285"/>
                  <a:pt x="589095" y="37285"/>
                </a:cubicBezTo>
                <a:lnTo>
                  <a:pt x="589095" y="347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Text Materialquery">
            <a:extLst xmlns:a="http://schemas.openxmlformats.org/drawingml/2006/main">
              <a:ext uri="{FF2B5EF4-FFF2-40B4-BE49-F238E27FC236}">
                <a16:creationId xmlns:a16="http://schemas.microsoft.com/office/drawing/2014/main" id="{3A010E6B-6F9E-4C3D-AA04-861EFAD7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202" y="6361192"/>
            <a:ext cx="831316" cy="127991"/>
          </a:xfrm>
          <a:custGeom xmlns:a="http://schemas.openxmlformats.org/drawingml/2006/main">
            <a:pathLst>
              <a:path w="831316" h="127991">
                <a:moveTo>
                  <a:pt x="55207" y="97641"/>
                </a:moveTo>
                <a:lnTo>
                  <a:pt x="19226" y="19295"/>
                </a:lnTo>
                <a:lnTo>
                  <a:pt x="19226" y="81505"/>
                </a:lnTo>
                <a:cubicBezTo>
                  <a:pt x="19226" y="87227"/>
                  <a:pt x="19844" y="90797"/>
                  <a:pt x="21080" y="92217"/>
                </a:cubicBezTo>
                <a:cubicBezTo>
                  <a:pt x="22774" y="94139"/>
                  <a:pt x="25452" y="95100"/>
                  <a:pt x="29114" y="95100"/>
                </a:cubicBezTo>
                <a:lnTo>
                  <a:pt x="32410" y="95100"/>
                </a:lnTo>
                <a:lnTo>
                  <a:pt x="32410" y="97641"/>
                </a:lnTo>
                <a:lnTo>
                  <a:pt x="0" y="97641"/>
                </a:lnTo>
                <a:lnTo>
                  <a:pt x="0" y="95100"/>
                </a:lnTo>
                <a:lnTo>
                  <a:pt x="3296" y="95100"/>
                </a:lnTo>
                <a:cubicBezTo>
                  <a:pt x="7233" y="95100"/>
                  <a:pt x="10025" y="93910"/>
                  <a:pt x="11673" y="91530"/>
                </a:cubicBezTo>
                <a:cubicBezTo>
                  <a:pt x="12680" y="90065"/>
                  <a:pt x="13184" y="86723"/>
                  <a:pt x="13184" y="81505"/>
                </a:cubicBezTo>
                <a:lnTo>
                  <a:pt x="13184" y="20668"/>
                </a:lnTo>
                <a:cubicBezTo>
                  <a:pt x="13184" y="16548"/>
                  <a:pt x="12726" y="13573"/>
                  <a:pt x="11810" y="11742"/>
                </a:cubicBezTo>
                <a:cubicBezTo>
                  <a:pt x="11170" y="10414"/>
                  <a:pt x="9991" y="9304"/>
                  <a:pt x="8274" y="8411"/>
                </a:cubicBezTo>
                <a:cubicBezTo>
                  <a:pt x="6558" y="7519"/>
                  <a:pt x="3799" y="7072"/>
                  <a:pt x="0" y="7072"/>
                </a:cubicBezTo>
                <a:lnTo>
                  <a:pt x="0" y="4532"/>
                </a:lnTo>
                <a:lnTo>
                  <a:pt x="26367" y="4532"/>
                </a:lnTo>
                <a:lnTo>
                  <a:pt x="60151" y="77385"/>
                </a:lnTo>
                <a:lnTo>
                  <a:pt x="93384" y="4532"/>
                </a:lnTo>
                <a:lnTo>
                  <a:pt x="119752" y="4532"/>
                </a:lnTo>
                <a:lnTo>
                  <a:pt x="119752" y="7072"/>
                </a:lnTo>
                <a:lnTo>
                  <a:pt x="116525" y="7072"/>
                </a:lnTo>
                <a:cubicBezTo>
                  <a:pt x="112542" y="7072"/>
                  <a:pt x="109727" y="8263"/>
                  <a:pt x="108079" y="10643"/>
                </a:cubicBezTo>
                <a:cubicBezTo>
                  <a:pt x="107072" y="12108"/>
                  <a:pt x="106568" y="15450"/>
                  <a:pt x="106568" y="20668"/>
                </a:cubicBezTo>
                <a:lnTo>
                  <a:pt x="106568" y="81505"/>
                </a:lnTo>
                <a:cubicBezTo>
                  <a:pt x="106568" y="87227"/>
                  <a:pt x="107209" y="90797"/>
                  <a:pt x="108491" y="92217"/>
                </a:cubicBezTo>
                <a:cubicBezTo>
                  <a:pt x="110184" y="94139"/>
                  <a:pt x="112862" y="95100"/>
                  <a:pt x="116525" y="95100"/>
                </a:cubicBezTo>
                <a:lnTo>
                  <a:pt x="119752" y="95100"/>
                </a:lnTo>
                <a:lnTo>
                  <a:pt x="119752" y="97641"/>
                </a:lnTo>
                <a:lnTo>
                  <a:pt x="80201" y="97641"/>
                </a:lnTo>
                <a:lnTo>
                  <a:pt x="80201" y="95100"/>
                </a:lnTo>
                <a:lnTo>
                  <a:pt x="83497" y="95100"/>
                </a:lnTo>
                <a:cubicBezTo>
                  <a:pt x="87479" y="95100"/>
                  <a:pt x="90272" y="93910"/>
                  <a:pt x="91874" y="91530"/>
                </a:cubicBezTo>
                <a:cubicBezTo>
                  <a:pt x="92881" y="90065"/>
                  <a:pt x="93384" y="86723"/>
                  <a:pt x="93384" y="81505"/>
                </a:cubicBezTo>
                <a:lnTo>
                  <a:pt x="93384" y="19295"/>
                </a:lnTo>
                <a:lnTo>
                  <a:pt x="57473" y="97641"/>
                </a:lnTo>
                <a:lnTo>
                  <a:pt x="55207" y="97641"/>
                </a:lnTo>
                <a:close/>
                <a:moveTo>
                  <a:pt x="162714" y="88577"/>
                </a:moveTo>
                <a:cubicBezTo>
                  <a:pt x="156259" y="93567"/>
                  <a:pt x="152208" y="96451"/>
                  <a:pt x="150560" y="97229"/>
                </a:cubicBezTo>
                <a:cubicBezTo>
                  <a:pt x="148088" y="98419"/>
                  <a:pt x="145456" y="99014"/>
                  <a:pt x="142663" y="99014"/>
                </a:cubicBezTo>
                <a:cubicBezTo>
                  <a:pt x="138315" y="99014"/>
                  <a:pt x="134733" y="97527"/>
                  <a:pt x="131917" y="94551"/>
                </a:cubicBezTo>
                <a:cubicBezTo>
                  <a:pt x="129102" y="91576"/>
                  <a:pt x="127694" y="87662"/>
                  <a:pt x="127694" y="82809"/>
                </a:cubicBezTo>
                <a:cubicBezTo>
                  <a:pt x="127694" y="79742"/>
                  <a:pt x="128381" y="77087"/>
                  <a:pt x="129754" y="74844"/>
                </a:cubicBezTo>
                <a:cubicBezTo>
                  <a:pt x="131631" y="71732"/>
                  <a:pt x="134893" y="68802"/>
                  <a:pt x="139539" y="66055"/>
                </a:cubicBezTo>
                <a:cubicBezTo>
                  <a:pt x="144185" y="63309"/>
                  <a:pt x="151910" y="59967"/>
                  <a:pt x="162714" y="56030"/>
                </a:cubicBezTo>
                <a:lnTo>
                  <a:pt x="162714" y="53558"/>
                </a:lnTo>
                <a:cubicBezTo>
                  <a:pt x="162714" y="47287"/>
                  <a:pt x="161718" y="42984"/>
                  <a:pt x="159727" y="40649"/>
                </a:cubicBezTo>
                <a:cubicBezTo>
                  <a:pt x="157735" y="38315"/>
                  <a:pt x="154840" y="37148"/>
                  <a:pt x="151041" y="37148"/>
                </a:cubicBezTo>
                <a:cubicBezTo>
                  <a:pt x="148157" y="37148"/>
                  <a:pt x="145868" y="37923"/>
                  <a:pt x="144174" y="39474"/>
                </a:cubicBezTo>
                <a:cubicBezTo>
                  <a:pt x="142435" y="41024"/>
                  <a:pt x="141565" y="42803"/>
                  <a:pt x="141565" y="44810"/>
                </a:cubicBezTo>
                <a:lnTo>
                  <a:pt x="141702" y="48778"/>
                </a:lnTo>
                <a:cubicBezTo>
                  <a:pt x="141702" y="50875"/>
                  <a:pt x="141164" y="52493"/>
                  <a:pt x="140088" y="53633"/>
                </a:cubicBezTo>
                <a:cubicBezTo>
                  <a:pt x="139013" y="54774"/>
                  <a:pt x="137605" y="55344"/>
                  <a:pt x="135866" y="55344"/>
                </a:cubicBezTo>
                <a:cubicBezTo>
                  <a:pt x="134172" y="55344"/>
                  <a:pt x="132787" y="54751"/>
                  <a:pt x="131711" y="53565"/>
                </a:cubicBezTo>
                <a:cubicBezTo>
                  <a:pt x="130636" y="52377"/>
                  <a:pt x="130098" y="50757"/>
                  <a:pt x="130098" y="48703"/>
                </a:cubicBezTo>
                <a:cubicBezTo>
                  <a:pt x="130098" y="44779"/>
                  <a:pt x="132112" y="41174"/>
                  <a:pt x="136140" y="37888"/>
                </a:cubicBezTo>
                <a:cubicBezTo>
                  <a:pt x="140169" y="34602"/>
                  <a:pt x="145822" y="32959"/>
                  <a:pt x="153100" y="32959"/>
                </a:cubicBezTo>
                <a:cubicBezTo>
                  <a:pt x="158685" y="32959"/>
                  <a:pt x="163263" y="33896"/>
                  <a:pt x="166833" y="35770"/>
                </a:cubicBezTo>
                <a:cubicBezTo>
                  <a:pt x="169534" y="37188"/>
                  <a:pt x="171526" y="39406"/>
                  <a:pt x="172807" y="42424"/>
                </a:cubicBezTo>
                <a:cubicBezTo>
                  <a:pt x="173631" y="44390"/>
                  <a:pt x="174043" y="48413"/>
                  <a:pt x="174043" y="54494"/>
                </a:cubicBezTo>
                <a:lnTo>
                  <a:pt x="174043" y="75823"/>
                </a:lnTo>
                <a:cubicBezTo>
                  <a:pt x="174043" y="81812"/>
                  <a:pt x="174158" y="85482"/>
                  <a:pt x="174387" y="86831"/>
                </a:cubicBezTo>
                <a:cubicBezTo>
                  <a:pt x="174616" y="88180"/>
                  <a:pt x="174993" y="89083"/>
                  <a:pt x="175520" y="89541"/>
                </a:cubicBezTo>
                <a:cubicBezTo>
                  <a:pt x="176046" y="89997"/>
                  <a:pt x="176653" y="90225"/>
                  <a:pt x="177339" y="90225"/>
                </a:cubicBezTo>
                <a:cubicBezTo>
                  <a:pt x="178072" y="90225"/>
                  <a:pt x="178713" y="90065"/>
                  <a:pt x="179262" y="89745"/>
                </a:cubicBezTo>
                <a:cubicBezTo>
                  <a:pt x="180223" y="89150"/>
                  <a:pt x="182077" y="87479"/>
                  <a:pt x="184824" y="84732"/>
                </a:cubicBezTo>
                <a:lnTo>
                  <a:pt x="184824" y="88577"/>
                </a:lnTo>
                <a:cubicBezTo>
                  <a:pt x="179697" y="95444"/>
                  <a:pt x="174799" y="98877"/>
                  <a:pt x="170129" y="98877"/>
                </a:cubicBezTo>
                <a:cubicBezTo>
                  <a:pt x="167886" y="98877"/>
                  <a:pt x="166101" y="98099"/>
                  <a:pt x="164774" y="96542"/>
                </a:cubicBezTo>
                <a:cubicBezTo>
                  <a:pt x="163446" y="94986"/>
                  <a:pt x="162759" y="92331"/>
                  <a:pt x="162714" y="88577"/>
                </a:cubicBezTo>
                <a:moveTo>
                  <a:pt x="162714" y="84075"/>
                </a:moveTo>
                <a:lnTo>
                  <a:pt x="162714" y="60219"/>
                </a:lnTo>
                <a:cubicBezTo>
                  <a:pt x="155801" y="62953"/>
                  <a:pt x="151338" y="64889"/>
                  <a:pt x="149324" y="66030"/>
                </a:cubicBezTo>
                <a:cubicBezTo>
                  <a:pt x="145708" y="68035"/>
                  <a:pt x="143121" y="70132"/>
                  <a:pt x="141565" y="72319"/>
                </a:cubicBezTo>
                <a:cubicBezTo>
                  <a:pt x="140008" y="74506"/>
                  <a:pt x="139230" y="76899"/>
                  <a:pt x="139230" y="79496"/>
                </a:cubicBezTo>
                <a:cubicBezTo>
                  <a:pt x="139230" y="82778"/>
                  <a:pt x="140214" y="85501"/>
                  <a:pt x="142183" y="87665"/>
                </a:cubicBezTo>
                <a:cubicBezTo>
                  <a:pt x="144151" y="89830"/>
                  <a:pt x="146417" y="90912"/>
                  <a:pt x="148981" y="90912"/>
                </a:cubicBezTo>
                <a:cubicBezTo>
                  <a:pt x="152460" y="90912"/>
                  <a:pt x="157037" y="88633"/>
                  <a:pt x="162714" y="84075"/>
                </a:cubicBezTo>
                <a:close/>
                <a:moveTo>
                  <a:pt x="207779" y="14008"/>
                </a:moveTo>
                <a:lnTo>
                  <a:pt x="207779" y="34744"/>
                </a:lnTo>
                <a:lnTo>
                  <a:pt x="222474" y="34744"/>
                </a:lnTo>
                <a:lnTo>
                  <a:pt x="222474" y="39551"/>
                </a:lnTo>
                <a:lnTo>
                  <a:pt x="207779" y="39551"/>
                </a:lnTo>
                <a:lnTo>
                  <a:pt x="207779" y="80282"/>
                </a:lnTo>
                <a:cubicBezTo>
                  <a:pt x="207779" y="84352"/>
                  <a:pt x="208363" y="87095"/>
                  <a:pt x="209530" y="88513"/>
                </a:cubicBezTo>
                <a:cubicBezTo>
                  <a:pt x="210698" y="89929"/>
                  <a:pt x="212197" y="90637"/>
                  <a:pt x="214028" y="90637"/>
                </a:cubicBezTo>
                <a:cubicBezTo>
                  <a:pt x="215539" y="90637"/>
                  <a:pt x="217003" y="90168"/>
                  <a:pt x="218422" y="89230"/>
                </a:cubicBezTo>
                <a:cubicBezTo>
                  <a:pt x="219842" y="88291"/>
                  <a:pt x="220940" y="86906"/>
                  <a:pt x="221718" y="85075"/>
                </a:cubicBezTo>
                <a:lnTo>
                  <a:pt x="224396" y="85075"/>
                </a:lnTo>
                <a:cubicBezTo>
                  <a:pt x="222794" y="89574"/>
                  <a:pt x="220528" y="92977"/>
                  <a:pt x="217599" y="95283"/>
                </a:cubicBezTo>
                <a:cubicBezTo>
                  <a:pt x="214669" y="97587"/>
                  <a:pt x="211648" y="98740"/>
                  <a:pt x="208535" y="98740"/>
                </a:cubicBezTo>
                <a:cubicBezTo>
                  <a:pt x="206429" y="98740"/>
                  <a:pt x="204369" y="98155"/>
                  <a:pt x="202355" y="96987"/>
                </a:cubicBezTo>
                <a:cubicBezTo>
                  <a:pt x="200341" y="95818"/>
                  <a:pt x="198853" y="94146"/>
                  <a:pt x="197892" y="91970"/>
                </a:cubicBezTo>
                <a:cubicBezTo>
                  <a:pt x="196930" y="89793"/>
                  <a:pt x="196450" y="86435"/>
                  <a:pt x="196450" y="81898"/>
                </a:cubicBezTo>
                <a:lnTo>
                  <a:pt x="196450" y="39551"/>
                </a:lnTo>
                <a:lnTo>
                  <a:pt x="186493" y="39551"/>
                </a:lnTo>
                <a:lnTo>
                  <a:pt x="186493" y="37285"/>
                </a:lnTo>
                <a:cubicBezTo>
                  <a:pt x="189011" y="36275"/>
                  <a:pt x="191586" y="34565"/>
                  <a:pt x="194218" y="32154"/>
                </a:cubicBezTo>
                <a:cubicBezTo>
                  <a:pt x="196850" y="29744"/>
                  <a:pt x="199196" y="26886"/>
                  <a:pt x="201256" y="23580"/>
                </a:cubicBezTo>
                <a:cubicBezTo>
                  <a:pt x="202309" y="21836"/>
                  <a:pt x="203774" y="18645"/>
                  <a:pt x="205651" y="14008"/>
                </a:cubicBezTo>
                <a:lnTo>
                  <a:pt x="207779" y="14008"/>
                </a:lnTo>
                <a:close/>
                <a:moveTo>
                  <a:pt x="239183" y="58502"/>
                </a:moveTo>
                <a:cubicBezTo>
                  <a:pt x="239137" y="67819"/>
                  <a:pt x="241403" y="75127"/>
                  <a:pt x="245981" y="80426"/>
                </a:cubicBezTo>
                <a:cubicBezTo>
                  <a:pt x="250558" y="85723"/>
                  <a:pt x="255937" y="88371"/>
                  <a:pt x="262117" y="88371"/>
                </a:cubicBezTo>
                <a:cubicBezTo>
                  <a:pt x="266237" y="88371"/>
                  <a:pt x="269819" y="87238"/>
                  <a:pt x="272863" y="84972"/>
                </a:cubicBezTo>
                <a:cubicBezTo>
                  <a:pt x="275907" y="82706"/>
                  <a:pt x="278459" y="78827"/>
                  <a:pt x="280519" y="73334"/>
                </a:cubicBezTo>
                <a:lnTo>
                  <a:pt x="282648" y="74707"/>
                </a:lnTo>
                <a:cubicBezTo>
                  <a:pt x="281687" y="80978"/>
                  <a:pt x="278894" y="86689"/>
                  <a:pt x="274271" y="91839"/>
                </a:cubicBezTo>
                <a:cubicBezTo>
                  <a:pt x="269647" y="96989"/>
                  <a:pt x="263857" y="99564"/>
                  <a:pt x="256899" y="99564"/>
                </a:cubicBezTo>
                <a:cubicBezTo>
                  <a:pt x="249345" y="99564"/>
                  <a:pt x="242879" y="96629"/>
                  <a:pt x="237501" y="90760"/>
                </a:cubicBezTo>
                <a:cubicBezTo>
                  <a:pt x="232122" y="84889"/>
                  <a:pt x="229433" y="76997"/>
                  <a:pt x="229433" y="67083"/>
                </a:cubicBezTo>
                <a:cubicBezTo>
                  <a:pt x="229433" y="56349"/>
                  <a:pt x="232191" y="47978"/>
                  <a:pt x="237707" y="41971"/>
                </a:cubicBezTo>
                <a:cubicBezTo>
                  <a:pt x="243223" y="35963"/>
                  <a:pt x="250146" y="32959"/>
                  <a:pt x="258478" y="32959"/>
                </a:cubicBezTo>
                <a:cubicBezTo>
                  <a:pt x="265527" y="32959"/>
                  <a:pt x="271318" y="35276"/>
                  <a:pt x="275850" y="39911"/>
                </a:cubicBezTo>
                <a:cubicBezTo>
                  <a:pt x="280382" y="44545"/>
                  <a:pt x="282648" y="50742"/>
                  <a:pt x="282648" y="58502"/>
                </a:cubicBezTo>
                <a:lnTo>
                  <a:pt x="239183" y="58502"/>
                </a:lnTo>
                <a:moveTo>
                  <a:pt x="239183" y="54520"/>
                </a:moveTo>
                <a:lnTo>
                  <a:pt x="268297" y="54520"/>
                </a:lnTo>
                <a:cubicBezTo>
                  <a:pt x="268068" y="50491"/>
                  <a:pt x="267587" y="47653"/>
                  <a:pt x="266855" y="46005"/>
                </a:cubicBezTo>
                <a:cubicBezTo>
                  <a:pt x="265711" y="43442"/>
                  <a:pt x="264005" y="41428"/>
                  <a:pt x="261739" y="39963"/>
                </a:cubicBezTo>
                <a:cubicBezTo>
                  <a:pt x="259473" y="38498"/>
                  <a:pt x="257105" y="37766"/>
                  <a:pt x="254633" y="37766"/>
                </a:cubicBezTo>
                <a:cubicBezTo>
                  <a:pt x="250833" y="37766"/>
                  <a:pt x="247434" y="39242"/>
                  <a:pt x="244436" y="42194"/>
                </a:cubicBezTo>
                <a:cubicBezTo>
                  <a:pt x="241437" y="45147"/>
                  <a:pt x="239687" y="49255"/>
                  <a:pt x="239183" y="54520"/>
                </a:cubicBezTo>
                <a:close/>
                <a:moveTo>
                  <a:pt x="309449" y="32959"/>
                </a:moveTo>
                <a:lnTo>
                  <a:pt x="309449" y="47104"/>
                </a:lnTo>
                <a:cubicBezTo>
                  <a:pt x="314713" y="37674"/>
                  <a:pt x="320115" y="32959"/>
                  <a:pt x="325654" y="32959"/>
                </a:cubicBezTo>
                <a:cubicBezTo>
                  <a:pt x="328171" y="32959"/>
                  <a:pt x="330254" y="33726"/>
                  <a:pt x="331902" y="35259"/>
                </a:cubicBezTo>
                <a:cubicBezTo>
                  <a:pt x="333550" y="36793"/>
                  <a:pt x="334374" y="38567"/>
                  <a:pt x="334374" y="40581"/>
                </a:cubicBezTo>
                <a:cubicBezTo>
                  <a:pt x="334374" y="42366"/>
                  <a:pt x="333779" y="43877"/>
                  <a:pt x="332589" y="45113"/>
                </a:cubicBezTo>
                <a:cubicBezTo>
                  <a:pt x="331398" y="46349"/>
                  <a:pt x="329979" y="46967"/>
                  <a:pt x="328331" y="46967"/>
                </a:cubicBezTo>
                <a:cubicBezTo>
                  <a:pt x="326729" y="46967"/>
                  <a:pt x="324933" y="46177"/>
                  <a:pt x="322941" y="44598"/>
                </a:cubicBezTo>
                <a:cubicBezTo>
                  <a:pt x="320950" y="43018"/>
                  <a:pt x="319474" y="42229"/>
                  <a:pt x="318512" y="42229"/>
                </a:cubicBezTo>
                <a:cubicBezTo>
                  <a:pt x="317688" y="42229"/>
                  <a:pt x="316796" y="42685"/>
                  <a:pt x="315834" y="43598"/>
                </a:cubicBezTo>
                <a:cubicBezTo>
                  <a:pt x="313774" y="45470"/>
                  <a:pt x="311646" y="48552"/>
                  <a:pt x="309449" y="52844"/>
                </a:cubicBezTo>
                <a:lnTo>
                  <a:pt x="309449" y="82910"/>
                </a:lnTo>
                <a:cubicBezTo>
                  <a:pt x="309449" y="86379"/>
                  <a:pt x="309883" y="89004"/>
                  <a:pt x="310753" y="90785"/>
                </a:cubicBezTo>
                <a:cubicBezTo>
                  <a:pt x="311348" y="92018"/>
                  <a:pt x="312401" y="93046"/>
                  <a:pt x="313912" y="93869"/>
                </a:cubicBezTo>
                <a:cubicBezTo>
                  <a:pt x="315422" y="94690"/>
                  <a:pt x="317597" y="95100"/>
                  <a:pt x="320435" y="95100"/>
                </a:cubicBezTo>
                <a:lnTo>
                  <a:pt x="320435" y="97641"/>
                </a:lnTo>
                <a:lnTo>
                  <a:pt x="288231" y="97641"/>
                </a:lnTo>
                <a:lnTo>
                  <a:pt x="288231" y="95100"/>
                </a:lnTo>
                <a:cubicBezTo>
                  <a:pt x="291435" y="95100"/>
                  <a:pt x="293816" y="94598"/>
                  <a:pt x="295372" y="93594"/>
                </a:cubicBezTo>
                <a:cubicBezTo>
                  <a:pt x="296517" y="92863"/>
                  <a:pt x="297318" y="91698"/>
                  <a:pt x="297776" y="90099"/>
                </a:cubicBezTo>
                <a:cubicBezTo>
                  <a:pt x="298004" y="89322"/>
                  <a:pt x="298119" y="87107"/>
                  <a:pt x="298119" y="83453"/>
                </a:cubicBezTo>
                <a:lnTo>
                  <a:pt x="298119" y="59131"/>
                </a:lnTo>
                <a:cubicBezTo>
                  <a:pt x="298119" y="51822"/>
                  <a:pt x="297970" y="47472"/>
                  <a:pt x="297673" y="46080"/>
                </a:cubicBezTo>
                <a:cubicBezTo>
                  <a:pt x="297375" y="44687"/>
                  <a:pt x="296826" y="43671"/>
                  <a:pt x="296025" y="43031"/>
                </a:cubicBezTo>
                <a:cubicBezTo>
                  <a:pt x="295223" y="42392"/>
                  <a:pt x="294228" y="42072"/>
                  <a:pt x="293038" y="42072"/>
                </a:cubicBezTo>
                <a:cubicBezTo>
                  <a:pt x="291619" y="42072"/>
                  <a:pt x="290016" y="42415"/>
                  <a:pt x="288231" y="43100"/>
                </a:cubicBezTo>
                <a:lnTo>
                  <a:pt x="287544" y="40632"/>
                </a:lnTo>
                <a:lnTo>
                  <a:pt x="306565" y="32959"/>
                </a:lnTo>
                <a:lnTo>
                  <a:pt x="309449" y="32959"/>
                </a:lnTo>
                <a:close/>
                <a:moveTo>
                  <a:pt x="353874" y="0"/>
                </a:moveTo>
                <a:cubicBezTo>
                  <a:pt x="355797" y="0"/>
                  <a:pt x="357433" y="679"/>
                  <a:pt x="358784" y="2036"/>
                </a:cubicBezTo>
                <a:cubicBezTo>
                  <a:pt x="360134" y="3392"/>
                  <a:pt x="360809" y="5037"/>
                  <a:pt x="360809" y="6969"/>
                </a:cubicBezTo>
                <a:cubicBezTo>
                  <a:pt x="360809" y="8902"/>
                  <a:pt x="360134" y="10559"/>
                  <a:pt x="358784" y="11939"/>
                </a:cubicBezTo>
                <a:cubicBezTo>
                  <a:pt x="357433" y="13318"/>
                  <a:pt x="355797" y="14008"/>
                  <a:pt x="353874" y="14008"/>
                </a:cubicBezTo>
                <a:cubicBezTo>
                  <a:pt x="351951" y="14008"/>
                  <a:pt x="350303" y="13318"/>
                  <a:pt x="348930" y="11939"/>
                </a:cubicBezTo>
                <a:cubicBezTo>
                  <a:pt x="347557" y="10559"/>
                  <a:pt x="346870" y="8902"/>
                  <a:pt x="346870" y="6969"/>
                </a:cubicBezTo>
                <a:cubicBezTo>
                  <a:pt x="346870" y="5037"/>
                  <a:pt x="347545" y="3392"/>
                  <a:pt x="348896" y="2036"/>
                </a:cubicBezTo>
                <a:cubicBezTo>
                  <a:pt x="350246" y="679"/>
                  <a:pt x="351906" y="0"/>
                  <a:pt x="353874" y="0"/>
                </a:cubicBezTo>
                <a:moveTo>
                  <a:pt x="359573" y="32959"/>
                </a:moveTo>
                <a:lnTo>
                  <a:pt x="359573" y="83385"/>
                </a:lnTo>
                <a:cubicBezTo>
                  <a:pt x="359573" y="87313"/>
                  <a:pt x="359859" y="89928"/>
                  <a:pt x="360432" y="91229"/>
                </a:cubicBezTo>
                <a:cubicBezTo>
                  <a:pt x="361004" y="92531"/>
                  <a:pt x="361851" y="93502"/>
                  <a:pt x="362972" y="94141"/>
                </a:cubicBezTo>
                <a:cubicBezTo>
                  <a:pt x="364094" y="94781"/>
                  <a:pt x="366142" y="95100"/>
                  <a:pt x="369118" y="95100"/>
                </a:cubicBezTo>
                <a:lnTo>
                  <a:pt x="369118" y="97641"/>
                </a:lnTo>
                <a:lnTo>
                  <a:pt x="338562" y="97641"/>
                </a:lnTo>
                <a:lnTo>
                  <a:pt x="338562" y="95100"/>
                </a:lnTo>
                <a:cubicBezTo>
                  <a:pt x="341629" y="95100"/>
                  <a:pt x="343689" y="94804"/>
                  <a:pt x="344742" y="94210"/>
                </a:cubicBezTo>
                <a:cubicBezTo>
                  <a:pt x="345794" y="93616"/>
                  <a:pt x="346630" y="92634"/>
                  <a:pt x="347248" y="91264"/>
                </a:cubicBezTo>
                <a:cubicBezTo>
                  <a:pt x="347866" y="89893"/>
                  <a:pt x="348175" y="87267"/>
                  <a:pt x="348175" y="83385"/>
                </a:cubicBezTo>
                <a:lnTo>
                  <a:pt x="348175" y="59200"/>
                </a:lnTo>
                <a:cubicBezTo>
                  <a:pt x="348175" y="52393"/>
                  <a:pt x="347969" y="47986"/>
                  <a:pt x="347557" y="45977"/>
                </a:cubicBezTo>
                <a:cubicBezTo>
                  <a:pt x="347236" y="44515"/>
                  <a:pt x="346733" y="43499"/>
                  <a:pt x="346046" y="42928"/>
                </a:cubicBezTo>
                <a:cubicBezTo>
                  <a:pt x="345360" y="42357"/>
                  <a:pt x="344421" y="42072"/>
                  <a:pt x="343231" y="42072"/>
                </a:cubicBezTo>
                <a:cubicBezTo>
                  <a:pt x="341949" y="42072"/>
                  <a:pt x="340393" y="42415"/>
                  <a:pt x="338562" y="43100"/>
                </a:cubicBezTo>
                <a:lnTo>
                  <a:pt x="337600" y="40632"/>
                </a:lnTo>
                <a:lnTo>
                  <a:pt x="356552" y="32959"/>
                </a:lnTo>
                <a:lnTo>
                  <a:pt x="359573" y="32959"/>
                </a:lnTo>
                <a:close/>
                <a:moveTo>
                  <a:pt x="412606" y="88577"/>
                </a:moveTo>
                <a:cubicBezTo>
                  <a:pt x="406151" y="93567"/>
                  <a:pt x="402100" y="96451"/>
                  <a:pt x="400452" y="97229"/>
                </a:cubicBezTo>
                <a:cubicBezTo>
                  <a:pt x="397980" y="98419"/>
                  <a:pt x="395348" y="99014"/>
                  <a:pt x="392555" y="99014"/>
                </a:cubicBezTo>
                <a:cubicBezTo>
                  <a:pt x="388207" y="99014"/>
                  <a:pt x="384625" y="97527"/>
                  <a:pt x="381809" y="94551"/>
                </a:cubicBezTo>
                <a:cubicBezTo>
                  <a:pt x="378994" y="91576"/>
                  <a:pt x="377587" y="87662"/>
                  <a:pt x="377587" y="82809"/>
                </a:cubicBezTo>
                <a:cubicBezTo>
                  <a:pt x="377587" y="79742"/>
                  <a:pt x="378273" y="77087"/>
                  <a:pt x="379646" y="74844"/>
                </a:cubicBezTo>
                <a:cubicBezTo>
                  <a:pt x="381523" y="71732"/>
                  <a:pt x="384785" y="68802"/>
                  <a:pt x="389431" y="66055"/>
                </a:cubicBezTo>
                <a:cubicBezTo>
                  <a:pt x="394078" y="63309"/>
                  <a:pt x="401802" y="59967"/>
                  <a:pt x="412606" y="56030"/>
                </a:cubicBezTo>
                <a:lnTo>
                  <a:pt x="412606" y="53558"/>
                </a:lnTo>
                <a:cubicBezTo>
                  <a:pt x="412606" y="47287"/>
                  <a:pt x="411610" y="42984"/>
                  <a:pt x="409619" y="40649"/>
                </a:cubicBezTo>
                <a:cubicBezTo>
                  <a:pt x="407627" y="38315"/>
                  <a:pt x="404732" y="37148"/>
                  <a:pt x="400933" y="37148"/>
                </a:cubicBezTo>
                <a:cubicBezTo>
                  <a:pt x="398049" y="37148"/>
                  <a:pt x="395760" y="37923"/>
                  <a:pt x="394066" y="39474"/>
                </a:cubicBezTo>
                <a:cubicBezTo>
                  <a:pt x="392327" y="41024"/>
                  <a:pt x="391457" y="42803"/>
                  <a:pt x="391457" y="44810"/>
                </a:cubicBezTo>
                <a:lnTo>
                  <a:pt x="391594" y="48778"/>
                </a:lnTo>
                <a:cubicBezTo>
                  <a:pt x="391594" y="50875"/>
                  <a:pt x="391056" y="52493"/>
                  <a:pt x="389981" y="53633"/>
                </a:cubicBezTo>
                <a:cubicBezTo>
                  <a:pt x="388905" y="54774"/>
                  <a:pt x="387497" y="55344"/>
                  <a:pt x="385758" y="55344"/>
                </a:cubicBezTo>
                <a:cubicBezTo>
                  <a:pt x="384064" y="55344"/>
                  <a:pt x="382679" y="54751"/>
                  <a:pt x="381603" y="53565"/>
                </a:cubicBezTo>
                <a:cubicBezTo>
                  <a:pt x="380528" y="52377"/>
                  <a:pt x="379990" y="50757"/>
                  <a:pt x="379990" y="48703"/>
                </a:cubicBezTo>
                <a:cubicBezTo>
                  <a:pt x="379990" y="44779"/>
                  <a:pt x="382004" y="41174"/>
                  <a:pt x="386032" y="37888"/>
                </a:cubicBezTo>
                <a:cubicBezTo>
                  <a:pt x="390061" y="34602"/>
                  <a:pt x="395714" y="32959"/>
                  <a:pt x="402993" y="32959"/>
                </a:cubicBezTo>
                <a:cubicBezTo>
                  <a:pt x="408577" y="32959"/>
                  <a:pt x="413155" y="33896"/>
                  <a:pt x="416726" y="35770"/>
                </a:cubicBezTo>
                <a:cubicBezTo>
                  <a:pt x="419426" y="37188"/>
                  <a:pt x="421418" y="39406"/>
                  <a:pt x="422699" y="42424"/>
                </a:cubicBezTo>
                <a:cubicBezTo>
                  <a:pt x="423523" y="44390"/>
                  <a:pt x="423935" y="48413"/>
                  <a:pt x="423935" y="54494"/>
                </a:cubicBezTo>
                <a:lnTo>
                  <a:pt x="423935" y="75823"/>
                </a:lnTo>
                <a:cubicBezTo>
                  <a:pt x="423935" y="81812"/>
                  <a:pt x="424050" y="85482"/>
                  <a:pt x="424279" y="86831"/>
                </a:cubicBezTo>
                <a:cubicBezTo>
                  <a:pt x="424508" y="88180"/>
                  <a:pt x="424885" y="89083"/>
                  <a:pt x="425412" y="89541"/>
                </a:cubicBezTo>
                <a:cubicBezTo>
                  <a:pt x="425938" y="89997"/>
                  <a:pt x="426545" y="90225"/>
                  <a:pt x="427231" y="90225"/>
                </a:cubicBezTo>
                <a:cubicBezTo>
                  <a:pt x="427964" y="90225"/>
                  <a:pt x="428605" y="90065"/>
                  <a:pt x="429154" y="89745"/>
                </a:cubicBezTo>
                <a:cubicBezTo>
                  <a:pt x="430115" y="89150"/>
                  <a:pt x="431969" y="87479"/>
                  <a:pt x="434716" y="84732"/>
                </a:cubicBezTo>
                <a:lnTo>
                  <a:pt x="434716" y="88577"/>
                </a:lnTo>
                <a:cubicBezTo>
                  <a:pt x="429589" y="95444"/>
                  <a:pt x="424691" y="98877"/>
                  <a:pt x="420021" y="98877"/>
                </a:cubicBezTo>
                <a:cubicBezTo>
                  <a:pt x="417778" y="98877"/>
                  <a:pt x="415993" y="98099"/>
                  <a:pt x="414666" y="96542"/>
                </a:cubicBezTo>
                <a:cubicBezTo>
                  <a:pt x="413338" y="94986"/>
                  <a:pt x="412651" y="92331"/>
                  <a:pt x="412606" y="88577"/>
                </a:cubicBezTo>
                <a:moveTo>
                  <a:pt x="412606" y="84075"/>
                </a:moveTo>
                <a:lnTo>
                  <a:pt x="412606" y="60219"/>
                </a:lnTo>
                <a:cubicBezTo>
                  <a:pt x="405693" y="62953"/>
                  <a:pt x="401230" y="64889"/>
                  <a:pt x="399216" y="66030"/>
                </a:cubicBezTo>
                <a:cubicBezTo>
                  <a:pt x="395600" y="68035"/>
                  <a:pt x="393013" y="70132"/>
                  <a:pt x="391457" y="72319"/>
                </a:cubicBezTo>
                <a:cubicBezTo>
                  <a:pt x="389900" y="74506"/>
                  <a:pt x="389122" y="76899"/>
                  <a:pt x="389122" y="79496"/>
                </a:cubicBezTo>
                <a:cubicBezTo>
                  <a:pt x="389122" y="82778"/>
                  <a:pt x="390106" y="85501"/>
                  <a:pt x="392075" y="87665"/>
                </a:cubicBezTo>
                <a:cubicBezTo>
                  <a:pt x="394043" y="89830"/>
                  <a:pt x="396309" y="90912"/>
                  <a:pt x="398873" y="90912"/>
                </a:cubicBezTo>
                <a:cubicBezTo>
                  <a:pt x="402352" y="90912"/>
                  <a:pt x="406929" y="88633"/>
                  <a:pt x="412606" y="84075"/>
                </a:cubicBezTo>
                <a:close/>
                <a:moveTo>
                  <a:pt x="461037" y="0"/>
                </a:moveTo>
                <a:lnTo>
                  <a:pt x="461037" y="83367"/>
                </a:lnTo>
                <a:cubicBezTo>
                  <a:pt x="461037" y="87301"/>
                  <a:pt x="461323" y="89909"/>
                  <a:pt x="461895" y="91191"/>
                </a:cubicBezTo>
                <a:cubicBezTo>
                  <a:pt x="462467" y="92471"/>
                  <a:pt x="463348" y="93443"/>
                  <a:pt x="464539" y="94107"/>
                </a:cubicBezTo>
                <a:cubicBezTo>
                  <a:pt x="465729" y="94769"/>
                  <a:pt x="467949" y="95100"/>
                  <a:pt x="471199" y="95100"/>
                </a:cubicBezTo>
                <a:lnTo>
                  <a:pt x="471199" y="97641"/>
                </a:lnTo>
                <a:lnTo>
                  <a:pt x="440368" y="97641"/>
                </a:lnTo>
                <a:lnTo>
                  <a:pt x="440368" y="95100"/>
                </a:lnTo>
                <a:cubicBezTo>
                  <a:pt x="443252" y="95100"/>
                  <a:pt x="445221" y="94804"/>
                  <a:pt x="446274" y="94210"/>
                </a:cubicBezTo>
                <a:cubicBezTo>
                  <a:pt x="447327" y="93615"/>
                  <a:pt x="448151" y="92631"/>
                  <a:pt x="448746" y="91260"/>
                </a:cubicBezTo>
                <a:cubicBezTo>
                  <a:pt x="449341" y="89886"/>
                  <a:pt x="449638" y="87256"/>
                  <a:pt x="449638" y="83367"/>
                </a:cubicBezTo>
                <a:lnTo>
                  <a:pt x="449638" y="26279"/>
                </a:lnTo>
                <a:cubicBezTo>
                  <a:pt x="449638" y="19190"/>
                  <a:pt x="449478" y="14833"/>
                  <a:pt x="449158" y="13209"/>
                </a:cubicBezTo>
                <a:cubicBezTo>
                  <a:pt x="448837" y="11584"/>
                  <a:pt x="448322" y="10475"/>
                  <a:pt x="447613" y="9881"/>
                </a:cubicBezTo>
                <a:cubicBezTo>
                  <a:pt x="446903" y="9286"/>
                  <a:pt x="445999" y="8989"/>
                  <a:pt x="444900" y="8989"/>
                </a:cubicBezTo>
                <a:cubicBezTo>
                  <a:pt x="443710" y="8989"/>
                  <a:pt x="442200" y="9355"/>
                  <a:pt x="440368" y="10087"/>
                </a:cubicBezTo>
                <a:lnTo>
                  <a:pt x="439201" y="7684"/>
                </a:lnTo>
                <a:lnTo>
                  <a:pt x="457947" y="0"/>
                </a:lnTo>
                <a:lnTo>
                  <a:pt x="461037" y="0"/>
                </a:lnTo>
                <a:close/>
                <a:moveTo>
                  <a:pt x="572016" y="32959"/>
                </a:moveTo>
                <a:lnTo>
                  <a:pt x="572016" y="113786"/>
                </a:lnTo>
                <a:cubicBezTo>
                  <a:pt x="572016" y="117811"/>
                  <a:pt x="572291" y="120395"/>
                  <a:pt x="572840" y="121538"/>
                </a:cubicBezTo>
                <a:cubicBezTo>
                  <a:pt x="573390" y="122683"/>
                  <a:pt x="574248" y="123575"/>
                  <a:pt x="575415" y="124214"/>
                </a:cubicBezTo>
                <a:cubicBezTo>
                  <a:pt x="576583" y="124855"/>
                  <a:pt x="578860" y="125176"/>
                  <a:pt x="582247" y="125176"/>
                </a:cubicBezTo>
                <a:lnTo>
                  <a:pt x="582247" y="127716"/>
                </a:lnTo>
                <a:lnTo>
                  <a:pt x="550524" y="127716"/>
                </a:lnTo>
                <a:lnTo>
                  <a:pt x="550524" y="125176"/>
                </a:lnTo>
                <a:lnTo>
                  <a:pt x="551829" y="125176"/>
                </a:lnTo>
                <a:cubicBezTo>
                  <a:pt x="554392" y="125176"/>
                  <a:pt x="556338" y="124809"/>
                  <a:pt x="557665" y="124077"/>
                </a:cubicBezTo>
                <a:cubicBezTo>
                  <a:pt x="558581" y="123573"/>
                  <a:pt x="559313" y="122669"/>
                  <a:pt x="559863" y="121365"/>
                </a:cubicBezTo>
                <a:cubicBezTo>
                  <a:pt x="560412" y="120060"/>
                  <a:pt x="560687" y="117531"/>
                  <a:pt x="560687" y="113777"/>
                </a:cubicBezTo>
                <a:lnTo>
                  <a:pt x="560687" y="86723"/>
                </a:lnTo>
                <a:cubicBezTo>
                  <a:pt x="556521" y="91667"/>
                  <a:pt x="552882" y="95043"/>
                  <a:pt x="549769" y="96851"/>
                </a:cubicBezTo>
                <a:cubicBezTo>
                  <a:pt x="546656" y="98660"/>
                  <a:pt x="543429" y="99564"/>
                  <a:pt x="540087" y="99564"/>
                </a:cubicBezTo>
                <a:cubicBezTo>
                  <a:pt x="533999" y="99564"/>
                  <a:pt x="528563" y="96797"/>
                  <a:pt x="523779" y="91264"/>
                </a:cubicBezTo>
                <a:cubicBezTo>
                  <a:pt x="518996" y="85731"/>
                  <a:pt x="516604" y="78323"/>
                  <a:pt x="516604" y="69040"/>
                </a:cubicBezTo>
                <a:cubicBezTo>
                  <a:pt x="516604" y="58384"/>
                  <a:pt x="519762" y="49707"/>
                  <a:pt x="526080" y="43008"/>
                </a:cubicBezTo>
                <a:cubicBezTo>
                  <a:pt x="532397" y="36309"/>
                  <a:pt x="540019" y="32959"/>
                  <a:pt x="548945" y="32959"/>
                </a:cubicBezTo>
                <a:cubicBezTo>
                  <a:pt x="551554" y="32959"/>
                  <a:pt x="553958" y="33325"/>
                  <a:pt x="556155" y="34058"/>
                </a:cubicBezTo>
                <a:cubicBezTo>
                  <a:pt x="558352" y="34790"/>
                  <a:pt x="560320" y="35889"/>
                  <a:pt x="562060" y="37354"/>
                </a:cubicBezTo>
                <a:cubicBezTo>
                  <a:pt x="564715" y="36072"/>
                  <a:pt x="567256" y="34607"/>
                  <a:pt x="569682" y="32959"/>
                </a:cubicBezTo>
                <a:lnTo>
                  <a:pt x="572016" y="32959"/>
                </a:lnTo>
                <a:moveTo>
                  <a:pt x="560687" y="82408"/>
                </a:moveTo>
                <a:lnTo>
                  <a:pt x="560687" y="52921"/>
                </a:lnTo>
                <a:cubicBezTo>
                  <a:pt x="560687" y="49492"/>
                  <a:pt x="560240" y="46795"/>
                  <a:pt x="559348" y="44829"/>
                </a:cubicBezTo>
                <a:cubicBezTo>
                  <a:pt x="558455" y="42862"/>
                  <a:pt x="556864" y="41194"/>
                  <a:pt x="554575" y="39823"/>
                </a:cubicBezTo>
                <a:cubicBezTo>
                  <a:pt x="552287" y="38451"/>
                  <a:pt x="549700" y="37766"/>
                  <a:pt x="546816" y="37766"/>
                </a:cubicBezTo>
                <a:cubicBezTo>
                  <a:pt x="541689" y="37766"/>
                  <a:pt x="537295" y="39937"/>
                  <a:pt x="533633" y="44280"/>
                </a:cubicBezTo>
                <a:cubicBezTo>
                  <a:pt x="529971" y="48623"/>
                  <a:pt x="528139" y="55206"/>
                  <a:pt x="528139" y="64030"/>
                </a:cubicBezTo>
                <a:cubicBezTo>
                  <a:pt x="528139" y="72487"/>
                  <a:pt x="530005" y="78910"/>
                  <a:pt x="533736" y="83299"/>
                </a:cubicBezTo>
                <a:cubicBezTo>
                  <a:pt x="537466" y="87688"/>
                  <a:pt x="541964" y="89882"/>
                  <a:pt x="547228" y="89882"/>
                </a:cubicBezTo>
                <a:cubicBezTo>
                  <a:pt x="549929" y="89882"/>
                  <a:pt x="552332" y="89299"/>
                  <a:pt x="554438" y="88133"/>
                </a:cubicBezTo>
                <a:cubicBezTo>
                  <a:pt x="556544" y="86967"/>
                  <a:pt x="558627" y="85059"/>
                  <a:pt x="560687" y="82408"/>
                </a:cubicBezTo>
                <a:close/>
                <a:moveTo>
                  <a:pt x="641780" y="34744"/>
                </a:moveTo>
                <a:lnTo>
                  <a:pt x="641780" y="72853"/>
                </a:lnTo>
                <a:cubicBezTo>
                  <a:pt x="641780" y="80132"/>
                  <a:pt x="641952" y="84583"/>
                  <a:pt x="642295" y="86208"/>
                </a:cubicBezTo>
                <a:cubicBezTo>
                  <a:pt x="642638" y="87833"/>
                  <a:pt x="643188" y="88966"/>
                  <a:pt x="643943" y="89607"/>
                </a:cubicBezTo>
                <a:cubicBezTo>
                  <a:pt x="644698" y="90248"/>
                  <a:pt x="645580" y="90569"/>
                  <a:pt x="646587" y="90569"/>
                </a:cubicBezTo>
                <a:cubicBezTo>
                  <a:pt x="648006" y="90569"/>
                  <a:pt x="649608" y="90179"/>
                  <a:pt x="651393" y="89401"/>
                </a:cubicBezTo>
                <a:lnTo>
                  <a:pt x="652355" y="91805"/>
                </a:lnTo>
                <a:lnTo>
                  <a:pt x="633540" y="99564"/>
                </a:lnTo>
                <a:lnTo>
                  <a:pt x="630450" y="99564"/>
                </a:lnTo>
                <a:lnTo>
                  <a:pt x="630450" y="86243"/>
                </a:lnTo>
                <a:cubicBezTo>
                  <a:pt x="625049" y="92102"/>
                  <a:pt x="620929" y="95787"/>
                  <a:pt x="618091" y="97298"/>
                </a:cubicBezTo>
                <a:cubicBezTo>
                  <a:pt x="615253" y="98808"/>
                  <a:pt x="612254" y="99564"/>
                  <a:pt x="609096" y="99564"/>
                </a:cubicBezTo>
                <a:cubicBezTo>
                  <a:pt x="605571" y="99564"/>
                  <a:pt x="602515" y="98545"/>
                  <a:pt x="599929" y="96508"/>
                </a:cubicBezTo>
                <a:cubicBezTo>
                  <a:pt x="597342" y="94471"/>
                  <a:pt x="595546" y="91850"/>
                  <a:pt x="594539" y="88646"/>
                </a:cubicBezTo>
                <a:cubicBezTo>
                  <a:pt x="593532" y="85442"/>
                  <a:pt x="593028" y="80910"/>
                  <a:pt x="593028" y="75050"/>
                </a:cubicBezTo>
                <a:lnTo>
                  <a:pt x="593028" y="46967"/>
                </a:lnTo>
                <a:cubicBezTo>
                  <a:pt x="593028" y="43991"/>
                  <a:pt x="592708" y="41931"/>
                  <a:pt x="592067" y="40787"/>
                </a:cubicBezTo>
                <a:cubicBezTo>
                  <a:pt x="591426" y="39642"/>
                  <a:pt x="590476" y="38761"/>
                  <a:pt x="589217" y="38143"/>
                </a:cubicBezTo>
                <a:cubicBezTo>
                  <a:pt x="587958" y="37525"/>
                  <a:pt x="585681" y="37239"/>
                  <a:pt x="582385" y="37285"/>
                </a:cubicBezTo>
                <a:lnTo>
                  <a:pt x="582385" y="34744"/>
                </a:lnTo>
                <a:lnTo>
                  <a:pt x="604426" y="34744"/>
                </a:lnTo>
                <a:lnTo>
                  <a:pt x="604426" y="76733"/>
                </a:lnTo>
                <a:cubicBezTo>
                  <a:pt x="604426" y="82578"/>
                  <a:pt x="605445" y="86414"/>
                  <a:pt x="607482" y="88240"/>
                </a:cubicBezTo>
                <a:cubicBezTo>
                  <a:pt x="609519" y="90067"/>
                  <a:pt x="611980" y="90981"/>
                  <a:pt x="614863" y="90981"/>
                </a:cubicBezTo>
                <a:cubicBezTo>
                  <a:pt x="616832" y="90981"/>
                  <a:pt x="619063" y="90364"/>
                  <a:pt x="621558" y="89131"/>
                </a:cubicBezTo>
                <a:cubicBezTo>
                  <a:pt x="624053" y="87898"/>
                  <a:pt x="627017" y="85547"/>
                  <a:pt x="630450" y="82078"/>
                </a:cubicBezTo>
                <a:lnTo>
                  <a:pt x="630450" y="46531"/>
                </a:lnTo>
                <a:cubicBezTo>
                  <a:pt x="630450" y="42969"/>
                  <a:pt x="629798" y="40561"/>
                  <a:pt x="628493" y="39306"/>
                </a:cubicBezTo>
                <a:cubicBezTo>
                  <a:pt x="627189" y="38050"/>
                  <a:pt x="624477" y="37376"/>
                  <a:pt x="620357" y="37285"/>
                </a:cubicBezTo>
                <a:lnTo>
                  <a:pt x="620357" y="34744"/>
                </a:lnTo>
                <a:lnTo>
                  <a:pt x="641780" y="34744"/>
                </a:lnTo>
                <a:close/>
                <a:moveTo>
                  <a:pt x="667530" y="58502"/>
                </a:moveTo>
                <a:cubicBezTo>
                  <a:pt x="667484" y="67819"/>
                  <a:pt x="669750" y="75127"/>
                  <a:pt x="674327" y="80426"/>
                </a:cubicBezTo>
                <a:cubicBezTo>
                  <a:pt x="678905" y="85723"/>
                  <a:pt x="684284" y="88371"/>
                  <a:pt x="690464" y="88371"/>
                </a:cubicBezTo>
                <a:cubicBezTo>
                  <a:pt x="694584" y="88371"/>
                  <a:pt x="698166" y="87238"/>
                  <a:pt x="701210" y="84972"/>
                </a:cubicBezTo>
                <a:cubicBezTo>
                  <a:pt x="704254" y="82706"/>
                  <a:pt x="706806" y="78827"/>
                  <a:pt x="708866" y="73334"/>
                </a:cubicBezTo>
                <a:lnTo>
                  <a:pt x="710995" y="74707"/>
                </a:lnTo>
                <a:cubicBezTo>
                  <a:pt x="710033" y="80978"/>
                  <a:pt x="707241" y="86689"/>
                  <a:pt x="702617" y="91839"/>
                </a:cubicBezTo>
                <a:cubicBezTo>
                  <a:pt x="697994" y="96989"/>
                  <a:pt x="692203" y="99564"/>
                  <a:pt x="685245" y="99564"/>
                </a:cubicBezTo>
                <a:cubicBezTo>
                  <a:pt x="677692" y="99564"/>
                  <a:pt x="671226" y="96629"/>
                  <a:pt x="665847" y="90760"/>
                </a:cubicBezTo>
                <a:cubicBezTo>
                  <a:pt x="660469" y="84889"/>
                  <a:pt x="657779" y="76997"/>
                  <a:pt x="657779" y="67083"/>
                </a:cubicBezTo>
                <a:cubicBezTo>
                  <a:pt x="657779" y="56349"/>
                  <a:pt x="660537" y="47978"/>
                  <a:pt x="666053" y="41971"/>
                </a:cubicBezTo>
                <a:cubicBezTo>
                  <a:pt x="671569" y="35963"/>
                  <a:pt x="678493" y="32959"/>
                  <a:pt x="686825" y="32959"/>
                </a:cubicBezTo>
                <a:cubicBezTo>
                  <a:pt x="693874" y="32959"/>
                  <a:pt x="699665" y="35276"/>
                  <a:pt x="704197" y="39911"/>
                </a:cubicBezTo>
                <a:cubicBezTo>
                  <a:pt x="708729" y="44545"/>
                  <a:pt x="710995" y="50742"/>
                  <a:pt x="710995" y="58502"/>
                </a:cubicBezTo>
                <a:lnTo>
                  <a:pt x="667530" y="58502"/>
                </a:lnTo>
                <a:moveTo>
                  <a:pt x="667530" y="54520"/>
                </a:moveTo>
                <a:lnTo>
                  <a:pt x="696644" y="54520"/>
                </a:lnTo>
                <a:cubicBezTo>
                  <a:pt x="696415" y="50491"/>
                  <a:pt x="695934" y="47653"/>
                  <a:pt x="695202" y="46005"/>
                </a:cubicBezTo>
                <a:cubicBezTo>
                  <a:pt x="694057" y="43442"/>
                  <a:pt x="692352" y="41428"/>
                  <a:pt x="690086" y="39963"/>
                </a:cubicBezTo>
                <a:cubicBezTo>
                  <a:pt x="687820" y="38498"/>
                  <a:pt x="685451" y="37766"/>
                  <a:pt x="682979" y="37766"/>
                </a:cubicBezTo>
                <a:cubicBezTo>
                  <a:pt x="679180" y="37766"/>
                  <a:pt x="675781" y="39242"/>
                  <a:pt x="672783" y="42194"/>
                </a:cubicBezTo>
                <a:cubicBezTo>
                  <a:pt x="669784" y="45147"/>
                  <a:pt x="668033" y="49255"/>
                  <a:pt x="667530" y="54520"/>
                </a:cubicBezTo>
                <a:close/>
                <a:moveTo>
                  <a:pt x="737796" y="32959"/>
                </a:moveTo>
                <a:lnTo>
                  <a:pt x="737796" y="47104"/>
                </a:lnTo>
                <a:cubicBezTo>
                  <a:pt x="743060" y="37674"/>
                  <a:pt x="748462" y="32959"/>
                  <a:pt x="754001" y="32959"/>
                </a:cubicBezTo>
                <a:cubicBezTo>
                  <a:pt x="756518" y="32959"/>
                  <a:pt x="758601" y="33726"/>
                  <a:pt x="760249" y="35259"/>
                </a:cubicBezTo>
                <a:cubicBezTo>
                  <a:pt x="761897" y="36793"/>
                  <a:pt x="762721" y="38567"/>
                  <a:pt x="762721" y="40581"/>
                </a:cubicBezTo>
                <a:cubicBezTo>
                  <a:pt x="762721" y="42366"/>
                  <a:pt x="762126" y="43877"/>
                  <a:pt x="760936" y="45113"/>
                </a:cubicBezTo>
                <a:cubicBezTo>
                  <a:pt x="759746" y="46349"/>
                  <a:pt x="758327" y="46967"/>
                  <a:pt x="756679" y="46967"/>
                </a:cubicBezTo>
                <a:cubicBezTo>
                  <a:pt x="755077" y="46967"/>
                  <a:pt x="753280" y="46177"/>
                  <a:pt x="751289" y="44598"/>
                </a:cubicBezTo>
                <a:cubicBezTo>
                  <a:pt x="749297" y="43018"/>
                  <a:pt x="747821" y="42229"/>
                  <a:pt x="746860" y="42229"/>
                </a:cubicBezTo>
                <a:cubicBezTo>
                  <a:pt x="746036" y="42229"/>
                  <a:pt x="745143" y="42685"/>
                  <a:pt x="744182" y="43598"/>
                </a:cubicBezTo>
                <a:cubicBezTo>
                  <a:pt x="742122" y="45470"/>
                  <a:pt x="739993" y="48552"/>
                  <a:pt x="737796" y="52844"/>
                </a:cubicBezTo>
                <a:lnTo>
                  <a:pt x="737796" y="82910"/>
                </a:lnTo>
                <a:cubicBezTo>
                  <a:pt x="737796" y="86379"/>
                  <a:pt x="738231" y="89004"/>
                  <a:pt x="739100" y="90785"/>
                </a:cubicBezTo>
                <a:cubicBezTo>
                  <a:pt x="739696" y="92018"/>
                  <a:pt x="740748" y="93046"/>
                  <a:pt x="742259" y="93869"/>
                </a:cubicBezTo>
                <a:cubicBezTo>
                  <a:pt x="743770" y="94690"/>
                  <a:pt x="745944" y="95100"/>
                  <a:pt x="748782" y="95100"/>
                </a:cubicBezTo>
                <a:lnTo>
                  <a:pt x="748782" y="97641"/>
                </a:lnTo>
                <a:lnTo>
                  <a:pt x="716578" y="97641"/>
                </a:lnTo>
                <a:lnTo>
                  <a:pt x="716578" y="95100"/>
                </a:lnTo>
                <a:cubicBezTo>
                  <a:pt x="719783" y="95100"/>
                  <a:pt x="722163" y="94598"/>
                  <a:pt x="723720" y="93594"/>
                </a:cubicBezTo>
                <a:cubicBezTo>
                  <a:pt x="724864" y="92863"/>
                  <a:pt x="725665" y="91698"/>
                  <a:pt x="726123" y="90099"/>
                </a:cubicBezTo>
                <a:cubicBezTo>
                  <a:pt x="726352" y="89322"/>
                  <a:pt x="726466" y="87107"/>
                  <a:pt x="726466" y="83453"/>
                </a:cubicBezTo>
                <a:lnTo>
                  <a:pt x="726466" y="59131"/>
                </a:lnTo>
                <a:cubicBezTo>
                  <a:pt x="726466" y="51822"/>
                  <a:pt x="726317" y="47472"/>
                  <a:pt x="726020" y="46080"/>
                </a:cubicBezTo>
                <a:cubicBezTo>
                  <a:pt x="725722" y="44687"/>
                  <a:pt x="725173" y="43671"/>
                  <a:pt x="724372" y="43031"/>
                </a:cubicBezTo>
                <a:cubicBezTo>
                  <a:pt x="723571" y="42392"/>
                  <a:pt x="722575" y="42072"/>
                  <a:pt x="721385" y="42072"/>
                </a:cubicBezTo>
                <a:cubicBezTo>
                  <a:pt x="719966" y="42072"/>
                  <a:pt x="718364" y="42415"/>
                  <a:pt x="716578" y="43100"/>
                </a:cubicBezTo>
                <a:lnTo>
                  <a:pt x="715892" y="40632"/>
                </a:lnTo>
                <a:lnTo>
                  <a:pt x="734912" y="32959"/>
                </a:lnTo>
                <a:lnTo>
                  <a:pt x="737796" y="32959"/>
                </a:lnTo>
                <a:close/>
                <a:moveTo>
                  <a:pt x="762651" y="34744"/>
                </a:moveTo>
                <a:lnTo>
                  <a:pt x="791971" y="34744"/>
                </a:lnTo>
                <a:lnTo>
                  <a:pt x="791971" y="37285"/>
                </a:lnTo>
                <a:lnTo>
                  <a:pt x="790529" y="37285"/>
                </a:lnTo>
                <a:cubicBezTo>
                  <a:pt x="788469" y="37285"/>
                  <a:pt x="786924" y="37731"/>
                  <a:pt x="785894" y="38624"/>
                </a:cubicBezTo>
                <a:cubicBezTo>
                  <a:pt x="784864" y="39516"/>
                  <a:pt x="784349" y="40627"/>
                  <a:pt x="784349" y="41954"/>
                </a:cubicBezTo>
                <a:cubicBezTo>
                  <a:pt x="784349" y="43739"/>
                  <a:pt x="785105" y="46211"/>
                  <a:pt x="786615" y="49370"/>
                </a:cubicBezTo>
                <a:lnTo>
                  <a:pt x="801928" y="81093"/>
                </a:lnTo>
                <a:lnTo>
                  <a:pt x="816004" y="46349"/>
                </a:lnTo>
                <a:cubicBezTo>
                  <a:pt x="816782" y="44472"/>
                  <a:pt x="817171" y="42618"/>
                  <a:pt x="817171" y="40787"/>
                </a:cubicBezTo>
                <a:cubicBezTo>
                  <a:pt x="817171" y="39963"/>
                  <a:pt x="817011" y="39345"/>
                  <a:pt x="816691" y="38933"/>
                </a:cubicBezTo>
                <a:cubicBezTo>
                  <a:pt x="816324" y="38429"/>
                  <a:pt x="815752" y="38029"/>
                  <a:pt x="814974" y="37731"/>
                </a:cubicBezTo>
                <a:cubicBezTo>
                  <a:pt x="814196" y="37434"/>
                  <a:pt x="812822" y="37285"/>
                  <a:pt x="810854" y="37285"/>
                </a:cubicBezTo>
                <a:lnTo>
                  <a:pt x="810854" y="34744"/>
                </a:lnTo>
                <a:lnTo>
                  <a:pt x="831316" y="34744"/>
                </a:lnTo>
                <a:lnTo>
                  <a:pt x="831316" y="37285"/>
                </a:lnTo>
                <a:cubicBezTo>
                  <a:pt x="829622" y="37468"/>
                  <a:pt x="828318" y="37834"/>
                  <a:pt x="827402" y="38384"/>
                </a:cubicBezTo>
                <a:cubicBezTo>
                  <a:pt x="826487" y="38933"/>
                  <a:pt x="825480" y="39963"/>
                  <a:pt x="824381" y="41473"/>
                </a:cubicBezTo>
                <a:cubicBezTo>
                  <a:pt x="823969" y="42114"/>
                  <a:pt x="823191" y="43877"/>
                  <a:pt x="822046" y="46761"/>
                </a:cubicBezTo>
                <a:lnTo>
                  <a:pt x="796434" y="109520"/>
                </a:lnTo>
                <a:cubicBezTo>
                  <a:pt x="793962" y="115608"/>
                  <a:pt x="790724" y="120209"/>
                  <a:pt x="786718" y="123322"/>
                </a:cubicBezTo>
                <a:cubicBezTo>
                  <a:pt x="782713" y="126434"/>
                  <a:pt x="778856" y="127991"/>
                  <a:pt x="775148" y="127991"/>
                </a:cubicBezTo>
                <a:cubicBezTo>
                  <a:pt x="772447" y="127991"/>
                  <a:pt x="770227" y="127222"/>
                  <a:pt x="768488" y="125684"/>
                </a:cubicBezTo>
                <a:cubicBezTo>
                  <a:pt x="766748" y="124146"/>
                  <a:pt x="765878" y="122382"/>
                  <a:pt x="765878" y="120393"/>
                </a:cubicBezTo>
                <a:cubicBezTo>
                  <a:pt x="765878" y="118493"/>
                  <a:pt x="766508" y="116961"/>
                  <a:pt x="767767" y="115796"/>
                </a:cubicBezTo>
                <a:cubicBezTo>
                  <a:pt x="769026" y="114633"/>
                  <a:pt x="770754" y="114052"/>
                  <a:pt x="772951" y="114052"/>
                </a:cubicBezTo>
                <a:cubicBezTo>
                  <a:pt x="774462" y="114052"/>
                  <a:pt x="776521" y="114555"/>
                  <a:pt x="779131" y="115563"/>
                </a:cubicBezTo>
                <a:cubicBezTo>
                  <a:pt x="780962" y="116249"/>
                  <a:pt x="782106" y="116592"/>
                  <a:pt x="782564" y="116592"/>
                </a:cubicBezTo>
                <a:cubicBezTo>
                  <a:pt x="783937" y="116592"/>
                  <a:pt x="785437" y="115878"/>
                  <a:pt x="787062" y="114449"/>
                </a:cubicBezTo>
                <a:cubicBezTo>
                  <a:pt x="788687" y="113021"/>
                  <a:pt x="790323" y="110257"/>
                  <a:pt x="791971" y="106158"/>
                </a:cubicBezTo>
                <a:lnTo>
                  <a:pt x="796434" y="95169"/>
                </a:lnTo>
                <a:lnTo>
                  <a:pt x="773844" y="47722"/>
                </a:lnTo>
                <a:cubicBezTo>
                  <a:pt x="773157" y="46303"/>
                  <a:pt x="772058" y="44540"/>
                  <a:pt x="770548" y="42435"/>
                </a:cubicBezTo>
                <a:cubicBezTo>
                  <a:pt x="769403" y="40833"/>
                  <a:pt x="768465" y="39757"/>
                  <a:pt x="767732" y="39207"/>
                </a:cubicBezTo>
                <a:cubicBezTo>
                  <a:pt x="766680" y="38475"/>
                  <a:pt x="764986" y="37834"/>
                  <a:pt x="762651" y="37285"/>
                </a:cubicBezTo>
                <a:lnTo>
                  <a:pt x="762651" y="347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BCCAC-2409-4A82-A543-40D53D89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662" y="6385960"/>
            <a:ext cx="46016" cy="46026"/>
          </a:xfrm>
          <a:custGeom xmlns:a="http://schemas.openxmlformats.org/drawingml/2006/main">
            <a:pathLst>
              <a:path w="46016" h="46026">
                <a:moveTo>
                  <a:pt x="0" y="23015"/>
                </a:moveTo>
                <a:cubicBezTo>
                  <a:pt x="0" y="10315"/>
                  <a:pt x="10304" y="0"/>
                  <a:pt x="23015" y="0"/>
                </a:cubicBezTo>
                <a:cubicBezTo>
                  <a:pt x="35715" y="0"/>
                  <a:pt x="46016" y="10315"/>
                  <a:pt x="46016" y="23015"/>
                </a:cubicBezTo>
                <a:cubicBezTo>
                  <a:pt x="46016" y="35725"/>
                  <a:pt x="35715" y="46026"/>
                  <a:pt x="23015" y="46026"/>
                </a:cubicBezTo>
                <a:cubicBezTo>
                  <a:pt x="10304" y="46026"/>
                  <a:pt x="0" y="3572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A66F4-98F4-43AD-A32C-41390C25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662" y="6385960"/>
            <a:ext cx="46016" cy="46026"/>
          </a:xfrm>
          <a:custGeom xmlns:a="http://schemas.openxmlformats.org/drawingml/2006/main">
            <a:pathLst>
              <a:path w="46016" h="46026" fill="none">
                <a:moveTo>
                  <a:pt x="0" y="23015"/>
                </a:moveTo>
                <a:cubicBezTo>
                  <a:pt x="0" y="10315"/>
                  <a:pt x="10304" y="0"/>
                  <a:pt x="23015" y="0"/>
                </a:cubicBezTo>
                <a:cubicBezTo>
                  <a:pt x="35715" y="0"/>
                  <a:pt x="46016" y="10315"/>
                  <a:pt x="46016" y="23015"/>
                </a:cubicBezTo>
                <a:cubicBezTo>
                  <a:pt x="46016" y="35725"/>
                  <a:pt x="35715" y="46026"/>
                  <a:pt x="23015" y="46026"/>
                </a:cubicBezTo>
                <a:cubicBezTo>
                  <a:pt x="10304" y="46026"/>
                  <a:pt x="0" y="3572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742F00"/>
            </a:solidFill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1E023-9330-4DF7-8A5D-AE43DC3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791" y="6385960"/>
            <a:ext cx="48585" cy="46026"/>
          </a:xfrm>
          <a:custGeom xmlns:a="http://schemas.openxmlformats.org/drawingml/2006/main">
            <a:pathLst>
              <a:path w="48585" h="46026">
                <a:moveTo>
                  <a:pt x="0" y="23015"/>
                </a:moveTo>
                <a:cubicBezTo>
                  <a:pt x="0" y="10315"/>
                  <a:pt x="10874" y="0"/>
                  <a:pt x="24293" y="0"/>
                </a:cubicBezTo>
                <a:cubicBezTo>
                  <a:pt x="37708" y="0"/>
                  <a:pt x="48585" y="10315"/>
                  <a:pt x="48585" y="23015"/>
                </a:cubicBezTo>
                <a:cubicBezTo>
                  <a:pt x="48585" y="35725"/>
                  <a:pt x="37708" y="46026"/>
                  <a:pt x="24293" y="46026"/>
                </a:cubicBezTo>
                <a:cubicBezTo>
                  <a:pt x="10874" y="46026"/>
                  <a:pt x="0" y="3572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AD84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00D74-5E19-4591-8C62-429F2BFD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791" y="6385960"/>
            <a:ext cx="48585" cy="46026"/>
          </a:xfrm>
          <a:custGeom xmlns:a="http://schemas.openxmlformats.org/drawingml/2006/main">
            <a:pathLst>
              <a:path w="48585" h="46026" fill="none">
                <a:moveTo>
                  <a:pt x="0" y="23015"/>
                </a:moveTo>
                <a:cubicBezTo>
                  <a:pt x="0" y="10315"/>
                  <a:pt x="10874" y="0"/>
                  <a:pt x="24293" y="0"/>
                </a:cubicBezTo>
                <a:cubicBezTo>
                  <a:pt x="37708" y="0"/>
                  <a:pt x="48585" y="10315"/>
                  <a:pt x="48585" y="23015"/>
                </a:cubicBezTo>
                <a:cubicBezTo>
                  <a:pt x="48585" y="35725"/>
                  <a:pt x="37708" y="46026"/>
                  <a:pt x="24293" y="46026"/>
                </a:cubicBezTo>
                <a:cubicBezTo>
                  <a:pt x="10874" y="46026"/>
                  <a:pt x="0" y="3572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5A3471"/>
            </a:solidFill>
            <a:miter/>
          </a:ln>
        </p:spPr>
      </p:sp>
      <p:sp>
        <p:nvSpPr>
          <p:cNvPr id="458" name="Text Quadsplitvertex">
            <a:extLst xmlns:a="http://schemas.openxmlformats.org/drawingml/2006/main">
              <a:ext uri="{FF2B5EF4-FFF2-40B4-BE49-F238E27FC236}">
                <a16:creationId xmlns:a16="http://schemas.microsoft.com/office/drawing/2014/main" id="{08DA09AB-88E5-4C3E-9A26-6CBBFD89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139" y="6361192"/>
            <a:ext cx="961971" cy="127716"/>
          </a:xfrm>
          <a:custGeom xmlns:a="http://schemas.openxmlformats.org/drawingml/2006/main">
            <a:pathLst>
              <a:path w="961971" h="127716">
                <a:moveTo>
                  <a:pt x="56992" y="98740"/>
                </a:moveTo>
                <a:cubicBezTo>
                  <a:pt x="61661" y="106773"/>
                  <a:pt x="66708" y="112684"/>
                  <a:pt x="72133" y="116472"/>
                </a:cubicBezTo>
                <a:cubicBezTo>
                  <a:pt x="77557" y="120262"/>
                  <a:pt x="83726" y="122430"/>
                  <a:pt x="90638" y="122978"/>
                </a:cubicBezTo>
                <a:lnTo>
                  <a:pt x="90638" y="125244"/>
                </a:lnTo>
                <a:cubicBezTo>
                  <a:pt x="84321" y="125015"/>
                  <a:pt x="77569" y="123745"/>
                  <a:pt x="70382" y="121433"/>
                </a:cubicBezTo>
                <a:cubicBezTo>
                  <a:pt x="63195" y="119122"/>
                  <a:pt x="56385" y="115917"/>
                  <a:pt x="49954" y="111820"/>
                </a:cubicBezTo>
                <a:cubicBezTo>
                  <a:pt x="43522" y="107723"/>
                  <a:pt x="37972" y="103363"/>
                  <a:pt x="33303" y="98740"/>
                </a:cubicBezTo>
                <a:cubicBezTo>
                  <a:pt x="26711" y="96085"/>
                  <a:pt x="21492" y="93269"/>
                  <a:pt x="17647" y="90294"/>
                </a:cubicBezTo>
                <a:cubicBezTo>
                  <a:pt x="12062" y="85854"/>
                  <a:pt x="7725" y="80395"/>
                  <a:pt x="4635" y="73917"/>
                </a:cubicBezTo>
                <a:cubicBezTo>
                  <a:pt x="1545" y="67440"/>
                  <a:pt x="0" y="59784"/>
                  <a:pt x="0" y="50949"/>
                </a:cubicBezTo>
                <a:cubicBezTo>
                  <a:pt x="0" y="37033"/>
                  <a:pt x="4509" y="25475"/>
                  <a:pt x="13527" y="16274"/>
                </a:cubicBezTo>
                <a:cubicBezTo>
                  <a:pt x="22545" y="7072"/>
                  <a:pt x="33463" y="2472"/>
                  <a:pt x="46280" y="2472"/>
                </a:cubicBezTo>
                <a:cubicBezTo>
                  <a:pt x="58457" y="2472"/>
                  <a:pt x="68997" y="7084"/>
                  <a:pt x="77900" y="16308"/>
                </a:cubicBezTo>
                <a:cubicBezTo>
                  <a:pt x="86804" y="25532"/>
                  <a:pt x="91256" y="37170"/>
                  <a:pt x="91256" y="51224"/>
                </a:cubicBezTo>
                <a:cubicBezTo>
                  <a:pt x="91256" y="62622"/>
                  <a:pt x="88086" y="72624"/>
                  <a:pt x="81746" y="81230"/>
                </a:cubicBezTo>
                <a:cubicBezTo>
                  <a:pt x="75406" y="89836"/>
                  <a:pt x="67154" y="95673"/>
                  <a:pt x="56992" y="98740"/>
                </a:cubicBezTo>
                <a:moveTo>
                  <a:pt x="45456" y="7759"/>
                </a:moveTo>
                <a:cubicBezTo>
                  <a:pt x="37125" y="7759"/>
                  <a:pt x="30419" y="10735"/>
                  <a:pt x="25337" y="16685"/>
                </a:cubicBezTo>
                <a:cubicBezTo>
                  <a:pt x="18929" y="24147"/>
                  <a:pt x="15724" y="35568"/>
                  <a:pt x="15724" y="50949"/>
                </a:cubicBezTo>
                <a:cubicBezTo>
                  <a:pt x="15724" y="66010"/>
                  <a:pt x="18974" y="77614"/>
                  <a:pt x="25475" y="85762"/>
                </a:cubicBezTo>
                <a:cubicBezTo>
                  <a:pt x="30510" y="92033"/>
                  <a:pt x="37171" y="95169"/>
                  <a:pt x="45456" y="95169"/>
                </a:cubicBezTo>
                <a:cubicBezTo>
                  <a:pt x="54062" y="95169"/>
                  <a:pt x="60997" y="92033"/>
                  <a:pt x="66262" y="85762"/>
                </a:cubicBezTo>
                <a:cubicBezTo>
                  <a:pt x="72442" y="78346"/>
                  <a:pt x="75532" y="67406"/>
                  <a:pt x="75532" y="52940"/>
                </a:cubicBezTo>
                <a:cubicBezTo>
                  <a:pt x="75532" y="41817"/>
                  <a:pt x="73838" y="32455"/>
                  <a:pt x="70450" y="24857"/>
                </a:cubicBezTo>
                <a:cubicBezTo>
                  <a:pt x="67841" y="18997"/>
                  <a:pt x="64373" y="14683"/>
                  <a:pt x="60048" y="11913"/>
                </a:cubicBezTo>
                <a:cubicBezTo>
                  <a:pt x="55722" y="9144"/>
                  <a:pt x="50858" y="7759"/>
                  <a:pt x="45456" y="7759"/>
                </a:cubicBezTo>
                <a:close/>
                <a:moveTo>
                  <a:pt x="156121" y="34744"/>
                </a:moveTo>
                <a:lnTo>
                  <a:pt x="156121" y="72853"/>
                </a:lnTo>
                <a:cubicBezTo>
                  <a:pt x="156121" y="80132"/>
                  <a:pt x="156292" y="84583"/>
                  <a:pt x="156636" y="86208"/>
                </a:cubicBezTo>
                <a:cubicBezTo>
                  <a:pt x="156979" y="87833"/>
                  <a:pt x="157528" y="88966"/>
                  <a:pt x="158284" y="89607"/>
                </a:cubicBezTo>
                <a:cubicBezTo>
                  <a:pt x="159039" y="90248"/>
                  <a:pt x="159920" y="90569"/>
                  <a:pt x="160927" y="90569"/>
                </a:cubicBezTo>
                <a:cubicBezTo>
                  <a:pt x="162346" y="90569"/>
                  <a:pt x="163948" y="90179"/>
                  <a:pt x="165734" y="89401"/>
                </a:cubicBezTo>
                <a:lnTo>
                  <a:pt x="166695" y="91805"/>
                </a:lnTo>
                <a:lnTo>
                  <a:pt x="147881" y="99564"/>
                </a:lnTo>
                <a:lnTo>
                  <a:pt x="144791" y="99564"/>
                </a:lnTo>
                <a:lnTo>
                  <a:pt x="144791" y="86243"/>
                </a:lnTo>
                <a:cubicBezTo>
                  <a:pt x="139389" y="92102"/>
                  <a:pt x="135269" y="95787"/>
                  <a:pt x="132431" y="97298"/>
                </a:cubicBezTo>
                <a:cubicBezTo>
                  <a:pt x="129593" y="98808"/>
                  <a:pt x="126595" y="99564"/>
                  <a:pt x="123436" y="99564"/>
                </a:cubicBezTo>
                <a:cubicBezTo>
                  <a:pt x="119911" y="99564"/>
                  <a:pt x="116856" y="98545"/>
                  <a:pt x="114269" y="96508"/>
                </a:cubicBezTo>
                <a:cubicBezTo>
                  <a:pt x="111683" y="94471"/>
                  <a:pt x="109886" y="91850"/>
                  <a:pt x="108879" y="88646"/>
                </a:cubicBezTo>
                <a:cubicBezTo>
                  <a:pt x="107872" y="85442"/>
                  <a:pt x="107368" y="80910"/>
                  <a:pt x="107368" y="75050"/>
                </a:cubicBezTo>
                <a:lnTo>
                  <a:pt x="107368" y="46967"/>
                </a:lnTo>
                <a:cubicBezTo>
                  <a:pt x="107368" y="43991"/>
                  <a:pt x="107048" y="41931"/>
                  <a:pt x="106407" y="40787"/>
                </a:cubicBezTo>
                <a:cubicBezTo>
                  <a:pt x="105766" y="39642"/>
                  <a:pt x="104816" y="38761"/>
                  <a:pt x="103558" y="38143"/>
                </a:cubicBezTo>
                <a:cubicBezTo>
                  <a:pt x="102299" y="37525"/>
                  <a:pt x="100021" y="37239"/>
                  <a:pt x="96725" y="37285"/>
                </a:cubicBezTo>
                <a:lnTo>
                  <a:pt x="96725" y="34744"/>
                </a:lnTo>
                <a:lnTo>
                  <a:pt x="118767" y="34744"/>
                </a:lnTo>
                <a:lnTo>
                  <a:pt x="118767" y="76733"/>
                </a:lnTo>
                <a:cubicBezTo>
                  <a:pt x="118767" y="82578"/>
                  <a:pt x="119785" y="86414"/>
                  <a:pt x="121822" y="88240"/>
                </a:cubicBezTo>
                <a:cubicBezTo>
                  <a:pt x="123859" y="90067"/>
                  <a:pt x="126320" y="90981"/>
                  <a:pt x="129204" y="90981"/>
                </a:cubicBezTo>
                <a:cubicBezTo>
                  <a:pt x="131172" y="90981"/>
                  <a:pt x="133404" y="90364"/>
                  <a:pt x="135899" y="89131"/>
                </a:cubicBezTo>
                <a:cubicBezTo>
                  <a:pt x="138394" y="87898"/>
                  <a:pt x="141358" y="85547"/>
                  <a:pt x="144791" y="82078"/>
                </a:cubicBezTo>
                <a:lnTo>
                  <a:pt x="144791" y="46531"/>
                </a:lnTo>
                <a:cubicBezTo>
                  <a:pt x="144791" y="42969"/>
                  <a:pt x="144139" y="40561"/>
                  <a:pt x="142834" y="39306"/>
                </a:cubicBezTo>
                <a:cubicBezTo>
                  <a:pt x="141529" y="38050"/>
                  <a:pt x="138817" y="37376"/>
                  <a:pt x="134697" y="37285"/>
                </a:cubicBezTo>
                <a:lnTo>
                  <a:pt x="134697" y="34744"/>
                </a:lnTo>
                <a:lnTo>
                  <a:pt x="156121" y="34744"/>
                </a:lnTo>
                <a:close/>
                <a:moveTo>
                  <a:pt x="206933" y="88577"/>
                </a:moveTo>
                <a:cubicBezTo>
                  <a:pt x="200479" y="93567"/>
                  <a:pt x="196427" y="96451"/>
                  <a:pt x="194779" y="97229"/>
                </a:cubicBezTo>
                <a:cubicBezTo>
                  <a:pt x="192307" y="98419"/>
                  <a:pt x="189675" y="99014"/>
                  <a:pt x="186883" y="99014"/>
                </a:cubicBezTo>
                <a:cubicBezTo>
                  <a:pt x="182534" y="99014"/>
                  <a:pt x="178952" y="97527"/>
                  <a:pt x="176137" y="94551"/>
                </a:cubicBezTo>
                <a:cubicBezTo>
                  <a:pt x="173322" y="91576"/>
                  <a:pt x="171914" y="87662"/>
                  <a:pt x="171914" y="82809"/>
                </a:cubicBezTo>
                <a:cubicBezTo>
                  <a:pt x="171914" y="79742"/>
                  <a:pt x="172601" y="77087"/>
                  <a:pt x="173974" y="74844"/>
                </a:cubicBezTo>
                <a:cubicBezTo>
                  <a:pt x="175851" y="71732"/>
                  <a:pt x="179112" y="68802"/>
                  <a:pt x="183759" y="66055"/>
                </a:cubicBezTo>
                <a:cubicBezTo>
                  <a:pt x="188405" y="63309"/>
                  <a:pt x="196130" y="59967"/>
                  <a:pt x="206933" y="56030"/>
                </a:cubicBezTo>
                <a:lnTo>
                  <a:pt x="206933" y="53558"/>
                </a:lnTo>
                <a:cubicBezTo>
                  <a:pt x="206933" y="47287"/>
                  <a:pt x="205937" y="42984"/>
                  <a:pt x="203946" y="40649"/>
                </a:cubicBezTo>
                <a:cubicBezTo>
                  <a:pt x="201955" y="38315"/>
                  <a:pt x="199059" y="37148"/>
                  <a:pt x="195260" y="37148"/>
                </a:cubicBezTo>
                <a:cubicBezTo>
                  <a:pt x="192376" y="37148"/>
                  <a:pt x="190087" y="37923"/>
                  <a:pt x="188394" y="39474"/>
                </a:cubicBezTo>
                <a:cubicBezTo>
                  <a:pt x="186654" y="41024"/>
                  <a:pt x="185784" y="42803"/>
                  <a:pt x="185784" y="44810"/>
                </a:cubicBezTo>
                <a:lnTo>
                  <a:pt x="185922" y="48778"/>
                </a:lnTo>
                <a:cubicBezTo>
                  <a:pt x="185922" y="50875"/>
                  <a:pt x="185384" y="52493"/>
                  <a:pt x="184308" y="53633"/>
                </a:cubicBezTo>
                <a:cubicBezTo>
                  <a:pt x="183232" y="54774"/>
                  <a:pt x="181825" y="55344"/>
                  <a:pt x="180085" y="55344"/>
                </a:cubicBezTo>
                <a:cubicBezTo>
                  <a:pt x="178391" y="55344"/>
                  <a:pt x="177007" y="54751"/>
                  <a:pt x="175931" y="53565"/>
                </a:cubicBezTo>
                <a:cubicBezTo>
                  <a:pt x="174855" y="52377"/>
                  <a:pt x="174317" y="50757"/>
                  <a:pt x="174317" y="48703"/>
                </a:cubicBezTo>
                <a:cubicBezTo>
                  <a:pt x="174317" y="44779"/>
                  <a:pt x="176331" y="41174"/>
                  <a:pt x="180360" y="37888"/>
                </a:cubicBezTo>
                <a:cubicBezTo>
                  <a:pt x="184388" y="34602"/>
                  <a:pt x="190041" y="32959"/>
                  <a:pt x="197320" y="32959"/>
                </a:cubicBezTo>
                <a:cubicBezTo>
                  <a:pt x="202905" y="32959"/>
                  <a:pt x="207482" y="33896"/>
                  <a:pt x="211053" y="35770"/>
                </a:cubicBezTo>
                <a:cubicBezTo>
                  <a:pt x="213754" y="37188"/>
                  <a:pt x="215745" y="39406"/>
                  <a:pt x="217027" y="42424"/>
                </a:cubicBezTo>
                <a:cubicBezTo>
                  <a:pt x="217851" y="44390"/>
                  <a:pt x="218263" y="48413"/>
                  <a:pt x="218263" y="54494"/>
                </a:cubicBezTo>
                <a:lnTo>
                  <a:pt x="218263" y="75823"/>
                </a:lnTo>
                <a:cubicBezTo>
                  <a:pt x="218263" y="81812"/>
                  <a:pt x="218377" y="85482"/>
                  <a:pt x="218606" y="86831"/>
                </a:cubicBezTo>
                <a:cubicBezTo>
                  <a:pt x="218835" y="88180"/>
                  <a:pt x="219213" y="89083"/>
                  <a:pt x="219739" y="89541"/>
                </a:cubicBezTo>
                <a:cubicBezTo>
                  <a:pt x="220266" y="89997"/>
                  <a:pt x="220872" y="90225"/>
                  <a:pt x="221559" y="90225"/>
                </a:cubicBezTo>
                <a:cubicBezTo>
                  <a:pt x="222291" y="90225"/>
                  <a:pt x="222932" y="90065"/>
                  <a:pt x="223481" y="89745"/>
                </a:cubicBezTo>
                <a:cubicBezTo>
                  <a:pt x="224443" y="89150"/>
                  <a:pt x="226297" y="87479"/>
                  <a:pt x="229043" y="84732"/>
                </a:cubicBezTo>
                <a:lnTo>
                  <a:pt x="229043" y="88577"/>
                </a:lnTo>
                <a:cubicBezTo>
                  <a:pt x="223916" y="95444"/>
                  <a:pt x="219018" y="98877"/>
                  <a:pt x="214349" y="98877"/>
                </a:cubicBezTo>
                <a:cubicBezTo>
                  <a:pt x="212106" y="98877"/>
                  <a:pt x="210321" y="98099"/>
                  <a:pt x="208993" y="96542"/>
                </a:cubicBezTo>
                <a:cubicBezTo>
                  <a:pt x="207665" y="94986"/>
                  <a:pt x="206979" y="92331"/>
                  <a:pt x="206933" y="88577"/>
                </a:cubicBezTo>
                <a:moveTo>
                  <a:pt x="206933" y="84075"/>
                </a:moveTo>
                <a:lnTo>
                  <a:pt x="206933" y="60219"/>
                </a:lnTo>
                <a:cubicBezTo>
                  <a:pt x="200021" y="62953"/>
                  <a:pt x="195558" y="64889"/>
                  <a:pt x="193543" y="66030"/>
                </a:cubicBezTo>
                <a:cubicBezTo>
                  <a:pt x="189927" y="68035"/>
                  <a:pt x="187341" y="70132"/>
                  <a:pt x="185784" y="72319"/>
                </a:cubicBezTo>
                <a:cubicBezTo>
                  <a:pt x="184228" y="74506"/>
                  <a:pt x="183450" y="76899"/>
                  <a:pt x="183450" y="79496"/>
                </a:cubicBezTo>
                <a:cubicBezTo>
                  <a:pt x="183450" y="82778"/>
                  <a:pt x="184434" y="85501"/>
                  <a:pt x="186402" y="87665"/>
                </a:cubicBezTo>
                <a:cubicBezTo>
                  <a:pt x="188371" y="89830"/>
                  <a:pt x="190637" y="90912"/>
                  <a:pt x="193200" y="90912"/>
                </a:cubicBezTo>
                <a:cubicBezTo>
                  <a:pt x="196679" y="90912"/>
                  <a:pt x="201257" y="88633"/>
                  <a:pt x="206933" y="84075"/>
                </a:cubicBezTo>
                <a:close/>
                <a:moveTo>
                  <a:pt x="278160" y="90569"/>
                </a:moveTo>
                <a:cubicBezTo>
                  <a:pt x="275093" y="93773"/>
                  <a:pt x="272095" y="96073"/>
                  <a:pt x="269165" y="97469"/>
                </a:cubicBezTo>
                <a:cubicBezTo>
                  <a:pt x="266235" y="98866"/>
                  <a:pt x="263077" y="99564"/>
                  <a:pt x="259689" y="99564"/>
                </a:cubicBezTo>
                <a:cubicBezTo>
                  <a:pt x="252823" y="99564"/>
                  <a:pt x="246826" y="96698"/>
                  <a:pt x="241699" y="90966"/>
                </a:cubicBezTo>
                <a:cubicBezTo>
                  <a:pt x="236572" y="85232"/>
                  <a:pt x="234009" y="77865"/>
                  <a:pt x="234009" y="68864"/>
                </a:cubicBezTo>
                <a:cubicBezTo>
                  <a:pt x="234009" y="59865"/>
                  <a:pt x="236847" y="51631"/>
                  <a:pt x="242523" y="44162"/>
                </a:cubicBezTo>
                <a:cubicBezTo>
                  <a:pt x="248199" y="36693"/>
                  <a:pt x="255501" y="32959"/>
                  <a:pt x="264427" y="32959"/>
                </a:cubicBezTo>
                <a:cubicBezTo>
                  <a:pt x="269966" y="32959"/>
                  <a:pt x="274544" y="34721"/>
                  <a:pt x="278160" y="38246"/>
                </a:cubicBezTo>
                <a:lnTo>
                  <a:pt x="278160" y="26616"/>
                </a:lnTo>
                <a:cubicBezTo>
                  <a:pt x="278160" y="19399"/>
                  <a:pt x="277989" y="14963"/>
                  <a:pt x="277645" y="13308"/>
                </a:cubicBezTo>
                <a:cubicBezTo>
                  <a:pt x="277302" y="11653"/>
                  <a:pt x="276764" y="10527"/>
                  <a:pt x="276032" y="9931"/>
                </a:cubicBezTo>
                <a:cubicBezTo>
                  <a:pt x="275299" y="9333"/>
                  <a:pt x="274384" y="9034"/>
                  <a:pt x="273285" y="9034"/>
                </a:cubicBezTo>
                <a:cubicBezTo>
                  <a:pt x="272095" y="9034"/>
                  <a:pt x="270516" y="9401"/>
                  <a:pt x="268547" y="10137"/>
                </a:cubicBezTo>
                <a:lnTo>
                  <a:pt x="267655" y="7723"/>
                </a:lnTo>
                <a:lnTo>
                  <a:pt x="286400" y="0"/>
                </a:lnTo>
                <a:lnTo>
                  <a:pt x="289490" y="0"/>
                </a:lnTo>
                <a:lnTo>
                  <a:pt x="289490" y="72716"/>
                </a:lnTo>
                <a:cubicBezTo>
                  <a:pt x="289490" y="80086"/>
                  <a:pt x="289662" y="84583"/>
                  <a:pt x="290005" y="86208"/>
                </a:cubicBezTo>
                <a:cubicBezTo>
                  <a:pt x="290348" y="87833"/>
                  <a:pt x="290898" y="88966"/>
                  <a:pt x="291653" y="89607"/>
                </a:cubicBezTo>
                <a:cubicBezTo>
                  <a:pt x="292408" y="90248"/>
                  <a:pt x="293289" y="90569"/>
                  <a:pt x="294297" y="90569"/>
                </a:cubicBezTo>
                <a:cubicBezTo>
                  <a:pt x="295533" y="90569"/>
                  <a:pt x="297180" y="90179"/>
                  <a:pt x="299240" y="89401"/>
                </a:cubicBezTo>
                <a:lnTo>
                  <a:pt x="299996" y="91805"/>
                </a:lnTo>
                <a:lnTo>
                  <a:pt x="281319" y="99564"/>
                </a:lnTo>
                <a:lnTo>
                  <a:pt x="278160" y="99564"/>
                </a:lnTo>
                <a:lnTo>
                  <a:pt x="278160" y="90569"/>
                </a:lnTo>
                <a:moveTo>
                  <a:pt x="278160" y="85777"/>
                </a:moveTo>
                <a:lnTo>
                  <a:pt x="278160" y="53449"/>
                </a:lnTo>
                <a:cubicBezTo>
                  <a:pt x="277886" y="50343"/>
                  <a:pt x="277062" y="47512"/>
                  <a:pt x="275688" y="44956"/>
                </a:cubicBezTo>
                <a:cubicBezTo>
                  <a:pt x="274315" y="42398"/>
                  <a:pt x="272495" y="40469"/>
                  <a:pt x="270229" y="39169"/>
                </a:cubicBezTo>
                <a:cubicBezTo>
                  <a:pt x="267963" y="37867"/>
                  <a:pt x="265755" y="37216"/>
                  <a:pt x="263603" y="37216"/>
                </a:cubicBezTo>
                <a:cubicBezTo>
                  <a:pt x="259575" y="37216"/>
                  <a:pt x="255981" y="39020"/>
                  <a:pt x="252823" y="42628"/>
                </a:cubicBezTo>
                <a:cubicBezTo>
                  <a:pt x="248657" y="47376"/>
                  <a:pt x="246574" y="54316"/>
                  <a:pt x="246574" y="63448"/>
                </a:cubicBezTo>
                <a:cubicBezTo>
                  <a:pt x="246574" y="72672"/>
                  <a:pt x="248589" y="79739"/>
                  <a:pt x="252617" y="84648"/>
                </a:cubicBezTo>
                <a:cubicBezTo>
                  <a:pt x="256645" y="89557"/>
                  <a:pt x="261131" y="92011"/>
                  <a:pt x="266075" y="92011"/>
                </a:cubicBezTo>
                <a:cubicBezTo>
                  <a:pt x="270241" y="92011"/>
                  <a:pt x="274269" y="89933"/>
                  <a:pt x="278160" y="85777"/>
                </a:cubicBezTo>
                <a:close/>
                <a:moveTo>
                  <a:pt x="379853" y="32959"/>
                </a:moveTo>
                <a:lnTo>
                  <a:pt x="379853" y="54245"/>
                </a:lnTo>
                <a:lnTo>
                  <a:pt x="377587" y="54245"/>
                </a:lnTo>
                <a:cubicBezTo>
                  <a:pt x="375848" y="47569"/>
                  <a:pt x="373616" y="43028"/>
                  <a:pt x="370892" y="40622"/>
                </a:cubicBezTo>
                <a:cubicBezTo>
                  <a:pt x="368169" y="38214"/>
                  <a:pt x="364701" y="37010"/>
                  <a:pt x="360490" y="37010"/>
                </a:cubicBezTo>
                <a:cubicBezTo>
                  <a:pt x="357285" y="37010"/>
                  <a:pt x="354699" y="37856"/>
                  <a:pt x="352730" y="39549"/>
                </a:cubicBezTo>
                <a:cubicBezTo>
                  <a:pt x="350762" y="41240"/>
                  <a:pt x="349778" y="43114"/>
                  <a:pt x="349778" y="45173"/>
                </a:cubicBezTo>
                <a:cubicBezTo>
                  <a:pt x="349778" y="47733"/>
                  <a:pt x="350510" y="49928"/>
                  <a:pt x="351975" y="51756"/>
                </a:cubicBezTo>
                <a:cubicBezTo>
                  <a:pt x="353394" y="53631"/>
                  <a:pt x="356278" y="55620"/>
                  <a:pt x="360627" y="57723"/>
                </a:cubicBezTo>
                <a:lnTo>
                  <a:pt x="370652" y="62594"/>
                </a:lnTo>
                <a:cubicBezTo>
                  <a:pt x="379945" y="67120"/>
                  <a:pt x="384591" y="73088"/>
                  <a:pt x="384591" y="80496"/>
                </a:cubicBezTo>
                <a:cubicBezTo>
                  <a:pt x="384591" y="86211"/>
                  <a:pt x="382428" y="90818"/>
                  <a:pt x="378102" y="94317"/>
                </a:cubicBezTo>
                <a:cubicBezTo>
                  <a:pt x="373776" y="97815"/>
                  <a:pt x="368935" y="99564"/>
                  <a:pt x="363580" y="99564"/>
                </a:cubicBezTo>
                <a:cubicBezTo>
                  <a:pt x="359734" y="99564"/>
                  <a:pt x="355340" y="98877"/>
                  <a:pt x="350396" y="97504"/>
                </a:cubicBezTo>
                <a:cubicBezTo>
                  <a:pt x="348885" y="97046"/>
                  <a:pt x="347649" y="96817"/>
                  <a:pt x="346688" y="96817"/>
                </a:cubicBezTo>
                <a:cubicBezTo>
                  <a:pt x="345635" y="96817"/>
                  <a:pt x="344811" y="97412"/>
                  <a:pt x="344216" y="98602"/>
                </a:cubicBezTo>
                <a:lnTo>
                  <a:pt x="341950" y="98602"/>
                </a:lnTo>
                <a:lnTo>
                  <a:pt x="341950" y="76080"/>
                </a:lnTo>
                <a:lnTo>
                  <a:pt x="344216" y="76080"/>
                </a:lnTo>
                <a:cubicBezTo>
                  <a:pt x="345498" y="82512"/>
                  <a:pt x="347947" y="87359"/>
                  <a:pt x="351563" y="90620"/>
                </a:cubicBezTo>
                <a:cubicBezTo>
                  <a:pt x="355180" y="93882"/>
                  <a:pt x="359231" y="95512"/>
                  <a:pt x="363717" y="95512"/>
                </a:cubicBezTo>
                <a:cubicBezTo>
                  <a:pt x="366875" y="95512"/>
                  <a:pt x="369450" y="94587"/>
                  <a:pt x="371442" y="92736"/>
                </a:cubicBezTo>
                <a:cubicBezTo>
                  <a:pt x="373433" y="90883"/>
                  <a:pt x="374429" y="88654"/>
                  <a:pt x="374429" y="86047"/>
                </a:cubicBezTo>
                <a:cubicBezTo>
                  <a:pt x="374429" y="82892"/>
                  <a:pt x="373319" y="80240"/>
                  <a:pt x="371098" y="78091"/>
                </a:cubicBezTo>
                <a:cubicBezTo>
                  <a:pt x="368878" y="75942"/>
                  <a:pt x="364449" y="73222"/>
                  <a:pt x="357812" y="69931"/>
                </a:cubicBezTo>
                <a:cubicBezTo>
                  <a:pt x="351174" y="66638"/>
                  <a:pt x="346825" y="63665"/>
                  <a:pt x="344765" y="61013"/>
                </a:cubicBezTo>
                <a:cubicBezTo>
                  <a:pt x="342705" y="58406"/>
                  <a:pt x="341675" y="55114"/>
                  <a:pt x="341675" y="51136"/>
                </a:cubicBezTo>
                <a:cubicBezTo>
                  <a:pt x="341675" y="45969"/>
                  <a:pt x="343449" y="41648"/>
                  <a:pt x="346997" y="38173"/>
                </a:cubicBezTo>
                <a:cubicBezTo>
                  <a:pt x="350545" y="34697"/>
                  <a:pt x="355134" y="32959"/>
                  <a:pt x="360764" y="32959"/>
                </a:cubicBezTo>
                <a:cubicBezTo>
                  <a:pt x="363236" y="32959"/>
                  <a:pt x="366235" y="33485"/>
                  <a:pt x="369759" y="34538"/>
                </a:cubicBezTo>
                <a:cubicBezTo>
                  <a:pt x="372094" y="35225"/>
                  <a:pt x="373650" y="35568"/>
                  <a:pt x="374429" y="35568"/>
                </a:cubicBezTo>
                <a:cubicBezTo>
                  <a:pt x="375161" y="35568"/>
                  <a:pt x="375733" y="35408"/>
                  <a:pt x="376145" y="35088"/>
                </a:cubicBezTo>
                <a:cubicBezTo>
                  <a:pt x="376557" y="34767"/>
                  <a:pt x="377038" y="34058"/>
                  <a:pt x="377587" y="32959"/>
                </a:cubicBezTo>
                <a:lnTo>
                  <a:pt x="379853" y="32959"/>
                </a:lnTo>
                <a:close/>
                <a:moveTo>
                  <a:pt x="389375" y="40931"/>
                </a:moveTo>
                <a:lnTo>
                  <a:pt x="408739" y="33096"/>
                </a:lnTo>
                <a:lnTo>
                  <a:pt x="411348" y="33096"/>
                </a:lnTo>
                <a:lnTo>
                  <a:pt x="411348" y="47791"/>
                </a:lnTo>
                <a:cubicBezTo>
                  <a:pt x="414598" y="42252"/>
                  <a:pt x="417860" y="38395"/>
                  <a:pt x="421133" y="36221"/>
                </a:cubicBezTo>
                <a:cubicBezTo>
                  <a:pt x="424406" y="34046"/>
                  <a:pt x="427850" y="32959"/>
                  <a:pt x="431467" y="32959"/>
                </a:cubicBezTo>
                <a:cubicBezTo>
                  <a:pt x="437784" y="32959"/>
                  <a:pt x="443048" y="35428"/>
                  <a:pt x="447260" y="40366"/>
                </a:cubicBezTo>
                <a:cubicBezTo>
                  <a:pt x="452432" y="46403"/>
                  <a:pt x="455019" y="54269"/>
                  <a:pt x="455019" y="63963"/>
                </a:cubicBezTo>
                <a:cubicBezTo>
                  <a:pt x="455019" y="74801"/>
                  <a:pt x="451906" y="83764"/>
                  <a:pt x="445680" y="90852"/>
                </a:cubicBezTo>
                <a:cubicBezTo>
                  <a:pt x="440553" y="96660"/>
                  <a:pt x="434099" y="99564"/>
                  <a:pt x="426317" y="99564"/>
                </a:cubicBezTo>
                <a:cubicBezTo>
                  <a:pt x="422929" y="99564"/>
                  <a:pt x="420000" y="99083"/>
                  <a:pt x="417528" y="98122"/>
                </a:cubicBezTo>
                <a:cubicBezTo>
                  <a:pt x="415697" y="97435"/>
                  <a:pt x="413637" y="96062"/>
                  <a:pt x="411348" y="94002"/>
                </a:cubicBezTo>
                <a:lnTo>
                  <a:pt x="411348" y="113159"/>
                </a:lnTo>
                <a:cubicBezTo>
                  <a:pt x="411348" y="117462"/>
                  <a:pt x="411611" y="120197"/>
                  <a:pt x="412137" y="121365"/>
                </a:cubicBezTo>
                <a:cubicBezTo>
                  <a:pt x="412664" y="122532"/>
                  <a:pt x="413579" y="123459"/>
                  <a:pt x="414884" y="124146"/>
                </a:cubicBezTo>
                <a:cubicBezTo>
                  <a:pt x="416189" y="124832"/>
                  <a:pt x="418558" y="125176"/>
                  <a:pt x="421991" y="125176"/>
                </a:cubicBezTo>
                <a:lnTo>
                  <a:pt x="421991" y="127716"/>
                </a:lnTo>
                <a:lnTo>
                  <a:pt x="389032" y="127716"/>
                </a:lnTo>
                <a:lnTo>
                  <a:pt x="389032" y="125176"/>
                </a:lnTo>
                <a:lnTo>
                  <a:pt x="390748" y="125176"/>
                </a:lnTo>
                <a:cubicBezTo>
                  <a:pt x="393266" y="125221"/>
                  <a:pt x="395418" y="124740"/>
                  <a:pt x="397203" y="123731"/>
                </a:cubicBezTo>
                <a:cubicBezTo>
                  <a:pt x="398073" y="123228"/>
                  <a:pt x="398748" y="122415"/>
                  <a:pt x="399228" y="121292"/>
                </a:cubicBezTo>
                <a:cubicBezTo>
                  <a:pt x="399709" y="120170"/>
                  <a:pt x="399949" y="117319"/>
                  <a:pt x="399949" y="112739"/>
                </a:cubicBezTo>
                <a:lnTo>
                  <a:pt x="399949" y="53230"/>
                </a:lnTo>
                <a:cubicBezTo>
                  <a:pt x="399949" y="49153"/>
                  <a:pt x="399766" y="46565"/>
                  <a:pt x="399400" y="45467"/>
                </a:cubicBezTo>
                <a:cubicBezTo>
                  <a:pt x="399034" y="44367"/>
                  <a:pt x="398450" y="43542"/>
                  <a:pt x="397649" y="42993"/>
                </a:cubicBezTo>
                <a:cubicBezTo>
                  <a:pt x="396848" y="42442"/>
                  <a:pt x="395761" y="42166"/>
                  <a:pt x="394388" y="42166"/>
                </a:cubicBezTo>
                <a:cubicBezTo>
                  <a:pt x="393289" y="42166"/>
                  <a:pt x="391893" y="42487"/>
                  <a:pt x="390199" y="43128"/>
                </a:cubicBezTo>
                <a:lnTo>
                  <a:pt x="389375" y="40931"/>
                </a:lnTo>
                <a:moveTo>
                  <a:pt x="411348" y="51966"/>
                </a:moveTo>
                <a:lnTo>
                  <a:pt x="411348" y="75419"/>
                </a:lnTo>
                <a:cubicBezTo>
                  <a:pt x="411348" y="80495"/>
                  <a:pt x="411554" y="83832"/>
                  <a:pt x="411966" y="85432"/>
                </a:cubicBezTo>
                <a:cubicBezTo>
                  <a:pt x="412607" y="88084"/>
                  <a:pt x="414175" y="90416"/>
                  <a:pt x="416669" y="92427"/>
                </a:cubicBezTo>
                <a:cubicBezTo>
                  <a:pt x="419164" y="94438"/>
                  <a:pt x="422311" y="95444"/>
                  <a:pt x="426111" y="95444"/>
                </a:cubicBezTo>
                <a:cubicBezTo>
                  <a:pt x="430688" y="95444"/>
                  <a:pt x="434396" y="93661"/>
                  <a:pt x="437235" y="90094"/>
                </a:cubicBezTo>
                <a:cubicBezTo>
                  <a:pt x="440942" y="85432"/>
                  <a:pt x="442796" y="78872"/>
                  <a:pt x="442796" y="70413"/>
                </a:cubicBezTo>
                <a:cubicBezTo>
                  <a:pt x="442796" y="60813"/>
                  <a:pt x="440691" y="53430"/>
                  <a:pt x="436479" y="48265"/>
                </a:cubicBezTo>
                <a:cubicBezTo>
                  <a:pt x="433549" y="44699"/>
                  <a:pt x="430070" y="42915"/>
                  <a:pt x="426042" y="42915"/>
                </a:cubicBezTo>
                <a:cubicBezTo>
                  <a:pt x="423845" y="42915"/>
                  <a:pt x="421670" y="43464"/>
                  <a:pt x="419519" y="44561"/>
                </a:cubicBezTo>
                <a:cubicBezTo>
                  <a:pt x="417871" y="45384"/>
                  <a:pt x="415147" y="47852"/>
                  <a:pt x="411348" y="51966"/>
                </a:cubicBezTo>
                <a:close/>
                <a:moveTo>
                  <a:pt x="485849" y="0"/>
                </a:moveTo>
                <a:lnTo>
                  <a:pt x="485849" y="83367"/>
                </a:lnTo>
                <a:cubicBezTo>
                  <a:pt x="485849" y="87301"/>
                  <a:pt x="486136" y="89909"/>
                  <a:pt x="486708" y="91191"/>
                </a:cubicBezTo>
                <a:cubicBezTo>
                  <a:pt x="487280" y="92471"/>
                  <a:pt x="488161" y="93443"/>
                  <a:pt x="489351" y="94107"/>
                </a:cubicBezTo>
                <a:cubicBezTo>
                  <a:pt x="490542" y="94769"/>
                  <a:pt x="492762" y="95100"/>
                  <a:pt x="496012" y="95100"/>
                </a:cubicBezTo>
                <a:lnTo>
                  <a:pt x="496012" y="97641"/>
                </a:lnTo>
                <a:lnTo>
                  <a:pt x="465181" y="97641"/>
                </a:lnTo>
                <a:lnTo>
                  <a:pt x="465181" y="95100"/>
                </a:lnTo>
                <a:cubicBezTo>
                  <a:pt x="468065" y="95100"/>
                  <a:pt x="470034" y="94804"/>
                  <a:pt x="471086" y="94210"/>
                </a:cubicBezTo>
                <a:cubicBezTo>
                  <a:pt x="472139" y="93615"/>
                  <a:pt x="472963" y="92631"/>
                  <a:pt x="473558" y="91260"/>
                </a:cubicBezTo>
                <a:cubicBezTo>
                  <a:pt x="474154" y="89886"/>
                  <a:pt x="474451" y="87256"/>
                  <a:pt x="474451" y="83367"/>
                </a:cubicBezTo>
                <a:lnTo>
                  <a:pt x="474451" y="26279"/>
                </a:lnTo>
                <a:cubicBezTo>
                  <a:pt x="474451" y="19190"/>
                  <a:pt x="474291" y="14833"/>
                  <a:pt x="473970" y="13209"/>
                </a:cubicBezTo>
                <a:cubicBezTo>
                  <a:pt x="473650" y="11584"/>
                  <a:pt x="473135" y="10475"/>
                  <a:pt x="472425" y="9881"/>
                </a:cubicBezTo>
                <a:cubicBezTo>
                  <a:pt x="471716" y="9286"/>
                  <a:pt x="470812" y="8989"/>
                  <a:pt x="469713" y="8989"/>
                </a:cubicBezTo>
                <a:cubicBezTo>
                  <a:pt x="468523" y="8989"/>
                  <a:pt x="467012" y="9355"/>
                  <a:pt x="465181" y="10087"/>
                </a:cubicBezTo>
                <a:lnTo>
                  <a:pt x="464014" y="7684"/>
                </a:lnTo>
                <a:lnTo>
                  <a:pt x="482760" y="0"/>
                </a:lnTo>
                <a:lnTo>
                  <a:pt x="485849" y="0"/>
                </a:lnTo>
                <a:close/>
                <a:moveTo>
                  <a:pt x="519313" y="0"/>
                </a:moveTo>
                <a:cubicBezTo>
                  <a:pt x="521236" y="0"/>
                  <a:pt x="522872" y="679"/>
                  <a:pt x="524222" y="2036"/>
                </a:cubicBezTo>
                <a:cubicBezTo>
                  <a:pt x="525573" y="3392"/>
                  <a:pt x="526248" y="5037"/>
                  <a:pt x="526248" y="6969"/>
                </a:cubicBezTo>
                <a:cubicBezTo>
                  <a:pt x="526248" y="8902"/>
                  <a:pt x="525573" y="10559"/>
                  <a:pt x="524222" y="11939"/>
                </a:cubicBezTo>
                <a:cubicBezTo>
                  <a:pt x="522872" y="13318"/>
                  <a:pt x="521236" y="14008"/>
                  <a:pt x="519313" y="14008"/>
                </a:cubicBezTo>
                <a:cubicBezTo>
                  <a:pt x="517390" y="14008"/>
                  <a:pt x="515742" y="13318"/>
                  <a:pt x="514369" y="11939"/>
                </a:cubicBezTo>
                <a:cubicBezTo>
                  <a:pt x="512996" y="10559"/>
                  <a:pt x="512309" y="8902"/>
                  <a:pt x="512309" y="6969"/>
                </a:cubicBezTo>
                <a:cubicBezTo>
                  <a:pt x="512309" y="5037"/>
                  <a:pt x="512984" y="3392"/>
                  <a:pt x="514335" y="2036"/>
                </a:cubicBezTo>
                <a:cubicBezTo>
                  <a:pt x="515685" y="679"/>
                  <a:pt x="517345" y="0"/>
                  <a:pt x="519313" y="0"/>
                </a:cubicBezTo>
                <a:moveTo>
                  <a:pt x="525012" y="32959"/>
                </a:moveTo>
                <a:lnTo>
                  <a:pt x="525012" y="83385"/>
                </a:lnTo>
                <a:cubicBezTo>
                  <a:pt x="525012" y="87313"/>
                  <a:pt x="525298" y="89928"/>
                  <a:pt x="525870" y="91229"/>
                </a:cubicBezTo>
                <a:cubicBezTo>
                  <a:pt x="526443" y="92531"/>
                  <a:pt x="527290" y="93502"/>
                  <a:pt x="528411" y="94141"/>
                </a:cubicBezTo>
                <a:cubicBezTo>
                  <a:pt x="529533" y="94781"/>
                  <a:pt x="531581" y="95100"/>
                  <a:pt x="534557" y="95100"/>
                </a:cubicBezTo>
                <a:lnTo>
                  <a:pt x="534557" y="97641"/>
                </a:lnTo>
                <a:lnTo>
                  <a:pt x="504001" y="97641"/>
                </a:lnTo>
                <a:lnTo>
                  <a:pt x="504001" y="95100"/>
                </a:lnTo>
                <a:cubicBezTo>
                  <a:pt x="507068" y="95100"/>
                  <a:pt x="509128" y="94804"/>
                  <a:pt x="510180" y="94210"/>
                </a:cubicBezTo>
                <a:cubicBezTo>
                  <a:pt x="511233" y="93616"/>
                  <a:pt x="512069" y="92634"/>
                  <a:pt x="512687" y="91264"/>
                </a:cubicBezTo>
                <a:cubicBezTo>
                  <a:pt x="513305" y="89893"/>
                  <a:pt x="513614" y="87267"/>
                  <a:pt x="513614" y="83385"/>
                </a:cubicBezTo>
                <a:lnTo>
                  <a:pt x="513614" y="59200"/>
                </a:lnTo>
                <a:cubicBezTo>
                  <a:pt x="513614" y="52393"/>
                  <a:pt x="513408" y="47986"/>
                  <a:pt x="512996" y="45977"/>
                </a:cubicBezTo>
                <a:cubicBezTo>
                  <a:pt x="512675" y="44515"/>
                  <a:pt x="512172" y="43499"/>
                  <a:pt x="511485" y="42928"/>
                </a:cubicBezTo>
                <a:cubicBezTo>
                  <a:pt x="510798" y="42357"/>
                  <a:pt x="509860" y="42072"/>
                  <a:pt x="508670" y="42072"/>
                </a:cubicBezTo>
                <a:cubicBezTo>
                  <a:pt x="507388" y="42072"/>
                  <a:pt x="505832" y="42415"/>
                  <a:pt x="504001" y="43100"/>
                </a:cubicBezTo>
                <a:lnTo>
                  <a:pt x="503039" y="40632"/>
                </a:lnTo>
                <a:lnTo>
                  <a:pt x="521991" y="32959"/>
                </a:lnTo>
                <a:lnTo>
                  <a:pt x="525012" y="32959"/>
                </a:lnTo>
                <a:close/>
                <a:moveTo>
                  <a:pt x="560672" y="14008"/>
                </a:moveTo>
                <a:lnTo>
                  <a:pt x="560672" y="34744"/>
                </a:lnTo>
                <a:lnTo>
                  <a:pt x="575367" y="34744"/>
                </a:lnTo>
                <a:lnTo>
                  <a:pt x="575367" y="39551"/>
                </a:lnTo>
                <a:lnTo>
                  <a:pt x="560672" y="39551"/>
                </a:lnTo>
                <a:lnTo>
                  <a:pt x="560672" y="80282"/>
                </a:lnTo>
                <a:cubicBezTo>
                  <a:pt x="560672" y="84352"/>
                  <a:pt x="561256" y="87095"/>
                  <a:pt x="562423" y="88513"/>
                </a:cubicBezTo>
                <a:cubicBezTo>
                  <a:pt x="563591" y="89929"/>
                  <a:pt x="565090" y="90637"/>
                  <a:pt x="566921" y="90637"/>
                </a:cubicBezTo>
                <a:cubicBezTo>
                  <a:pt x="568431" y="90637"/>
                  <a:pt x="569896" y="90168"/>
                  <a:pt x="571315" y="89230"/>
                </a:cubicBezTo>
                <a:cubicBezTo>
                  <a:pt x="572735" y="88291"/>
                  <a:pt x="573833" y="86906"/>
                  <a:pt x="574611" y="85075"/>
                </a:cubicBezTo>
                <a:lnTo>
                  <a:pt x="577289" y="85075"/>
                </a:lnTo>
                <a:cubicBezTo>
                  <a:pt x="575687" y="89574"/>
                  <a:pt x="573421" y="92977"/>
                  <a:pt x="570491" y="95283"/>
                </a:cubicBezTo>
                <a:cubicBezTo>
                  <a:pt x="567562" y="97587"/>
                  <a:pt x="564540" y="98740"/>
                  <a:pt x="561428" y="98740"/>
                </a:cubicBezTo>
                <a:cubicBezTo>
                  <a:pt x="559322" y="98740"/>
                  <a:pt x="557262" y="98155"/>
                  <a:pt x="555248" y="96987"/>
                </a:cubicBezTo>
                <a:cubicBezTo>
                  <a:pt x="553234" y="95818"/>
                  <a:pt x="551746" y="94146"/>
                  <a:pt x="550785" y="91970"/>
                </a:cubicBezTo>
                <a:cubicBezTo>
                  <a:pt x="549823" y="89793"/>
                  <a:pt x="549343" y="86435"/>
                  <a:pt x="549343" y="81898"/>
                </a:cubicBezTo>
                <a:lnTo>
                  <a:pt x="549343" y="39551"/>
                </a:lnTo>
                <a:lnTo>
                  <a:pt x="539386" y="39551"/>
                </a:lnTo>
                <a:lnTo>
                  <a:pt x="539386" y="37285"/>
                </a:lnTo>
                <a:cubicBezTo>
                  <a:pt x="541904" y="36275"/>
                  <a:pt x="544479" y="34565"/>
                  <a:pt x="547111" y="32154"/>
                </a:cubicBezTo>
                <a:cubicBezTo>
                  <a:pt x="549743" y="29744"/>
                  <a:pt x="552089" y="26886"/>
                  <a:pt x="554149" y="23580"/>
                </a:cubicBezTo>
                <a:cubicBezTo>
                  <a:pt x="555202" y="21836"/>
                  <a:pt x="556667" y="18645"/>
                  <a:pt x="558544" y="14008"/>
                </a:cubicBezTo>
                <a:lnTo>
                  <a:pt x="560672" y="14008"/>
                </a:lnTo>
                <a:close/>
                <a:moveTo>
                  <a:pt x="613431" y="34744"/>
                </a:moveTo>
                <a:lnTo>
                  <a:pt x="643025" y="34744"/>
                </a:lnTo>
                <a:lnTo>
                  <a:pt x="643025" y="37285"/>
                </a:lnTo>
                <a:lnTo>
                  <a:pt x="641103" y="37285"/>
                </a:lnTo>
                <a:cubicBezTo>
                  <a:pt x="639317" y="37285"/>
                  <a:pt x="637955" y="37720"/>
                  <a:pt x="637017" y="38590"/>
                </a:cubicBezTo>
                <a:cubicBezTo>
                  <a:pt x="636079" y="39459"/>
                  <a:pt x="635609" y="40627"/>
                  <a:pt x="635609" y="42091"/>
                </a:cubicBezTo>
                <a:cubicBezTo>
                  <a:pt x="635609" y="43694"/>
                  <a:pt x="636090" y="45593"/>
                  <a:pt x="637051" y="47791"/>
                </a:cubicBezTo>
                <a:lnTo>
                  <a:pt x="651677" y="82535"/>
                </a:lnTo>
                <a:lnTo>
                  <a:pt x="666371" y="46486"/>
                </a:lnTo>
                <a:cubicBezTo>
                  <a:pt x="667424" y="43922"/>
                  <a:pt x="667951" y="41977"/>
                  <a:pt x="667951" y="40649"/>
                </a:cubicBezTo>
                <a:cubicBezTo>
                  <a:pt x="667951" y="40009"/>
                  <a:pt x="667768" y="39482"/>
                  <a:pt x="667401" y="39070"/>
                </a:cubicBezTo>
                <a:cubicBezTo>
                  <a:pt x="666898" y="38384"/>
                  <a:pt x="666257" y="37914"/>
                  <a:pt x="665479" y="37663"/>
                </a:cubicBezTo>
                <a:cubicBezTo>
                  <a:pt x="664701" y="37411"/>
                  <a:pt x="663121" y="37285"/>
                  <a:pt x="660741" y="37285"/>
                </a:cubicBezTo>
                <a:lnTo>
                  <a:pt x="660741" y="34744"/>
                </a:lnTo>
                <a:lnTo>
                  <a:pt x="681272" y="34744"/>
                </a:lnTo>
                <a:lnTo>
                  <a:pt x="681272" y="37285"/>
                </a:lnTo>
                <a:cubicBezTo>
                  <a:pt x="678891" y="37468"/>
                  <a:pt x="677243" y="37949"/>
                  <a:pt x="676328" y="38727"/>
                </a:cubicBezTo>
                <a:cubicBezTo>
                  <a:pt x="674726" y="40100"/>
                  <a:pt x="673284" y="42389"/>
                  <a:pt x="672002" y="45593"/>
                </a:cubicBezTo>
                <a:lnTo>
                  <a:pt x="649686" y="99564"/>
                </a:lnTo>
                <a:lnTo>
                  <a:pt x="646870" y="99564"/>
                </a:lnTo>
                <a:lnTo>
                  <a:pt x="624417" y="46486"/>
                </a:lnTo>
                <a:cubicBezTo>
                  <a:pt x="623410" y="44014"/>
                  <a:pt x="622449" y="42240"/>
                  <a:pt x="621533" y="41164"/>
                </a:cubicBezTo>
                <a:cubicBezTo>
                  <a:pt x="620618" y="40089"/>
                  <a:pt x="619450" y="39185"/>
                  <a:pt x="618031" y="38452"/>
                </a:cubicBezTo>
                <a:cubicBezTo>
                  <a:pt x="617253" y="38040"/>
                  <a:pt x="615719" y="37651"/>
                  <a:pt x="613431" y="37285"/>
                </a:cubicBezTo>
                <a:lnTo>
                  <a:pt x="613431" y="34744"/>
                </a:lnTo>
                <a:close/>
                <a:moveTo>
                  <a:pt x="697546" y="58502"/>
                </a:moveTo>
                <a:cubicBezTo>
                  <a:pt x="697500" y="67819"/>
                  <a:pt x="699766" y="75127"/>
                  <a:pt x="704343" y="80426"/>
                </a:cubicBezTo>
                <a:cubicBezTo>
                  <a:pt x="708921" y="85723"/>
                  <a:pt x="714300" y="88371"/>
                  <a:pt x="720480" y="88371"/>
                </a:cubicBezTo>
                <a:cubicBezTo>
                  <a:pt x="724600" y="88371"/>
                  <a:pt x="728182" y="87238"/>
                  <a:pt x="731226" y="84972"/>
                </a:cubicBezTo>
                <a:cubicBezTo>
                  <a:pt x="734270" y="82706"/>
                  <a:pt x="736822" y="78827"/>
                  <a:pt x="738882" y="73334"/>
                </a:cubicBezTo>
                <a:lnTo>
                  <a:pt x="741011" y="74707"/>
                </a:lnTo>
                <a:cubicBezTo>
                  <a:pt x="740049" y="80978"/>
                  <a:pt x="737257" y="86689"/>
                  <a:pt x="732633" y="91839"/>
                </a:cubicBezTo>
                <a:cubicBezTo>
                  <a:pt x="728010" y="96989"/>
                  <a:pt x="722219" y="99564"/>
                  <a:pt x="715261" y="99564"/>
                </a:cubicBezTo>
                <a:cubicBezTo>
                  <a:pt x="707708" y="99564"/>
                  <a:pt x="701242" y="96629"/>
                  <a:pt x="695863" y="90760"/>
                </a:cubicBezTo>
                <a:cubicBezTo>
                  <a:pt x="690485" y="84889"/>
                  <a:pt x="687795" y="76997"/>
                  <a:pt x="687795" y="67083"/>
                </a:cubicBezTo>
                <a:cubicBezTo>
                  <a:pt x="687795" y="56349"/>
                  <a:pt x="690553" y="47978"/>
                  <a:pt x="696069" y="41971"/>
                </a:cubicBezTo>
                <a:cubicBezTo>
                  <a:pt x="701585" y="35963"/>
                  <a:pt x="708509" y="32959"/>
                  <a:pt x="716841" y="32959"/>
                </a:cubicBezTo>
                <a:cubicBezTo>
                  <a:pt x="723890" y="32959"/>
                  <a:pt x="729681" y="35276"/>
                  <a:pt x="734213" y="39911"/>
                </a:cubicBezTo>
                <a:cubicBezTo>
                  <a:pt x="738745" y="44545"/>
                  <a:pt x="741011" y="50742"/>
                  <a:pt x="741011" y="58502"/>
                </a:cubicBezTo>
                <a:lnTo>
                  <a:pt x="697546" y="58502"/>
                </a:lnTo>
                <a:moveTo>
                  <a:pt x="697546" y="54520"/>
                </a:moveTo>
                <a:lnTo>
                  <a:pt x="726660" y="54520"/>
                </a:lnTo>
                <a:cubicBezTo>
                  <a:pt x="726431" y="50491"/>
                  <a:pt x="725950" y="47653"/>
                  <a:pt x="725218" y="46005"/>
                </a:cubicBezTo>
                <a:cubicBezTo>
                  <a:pt x="724073" y="43442"/>
                  <a:pt x="722368" y="41428"/>
                  <a:pt x="720102" y="39963"/>
                </a:cubicBezTo>
                <a:cubicBezTo>
                  <a:pt x="717836" y="38498"/>
                  <a:pt x="715467" y="37766"/>
                  <a:pt x="712995" y="37766"/>
                </a:cubicBezTo>
                <a:cubicBezTo>
                  <a:pt x="709196" y="37766"/>
                  <a:pt x="705797" y="39242"/>
                  <a:pt x="702799" y="42194"/>
                </a:cubicBezTo>
                <a:cubicBezTo>
                  <a:pt x="699800" y="45147"/>
                  <a:pt x="698049" y="49255"/>
                  <a:pt x="697546" y="54520"/>
                </a:cubicBezTo>
                <a:close/>
                <a:moveTo>
                  <a:pt x="767812" y="32959"/>
                </a:moveTo>
                <a:lnTo>
                  <a:pt x="767812" y="47104"/>
                </a:lnTo>
                <a:cubicBezTo>
                  <a:pt x="773076" y="37674"/>
                  <a:pt x="778478" y="32959"/>
                  <a:pt x="784016" y="32959"/>
                </a:cubicBezTo>
                <a:cubicBezTo>
                  <a:pt x="786534" y="32959"/>
                  <a:pt x="788617" y="33726"/>
                  <a:pt x="790265" y="35259"/>
                </a:cubicBezTo>
                <a:cubicBezTo>
                  <a:pt x="791913" y="36793"/>
                  <a:pt x="792737" y="38567"/>
                  <a:pt x="792737" y="40581"/>
                </a:cubicBezTo>
                <a:cubicBezTo>
                  <a:pt x="792737" y="42366"/>
                  <a:pt x="792142" y="43877"/>
                  <a:pt x="790952" y="45113"/>
                </a:cubicBezTo>
                <a:cubicBezTo>
                  <a:pt x="789761" y="46349"/>
                  <a:pt x="788342" y="46967"/>
                  <a:pt x="786694" y="46967"/>
                </a:cubicBezTo>
                <a:cubicBezTo>
                  <a:pt x="785092" y="46967"/>
                  <a:pt x="783296" y="46177"/>
                  <a:pt x="781304" y="44598"/>
                </a:cubicBezTo>
                <a:cubicBezTo>
                  <a:pt x="779313" y="43018"/>
                  <a:pt x="777837" y="42229"/>
                  <a:pt x="776875" y="42229"/>
                </a:cubicBezTo>
                <a:cubicBezTo>
                  <a:pt x="776051" y="42229"/>
                  <a:pt x="775159" y="42685"/>
                  <a:pt x="774197" y="43598"/>
                </a:cubicBezTo>
                <a:cubicBezTo>
                  <a:pt x="772137" y="45470"/>
                  <a:pt x="770009" y="48552"/>
                  <a:pt x="767812" y="52844"/>
                </a:cubicBezTo>
                <a:lnTo>
                  <a:pt x="767812" y="82910"/>
                </a:lnTo>
                <a:cubicBezTo>
                  <a:pt x="767812" y="86379"/>
                  <a:pt x="768246" y="89004"/>
                  <a:pt x="769116" y="90785"/>
                </a:cubicBezTo>
                <a:cubicBezTo>
                  <a:pt x="769711" y="92018"/>
                  <a:pt x="770764" y="93046"/>
                  <a:pt x="772275" y="93869"/>
                </a:cubicBezTo>
                <a:cubicBezTo>
                  <a:pt x="773785" y="94690"/>
                  <a:pt x="775960" y="95100"/>
                  <a:pt x="778798" y="95100"/>
                </a:cubicBezTo>
                <a:lnTo>
                  <a:pt x="778798" y="97641"/>
                </a:lnTo>
                <a:lnTo>
                  <a:pt x="746594" y="97641"/>
                </a:lnTo>
                <a:lnTo>
                  <a:pt x="746594" y="95100"/>
                </a:lnTo>
                <a:cubicBezTo>
                  <a:pt x="749798" y="95100"/>
                  <a:pt x="752179" y="94598"/>
                  <a:pt x="753735" y="93594"/>
                </a:cubicBezTo>
                <a:cubicBezTo>
                  <a:pt x="754880" y="92863"/>
                  <a:pt x="755681" y="91698"/>
                  <a:pt x="756138" y="90099"/>
                </a:cubicBezTo>
                <a:cubicBezTo>
                  <a:pt x="756367" y="89322"/>
                  <a:pt x="756482" y="87107"/>
                  <a:pt x="756482" y="83453"/>
                </a:cubicBezTo>
                <a:lnTo>
                  <a:pt x="756482" y="59131"/>
                </a:lnTo>
                <a:cubicBezTo>
                  <a:pt x="756482" y="51822"/>
                  <a:pt x="756333" y="47472"/>
                  <a:pt x="756036" y="46080"/>
                </a:cubicBezTo>
                <a:cubicBezTo>
                  <a:pt x="755738" y="44687"/>
                  <a:pt x="755189" y="43671"/>
                  <a:pt x="754388" y="43031"/>
                </a:cubicBezTo>
                <a:cubicBezTo>
                  <a:pt x="753586" y="42392"/>
                  <a:pt x="752591" y="42072"/>
                  <a:pt x="751401" y="42072"/>
                </a:cubicBezTo>
                <a:cubicBezTo>
                  <a:pt x="749982" y="42072"/>
                  <a:pt x="748379" y="42415"/>
                  <a:pt x="746594" y="43100"/>
                </a:cubicBezTo>
                <a:lnTo>
                  <a:pt x="745907" y="40632"/>
                </a:lnTo>
                <a:lnTo>
                  <a:pt x="764928" y="32959"/>
                </a:lnTo>
                <a:lnTo>
                  <a:pt x="767812" y="32959"/>
                </a:lnTo>
                <a:close/>
                <a:moveTo>
                  <a:pt x="814502" y="14008"/>
                </a:moveTo>
                <a:lnTo>
                  <a:pt x="814502" y="34744"/>
                </a:lnTo>
                <a:lnTo>
                  <a:pt x="829197" y="34744"/>
                </a:lnTo>
                <a:lnTo>
                  <a:pt x="829197" y="39551"/>
                </a:lnTo>
                <a:lnTo>
                  <a:pt x="814502" y="39551"/>
                </a:lnTo>
                <a:lnTo>
                  <a:pt x="814502" y="80282"/>
                </a:lnTo>
                <a:cubicBezTo>
                  <a:pt x="814502" y="84352"/>
                  <a:pt x="815086" y="87095"/>
                  <a:pt x="816253" y="88513"/>
                </a:cubicBezTo>
                <a:cubicBezTo>
                  <a:pt x="817421" y="89929"/>
                  <a:pt x="818920" y="90637"/>
                  <a:pt x="820751" y="90637"/>
                </a:cubicBezTo>
                <a:cubicBezTo>
                  <a:pt x="822262" y="90637"/>
                  <a:pt x="823726" y="90168"/>
                  <a:pt x="825145" y="89230"/>
                </a:cubicBezTo>
                <a:cubicBezTo>
                  <a:pt x="826565" y="88291"/>
                  <a:pt x="827663" y="86906"/>
                  <a:pt x="828441" y="85075"/>
                </a:cubicBezTo>
                <a:lnTo>
                  <a:pt x="831119" y="85075"/>
                </a:lnTo>
                <a:cubicBezTo>
                  <a:pt x="829517" y="89574"/>
                  <a:pt x="827251" y="92977"/>
                  <a:pt x="824321" y="95283"/>
                </a:cubicBezTo>
                <a:cubicBezTo>
                  <a:pt x="821392" y="97587"/>
                  <a:pt x="818370" y="98740"/>
                  <a:pt x="815258" y="98740"/>
                </a:cubicBezTo>
                <a:cubicBezTo>
                  <a:pt x="813152" y="98740"/>
                  <a:pt x="811092" y="98155"/>
                  <a:pt x="809078" y="96987"/>
                </a:cubicBezTo>
                <a:cubicBezTo>
                  <a:pt x="807064" y="95818"/>
                  <a:pt x="805576" y="94146"/>
                  <a:pt x="804615" y="91970"/>
                </a:cubicBezTo>
                <a:cubicBezTo>
                  <a:pt x="803653" y="89793"/>
                  <a:pt x="803173" y="86435"/>
                  <a:pt x="803173" y="81898"/>
                </a:cubicBezTo>
                <a:lnTo>
                  <a:pt x="803173" y="39551"/>
                </a:lnTo>
                <a:lnTo>
                  <a:pt x="793216" y="39551"/>
                </a:lnTo>
                <a:lnTo>
                  <a:pt x="793216" y="37285"/>
                </a:lnTo>
                <a:cubicBezTo>
                  <a:pt x="795734" y="36275"/>
                  <a:pt x="798309" y="34565"/>
                  <a:pt x="800941" y="32154"/>
                </a:cubicBezTo>
                <a:cubicBezTo>
                  <a:pt x="803573" y="29744"/>
                  <a:pt x="805919" y="26886"/>
                  <a:pt x="807979" y="23580"/>
                </a:cubicBezTo>
                <a:cubicBezTo>
                  <a:pt x="809032" y="21836"/>
                  <a:pt x="810497" y="18645"/>
                  <a:pt x="812374" y="14008"/>
                </a:cubicBezTo>
                <a:lnTo>
                  <a:pt x="814502" y="14008"/>
                </a:lnTo>
                <a:close/>
                <a:moveTo>
                  <a:pt x="845906" y="58502"/>
                </a:moveTo>
                <a:cubicBezTo>
                  <a:pt x="845860" y="67819"/>
                  <a:pt x="848126" y="75127"/>
                  <a:pt x="852703" y="80426"/>
                </a:cubicBezTo>
                <a:cubicBezTo>
                  <a:pt x="857281" y="85723"/>
                  <a:pt x="862660" y="88371"/>
                  <a:pt x="868840" y="88371"/>
                </a:cubicBezTo>
                <a:cubicBezTo>
                  <a:pt x="872960" y="88371"/>
                  <a:pt x="876542" y="87238"/>
                  <a:pt x="879586" y="84972"/>
                </a:cubicBezTo>
                <a:cubicBezTo>
                  <a:pt x="882630" y="82706"/>
                  <a:pt x="885182" y="78827"/>
                  <a:pt x="887242" y="73334"/>
                </a:cubicBezTo>
                <a:lnTo>
                  <a:pt x="889371" y="74707"/>
                </a:lnTo>
                <a:cubicBezTo>
                  <a:pt x="888409" y="80978"/>
                  <a:pt x="885617" y="86689"/>
                  <a:pt x="880993" y="91839"/>
                </a:cubicBezTo>
                <a:cubicBezTo>
                  <a:pt x="876370" y="96989"/>
                  <a:pt x="870579" y="99564"/>
                  <a:pt x="863621" y="99564"/>
                </a:cubicBezTo>
                <a:cubicBezTo>
                  <a:pt x="856068" y="99564"/>
                  <a:pt x="849602" y="96629"/>
                  <a:pt x="844223" y="90760"/>
                </a:cubicBezTo>
                <a:cubicBezTo>
                  <a:pt x="838845" y="84889"/>
                  <a:pt x="836155" y="76997"/>
                  <a:pt x="836155" y="67083"/>
                </a:cubicBezTo>
                <a:cubicBezTo>
                  <a:pt x="836155" y="56349"/>
                  <a:pt x="838913" y="47978"/>
                  <a:pt x="844429" y="41971"/>
                </a:cubicBezTo>
                <a:cubicBezTo>
                  <a:pt x="849945" y="35963"/>
                  <a:pt x="856869" y="32959"/>
                  <a:pt x="865200" y="32959"/>
                </a:cubicBezTo>
                <a:cubicBezTo>
                  <a:pt x="872250" y="32959"/>
                  <a:pt x="878041" y="35276"/>
                  <a:pt x="882573" y="39911"/>
                </a:cubicBezTo>
                <a:cubicBezTo>
                  <a:pt x="887105" y="44545"/>
                  <a:pt x="889371" y="50742"/>
                  <a:pt x="889371" y="58502"/>
                </a:cubicBezTo>
                <a:lnTo>
                  <a:pt x="845906" y="58502"/>
                </a:lnTo>
                <a:moveTo>
                  <a:pt x="845906" y="54520"/>
                </a:moveTo>
                <a:lnTo>
                  <a:pt x="875020" y="54520"/>
                </a:lnTo>
                <a:cubicBezTo>
                  <a:pt x="874791" y="50491"/>
                  <a:pt x="874310" y="47653"/>
                  <a:pt x="873578" y="46005"/>
                </a:cubicBezTo>
                <a:cubicBezTo>
                  <a:pt x="872433" y="43442"/>
                  <a:pt x="870728" y="41428"/>
                  <a:pt x="868462" y="39963"/>
                </a:cubicBezTo>
                <a:cubicBezTo>
                  <a:pt x="866196" y="38498"/>
                  <a:pt x="863827" y="37766"/>
                  <a:pt x="861355" y="37766"/>
                </a:cubicBezTo>
                <a:cubicBezTo>
                  <a:pt x="857556" y="37766"/>
                  <a:pt x="854157" y="39242"/>
                  <a:pt x="851158" y="42194"/>
                </a:cubicBezTo>
                <a:cubicBezTo>
                  <a:pt x="848160" y="45147"/>
                  <a:pt x="846409" y="49255"/>
                  <a:pt x="845906" y="54520"/>
                </a:cubicBezTo>
                <a:close/>
                <a:moveTo>
                  <a:pt x="895229" y="34744"/>
                </a:moveTo>
                <a:lnTo>
                  <a:pt x="924823" y="34744"/>
                </a:lnTo>
                <a:lnTo>
                  <a:pt x="924823" y="37285"/>
                </a:lnTo>
                <a:cubicBezTo>
                  <a:pt x="922946" y="37285"/>
                  <a:pt x="921630" y="37605"/>
                  <a:pt x="920875" y="38246"/>
                </a:cubicBezTo>
                <a:cubicBezTo>
                  <a:pt x="920120" y="38887"/>
                  <a:pt x="919742" y="39734"/>
                  <a:pt x="919742" y="40787"/>
                </a:cubicBezTo>
                <a:cubicBezTo>
                  <a:pt x="919742" y="41885"/>
                  <a:pt x="920543" y="43579"/>
                  <a:pt x="922145" y="45868"/>
                </a:cubicBezTo>
                <a:cubicBezTo>
                  <a:pt x="922649" y="46600"/>
                  <a:pt x="923404" y="47745"/>
                  <a:pt x="924411" y="49301"/>
                </a:cubicBezTo>
                <a:lnTo>
                  <a:pt x="928875" y="56442"/>
                </a:lnTo>
                <a:lnTo>
                  <a:pt x="934024" y="49301"/>
                </a:lnTo>
                <a:cubicBezTo>
                  <a:pt x="937320" y="44769"/>
                  <a:pt x="938968" y="41908"/>
                  <a:pt x="938968" y="40718"/>
                </a:cubicBezTo>
                <a:cubicBezTo>
                  <a:pt x="938968" y="39757"/>
                  <a:pt x="938579" y="38944"/>
                  <a:pt x="937801" y="38281"/>
                </a:cubicBezTo>
                <a:cubicBezTo>
                  <a:pt x="937023" y="37617"/>
                  <a:pt x="935764" y="37285"/>
                  <a:pt x="934024" y="37285"/>
                </a:cubicBezTo>
                <a:lnTo>
                  <a:pt x="934024" y="34744"/>
                </a:lnTo>
                <a:lnTo>
                  <a:pt x="955311" y="34744"/>
                </a:lnTo>
                <a:lnTo>
                  <a:pt x="955311" y="37285"/>
                </a:lnTo>
                <a:cubicBezTo>
                  <a:pt x="953068" y="37422"/>
                  <a:pt x="951122" y="38040"/>
                  <a:pt x="949474" y="39139"/>
                </a:cubicBezTo>
                <a:cubicBezTo>
                  <a:pt x="947231" y="40695"/>
                  <a:pt x="944164" y="44083"/>
                  <a:pt x="940273" y="49301"/>
                </a:cubicBezTo>
                <a:lnTo>
                  <a:pt x="931690" y="60768"/>
                </a:lnTo>
                <a:lnTo>
                  <a:pt x="947345" y="83245"/>
                </a:lnTo>
                <a:cubicBezTo>
                  <a:pt x="951191" y="88773"/>
                  <a:pt x="953937" y="92096"/>
                  <a:pt x="955585" y="93216"/>
                </a:cubicBezTo>
                <a:cubicBezTo>
                  <a:pt x="957233" y="94335"/>
                  <a:pt x="959362" y="94963"/>
                  <a:pt x="961971" y="95100"/>
                </a:cubicBezTo>
                <a:lnTo>
                  <a:pt x="961971" y="97641"/>
                </a:lnTo>
                <a:lnTo>
                  <a:pt x="932308" y="97641"/>
                </a:lnTo>
                <a:lnTo>
                  <a:pt x="932308" y="95100"/>
                </a:lnTo>
                <a:cubicBezTo>
                  <a:pt x="934368" y="95100"/>
                  <a:pt x="935970" y="94644"/>
                  <a:pt x="937114" y="93731"/>
                </a:cubicBezTo>
                <a:cubicBezTo>
                  <a:pt x="937984" y="93092"/>
                  <a:pt x="938419" y="92247"/>
                  <a:pt x="938419" y="91197"/>
                </a:cubicBezTo>
                <a:cubicBezTo>
                  <a:pt x="938419" y="90147"/>
                  <a:pt x="936954" y="87499"/>
                  <a:pt x="934024" y="83254"/>
                </a:cubicBezTo>
                <a:lnTo>
                  <a:pt x="924823" y="69832"/>
                </a:lnTo>
                <a:lnTo>
                  <a:pt x="914730" y="83254"/>
                </a:lnTo>
                <a:cubicBezTo>
                  <a:pt x="911617" y="87408"/>
                  <a:pt x="910060" y="89873"/>
                  <a:pt x="910060" y="90650"/>
                </a:cubicBezTo>
                <a:cubicBezTo>
                  <a:pt x="910060" y="91746"/>
                  <a:pt x="910575" y="92739"/>
                  <a:pt x="911605" y="93628"/>
                </a:cubicBezTo>
                <a:cubicBezTo>
                  <a:pt x="912635" y="94518"/>
                  <a:pt x="914180" y="95009"/>
                  <a:pt x="916240" y="95100"/>
                </a:cubicBezTo>
                <a:lnTo>
                  <a:pt x="916240" y="97641"/>
                </a:lnTo>
                <a:lnTo>
                  <a:pt x="895709" y="97641"/>
                </a:lnTo>
                <a:lnTo>
                  <a:pt x="895709" y="95100"/>
                </a:lnTo>
                <a:cubicBezTo>
                  <a:pt x="897357" y="94872"/>
                  <a:pt x="898799" y="94301"/>
                  <a:pt x="900035" y="93388"/>
                </a:cubicBezTo>
                <a:cubicBezTo>
                  <a:pt x="901775" y="92063"/>
                  <a:pt x="904704" y="88684"/>
                  <a:pt x="908824" y="83249"/>
                </a:cubicBezTo>
                <a:lnTo>
                  <a:pt x="922008" y="65781"/>
                </a:lnTo>
                <a:lnTo>
                  <a:pt x="910060" y="48477"/>
                </a:lnTo>
                <a:cubicBezTo>
                  <a:pt x="906673" y="43533"/>
                  <a:pt x="904052" y="40432"/>
                  <a:pt x="902198" y="39173"/>
                </a:cubicBezTo>
                <a:cubicBezTo>
                  <a:pt x="900344" y="37914"/>
                  <a:pt x="898021" y="37285"/>
                  <a:pt x="895229" y="37285"/>
                </a:cubicBezTo>
                <a:lnTo>
                  <a:pt x="895229" y="347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1C532-6225-4485-9316-BBF997B1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97" y="538515"/>
            <a:ext cx="284454" cy="10"/>
          </a:xfrm>
          <a:custGeom xmlns:a="http://schemas.openxmlformats.org/drawingml/2006/main">
            <a:pathLst>
              <a:path w="284454" h="1" fill="none">
                <a:moveTo>
                  <a:pt x="28445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F8B11-801A-4284-9397-F4EF8B16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97" y="863234"/>
            <a:ext cx="284454" cy="10"/>
          </a:xfrm>
          <a:custGeom xmlns:a="http://schemas.openxmlformats.org/drawingml/2006/main">
            <a:pathLst>
              <a:path w="284454" h="1" fill="none">
                <a:moveTo>
                  <a:pt x="28445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8803B-BBC1-4A7D-936D-D7F37CED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97" y="1193060"/>
            <a:ext cx="284454" cy="10"/>
          </a:xfrm>
          <a:custGeom xmlns:a="http://schemas.openxmlformats.org/drawingml/2006/main">
            <a:pathLst>
              <a:path w="284454" h="1" fill="none">
                <a:moveTo>
                  <a:pt x="28445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35A58-F50E-4EBA-A396-6A02A382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95" y="1193060"/>
            <a:ext cx="286648" cy="10"/>
          </a:xfrm>
          <a:custGeom xmlns:a="http://schemas.openxmlformats.org/drawingml/2006/main">
            <a:pathLst>
              <a:path w="286648" h="1" fill="none">
                <a:moveTo>
                  <a:pt x="28664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66B63-0037-4011-9E65-861835F2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95" y="863234"/>
            <a:ext cx="286648" cy="10"/>
          </a:xfrm>
          <a:custGeom xmlns:a="http://schemas.openxmlformats.org/drawingml/2006/main">
            <a:pathLst>
              <a:path w="286648" h="1" fill="none">
                <a:moveTo>
                  <a:pt x="28664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DD26A-0396-4547-A508-8CF20460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95" y="538515"/>
            <a:ext cx="286648" cy="10"/>
          </a:xfrm>
          <a:custGeom xmlns:a="http://schemas.openxmlformats.org/drawingml/2006/main">
            <a:pathLst>
              <a:path w="286648" h="1" fill="none">
                <a:moveTo>
                  <a:pt x="28664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477A0-3EF2-4D79-B440-CC1DDA5D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96" y="561529"/>
            <a:ext cx="10" cy="279487"/>
          </a:xfrm>
          <a:custGeom xmlns:a="http://schemas.openxmlformats.org/drawingml/2006/main">
            <a:pathLst>
              <a:path w="1" h="279487" fill="none">
                <a:moveTo>
                  <a:pt x="0" y="2794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EF917-DE87-4E9C-9807-3A57AAC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96" y="888818"/>
            <a:ext cx="10" cy="280445"/>
          </a:xfrm>
          <a:custGeom xmlns:a="http://schemas.openxmlformats.org/drawingml/2006/main">
            <a:pathLst>
              <a:path w="1" h="280445" fill="none">
                <a:moveTo>
                  <a:pt x="0" y="2804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258EF-C2E2-492E-9864-1865B1D6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81" y="561529"/>
            <a:ext cx="10" cy="279487"/>
          </a:xfrm>
          <a:custGeom xmlns:a="http://schemas.openxmlformats.org/drawingml/2006/main">
            <a:pathLst>
              <a:path w="1" h="279487" fill="none">
                <a:moveTo>
                  <a:pt x="0" y="2794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91971-11F6-4DD2-9CD0-FDE70A51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81" y="888818"/>
            <a:ext cx="10" cy="280445"/>
          </a:xfrm>
          <a:custGeom xmlns:a="http://schemas.openxmlformats.org/drawingml/2006/main">
            <a:pathLst>
              <a:path w="1" h="280445" fill="none">
                <a:moveTo>
                  <a:pt x="0" y="2804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45538-3992-40D6-A6FA-CC37CA54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65" y="561529"/>
            <a:ext cx="10" cy="279487"/>
          </a:xfrm>
          <a:custGeom xmlns:a="http://schemas.openxmlformats.org/drawingml/2006/main">
            <a:pathLst>
              <a:path w="1" h="279487" fill="none">
                <a:moveTo>
                  <a:pt x="0" y="2794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B6A35-E6F5-40CA-93C8-6EA94AB6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65" y="888818"/>
            <a:ext cx="10" cy="280445"/>
          </a:xfrm>
          <a:custGeom xmlns:a="http://schemas.openxmlformats.org/drawingml/2006/main">
            <a:pathLst>
              <a:path w="1" h="280445" fill="none">
                <a:moveTo>
                  <a:pt x="0" y="2804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25098"/>
              </a:srgbClr>
            </a:solidFill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AC47B-59F7-4B67-9086-821302F6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11" y="422924"/>
            <a:ext cx="998806" cy="991658"/>
          </a:xfrm>
          <a:custGeom xmlns:a="http://schemas.openxmlformats.org/drawingml/2006/main">
            <a:pathLst>
              <a:path w="998806" h="991658" fill="none">
                <a:moveTo>
                  <a:pt x="0" y="991658"/>
                </a:moveTo>
                <a:cubicBezTo>
                  <a:pt x="67061" y="471629"/>
                  <a:pt x="478310" y="63333"/>
                  <a:pt x="99880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42535C"/>
            </a:solidFill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70AA3-39EA-49C7-82EE-1058D2DA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16" y="608823"/>
            <a:ext cx="532484" cy="33224"/>
          </a:xfrm>
          <a:custGeom xmlns:a="http://schemas.openxmlformats.org/drawingml/2006/main">
            <a:pathLst>
              <a:path w="532484" h="33224" fill="none">
                <a:moveTo>
                  <a:pt x="0" y="0"/>
                </a:moveTo>
                <a:lnTo>
                  <a:pt x="532484" y="33224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42535C"/>
            </a:solidFill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69715-1617-4570-8CDD-A53D7F89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775" y="538515"/>
            <a:ext cx="284450" cy="10"/>
          </a:xfrm>
          <a:custGeom xmlns:a="http://schemas.openxmlformats.org/drawingml/2006/main">
            <a:pathLst>
              <a:path w="284450" h="1" fill="none">
                <a:moveTo>
                  <a:pt x="2844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F4727-0F63-445D-8DB5-DA059C3C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775" y="865789"/>
            <a:ext cx="284450" cy="10"/>
          </a:xfrm>
          <a:custGeom xmlns:a="http://schemas.openxmlformats.org/drawingml/2006/main">
            <a:pathLst>
              <a:path w="284450" h="1" fill="none">
                <a:moveTo>
                  <a:pt x="2844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E5D00-BCC5-4A3E-9F28-02C6509F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775" y="1193060"/>
            <a:ext cx="284450" cy="10"/>
          </a:xfrm>
          <a:custGeom xmlns:a="http://schemas.openxmlformats.org/drawingml/2006/main">
            <a:pathLst>
              <a:path w="284450" h="1" fill="none">
                <a:moveTo>
                  <a:pt x="2844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10196"/>
              </a:srgbClr>
            </a:solidFill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95C89-DCF3-42AE-9992-F4FCFBC9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156" y="1193060"/>
            <a:ext cx="286651" cy="10"/>
          </a:xfrm>
          <a:custGeom xmlns:a="http://schemas.openxmlformats.org/drawingml/2006/main">
            <a:pathLst>
              <a:path w="286651" h="1" fill="none">
                <a:moveTo>
                  <a:pt x="28665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10196"/>
              </a:srgbClr>
            </a:solidFill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753B8-BA48-4071-91BF-6CF032FB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156" y="865789"/>
            <a:ext cx="286651" cy="10"/>
          </a:xfrm>
          <a:custGeom xmlns:a="http://schemas.openxmlformats.org/drawingml/2006/main">
            <a:pathLst>
              <a:path w="286651" h="1" fill="none">
                <a:moveTo>
                  <a:pt x="28665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10196"/>
              </a:srgbClr>
            </a:solidFill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AD7B1-DB97-48F7-8A25-88D62433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156" y="538515"/>
            <a:ext cx="286651" cy="10"/>
          </a:xfrm>
          <a:custGeom xmlns:a="http://schemas.openxmlformats.org/drawingml/2006/main">
            <a:pathLst>
              <a:path w="286651" h="1" fill="none">
                <a:moveTo>
                  <a:pt x="28665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524A0-4953-40AB-A25F-3D998D8C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760" y="561529"/>
            <a:ext cx="10" cy="279487"/>
          </a:xfrm>
          <a:custGeom xmlns:a="http://schemas.openxmlformats.org/drawingml/2006/main">
            <a:pathLst>
              <a:path w="1" h="279487" fill="none">
                <a:moveTo>
                  <a:pt x="0" y="2794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10196"/>
              </a:srgbClr>
            </a:solidFill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43B24-804D-478F-A21E-7725CC4F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760" y="888818"/>
            <a:ext cx="10" cy="280445"/>
          </a:xfrm>
          <a:custGeom xmlns:a="http://schemas.openxmlformats.org/drawingml/2006/main">
            <a:pathLst>
              <a:path w="1" h="280445" fill="none">
                <a:moveTo>
                  <a:pt x="0" y="2804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1C312-CD32-4DC2-9013-54BC4104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155" y="561529"/>
            <a:ext cx="10" cy="279487"/>
          </a:xfrm>
          <a:custGeom xmlns:a="http://schemas.openxmlformats.org/drawingml/2006/main">
            <a:pathLst>
              <a:path w="1" h="279487" fill="none">
                <a:moveTo>
                  <a:pt x="0" y="2794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931F9-91D4-473E-9492-227A69B0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155" y="888818"/>
            <a:ext cx="10" cy="280445"/>
          </a:xfrm>
          <a:custGeom xmlns:a="http://schemas.openxmlformats.org/drawingml/2006/main">
            <a:pathLst>
              <a:path w="1" h="280445" fill="none">
                <a:moveTo>
                  <a:pt x="0" y="2804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10196"/>
              </a:srgbClr>
            </a:solidFill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8BF7B-17DD-4A51-B314-A4C31539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39" y="561529"/>
            <a:ext cx="10" cy="279487"/>
          </a:xfrm>
          <a:custGeom xmlns:a="http://schemas.openxmlformats.org/drawingml/2006/main">
            <a:pathLst>
              <a:path w="1" h="279487" fill="none">
                <a:moveTo>
                  <a:pt x="0" y="2794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10196"/>
              </a:srgbClr>
            </a:solidFill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8A6C3-8DE6-49E1-8509-AC8A0105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39" y="888818"/>
            <a:ext cx="10" cy="280445"/>
          </a:xfrm>
          <a:custGeom xmlns:a="http://schemas.openxmlformats.org/drawingml/2006/main">
            <a:pathLst>
              <a:path w="1" h="280445" fill="none">
                <a:moveTo>
                  <a:pt x="0" y="2804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10196"/>
              </a:srgbClr>
            </a:solidFill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4E0A0-9218-4620-BAED-082C5301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1" y="512947"/>
            <a:ext cx="46016" cy="48582"/>
          </a:xfrm>
          <a:custGeom xmlns:a="http://schemas.openxmlformats.org/drawingml/2006/main">
            <a:pathLst>
              <a:path w="46016" h="48582">
                <a:moveTo>
                  <a:pt x="0" y="24289"/>
                </a:moveTo>
                <a:cubicBezTo>
                  <a:pt x="0" y="10874"/>
                  <a:pt x="10304" y="0"/>
                  <a:pt x="23015" y="0"/>
                </a:cubicBezTo>
                <a:cubicBezTo>
                  <a:pt x="35715" y="0"/>
                  <a:pt x="46016" y="10874"/>
                  <a:pt x="46016" y="24289"/>
                </a:cubicBezTo>
                <a:cubicBezTo>
                  <a:pt x="46016" y="37722"/>
                  <a:pt x="35715" y="48582"/>
                  <a:pt x="23015" y="48582"/>
                </a:cubicBezTo>
                <a:cubicBezTo>
                  <a:pt x="10304" y="48582"/>
                  <a:pt x="0" y="37722"/>
                  <a:pt x="0" y="24289"/>
                </a:cubicBezTo>
                <a:close/>
                <a:moveTo>
                  <a:pt x="0" y="24289"/>
                </a:moveTo>
              </a:path>
            </a:pathLst>
          </a:custGeom>
          <a:solidFill xmlns:a="http://schemas.openxmlformats.org/drawingml/2006/main">
            <a:srgbClr val="22A4C5">
              <a:alpha val="2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B70FA-7AC5-407C-B59A-9727A76E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1" y="512944"/>
            <a:ext cx="46016" cy="48585"/>
          </a:xfrm>
          <a:custGeom xmlns:a="http://schemas.openxmlformats.org/drawingml/2006/main">
            <a:pathLst>
              <a:path w="46016" h="48585" fill="none">
                <a:moveTo>
                  <a:pt x="0" y="24292"/>
                </a:moveTo>
                <a:cubicBezTo>
                  <a:pt x="0" y="10877"/>
                  <a:pt x="10304" y="0"/>
                  <a:pt x="23015" y="0"/>
                </a:cubicBezTo>
                <a:cubicBezTo>
                  <a:pt x="35715" y="0"/>
                  <a:pt x="46016" y="10877"/>
                  <a:pt x="46016" y="24292"/>
                </a:cubicBezTo>
                <a:cubicBezTo>
                  <a:pt x="46016" y="37725"/>
                  <a:pt x="35715" y="48585"/>
                  <a:pt x="23015" y="48585"/>
                </a:cubicBezTo>
                <a:cubicBezTo>
                  <a:pt x="10304" y="48585"/>
                  <a:pt x="0" y="37725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>
                <a:alpha val="25098"/>
              </a:srgbClr>
            </a:solidFill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25F8B-C4F5-47FE-8534-71C8B456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1" y="840217"/>
            <a:ext cx="46016" cy="48585"/>
          </a:xfrm>
          <a:custGeom xmlns:a="http://schemas.openxmlformats.org/drawingml/2006/main">
            <a:pathLst>
              <a:path w="46016" h="48585">
                <a:moveTo>
                  <a:pt x="0" y="24293"/>
                </a:moveTo>
                <a:cubicBezTo>
                  <a:pt x="0" y="10877"/>
                  <a:pt x="10304" y="0"/>
                  <a:pt x="23015" y="0"/>
                </a:cubicBezTo>
                <a:cubicBezTo>
                  <a:pt x="35715" y="0"/>
                  <a:pt x="46016" y="10877"/>
                  <a:pt x="46016" y="24293"/>
                </a:cubicBezTo>
                <a:cubicBezTo>
                  <a:pt x="46016" y="37725"/>
                  <a:pt x="35715" y="48585"/>
                  <a:pt x="23015" y="48585"/>
                </a:cubicBezTo>
                <a:cubicBezTo>
                  <a:pt x="10304" y="48585"/>
                  <a:pt x="0" y="37725"/>
                  <a:pt x="0" y="24293"/>
                </a:cubicBezTo>
                <a:close/>
                <a:moveTo>
                  <a:pt x="0" y="24293"/>
                </a:moveTo>
              </a:path>
            </a:pathLst>
          </a:custGeom>
          <a:solidFill xmlns:a="http://schemas.openxmlformats.org/drawingml/2006/main">
            <a:srgbClr val="22A4C5">
              <a:alpha val="2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19E56-1E75-4C7C-A675-DAF9A193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1" y="840219"/>
            <a:ext cx="46016" cy="48585"/>
          </a:xfrm>
          <a:custGeom xmlns:a="http://schemas.openxmlformats.org/drawingml/2006/main">
            <a:pathLst>
              <a:path w="46016" h="48585" fill="none">
                <a:moveTo>
                  <a:pt x="0" y="24292"/>
                </a:moveTo>
                <a:cubicBezTo>
                  <a:pt x="0" y="10873"/>
                  <a:pt x="10304" y="0"/>
                  <a:pt x="23015" y="0"/>
                </a:cubicBezTo>
                <a:cubicBezTo>
                  <a:pt x="35715" y="0"/>
                  <a:pt x="46016" y="10873"/>
                  <a:pt x="46016" y="24292"/>
                </a:cubicBezTo>
                <a:cubicBezTo>
                  <a:pt x="46016" y="37722"/>
                  <a:pt x="35715" y="48585"/>
                  <a:pt x="23015" y="48585"/>
                </a:cubicBezTo>
                <a:cubicBezTo>
                  <a:pt x="10304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>
                <a:alpha val="25098"/>
              </a:srgbClr>
            </a:solidFill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591D1-C55A-4E8F-9BC1-237A86F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1" y="1167490"/>
            <a:ext cx="46016" cy="48585"/>
          </a:xfrm>
          <a:custGeom xmlns:a="http://schemas.openxmlformats.org/drawingml/2006/main">
            <a:pathLst>
              <a:path w="46016" h="48585">
                <a:moveTo>
                  <a:pt x="0" y="24293"/>
                </a:moveTo>
                <a:cubicBezTo>
                  <a:pt x="0" y="10877"/>
                  <a:pt x="10304" y="0"/>
                  <a:pt x="23015" y="0"/>
                </a:cubicBezTo>
                <a:cubicBezTo>
                  <a:pt x="35715" y="0"/>
                  <a:pt x="46016" y="10877"/>
                  <a:pt x="46016" y="24293"/>
                </a:cubicBezTo>
                <a:cubicBezTo>
                  <a:pt x="46016" y="37725"/>
                  <a:pt x="35715" y="48585"/>
                  <a:pt x="23015" y="48585"/>
                </a:cubicBezTo>
                <a:cubicBezTo>
                  <a:pt x="10304" y="48585"/>
                  <a:pt x="0" y="37725"/>
                  <a:pt x="0" y="24293"/>
                </a:cubicBezTo>
                <a:close/>
                <a:moveTo>
                  <a:pt x="0" y="24293"/>
                </a:moveTo>
              </a:path>
            </a:pathLst>
          </a:custGeom>
          <a:solidFill xmlns:a="http://schemas.openxmlformats.org/drawingml/2006/main">
            <a:srgbClr val="22A4C5">
              <a:alpha val="2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B6FC8-0C2D-4C5F-B7BE-7C472F1D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1" y="1167494"/>
            <a:ext cx="46016" cy="48581"/>
          </a:xfrm>
          <a:custGeom xmlns:a="http://schemas.openxmlformats.org/drawingml/2006/main">
            <a:pathLst>
              <a:path w="46016" h="48581" fill="none">
                <a:moveTo>
                  <a:pt x="0" y="24289"/>
                </a:moveTo>
                <a:cubicBezTo>
                  <a:pt x="0" y="10873"/>
                  <a:pt x="10304" y="0"/>
                  <a:pt x="23015" y="0"/>
                </a:cubicBezTo>
                <a:cubicBezTo>
                  <a:pt x="35715" y="0"/>
                  <a:pt x="46016" y="10873"/>
                  <a:pt x="46016" y="24289"/>
                </a:cubicBezTo>
                <a:cubicBezTo>
                  <a:pt x="46016" y="37722"/>
                  <a:pt x="35715" y="48581"/>
                  <a:pt x="23015" y="48581"/>
                </a:cubicBezTo>
                <a:cubicBezTo>
                  <a:pt x="10304" y="48581"/>
                  <a:pt x="0" y="37722"/>
                  <a:pt x="0" y="24289"/>
                </a:cubicBezTo>
                <a:close/>
                <a:moveTo>
                  <a:pt x="0" y="2428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>
                <a:alpha val="25098"/>
              </a:srgbClr>
            </a:solidFill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88939-84CB-41EC-A7BE-ABB5A215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0" y="512947"/>
            <a:ext cx="48585" cy="48582"/>
          </a:xfrm>
          <a:custGeom xmlns:a="http://schemas.openxmlformats.org/drawingml/2006/main">
            <a:pathLst>
              <a:path w="48585" h="48582">
                <a:moveTo>
                  <a:pt x="0" y="24289"/>
                </a:moveTo>
                <a:cubicBezTo>
                  <a:pt x="0" y="10874"/>
                  <a:pt x="10863" y="0"/>
                  <a:pt x="24293" y="0"/>
                </a:cubicBezTo>
                <a:cubicBezTo>
                  <a:pt x="37712" y="0"/>
                  <a:pt x="48585" y="10874"/>
                  <a:pt x="48585" y="24289"/>
                </a:cubicBezTo>
                <a:cubicBezTo>
                  <a:pt x="48585" y="37722"/>
                  <a:pt x="37712" y="48582"/>
                  <a:pt x="24293" y="48582"/>
                </a:cubicBezTo>
                <a:cubicBezTo>
                  <a:pt x="10863" y="48582"/>
                  <a:pt x="0" y="37722"/>
                  <a:pt x="0" y="24289"/>
                </a:cubicBezTo>
                <a:close/>
                <a:moveTo>
                  <a:pt x="0" y="24289"/>
                </a:moveTo>
              </a:path>
            </a:pathLst>
          </a:custGeom>
          <a:solidFill xmlns:a="http://schemas.openxmlformats.org/drawingml/2006/main">
            <a:srgbClr val="22A4C5">
              <a:alpha val="2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E01FC-E051-48F7-9726-D4A8A163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0" y="512944"/>
            <a:ext cx="48585" cy="48585"/>
          </a:xfrm>
          <a:custGeom xmlns:a="http://schemas.openxmlformats.org/drawingml/2006/main">
            <a:pathLst>
              <a:path w="48585" h="48585" fill="none">
                <a:moveTo>
                  <a:pt x="0" y="24292"/>
                </a:moveTo>
                <a:cubicBezTo>
                  <a:pt x="0" y="10877"/>
                  <a:pt x="10863" y="0"/>
                  <a:pt x="24293" y="0"/>
                </a:cubicBezTo>
                <a:cubicBezTo>
                  <a:pt x="37712" y="0"/>
                  <a:pt x="48585" y="10877"/>
                  <a:pt x="48585" y="24292"/>
                </a:cubicBezTo>
                <a:cubicBezTo>
                  <a:pt x="48585" y="37725"/>
                  <a:pt x="37712" y="48585"/>
                  <a:pt x="24293" y="48585"/>
                </a:cubicBezTo>
                <a:cubicBezTo>
                  <a:pt x="10863" y="48585"/>
                  <a:pt x="0" y="37725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>
                <a:alpha val="25098"/>
              </a:srgbClr>
            </a:solidFill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AF859-802E-45D2-B956-D1C94F81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0" y="840217"/>
            <a:ext cx="48585" cy="48585"/>
          </a:xfrm>
          <a:custGeom xmlns:a="http://schemas.openxmlformats.org/drawingml/2006/main">
            <a:pathLst>
              <a:path w="48585" h="48585">
                <a:moveTo>
                  <a:pt x="0" y="24293"/>
                </a:moveTo>
                <a:cubicBezTo>
                  <a:pt x="0" y="10877"/>
                  <a:pt x="10863" y="0"/>
                  <a:pt x="24293" y="0"/>
                </a:cubicBezTo>
                <a:cubicBezTo>
                  <a:pt x="37712" y="0"/>
                  <a:pt x="48585" y="10877"/>
                  <a:pt x="48585" y="24293"/>
                </a:cubicBezTo>
                <a:cubicBezTo>
                  <a:pt x="48585" y="37725"/>
                  <a:pt x="37712" y="48585"/>
                  <a:pt x="24293" y="48585"/>
                </a:cubicBezTo>
                <a:cubicBezTo>
                  <a:pt x="10863" y="48585"/>
                  <a:pt x="0" y="37725"/>
                  <a:pt x="0" y="24293"/>
                </a:cubicBezTo>
                <a:close/>
                <a:moveTo>
                  <a:pt x="0" y="24293"/>
                </a:moveTo>
              </a:path>
            </a:pathLst>
          </a:custGeom>
          <a:solidFill xmlns:a="http://schemas.openxmlformats.org/drawingml/2006/main">
            <a:srgbClr val="22A4C5">
              <a:alpha val="2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6023D-93A0-4625-B13B-AD7A0AE9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0" y="840219"/>
            <a:ext cx="48585" cy="48585"/>
          </a:xfrm>
          <a:custGeom xmlns:a="http://schemas.openxmlformats.org/drawingml/2006/main">
            <a:pathLst>
              <a:path w="48585" h="48585" fill="none">
                <a:moveTo>
                  <a:pt x="0" y="24292"/>
                </a:moveTo>
                <a:cubicBezTo>
                  <a:pt x="0" y="10873"/>
                  <a:pt x="10863" y="0"/>
                  <a:pt x="24293" y="0"/>
                </a:cubicBezTo>
                <a:cubicBezTo>
                  <a:pt x="37712" y="0"/>
                  <a:pt x="48585" y="10873"/>
                  <a:pt x="48585" y="24292"/>
                </a:cubicBezTo>
                <a:cubicBezTo>
                  <a:pt x="48585" y="37722"/>
                  <a:pt x="37712" y="48585"/>
                  <a:pt x="24293" y="48585"/>
                </a:cubicBezTo>
                <a:cubicBezTo>
                  <a:pt x="10863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>
                <a:alpha val="25098"/>
              </a:srgbClr>
            </a:solidFill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1C11B-1198-421A-913C-6E2579BD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0" y="1167490"/>
            <a:ext cx="48585" cy="48585"/>
          </a:xfrm>
          <a:custGeom xmlns:a="http://schemas.openxmlformats.org/drawingml/2006/main">
            <a:pathLst>
              <a:path w="48585" h="48585">
                <a:moveTo>
                  <a:pt x="0" y="24293"/>
                </a:moveTo>
                <a:cubicBezTo>
                  <a:pt x="0" y="10877"/>
                  <a:pt x="10863" y="0"/>
                  <a:pt x="24293" y="0"/>
                </a:cubicBezTo>
                <a:cubicBezTo>
                  <a:pt x="37712" y="0"/>
                  <a:pt x="48585" y="10877"/>
                  <a:pt x="48585" y="24293"/>
                </a:cubicBezTo>
                <a:cubicBezTo>
                  <a:pt x="48585" y="37725"/>
                  <a:pt x="37712" y="48585"/>
                  <a:pt x="24293" y="48585"/>
                </a:cubicBezTo>
                <a:cubicBezTo>
                  <a:pt x="10863" y="48585"/>
                  <a:pt x="0" y="37725"/>
                  <a:pt x="0" y="24293"/>
                </a:cubicBezTo>
                <a:close/>
                <a:moveTo>
                  <a:pt x="0" y="24293"/>
                </a:moveTo>
              </a:path>
            </a:pathLst>
          </a:custGeom>
          <a:solidFill xmlns:a="http://schemas.openxmlformats.org/drawingml/2006/main">
            <a:srgbClr val="22A4C5">
              <a:alpha val="2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A3FAF-0AA7-4F1F-8524-DD1F83DA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0" y="1167494"/>
            <a:ext cx="48585" cy="48581"/>
          </a:xfrm>
          <a:custGeom xmlns:a="http://schemas.openxmlformats.org/drawingml/2006/main">
            <a:pathLst>
              <a:path w="48585" h="48581" fill="none">
                <a:moveTo>
                  <a:pt x="0" y="24289"/>
                </a:moveTo>
                <a:cubicBezTo>
                  <a:pt x="0" y="10873"/>
                  <a:pt x="10863" y="0"/>
                  <a:pt x="24293" y="0"/>
                </a:cubicBezTo>
                <a:cubicBezTo>
                  <a:pt x="37712" y="0"/>
                  <a:pt x="48585" y="10873"/>
                  <a:pt x="48585" y="24289"/>
                </a:cubicBezTo>
                <a:cubicBezTo>
                  <a:pt x="48585" y="37722"/>
                  <a:pt x="37712" y="48581"/>
                  <a:pt x="24293" y="48581"/>
                </a:cubicBezTo>
                <a:cubicBezTo>
                  <a:pt x="10863" y="48581"/>
                  <a:pt x="0" y="37722"/>
                  <a:pt x="0" y="24289"/>
                </a:cubicBezTo>
                <a:close/>
                <a:moveTo>
                  <a:pt x="0" y="2428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>
                <a:alpha val="25098"/>
              </a:srgbClr>
            </a:solidFill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380B48-DAC6-40CD-B27F-BA05B4FF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264" y="512947"/>
            <a:ext cx="46016" cy="48582"/>
          </a:xfrm>
          <a:custGeom xmlns:a="http://schemas.openxmlformats.org/drawingml/2006/main">
            <a:pathLst>
              <a:path w="46016" h="48582">
                <a:moveTo>
                  <a:pt x="0" y="24289"/>
                </a:moveTo>
                <a:cubicBezTo>
                  <a:pt x="0" y="10874"/>
                  <a:pt x="10304" y="0"/>
                  <a:pt x="23001" y="0"/>
                </a:cubicBezTo>
                <a:cubicBezTo>
                  <a:pt x="35715" y="0"/>
                  <a:pt x="46016" y="10874"/>
                  <a:pt x="46016" y="24289"/>
                </a:cubicBezTo>
                <a:cubicBezTo>
                  <a:pt x="46016" y="37722"/>
                  <a:pt x="35715" y="48582"/>
                  <a:pt x="23001" y="48582"/>
                </a:cubicBezTo>
                <a:cubicBezTo>
                  <a:pt x="10304" y="48582"/>
                  <a:pt x="0" y="37722"/>
                  <a:pt x="0" y="24289"/>
                </a:cubicBezTo>
                <a:close/>
                <a:moveTo>
                  <a:pt x="0" y="24289"/>
                </a:moveTo>
              </a:path>
            </a:pathLst>
          </a:custGeom>
          <a:solidFill xmlns:a="http://schemas.openxmlformats.org/drawingml/2006/main">
            <a:srgbClr val="22A4C5">
              <a:alpha val="2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2CC8B-4FB4-4967-B720-30584139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264" y="512944"/>
            <a:ext cx="46016" cy="48585"/>
          </a:xfrm>
          <a:custGeom xmlns:a="http://schemas.openxmlformats.org/drawingml/2006/main">
            <a:pathLst>
              <a:path w="46016" h="48585" fill="none">
                <a:moveTo>
                  <a:pt x="0" y="24292"/>
                </a:moveTo>
                <a:cubicBezTo>
                  <a:pt x="0" y="10877"/>
                  <a:pt x="10304" y="0"/>
                  <a:pt x="23001" y="0"/>
                </a:cubicBezTo>
                <a:cubicBezTo>
                  <a:pt x="35715" y="0"/>
                  <a:pt x="46016" y="10877"/>
                  <a:pt x="46016" y="24292"/>
                </a:cubicBezTo>
                <a:cubicBezTo>
                  <a:pt x="46016" y="37725"/>
                  <a:pt x="35715" y="48585"/>
                  <a:pt x="23001" y="48585"/>
                </a:cubicBezTo>
                <a:cubicBezTo>
                  <a:pt x="10304" y="48585"/>
                  <a:pt x="0" y="37725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>
                <a:alpha val="25098"/>
              </a:srgbClr>
            </a:solidFill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FA05B-F87D-405C-B290-846B1903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264" y="840217"/>
            <a:ext cx="46016" cy="48585"/>
          </a:xfrm>
          <a:custGeom xmlns:a="http://schemas.openxmlformats.org/drawingml/2006/main">
            <a:pathLst>
              <a:path w="46016" h="48585">
                <a:moveTo>
                  <a:pt x="0" y="24293"/>
                </a:moveTo>
                <a:cubicBezTo>
                  <a:pt x="0" y="10877"/>
                  <a:pt x="10304" y="0"/>
                  <a:pt x="23001" y="0"/>
                </a:cubicBezTo>
                <a:cubicBezTo>
                  <a:pt x="35715" y="0"/>
                  <a:pt x="46016" y="10877"/>
                  <a:pt x="46016" y="24293"/>
                </a:cubicBezTo>
                <a:cubicBezTo>
                  <a:pt x="46016" y="37725"/>
                  <a:pt x="35715" y="48585"/>
                  <a:pt x="23001" y="48585"/>
                </a:cubicBezTo>
                <a:cubicBezTo>
                  <a:pt x="10304" y="48585"/>
                  <a:pt x="0" y="37725"/>
                  <a:pt x="0" y="24293"/>
                </a:cubicBezTo>
                <a:close/>
                <a:moveTo>
                  <a:pt x="0" y="24293"/>
                </a:moveTo>
              </a:path>
            </a:pathLst>
          </a:custGeom>
          <a:solidFill xmlns:a="http://schemas.openxmlformats.org/drawingml/2006/main">
            <a:srgbClr val="22A4C5">
              <a:alpha val="2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23F13-2BE1-4B08-9D43-567F12BC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264" y="840219"/>
            <a:ext cx="46016" cy="48585"/>
          </a:xfrm>
          <a:custGeom xmlns:a="http://schemas.openxmlformats.org/drawingml/2006/main">
            <a:pathLst>
              <a:path w="46016" h="48585" fill="none">
                <a:moveTo>
                  <a:pt x="0" y="24292"/>
                </a:moveTo>
                <a:cubicBezTo>
                  <a:pt x="0" y="10873"/>
                  <a:pt x="10304" y="0"/>
                  <a:pt x="23001" y="0"/>
                </a:cubicBezTo>
                <a:cubicBezTo>
                  <a:pt x="35715" y="0"/>
                  <a:pt x="46016" y="10873"/>
                  <a:pt x="46016" y="24292"/>
                </a:cubicBezTo>
                <a:cubicBezTo>
                  <a:pt x="46016" y="37722"/>
                  <a:pt x="35715" y="48585"/>
                  <a:pt x="23001" y="48585"/>
                </a:cubicBezTo>
                <a:cubicBezTo>
                  <a:pt x="10304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>
                <a:alpha val="25098"/>
              </a:srgbClr>
            </a:solidFill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DFC12-9FFC-4678-BB8C-F2E85964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264" y="1167490"/>
            <a:ext cx="46016" cy="48585"/>
          </a:xfrm>
          <a:custGeom xmlns:a="http://schemas.openxmlformats.org/drawingml/2006/main">
            <a:pathLst>
              <a:path w="46016" h="48585">
                <a:moveTo>
                  <a:pt x="0" y="24293"/>
                </a:moveTo>
                <a:cubicBezTo>
                  <a:pt x="0" y="10877"/>
                  <a:pt x="10304" y="0"/>
                  <a:pt x="23001" y="0"/>
                </a:cubicBezTo>
                <a:cubicBezTo>
                  <a:pt x="35715" y="0"/>
                  <a:pt x="46016" y="10877"/>
                  <a:pt x="46016" y="24293"/>
                </a:cubicBezTo>
                <a:cubicBezTo>
                  <a:pt x="46016" y="37725"/>
                  <a:pt x="35715" y="48585"/>
                  <a:pt x="23001" y="48585"/>
                </a:cubicBezTo>
                <a:cubicBezTo>
                  <a:pt x="10304" y="48585"/>
                  <a:pt x="0" y="37725"/>
                  <a:pt x="0" y="24293"/>
                </a:cubicBezTo>
                <a:close/>
                <a:moveTo>
                  <a:pt x="0" y="24293"/>
                </a:moveTo>
              </a:path>
            </a:pathLst>
          </a:custGeom>
          <a:solidFill xmlns:a="http://schemas.openxmlformats.org/drawingml/2006/main">
            <a:srgbClr val="22A4C5">
              <a:alpha val="2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FE456-8F42-44E2-9AF9-1DB24A6D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264" y="1167494"/>
            <a:ext cx="46016" cy="48581"/>
          </a:xfrm>
          <a:custGeom xmlns:a="http://schemas.openxmlformats.org/drawingml/2006/main">
            <a:pathLst>
              <a:path w="46016" h="48581" fill="none">
                <a:moveTo>
                  <a:pt x="0" y="24289"/>
                </a:moveTo>
                <a:cubicBezTo>
                  <a:pt x="0" y="10873"/>
                  <a:pt x="10304" y="0"/>
                  <a:pt x="23001" y="0"/>
                </a:cubicBezTo>
                <a:cubicBezTo>
                  <a:pt x="35715" y="0"/>
                  <a:pt x="46016" y="10873"/>
                  <a:pt x="46016" y="24289"/>
                </a:cubicBezTo>
                <a:cubicBezTo>
                  <a:pt x="46016" y="37722"/>
                  <a:pt x="35715" y="48581"/>
                  <a:pt x="23001" y="48581"/>
                </a:cubicBezTo>
                <a:cubicBezTo>
                  <a:pt x="10304" y="48581"/>
                  <a:pt x="0" y="37722"/>
                  <a:pt x="0" y="24289"/>
                </a:cubicBezTo>
                <a:close/>
                <a:moveTo>
                  <a:pt x="0" y="2428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>
                <a:alpha val="25098"/>
              </a:srgbClr>
            </a:solidFill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36183-9A0C-48DC-AAF6-024332A9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759" y="515500"/>
            <a:ext cx="46016" cy="46029"/>
          </a:xfrm>
          <a:custGeom xmlns:a="http://schemas.openxmlformats.org/drawingml/2006/main">
            <a:pathLst>
              <a:path w="46016" h="46029">
                <a:moveTo>
                  <a:pt x="0" y="23015"/>
                </a:moveTo>
                <a:cubicBezTo>
                  <a:pt x="0" y="10304"/>
                  <a:pt x="10301" y="0"/>
                  <a:pt x="23001" y="0"/>
                </a:cubicBezTo>
                <a:cubicBezTo>
                  <a:pt x="35711" y="0"/>
                  <a:pt x="46016" y="10304"/>
                  <a:pt x="46016" y="23015"/>
                </a:cubicBezTo>
                <a:cubicBezTo>
                  <a:pt x="46016" y="35728"/>
                  <a:pt x="35711" y="46029"/>
                  <a:pt x="23001" y="46029"/>
                </a:cubicBezTo>
                <a:cubicBezTo>
                  <a:pt x="10301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4039FC-EA46-4E9B-8C3F-5CF35205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759" y="515500"/>
            <a:ext cx="46016" cy="46029"/>
          </a:xfrm>
          <a:custGeom xmlns:a="http://schemas.openxmlformats.org/drawingml/2006/main">
            <a:pathLst>
              <a:path w="46016" h="46029" fill="none">
                <a:moveTo>
                  <a:pt x="0" y="23015"/>
                </a:moveTo>
                <a:cubicBezTo>
                  <a:pt x="0" y="10304"/>
                  <a:pt x="10301" y="0"/>
                  <a:pt x="23001" y="0"/>
                </a:cubicBezTo>
                <a:cubicBezTo>
                  <a:pt x="35711" y="0"/>
                  <a:pt x="46016" y="10304"/>
                  <a:pt x="46016" y="23015"/>
                </a:cubicBezTo>
                <a:cubicBezTo>
                  <a:pt x="46016" y="35728"/>
                  <a:pt x="35711" y="46029"/>
                  <a:pt x="23001" y="46029"/>
                </a:cubicBezTo>
                <a:cubicBezTo>
                  <a:pt x="10301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1898C-FE3E-4D4F-B20B-9D1BA143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759" y="840219"/>
            <a:ext cx="46016" cy="48585"/>
          </a:xfrm>
          <a:custGeom xmlns:a="http://schemas.openxmlformats.org/drawingml/2006/main">
            <a:pathLst>
              <a:path w="46016" h="48585">
                <a:moveTo>
                  <a:pt x="0" y="24292"/>
                </a:moveTo>
                <a:cubicBezTo>
                  <a:pt x="0" y="10873"/>
                  <a:pt x="10301" y="0"/>
                  <a:pt x="23001" y="0"/>
                </a:cubicBezTo>
                <a:cubicBezTo>
                  <a:pt x="35711" y="0"/>
                  <a:pt x="46016" y="10873"/>
                  <a:pt x="46016" y="24292"/>
                </a:cubicBezTo>
                <a:cubicBezTo>
                  <a:pt x="46016" y="37722"/>
                  <a:pt x="35711" y="48585"/>
                  <a:pt x="23001" y="48585"/>
                </a:cubicBezTo>
                <a:cubicBezTo>
                  <a:pt x="10301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2500B-62F0-43A2-89FE-C02D5E6C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759" y="840219"/>
            <a:ext cx="46016" cy="48585"/>
          </a:xfrm>
          <a:custGeom xmlns:a="http://schemas.openxmlformats.org/drawingml/2006/main">
            <a:pathLst>
              <a:path w="46016" h="48585" fill="none">
                <a:moveTo>
                  <a:pt x="0" y="24292"/>
                </a:moveTo>
                <a:cubicBezTo>
                  <a:pt x="0" y="10873"/>
                  <a:pt x="10301" y="0"/>
                  <a:pt x="23001" y="0"/>
                </a:cubicBezTo>
                <a:cubicBezTo>
                  <a:pt x="35711" y="0"/>
                  <a:pt x="46016" y="10873"/>
                  <a:pt x="46016" y="24292"/>
                </a:cubicBezTo>
                <a:cubicBezTo>
                  <a:pt x="46016" y="37722"/>
                  <a:pt x="35711" y="48585"/>
                  <a:pt x="23001" y="48585"/>
                </a:cubicBezTo>
                <a:cubicBezTo>
                  <a:pt x="10301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E521A-FFEE-4D5A-9734-BF66F469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759" y="1170049"/>
            <a:ext cx="46016" cy="46026"/>
          </a:xfrm>
          <a:custGeom xmlns:a="http://schemas.openxmlformats.org/drawingml/2006/main">
            <a:pathLst>
              <a:path w="46016" h="46026">
                <a:moveTo>
                  <a:pt x="0" y="23011"/>
                </a:moveTo>
                <a:cubicBezTo>
                  <a:pt x="0" y="10301"/>
                  <a:pt x="10301" y="0"/>
                  <a:pt x="23001" y="0"/>
                </a:cubicBezTo>
                <a:cubicBezTo>
                  <a:pt x="35711" y="0"/>
                  <a:pt x="46016" y="10301"/>
                  <a:pt x="46016" y="23011"/>
                </a:cubicBezTo>
                <a:cubicBezTo>
                  <a:pt x="46016" y="35725"/>
                  <a:pt x="35711" y="46026"/>
                  <a:pt x="23001" y="46026"/>
                </a:cubicBezTo>
                <a:cubicBezTo>
                  <a:pt x="10301" y="46026"/>
                  <a:pt x="0" y="35725"/>
                  <a:pt x="0" y="23011"/>
                </a:cubicBezTo>
                <a:close/>
                <a:moveTo>
                  <a:pt x="0" y="23011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A38C3-EBFF-4450-B887-AB10E7ED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759" y="1170049"/>
            <a:ext cx="46016" cy="46026"/>
          </a:xfrm>
          <a:custGeom xmlns:a="http://schemas.openxmlformats.org/drawingml/2006/main">
            <a:pathLst>
              <a:path w="46016" h="46026" fill="none">
                <a:moveTo>
                  <a:pt x="0" y="23011"/>
                </a:moveTo>
                <a:cubicBezTo>
                  <a:pt x="0" y="10301"/>
                  <a:pt x="10301" y="0"/>
                  <a:pt x="23001" y="0"/>
                </a:cubicBezTo>
                <a:cubicBezTo>
                  <a:pt x="35711" y="0"/>
                  <a:pt x="46016" y="10301"/>
                  <a:pt x="46016" y="23011"/>
                </a:cubicBezTo>
                <a:cubicBezTo>
                  <a:pt x="46016" y="35725"/>
                  <a:pt x="35711" y="46026"/>
                  <a:pt x="23001" y="46026"/>
                </a:cubicBezTo>
                <a:cubicBezTo>
                  <a:pt x="10301" y="46026"/>
                  <a:pt x="0" y="35725"/>
                  <a:pt x="0" y="23011"/>
                </a:cubicBezTo>
                <a:close/>
                <a:moveTo>
                  <a:pt x="0" y="23011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84C29-8BAE-404B-AF55-D3F41EB5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588" y="515500"/>
            <a:ext cx="48568" cy="46029"/>
          </a:xfrm>
          <a:custGeom xmlns:a="http://schemas.openxmlformats.org/drawingml/2006/main">
            <a:pathLst>
              <a:path w="48568" h="46029">
                <a:moveTo>
                  <a:pt x="0" y="23015"/>
                </a:moveTo>
                <a:cubicBezTo>
                  <a:pt x="0" y="10304"/>
                  <a:pt x="10860" y="0"/>
                  <a:pt x="24293" y="0"/>
                </a:cubicBezTo>
                <a:cubicBezTo>
                  <a:pt x="37708" y="0"/>
                  <a:pt x="48568" y="10304"/>
                  <a:pt x="48568" y="23015"/>
                </a:cubicBezTo>
                <a:cubicBezTo>
                  <a:pt x="48568" y="35728"/>
                  <a:pt x="37708" y="46029"/>
                  <a:pt x="24293" y="46029"/>
                </a:cubicBezTo>
                <a:cubicBezTo>
                  <a:pt x="10860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FC625-7DAF-40FC-93D4-B346FC11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588" y="515500"/>
            <a:ext cx="48568" cy="46029"/>
          </a:xfrm>
          <a:custGeom xmlns:a="http://schemas.openxmlformats.org/drawingml/2006/main">
            <a:pathLst>
              <a:path w="48568" h="46029" fill="none">
                <a:moveTo>
                  <a:pt x="0" y="23015"/>
                </a:moveTo>
                <a:cubicBezTo>
                  <a:pt x="0" y="10304"/>
                  <a:pt x="10860" y="0"/>
                  <a:pt x="24293" y="0"/>
                </a:cubicBezTo>
                <a:cubicBezTo>
                  <a:pt x="37708" y="0"/>
                  <a:pt x="48568" y="10304"/>
                  <a:pt x="48568" y="23015"/>
                </a:cubicBezTo>
                <a:cubicBezTo>
                  <a:pt x="48568" y="35728"/>
                  <a:pt x="37708" y="46029"/>
                  <a:pt x="24293" y="46029"/>
                </a:cubicBezTo>
                <a:cubicBezTo>
                  <a:pt x="10860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8FED0-535D-4D60-90EC-771FCDC5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588" y="840219"/>
            <a:ext cx="48568" cy="48585"/>
          </a:xfrm>
          <a:custGeom xmlns:a="http://schemas.openxmlformats.org/drawingml/2006/main">
            <a:pathLst>
              <a:path w="48568" h="48585">
                <a:moveTo>
                  <a:pt x="0" y="24292"/>
                </a:moveTo>
                <a:cubicBezTo>
                  <a:pt x="0" y="10873"/>
                  <a:pt x="10860" y="0"/>
                  <a:pt x="24293" y="0"/>
                </a:cubicBezTo>
                <a:cubicBezTo>
                  <a:pt x="37708" y="0"/>
                  <a:pt x="48568" y="10873"/>
                  <a:pt x="48568" y="24292"/>
                </a:cubicBezTo>
                <a:cubicBezTo>
                  <a:pt x="48568" y="37722"/>
                  <a:pt x="37708" y="48585"/>
                  <a:pt x="24293" y="48585"/>
                </a:cubicBezTo>
                <a:cubicBezTo>
                  <a:pt x="10860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A7ADE-12BF-48A9-AD48-DDFDA7ED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588" y="840219"/>
            <a:ext cx="48568" cy="48585"/>
          </a:xfrm>
          <a:custGeom xmlns:a="http://schemas.openxmlformats.org/drawingml/2006/main">
            <a:pathLst>
              <a:path w="48568" h="48585" fill="none">
                <a:moveTo>
                  <a:pt x="0" y="24292"/>
                </a:moveTo>
                <a:cubicBezTo>
                  <a:pt x="0" y="10873"/>
                  <a:pt x="10860" y="0"/>
                  <a:pt x="24293" y="0"/>
                </a:cubicBezTo>
                <a:cubicBezTo>
                  <a:pt x="37708" y="0"/>
                  <a:pt x="48568" y="10873"/>
                  <a:pt x="48568" y="24292"/>
                </a:cubicBezTo>
                <a:cubicBezTo>
                  <a:pt x="48568" y="37722"/>
                  <a:pt x="37708" y="48585"/>
                  <a:pt x="24293" y="48585"/>
                </a:cubicBezTo>
                <a:cubicBezTo>
                  <a:pt x="10860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4B959-B4C7-4EDD-A03D-90736A5E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588" y="1170046"/>
            <a:ext cx="48568" cy="46029"/>
          </a:xfrm>
          <a:custGeom xmlns:a="http://schemas.openxmlformats.org/drawingml/2006/main">
            <a:pathLst>
              <a:path w="48568" h="46029">
                <a:moveTo>
                  <a:pt x="0" y="23015"/>
                </a:moveTo>
                <a:cubicBezTo>
                  <a:pt x="0" y="10304"/>
                  <a:pt x="10860" y="0"/>
                  <a:pt x="24293" y="0"/>
                </a:cubicBezTo>
                <a:cubicBezTo>
                  <a:pt x="37708" y="0"/>
                  <a:pt x="48568" y="10304"/>
                  <a:pt x="48568" y="23015"/>
                </a:cubicBezTo>
                <a:cubicBezTo>
                  <a:pt x="48568" y="35728"/>
                  <a:pt x="37708" y="46029"/>
                  <a:pt x="24293" y="46029"/>
                </a:cubicBezTo>
                <a:cubicBezTo>
                  <a:pt x="10860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22A4C5">
              <a:alpha val="1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F5109-57F0-4139-BE66-7BFB1ADF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588" y="1170049"/>
            <a:ext cx="48568" cy="46026"/>
          </a:xfrm>
          <a:custGeom xmlns:a="http://schemas.openxmlformats.org/drawingml/2006/main">
            <a:pathLst>
              <a:path w="48568" h="46026" fill="none">
                <a:moveTo>
                  <a:pt x="0" y="23011"/>
                </a:moveTo>
                <a:cubicBezTo>
                  <a:pt x="0" y="10301"/>
                  <a:pt x="10860" y="0"/>
                  <a:pt x="24293" y="0"/>
                </a:cubicBezTo>
                <a:cubicBezTo>
                  <a:pt x="37708" y="0"/>
                  <a:pt x="48568" y="10301"/>
                  <a:pt x="48568" y="23011"/>
                </a:cubicBezTo>
                <a:cubicBezTo>
                  <a:pt x="48568" y="35725"/>
                  <a:pt x="37708" y="46026"/>
                  <a:pt x="24293" y="46026"/>
                </a:cubicBezTo>
                <a:cubicBezTo>
                  <a:pt x="10860" y="46026"/>
                  <a:pt x="0" y="35725"/>
                  <a:pt x="0" y="23011"/>
                </a:cubicBezTo>
                <a:close/>
                <a:moveTo>
                  <a:pt x="0" y="23011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10196"/>
              </a:srgbClr>
            </a:solidFill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B5F3F-CBD8-416C-A562-6B9C7DBB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28" y="515500"/>
            <a:ext cx="48582" cy="46029"/>
          </a:xfrm>
          <a:custGeom xmlns:a="http://schemas.openxmlformats.org/drawingml/2006/main">
            <a:pathLst>
              <a:path w="48582" h="46029">
                <a:moveTo>
                  <a:pt x="0" y="23015"/>
                </a:moveTo>
                <a:cubicBezTo>
                  <a:pt x="0" y="10304"/>
                  <a:pt x="10874" y="0"/>
                  <a:pt x="24289" y="0"/>
                </a:cubicBezTo>
                <a:cubicBezTo>
                  <a:pt x="37708" y="0"/>
                  <a:pt x="48582" y="10304"/>
                  <a:pt x="48582" y="23015"/>
                </a:cubicBezTo>
                <a:cubicBezTo>
                  <a:pt x="48582" y="35728"/>
                  <a:pt x="37708" y="46029"/>
                  <a:pt x="24289" y="46029"/>
                </a:cubicBezTo>
                <a:cubicBezTo>
                  <a:pt x="10874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69161-E104-47B5-A9AC-DBF323B3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28" y="515500"/>
            <a:ext cx="48582" cy="46029"/>
          </a:xfrm>
          <a:custGeom xmlns:a="http://schemas.openxmlformats.org/drawingml/2006/main">
            <a:pathLst>
              <a:path w="48582" h="46029" fill="none">
                <a:moveTo>
                  <a:pt x="0" y="23015"/>
                </a:moveTo>
                <a:cubicBezTo>
                  <a:pt x="0" y="10304"/>
                  <a:pt x="10874" y="0"/>
                  <a:pt x="24289" y="0"/>
                </a:cubicBezTo>
                <a:cubicBezTo>
                  <a:pt x="37708" y="0"/>
                  <a:pt x="48582" y="10304"/>
                  <a:pt x="48582" y="23015"/>
                </a:cubicBezTo>
                <a:cubicBezTo>
                  <a:pt x="48582" y="35728"/>
                  <a:pt x="37708" y="46029"/>
                  <a:pt x="24289" y="46029"/>
                </a:cubicBezTo>
                <a:cubicBezTo>
                  <a:pt x="10874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42A04-39FD-49C6-BF79-298D2CB9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28" y="840217"/>
            <a:ext cx="48582" cy="48585"/>
          </a:xfrm>
          <a:custGeom xmlns:a="http://schemas.openxmlformats.org/drawingml/2006/main">
            <a:pathLst>
              <a:path w="48582" h="48585">
                <a:moveTo>
                  <a:pt x="0" y="24293"/>
                </a:moveTo>
                <a:cubicBezTo>
                  <a:pt x="0" y="10877"/>
                  <a:pt x="10874" y="0"/>
                  <a:pt x="24289" y="0"/>
                </a:cubicBezTo>
                <a:cubicBezTo>
                  <a:pt x="37708" y="0"/>
                  <a:pt x="48582" y="10877"/>
                  <a:pt x="48582" y="24293"/>
                </a:cubicBezTo>
                <a:cubicBezTo>
                  <a:pt x="48582" y="37725"/>
                  <a:pt x="37708" y="48585"/>
                  <a:pt x="24289" y="48585"/>
                </a:cubicBezTo>
                <a:cubicBezTo>
                  <a:pt x="10874" y="48585"/>
                  <a:pt x="0" y="37725"/>
                  <a:pt x="0" y="24293"/>
                </a:cubicBezTo>
                <a:close/>
                <a:moveTo>
                  <a:pt x="0" y="24293"/>
                </a:moveTo>
              </a:path>
            </a:pathLst>
          </a:custGeom>
          <a:solidFill xmlns:a="http://schemas.openxmlformats.org/drawingml/2006/main">
            <a:srgbClr val="22A4C5">
              <a:alpha val="1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0CFD0-3F5D-455F-A7D2-02293A98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28" y="840219"/>
            <a:ext cx="48582" cy="48585"/>
          </a:xfrm>
          <a:custGeom xmlns:a="http://schemas.openxmlformats.org/drawingml/2006/main">
            <a:pathLst>
              <a:path w="48582" h="48585" fill="none">
                <a:moveTo>
                  <a:pt x="0" y="24292"/>
                </a:moveTo>
                <a:cubicBezTo>
                  <a:pt x="0" y="10873"/>
                  <a:pt x="10874" y="0"/>
                  <a:pt x="24289" y="0"/>
                </a:cubicBezTo>
                <a:cubicBezTo>
                  <a:pt x="37708" y="0"/>
                  <a:pt x="48582" y="10873"/>
                  <a:pt x="48582" y="24292"/>
                </a:cubicBezTo>
                <a:cubicBezTo>
                  <a:pt x="48582" y="37722"/>
                  <a:pt x="37708" y="48585"/>
                  <a:pt x="24289" y="48585"/>
                </a:cubicBezTo>
                <a:cubicBezTo>
                  <a:pt x="10874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10196"/>
              </a:srgbClr>
            </a:solidFill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77021-DC68-43B8-9A10-17C0714F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28" y="1170046"/>
            <a:ext cx="48582" cy="46029"/>
          </a:xfrm>
          <a:custGeom xmlns:a="http://schemas.openxmlformats.org/drawingml/2006/main">
            <a:pathLst>
              <a:path w="48582" h="46029">
                <a:moveTo>
                  <a:pt x="0" y="23015"/>
                </a:moveTo>
                <a:cubicBezTo>
                  <a:pt x="0" y="10304"/>
                  <a:pt x="10874" y="0"/>
                  <a:pt x="24289" y="0"/>
                </a:cubicBezTo>
                <a:cubicBezTo>
                  <a:pt x="37708" y="0"/>
                  <a:pt x="48582" y="10304"/>
                  <a:pt x="48582" y="23015"/>
                </a:cubicBezTo>
                <a:cubicBezTo>
                  <a:pt x="48582" y="35728"/>
                  <a:pt x="37708" y="46029"/>
                  <a:pt x="24289" y="46029"/>
                </a:cubicBezTo>
                <a:cubicBezTo>
                  <a:pt x="10874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22A4C5">
              <a:alpha val="1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8FDB54-1770-4B62-B9B5-43BA9184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28" y="1170049"/>
            <a:ext cx="48582" cy="46026"/>
          </a:xfrm>
          <a:custGeom xmlns:a="http://schemas.openxmlformats.org/drawingml/2006/main">
            <a:pathLst>
              <a:path w="48582" h="46026" fill="none">
                <a:moveTo>
                  <a:pt x="0" y="23011"/>
                </a:moveTo>
                <a:cubicBezTo>
                  <a:pt x="0" y="10301"/>
                  <a:pt x="10874" y="0"/>
                  <a:pt x="24289" y="0"/>
                </a:cubicBezTo>
                <a:cubicBezTo>
                  <a:pt x="37708" y="0"/>
                  <a:pt x="48582" y="10301"/>
                  <a:pt x="48582" y="23011"/>
                </a:cubicBezTo>
                <a:cubicBezTo>
                  <a:pt x="48582" y="35725"/>
                  <a:pt x="37708" y="46026"/>
                  <a:pt x="24289" y="46026"/>
                </a:cubicBezTo>
                <a:cubicBezTo>
                  <a:pt x="10874" y="46026"/>
                  <a:pt x="0" y="35725"/>
                  <a:pt x="0" y="23011"/>
                </a:cubicBezTo>
                <a:close/>
                <a:moveTo>
                  <a:pt x="0" y="23011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>
                <a:alpha val="10196"/>
              </a:srgbClr>
            </a:solidFill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66282-4A29-43E5-81FA-77E09D5A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825" y="511667"/>
            <a:ext cx="106633" cy="53257"/>
          </a:xfrm>
          <a:custGeom xmlns:a="http://schemas.openxmlformats.org/drawingml/2006/main">
            <a:pathLst>
              <a:path w="106633" h="53257" fill="none">
                <a:moveTo>
                  <a:pt x="106633" y="0"/>
                </a:moveTo>
                <a:lnTo>
                  <a:pt x="0" y="53257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C98196"/>
            </a:solidFill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EACF3-3BEA-48DC-A481-1A049E4B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771" y="515500"/>
            <a:ext cx="48585" cy="48585"/>
          </a:xfrm>
          <a:custGeom xmlns:a="http://schemas.openxmlformats.org/drawingml/2006/main">
            <a:pathLst>
              <a:path w="48585" h="48585">
                <a:moveTo>
                  <a:pt x="0" y="24292"/>
                </a:moveTo>
                <a:cubicBezTo>
                  <a:pt x="0" y="10877"/>
                  <a:pt x="10877" y="0"/>
                  <a:pt x="24293" y="0"/>
                </a:cubicBezTo>
                <a:cubicBezTo>
                  <a:pt x="37722" y="0"/>
                  <a:pt x="48585" y="10877"/>
                  <a:pt x="48585" y="24292"/>
                </a:cubicBezTo>
                <a:cubicBezTo>
                  <a:pt x="48585" y="37725"/>
                  <a:pt x="37722" y="48585"/>
                  <a:pt x="24293" y="48585"/>
                </a:cubicBezTo>
                <a:cubicBezTo>
                  <a:pt x="10877" y="48585"/>
                  <a:pt x="0" y="37725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C981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3B11B-803C-45C9-997E-5CCE2979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771" y="515500"/>
            <a:ext cx="48585" cy="48585"/>
          </a:xfrm>
          <a:custGeom xmlns:a="http://schemas.openxmlformats.org/drawingml/2006/main">
            <a:pathLst>
              <a:path w="48585" h="48585" fill="none">
                <a:moveTo>
                  <a:pt x="0" y="24292"/>
                </a:moveTo>
                <a:cubicBezTo>
                  <a:pt x="0" y="10877"/>
                  <a:pt x="10877" y="0"/>
                  <a:pt x="24293" y="0"/>
                </a:cubicBezTo>
                <a:cubicBezTo>
                  <a:pt x="37722" y="0"/>
                  <a:pt x="48585" y="10877"/>
                  <a:pt x="48585" y="24292"/>
                </a:cubicBezTo>
                <a:cubicBezTo>
                  <a:pt x="48585" y="37725"/>
                  <a:pt x="37722" y="48585"/>
                  <a:pt x="24293" y="48585"/>
                </a:cubicBezTo>
                <a:cubicBezTo>
                  <a:pt x="10877" y="48585"/>
                  <a:pt x="0" y="37725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632B3B"/>
            </a:solidFill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BB0A0-3043-4444-9172-999A105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912" y="982126"/>
            <a:ext cx="48997" cy="102080"/>
          </a:xfrm>
          <a:custGeom xmlns:a="http://schemas.openxmlformats.org/drawingml/2006/main">
            <a:pathLst>
              <a:path w="48997" h="102080" fill="none">
                <a:moveTo>
                  <a:pt x="48997" y="0"/>
                </a:moveTo>
                <a:lnTo>
                  <a:pt x="0" y="10208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C98196"/>
            </a:solidFill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E4379-0464-4DF2-A0AD-5806AE5B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190" y="1011530"/>
            <a:ext cx="46029" cy="46029"/>
          </a:xfrm>
          <a:custGeom xmlns:a="http://schemas.openxmlformats.org/drawingml/2006/main">
            <a:pathLst>
              <a:path w="46029" h="46029">
                <a:moveTo>
                  <a:pt x="0" y="23015"/>
                </a:moveTo>
                <a:cubicBezTo>
                  <a:pt x="0" y="10301"/>
                  <a:pt x="10315" y="0"/>
                  <a:pt x="23015" y="0"/>
                </a:cubicBezTo>
                <a:cubicBezTo>
                  <a:pt x="35725" y="0"/>
                  <a:pt x="46029" y="10301"/>
                  <a:pt x="46029" y="23015"/>
                </a:cubicBezTo>
                <a:cubicBezTo>
                  <a:pt x="46029" y="35711"/>
                  <a:pt x="35725" y="46029"/>
                  <a:pt x="23015" y="46029"/>
                </a:cubicBezTo>
                <a:cubicBezTo>
                  <a:pt x="10315" y="46029"/>
                  <a:pt x="0" y="35711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C981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7536B-DDC4-418C-BDBB-951F5D66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190" y="1011530"/>
            <a:ext cx="46029" cy="46029"/>
          </a:xfrm>
          <a:custGeom xmlns:a="http://schemas.openxmlformats.org/drawingml/2006/main">
            <a:pathLst>
              <a:path w="46029" h="46029" fill="none">
                <a:moveTo>
                  <a:pt x="0" y="23015"/>
                </a:moveTo>
                <a:cubicBezTo>
                  <a:pt x="0" y="10301"/>
                  <a:pt x="10315" y="0"/>
                  <a:pt x="23015" y="0"/>
                </a:cubicBezTo>
                <a:cubicBezTo>
                  <a:pt x="35725" y="0"/>
                  <a:pt x="46029" y="10301"/>
                  <a:pt x="46029" y="23015"/>
                </a:cubicBezTo>
                <a:cubicBezTo>
                  <a:pt x="46029" y="35711"/>
                  <a:pt x="35725" y="46029"/>
                  <a:pt x="23015" y="46029"/>
                </a:cubicBezTo>
                <a:cubicBezTo>
                  <a:pt x="10315" y="46029"/>
                  <a:pt x="0" y="35711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632B3B"/>
            </a:solidFill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894ED-0B9D-4739-BE2E-77CED2C6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145" y="2036807"/>
            <a:ext cx="46029" cy="48585"/>
          </a:xfrm>
          <a:custGeom xmlns:a="http://schemas.openxmlformats.org/drawingml/2006/main">
            <a:pathLst>
              <a:path w="46029" h="48585">
                <a:moveTo>
                  <a:pt x="0" y="24292"/>
                </a:moveTo>
                <a:cubicBezTo>
                  <a:pt x="0" y="10877"/>
                  <a:pt x="10301" y="0"/>
                  <a:pt x="23015" y="0"/>
                </a:cubicBezTo>
                <a:cubicBezTo>
                  <a:pt x="35725" y="0"/>
                  <a:pt x="46029" y="10877"/>
                  <a:pt x="46029" y="24292"/>
                </a:cubicBezTo>
                <a:cubicBezTo>
                  <a:pt x="46029" y="37725"/>
                  <a:pt x="35725" y="48585"/>
                  <a:pt x="23015" y="48585"/>
                </a:cubicBezTo>
                <a:cubicBezTo>
                  <a:pt x="10301" y="48585"/>
                  <a:pt x="0" y="37725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DF840-7776-4E92-9164-A556CE38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145" y="2036807"/>
            <a:ext cx="46029" cy="48585"/>
          </a:xfrm>
          <a:custGeom xmlns:a="http://schemas.openxmlformats.org/drawingml/2006/main">
            <a:pathLst>
              <a:path w="46029" h="48585" fill="none">
                <a:moveTo>
                  <a:pt x="0" y="24292"/>
                </a:moveTo>
                <a:cubicBezTo>
                  <a:pt x="0" y="10877"/>
                  <a:pt x="10301" y="0"/>
                  <a:pt x="23015" y="0"/>
                </a:cubicBezTo>
                <a:cubicBezTo>
                  <a:pt x="35725" y="0"/>
                  <a:pt x="46029" y="10877"/>
                  <a:pt x="46029" y="24292"/>
                </a:cubicBezTo>
                <a:cubicBezTo>
                  <a:pt x="46029" y="37725"/>
                  <a:pt x="35725" y="48585"/>
                  <a:pt x="23015" y="48585"/>
                </a:cubicBezTo>
                <a:cubicBezTo>
                  <a:pt x="10301" y="48585"/>
                  <a:pt x="0" y="37725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64854-90B0-44C1-A15F-0B6BB858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18" y="2064933"/>
            <a:ext cx="46029" cy="48585"/>
          </a:xfrm>
          <a:custGeom xmlns:a="http://schemas.openxmlformats.org/drawingml/2006/main">
            <a:pathLst>
              <a:path w="46029" h="48585">
                <a:moveTo>
                  <a:pt x="0" y="24292"/>
                </a:moveTo>
                <a:cubicBezTo>
                  <a:pt x="0" y="10877"/>
                  <a:pt x="10301" y="0"/>
                  <a:pt x="23015" y="0"/>
                </a:cubicBezTo>
                <a:cubicBezTo>
                  <a:pt x="35725" y="0"/>
                  <a:pt x="46029" y="10877"/>
                  <a:pt x="46029" y="24292"/>
                </a:cubicBezTo>
                <a:cubicBezTo>
                  <a:pt x="46029" y="37725"/>
                  <a:pt x="35725" y="48585"/>
                  <a:pt x="23015" y="48585"/>
                </a:cubicBezTo>
                <a:cubicBezTo>
                  <a:pt x="10301" y="48585"/>
                  <a:pt x="0" y="37725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687EF-08E6-4EE4-9012-0D96FB12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18" y="2064933"/>
            <a:ext cx="46029" cy="48585"/>
          </a:xfrm>
          <a:custGeom xmlns:a="http://schemas.openxmlformats.org/drawingml/2006/main">
            <a:pathLst>
              <a:path w="46029" h="48585" fill="none">
                <a:moveTo>
                  <a:pt x="0" y="24292"/>
                </a:moveTo>
                <a:cubicBezTo>
                  <a:pt x="0" y="10877"/>
                  <a:pt x="10301" y="0"/>
                  <a:pt x="23015" y="0"/>
                </a:cubicBezTo>
                <a:cubicBezTo>
                  <a:pt x="35725" y="0"/>
                  <a:pt x="46029" y="10877"/>
                  <a:pt x="46029" y="24292"/>
                </a:cubicBezTo>
                <a:cubicBezTo>
                  <a:pt x="46029" y="37725"/>
                  <a:pt x="35725" y="48585"/>
                  <a:pt x="23015" y="48585"/>
                </a:cubicBezTo>
                <a:cubicBezTo>
                  <a:pt x="10301" y="48585"/>
                  <a:pt x="0" y="37725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BF841-8FCE-487D-9F06-EF2AFA79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37" y="487374"/>
            <a:ext cx="301209" cy="150375"/>
          </a:xfrm>
          <a:custGeom xmlns:a="http://schemas.openxmlformats.org/drawingml/2006/main">
            <a:pathLst>
              <a:path w="301209" h="150375" fill="none">
                <a:moveTo>
                  <a:pt x="301209" y="0"/>
                </a:moveTo>
                <a:lnTo>
                  <a:pt x="0" y="150375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91886-1DD3-415D-99F2-AAA18569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263" y="648463"/>
            <a:ext cx="92897" cy="83127"/>
          </a:xfrm>
          <a:custGeom xmlns:a="http://schemas.openxmlformats.org/drawingml/2006/main">
            <a:pathLst>
              <a:path w="92897" h="83127" fill="none">
                <a:moveTo>
                  <a:pt x="92897" y="0"/>
                </a:moveTo>
                <a:lnTo>
                  <a:pt x="0" y="83127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B580E-A313-4BBF-AAFC-A7FB64B2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538" y="766078"/>
            <a:ext cx="113619" cy="132683"/>
          </a:xfrm>
          <a:custGeom xmlns:a="http://schemas.openxmlformats.org/drawingml/2006/main">
            <a:pathLst>
              <a:path w="113619" h="132683" fill="none">
                <a:moveTo>
                  <a:pt x="113619" y="0"/>
                </a:moveTo>
                <a:lnTo>
                  <a:pt x="0" y="132683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D7347-4887-40E9-954A-F8B70D7E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41" y="934819"/>
            <a:ext cx="121289" cy="233632"/>
          </a:xfrm>
          <a:custGeom xmlns:a="http://schemas.openxmlformats.org/drawingml/2006/main">
            <a:pathLst>
              <a:path w="121289" h="233632" fill="none">
                <a:moveTo>
                  <a:pt x="121289" y="0"/>
                </a:moveTo>
                <a:lnTo>
                  <a:pt x="0" y="233632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E35F7-6A25-4AE9-AF0C-E7F70E75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063" y="620337"/>
            <a:ext cx="325556" cy="26129"/>
          </a:xfrm>
          <a:custGeom xmlns:a="http://schemas.openxmlformats.org/drawingml/2006/main">
            <a:pathLst>
              <a:path w="325556" h="26129" fill="none">
                <a:moveTo>
                  <a:pt x="0" y="0"/>
                </a:moveTo>
                <a:lnTo>
                  <a:pt x="325556" y="26129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22A4C5"/>
            </a:solidFill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2998F-2B93-4F62-B587-179B6360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84" y="454137"/>
            <a:ext cx="48585" cy="46029"/>
          </a:xfrm>
          <a:custGeom xmlns:a="http://schemas.openxmlformats.org/drawingml/2006/main">
            <a:pathLst>
              <a:path w="48585" h="46029">
                <a:moveTo>
                  <a:pt x="0" y="23015"/>
                </a:moveTo>
                <a:cubicBezTo>
                  <a:pt x="0" y="10304"/>
                  <a:pt x="10860" y="0"/>
                  <a:pt x="24293" y="0"/>
                </a:cubicBezTo>
                <a:cubicBezTo>
                  <a:pt x="37708" y="0"/>
                  <a:pt x="48585" y="10304"/>
                  <a:pt x="48585" y="23015"/>
                </a:cubicBezTo>
                <a:cubicBezTo>
                  <a:pt x="48585" y="35728"/>
                  <a:pt x="37708" y="46029"/>
                  <a:pt x="24293" y="46029"/>
                </a:cubicBezTo>
                <a:cubicBezTo>
                  <a:pt x="10860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A6D1E-96E2-40E9-91B6-C76A08DA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84" y="454137"/>
            <a:ext cx="48585" cy="46029"/>
          </a:xfrm>
          <a:custGeom xmlns:a="http://schemas.openxmlformats.org/drawingml/2006/main">
            <a:pathLst>
              <a:path w="48585" h="46029" fill="none">
                <a:moveTo>
                  <a:pt x="0" y="23015"/>
                </a:moveTo>
                <a:cubicBezTo>
                  <a:pt x="0" y="10304"/>
                  <a:pt x="10860" y="0"/>
                  <a:pt x="24293" y="0"/>
                </a:cubicBezTo>
                <a:cubicBezTo>
                  <a:pt x="37708" y="0"/>
                  <a:pt x="48585" y="10304"/>
                  <a:pt x="48585" y="23015"/>
                </a:cubicBezTo>
                <a:cubicBezTo>
                  <a:pt x="48585" y="35728"/>
                  <a:pt x="37708" y="46029"/>
                  <a:pt x="24293" y="46029"/>
                </a:cubicBezTo>
                <a:cubicBezTo>
                  <a:pt x="10860" y="46029"/>
                  <a:pt x="0" y="35728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459CA-6A66-4B1C-B601-56321194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18" y="622892"/>
            <a:ext cx="48585" cy="46029"/>
          </a:xfrm>
          <a:custGeom xmlns:a="http://schemas.openxmlformats.org/drawingml/2006/main">
            <a:pathLst>
              <a:path w="48585" h="46029">
                <a:moveTo>
                  <a:pt x="0" y="23015"/>
                </a:moveTo>
                <a:cubicBezTo>
                  <a:pt x="0" y="10304"/>
                  <a:pt x="10874" y="0"/>
                  <a:pt x="24293" y="0"/>
                </a:cubicBezTo>
                <a:cubicBezTo>
                  <a:pt x="37722" y="0"/>
                  <a:pt x="48585" y="10304"/>
                  <a:pt x="48585" y="23015"/>
                </a:cubicBezTo>
                <a:cubicBezTo>
                  <a:pt x="48585" y="35715"/>
                  <a:pt x="37722" y="46029"/>
                  <a:pt x="24293" y="46029"/>
                </a:cubicBezTo>
                <a:cubicBezTo>
                  <a:pt x="10874" y="46029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3CBF2-CCD7-4794-8332-A40D49C2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18" y="622892"/>
            <a:ext cx="48585" cy="46029"/>
          </a:xfrm>
          <a:custGeom xmlns:a="http://schemas.openxmlformats.org/drawingml/2006/main">
            <a:pathLst>
              <a:path w="48585" h="46029" fill="none">
                <a:moveTo>
                  <a:pt x="0" y="23015"/>
                </a:moveTo>
                <a:cubicBezTo>
                  <a:pt x="0" y="10304"/>
                  <a:pt x="10874" y="0"/>
                  <a:pt x="24293" y="0"/>
                </a:cubicBezTo>
                <a:cubicBezTo>
                  <a:pt x="37722" y="0"/>
                  <a:pt x="48585" y="10304"/>
                  <a:pt x="48585" y="23015"/>
                </a:cubicBezTo>
                <a:cubicBezTo>
                  <a:pt x="48585" y="35715"/>
                  <a:pt x="37722" y="46029"/>
                  <a:pt x="24293" y="46029"/>
                </a:cubicBezTo>
                <a:cubicBezTo>
                  <a:pt x="10874" y="46029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4EB4C-E0A1-4488-968A-6CA1B254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14" y="722604"/>
            <a:ext cx="48585" cy="48585"/>
          </a:xfrm>
          <a:custGeom xmlns:a="http://schemas.openxmlformats.org/drawingml/2006/main">
            <a:pathLst>
              <a:path w="48585" h="48585">
                <a:moveTo>
                  <a:pt x="0" y="24292"/>
                </a:moveTo>
                <a:cubicBezTo>
                  <a:pt x="0" y="10877"/>
                  <a:pt x="10877" y="0"/>
                  <a:pt x="24293" y="0"/>
                </a:cubicBezTo>
                <a:cubicBezTo>
                  <a:pt x="37725" y="0"/>
                  <a:pt x="48585" y="10877"/>
                  <a:pt x="48585" y="24292"/>
                </a:cubicBezTo>
                <a:cubicBezTo>
                  <a:pt x="48585" y="37722"/>
                  <a:pt x="37725" y="48585"/>
                  <a:pt x="24293" y="48585"/>
                </a:cubicBezTo>
                <a:cubicBezTo>
                  <a:pt x="10877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0B40A-C56A-47BC-B68A-94AFFE8F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14" y="722604"/>
            <a:ext cx="48585" cy="48585"/>
          </a:xfrm>
          <a:custGeom xmlns:a="http://schemas.openxmlformats.org/drawingml/2006/main">
            <a:pathLst>
              <a:path w="48585" h="48585" fill="none">
                <a:moveTo>
                  <a:pt x="0" y="24292"/>
                </a:moveTo>
                <a:cubicBezTo>
                  <a:pt x="0" y="10877"/>
                  <a:pt x="10877" y="0"/>
                  <a:pt x="24293" y="0"/>
                </a:cubicBezTo>
                <a:cubicBezTo>
                  <a:pt x="37725" y="0"/>
                  <a:pt x="48585" y="10877"/>
                  <a:pt x="48585" y="24292"/>
                </a:cubicBezTo>
                <a:cubicBezTo>
                  <a:pt x="48585" y="37722"/>
                  <a:pt x="37725" y="48585"/>
                  <a:pt x="24293" y="48585"/>
                </a:cubicBezTo>
                <a:cubicBezTo>
                  <a:pt x="10877" y="48585"/>
                  <a:pt x="0" y="37722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DFB47-0AA3-466B-971A-2BD457A7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76" y="888804"/>
            <a:ext cx="46029" cy="48585"/>
          </a:xfrm>
          <a:custGeom xmlns:a="http://schemas.openxmlformats.org/drawingml/2006/main">
            <a:pathLst>
              <a:path w="46029" h="48585">
                <a:moveTo>
                  <a:pt x="0" y="24292"/>
                </a:moveTo>
                <a:cubicBezTo>
                  <a:pt x="0" y="10860"/>
                  <a:pt x="10315" y="0"/>
                  <a:pt x="23015" y="0"/>
                </a:cubicBezTo>
                <a:cubicBezTo>
                  <a:pt x="35725" y="0"/>
                  <a:pt x="46029" y="10860"/>
                  <a:pt x="46029" y="24292"/>
                </a:cubicBezTo>
                <a:cubicBezTo>
                  <a:pt x="46029" y="37708"/>
                  <a:pt x="35725" y="48585"/>
                  <a:pt x="23015" y="48585"/>
                </a:cubicBezTo>
                <a:cubicBezTo>
                  <a:pt x="10315" y="48585"/>
                  <a:pt x="0" y="37708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88B58-C0A9-4F66-BEEF-D698D67A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76" y="888804"/>
            <a:ext cx="46029" cy="48585"/>
          </a:xfrm>
          <a:custGeom xmlns:a="http://schemas.openxmlformats.org/drawingml/2006/main">
            <a:pathLst>
              <a:path w="46029" h="48585" fill="none">
                <a:moveTo>
                  <a:pt x="0" y="24292"/>
                </a:moveTo>
                <a:cubicBezTo>
                  <a:pt x="0" y="10860"/>
                  <a:pt x="10315" y="0"/>
                  <a:pt x="23015" y="0"/>
                </a:cubicBezTo>
                <a:cubicBezTo>
                  <a:pt x="35725" y="0"/>
                  <a:pt x="46029" y="10860"/>
                  <a:pt x="46029" y="24292"/>
                </a:cubicBezTo>
                <a:cubicBezTo>
                  <a:pt x="46029" y="37708"/>
                  <a:pt x="35725" y="48585"/>
                  <a:pt x="23015" y="48585"/>
                </a:cubicBezTo>
                <a:cubicBezTo>
                  <a:pt x="10315" y="48585"/>
                  <a:pt x="0" y="37708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9FD8C-A2E7-411F-AC95-67DE6043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115" y="1162379"/>
            <a:ext cx="46016" cy="48585"/>
          </a:xfrm>
          <a:custGeom xmlns:a="http://schemas.openxmlformats.org/drawingml/2006/main">
            <a:pathLst>
              <a:path w="46016" h="48585">
                <a:moveTo>
                  <a:pt x="0" y="24292"/>
                </a:moveTo>
                <a:cubicBezTo>
                  <a:pt x="0" y="10863"/>
                  <a:pt x="10304" y="0"/>
                  <a:pt x="23015" y="0"/>
                </a:cubicBezTo>
                <a:cubicBezTo>
                  <a:pt x="35715" y="0"/>
                  <a:pt x="46016" y="10863"/>
                  <a:pt x="46016" y="24292"/>
                </a:cubicBezTo>
                <a:cubicBezTo>
                  <a:pt x="46016" y="37711"/>
                  <a:pt x="35715" y="48585"/>
                  <a:pt x="23015" y="48585"/>
                </a:cubicBezTo>
                <a:cubicBezTo>
                  <a:pt x="10304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49559-40A0-46D0-A288-4C99ED82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115" y="1162379"/>
            <a:ext cx="46016" cy="48585"/>
          </a:xfrm>
          <a:custGeom xmlns:a="http://schemas.openxmlformats.org/drawingml/2006/main">
            <a:pathLst>
              <a:path w="46016" h="48585" fill="none">
                <a:moveTo>
                  <a:pt x="0" y="24292"/>
                </a:moveTo>
                <a:cubicBezTo>
                  <a:pt x="0" y="10863"/>
                  <a:pt x="10304" y="0"/>
                  <a:pt x="23015" y="0"/>
                </a:cubicBezTo>
                <a:cubicBezTo>
                  <a:pt x="35715" y="0"/>
                  <a:pt x="46016" y="10863"/>
                  <a:pt x="46016" y="24292"/>
                </a:cubicBezTo>
                <a:cubicBezTo>
                  <a:pt x="46016" y="37711"/>
                  <a:pt x="35715" y="48585"/>
                  <a:pt x="23015" y="48585"/>
                </a:cubicBezTo>
                <a:cubicBezTo>
                  <a:pt x="10304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3F8BAA-67C2-442E-BD5E-63AED7E0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145" y="594767"/>
            <a:ext cx="48585" cy="46029"/>
          </a:xfrm>
          <a:custGeom xmlns:a="http://schemas.openxmlformats.org/drawingml/2006/main">
            <a:pathLst>
              <a:path w="48585" h="46029">
                <a:moveTo>
                  <a:pt x="0" y="23015"/>
                </a:moveTo>
                <a:cubicBezTo>
                  <a:pt x="0" y="10304"/>
                  <a:pt x="10874" y="0"/>
                  <a:pt x="24293" y="0"/>
                </a:cubicBezTo>
                <a:cubicBezTo>
                  <a:pt x="37708" y="0"/>
                  <a:pt x="48585" y="10304"/>
                  <a:pt x="48585" y="23015"/>
                </a:cubicBezTo>
                <a:cubicBezTo>
                  <a:pt x="48585" y="35715"/>
                  <a:pt x="37708" y="46029"/>
                  <a:pt x="24293" y="46029"/>
                </a:cubicBezTo>
                <a:cubicBezTo>
                  <a:pt x="10874" y="46029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22A4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D75C8-3B25-4B70-9BBE-520425D6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145" y="594767"/>
            <a:ext cx="48585" cy="46029"/>
          </a:xfrm>
          <a:custGeom xmlns:a="http://schemas.openxmlformats.org/drawingml/2006/main">
            <a:pathLst>
              <a:path w="48585" h="46029" fill="none">
                <a:moveTo>
                  <a:pt x="0" y="23015"/>
                </a:moveTo>
                <a:cubicBezTo>
                  <a:pt x="0" y="10304"/>
                  <a:pt x="10874" y="0"/>
                  <a:pt x="24293" y="0"/>
                </a:cubicBezTo>
                <a:cubicBezTo>
                  <a:pt x="37708" y="0"/>
                  <a:pt x="48585" y="10304"/>
                  <a:pt x="48585" y="23015"/>
                </a:cubicBezTo>
                <a:cubicBezTo>
                  <a:pt x="48585" y="35715"/>
                  <a:pt x="37708" y="46029"/>
                  <a:pt x="24293" y="46029"/>
                </a:cubicBezTo>
                <a:cubicBezTo>
                  <a:pt x="10874" y="46029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0C3844"/>
            </a:solidFill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EA913-F25B-4790-96C1-D49400DB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14" y="6402997"/>
            <a:ext cx="118748" cy="10222"/>
          </a:xfrm>
          <a:custGeom xmlns:a="http://schemas.openxmlformats.org/drawingml/2006/main">
            <a:pathLst>
              <a:path w="118748" h="10222" fill="none">
                <a:moveTo>
                  <a:pt x="118748" y="102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67" cap="flat">
            <a:solidFill>
              <a:srgbClr val="C98196"/>
            </a:solidFill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4C714-95CB-47E8-8EDB-05CA524B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23" y="6380821"/>
            <a:ext cx="54017" cy="54027"/>
          </a:xfrm>
          <a:custGeom xmlns:a="http://schemas.openxmlformats.org/drawingml/2006/main">
            <a:pathLst>
              <a:path w="54017" h="54027">
                <a:moveTo>
                  <a:pt x="6829" y="14680"/>
                </a:moveTo>
                <a:cubicBezTo>
                  <a:pt x="13644" y="3527"/>
                  <a:pt x="28218" y="0"/>
                  <a:pt x="39374" y="6829"/>
                </a:cubicBezTo>
                <a:cubicBezTo>
                  <a:pt x="50514" y="13657"/>
                  <a:pt x="54017" y="28232"/>
                  <a:pt x="47202" y="39384"/>
                </a:cubicBezTo>
                <a:cubicBezTo>
                  <a:pt x="40373" y="50527"/>
                  <a:pt x="25823" y="54027"/>
                  <a:pt x="14642" y="47225"/>
                </a:cubicBezTo>
                <a:cubicBezTo>
                  <a:pt x="3503" y="40396"/>
                  <a:pt x="0" y="25822"/>
                  <a:pt x="6829" y="14680"/>
                </a:cubicBezTo>
                <a:close/>
                <a:moveTo>
                  <a:pt x="6829" y="14680"/>
                </a:moveTo>
              </a:path>
            </a:pathLst>
          </a:custGeom>
          <a:solidFill xmlns:a="http://schemas.openxmlformats.org/drawingml/2006/main">
            <a:srgbClr val="C981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01981-D638-4C88-9F06-7BE737E0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23" y="6380821"/>
            <a:ext cx="54017" cy="54027"/>
          </a:xfrm>
          <a:custGeom xmlns:a="http://schemas.openxmlformats.org/drawingml/2006/main">
            <a:pathLst>
              <a:path w="54017" h="54027" fill="none">
                <a:moveTo>
                  <a:pt x="6829" y="14680"/>
                </a:moveTo>
                <a:cubicBezTo>
                  <a:pt x="13644" y="3527"/>
                  <a:pt x="28218" y="0"/>
                  <a:pt x="39374" y="6829"/>
                </a:cubicBezTo>
                <a:cubicBezTo>
                  <a:pt x="50514" y="13657"/>
                  <a:pt x="54017" y="28232"/>
                  <a:pt x="47202" y="39384"/>
                </a:cubicBezTo>
                <a:cubicBezTo>
                  <a:pt x="40373" y="50527"/>
                  <a:pt x="25823" y="54027"/>
                  <a:pt x="14642" y="47225"/>
                </a:cubicBezTo>
                <a:cubicBezTo>
                  <a:pt x="3503" y="40396"/>
                  <a:pt x="0" y="25822"/>
                  <a:pt x="6829" y="14680"/>
                </a:cubicBezTo>
                <a:close/>
                <a:moveTo>
                  <a:pt x="6829" y="14680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632B3B"/>
            </a:solidFill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75814-F880-49B1-A837-64DE19EF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277" y="3633548"/>
            <a:ext cx="66471" cy="66471"/>
          </a:xfrm>
          <a:custGeom xmlns:a="http://schemas.openxmlformats.org/drawingml/2006/main">
            <a:pathLst>
              <a:path w="66471" h="66471">
                <a:moveTo>
                  <a:pt x="0" y="33237"/>
                </a:moveTo>
                <a:cubicBezTo>
                  <a:pt x="0" y="14881"/>
                  <a:pt x="14881" y="0"/>
                  <a:pt x="33234" y="0"/>
                </a:cubicBezTo>
                <a:cubicBezTo>
                  <a:pt x="51591" y="0"/>
                  <a:pt x="66471" y="14881"/>
                  <a:pt x="66471" y="33237"/>
                </a:cubicBezTo>
                <a:cubicBezTo>
                  <a:pt x="66471" y="51591"/>
                  <a:pt x="51591" y="66471"/>
                  <a:pt x="33234" y="66471"/>
                </a:cubicBezTo>
                <a:cubicBezTo>
                  <a:pt x="14881" y="66471"/>
                  <a:pt x="0" y="51591"/>
                  <a:pt x="0" y="33237"/>
                </a:cubicBezTo>
                <a:close/>
                <a:moveTo>
                  <a:pt x="0" y="33237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621C2-D32C-4032-A88E-AC7891A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277" y="4170478"/>
            <a:ext cx="66471" cy="66475"/>
          </a:xfrm>
          <a:custGeom xmlns:a="http://schemas.openxmlformats.org/drawingml/2006/main">
            <a:pathLst>
              <a:path w="66471" h="66475">
                <a:moveTo>
                  <a:pt x="0" y="33237"/>
                </a:moveTo>
                <a:cubicBezTo>
                  <a:pt x="0" y="14881"/>
                  <a:pt x="14881" y="0"/>
                  <a:pt x="33234" y="0"/>
                </a:cubicBezTo>
                <a:cubicBezTo>
                  <a:pt x="51591" y="0"/>
                  <a:pt x="66471" y="14881"/>
                  <a:pt x="66471" y="33237"/>
                </a:cubicBezTo>
                <a:cubicBezTo>
                  <a:pt x="66471" y="51594"/>
                  <a:pt x="51591" y="66475"/>
                  <a:pt x="33234" y="66475"/>
                </a:cubicBezTo>
                <a:cubicBezTo>
                  <a:pt x="14881" y="66475"/>
                  <a:pt x="0" y="51594"/>
                  <a:pt x="0" y="33237"/>
                </a:cubicBezTo>
                <a:close/>
                <a:moveTo>
                  <a:pt x="0" y="33237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76BCB-F748-4E49-996D-32C32086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166" y="4556559"/>
            <a:ext cx="66471" cy="66475"/>
          </a:xfrm>
          <a:custGeom xmlns:a="http://schemas.openxmlformats.org/drawingml/2006/main">
            <a:pathLst>
              <a:path w="66471" h="66475">
                <a:moveTo>
                  <a:pt x="0" y="33237"/>
                </a:moveTo>
                <a:cubicBezTo>
                  <a:pt x="0" y="14881"/>
                  <a:pt x="14881" y="0"/>
                  <a:pt x="33234" y="0"/>
                </a:cubicBezTo>
                <a:cubicBezTo>
                  <a:pt x="51591" y="0"/>
                  <a:pt x="66471" y="14881"/>
                  <a:pt x="66471" y="33237"/>
                </a:cubicBezTo>
                <a:cubicBezTo>
                  <a:pt x="66471" y="51591"/>
                  <a:pt x="51591" y="66475"/>
                  <a:pt x="33234" y="66475"/>
                </a:cubicBezTo>
                <a:cubicBezTo>
                  <a:pt x="14881" y="66475"/>
                  <a:pt x="0" y="51591"/>
                  <a:pt x="0" y="33237"/>
                </a:cubicBezTo>
                <a:close/>
                <a:moveTo>
                  <a:pt x="0" y="33237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E5219-DBFC-4312-A6D3-335CC6ED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277" y="4927306"/>
            <a:ext cx="66471" cy="66471"/>
          </a:xfrm>
          <a:custGeom xmlns:a="http://schemas.openxmlformats.org/drawingml/2006/main">
            <a:pathLst>
              <a:path w="66471" h="66471">
                <a:moveTo>
                  <a:pt x="0" y="33234"/>
                </a:moveTo>
                <a:cubicBezTo>
                  <a:pt x="0" y="14867"/>
                  <a:pt x="14881" y="0"/>
                  <a:pt x="33234" y="0"/>
                </a:cubicBezTo>
                <a:cubicBezTo>
                  <a:pt x="51591" y="0"/>
                  <a:pt x="66471" y="14867"/>
                  <a:pt x="66471" y="33234"/>
                </a:cubicBezTo>
                <a:cubicBezTo>
                  <a:pt x="66471" y="51591"/>
                  <a:pt x="51591" y="66471"/>
                  <a:pt x="33234" y="66471"/>
                </a:cubicBezTo>
                <a:cubicBezTo>
                  <a:pt x="14881" y="66471"/>
                  <a:pt x="0" y="51591"/>
                  <a:pt x="0" y="33234"/>
                </a:cubicBezTo>
                <a:close/>
                <a:moveTo>
                  <a:pt x="0" y="33234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97FFB-E298-406E-AE75-AF240D50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722" y="1396332"/>
            <a:ext cx="66471" cy="66475"/>
          </a:xfrm>
          <a:custGeom xmlns:a="http://schemas.openxmlformats.org/drawingml/2006/main">
            <a:pathLst>
              <a:path w="66471" h="66475">
                <a:moveTo>
                  <a:pt x="0" y="33237"/>
                </a:moveTo>
                <a:cubicBezTo>
                  <a:pt x="0" y="14881"/>
                  <a:pt x="14881" y="0"/>
                  <a:pt x="33234" y="0"/>
                </a:cubicBezTo>
                <a:cubicBezTo>
                  <a:pt x="51591" y="0"/>
                  <a:pt x="66471" y="14881"/>
                  <a:pt x="66471" y="33237"/>
                </a:cubicBezTo>
                <a:cubicBezTo>
                  <a:pt x="66471" y="51591"/>
                  <a:pt x="51591" y="66475"/>
                  <a:pt x="33234" y="66475"/>
                </a:cubicBezTo>
                <a:cubicBezTo>
                  <a:pt x="14881" y="66475"/>
                  <a:pt x="0" y="51591"/>
                  <a:pt x="0" y="33237"/>
                </a:cubicBezTo>
                <a:close/>
                <a:moveTo>
                  <a:pt x="0" y="33237"/>
                </a:moveTo>
              </a:path>
            </a:pathLst>
          </a:custGeom>
          <a:solidFill xmlns:a="http://schemas.openxmlformats.org/drawingml/2006/main">
            <a:srgbClr val="AD84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DD9A4-B368-4257-B675-C0F4C339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4" y="5347901"/>
            <a:ext cx="46016" cy="46016"/>
          </a:xfrm>
          <a:custGeom xmlns:a="http://schemas.openxmlformats.org/drawingml/2006/main">
            <a:pathLst>
              <a:path w="46016" h="46016">
                <a:moveTo>
                  <a:pt x="0" y="23001"/>
                </a:moveTo>
                <a:cubicBezTo>
                  <a:pt x="0" y="10301"/>
                  <a:pt x="10301" y="0"/>
                  <a:pt x="23015" y="0"/>
                </a:cubicBezTo>
                <a:cubicBezTo>
                  <a:pt x="35711" y="0"/>
                  <a:pt x="46016" y="10301"/>
                  <a:pt x="46016" y="23001"/>
                </a:cubicBezTo>
                <a:cubicBezTo>
                  <a:pt x="46016" y="35711"/>
                  <a:pt x="35711" y="46016"/>
                  <a:pt x="23015" y="46016"/>
                </a:cubicBezTo>
                <a:cubicBezTo>
                  <a:pt x="10301" y="46016"/>
                  <a:pt x="0" y="35711"/>
                  <a:pt x="0" y="23001"/>
                </a:cubicBezTo>
                <a:close/>
                <a:moveTo>
                  <a:pt x="0" y="23001"/>
                </a:moveTo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E9835-0649-4C01-98F1-2A53431E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4" y="5347901"/>
            <a:ext cx="46016" cy="46016"/>
          </a:xfrm>
          <a:custGeom xmlns:a="http://schemas.openxmlformats.org/drawingml/2006/main">
            <a:pathLst>
              <a:path w="46016" h="46016" fill="none">
                <a:moveTo>
                  <a:pt x="0" y="23001"/>
                </a:moveTo>
                <a:cubicBezTo>
                  <a:pt x="0" y="10301"/>
                  <a:pt x="10301" y="0"/>
                  <a:pt x="23015" y="0"/>
                </a:cubicBezTo>
                <a:cubicBezTo>
                  <a:pt x="35711" y="0"/>
                  <a:pt x="46016" y="10301"/>
                  <a:pt x="46016" y="23001"/>
                </a:cubicBezTo>
                <a:cubicBezTo>
                  <a:pt x="46016" y="35711"/>
                  <a:pt x="35711" y="46016"/>
                  <a:pt x="23015" y="46016"/>
                </a:cubicBezTo>
                <a:cubicBezTo>
                  <a:pt x="10301" y="46016"/>
                  <a:pt x="0" y="35711"/>
                  <a:pt x="0" y="23001"/>
                </a:cubicBezTo>
                <a:close/>
                <a:moveTo>
                  <a:pt x="0" y="23001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742F00"/>
            </a:solidFill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09205-3C6A-48FC-A2A4-8F99FA99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135" y="5148464"/>
            <a:ext cx="286914" cy="10"/>
          </a:xfrm>
          <a:custGeom xmlns:a="http://schemas.openxmlformats.org/drawingml/2006/main">
            <a:pathLst>
              <a:path w="286914" h="1" fill="none">
                <a:moveTo>
                  <a:pt x="28691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FFCC00">
                <a:alpha val="25098"/>
              </a:srgbClr>
            </a:solidFill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57DC6-5102-4157-9779-6041417A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99" y="5148464"/>
            <a:ext cx="283973" cy="10"/>
          </a:xfrm>
          <a:custGeom xmlns:a="http://schemas.openxmlformats.org/drawingml/2006/main">
            <a:pathLst>
              <a:path w="283973" h="1" fill="none">
                <a:moveTo>
                  <a:pt x="28397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FFCC00">
                <a:alpha val="25098"/>
              </a:srgbClr>
            </a:solidFill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4D146-5486-40EC-8ADE-999AB0A9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074" y="5174034"/>
            <a:ext cx="10" cy="292852"/>
          </a:xfrm>
          <a:custGeom xmlns:a="http://schemas.openxmlformats.org/drawingml/2006/main">
            <a:pathLst>
              <a:path w="10" h="292852" fill="none">
                <a:moveTo>
                  <a:pt x="0" y="292852"/>
                </a:moveTo>
                <a:lnTo>
                  <a:pt x="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FFCC00">
                <a:alpha val="25098"/>
              </a:srgbClr>
            </a:solidFill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AB763-71EC-4BD5-9181-1B64E87A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135" y="5488517"/>
            <a:ext cx="286914" cy="10"/>
          </a:xfrm>
          <a:custGeom xmlns:a="http://schemas.openxmlformats.org/drawingml/2006/main">
            <a:pathLst>
              <a:path w="286914" h="1" fill="none">
                <a:moveTo>
                  <a:pt x="28691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FFCC00">
                <a:alpha val="25098"/>
              </a:srgbClr>
            </a:solidFill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AFA9A-F187-45CD-8148-F59FCF4A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134" y="5514087"/>
            <a:ext cx="10" cy="282254"/>
          </a:xfrm>
          <a:custGeom xmlns:a="http://schemas.openxmlformats.org/drawingml/2006/main">
            <a:pathLst>
              <a:path w="1" h="282254" fill="none">
                <a:moveTo>
                  <a:pt x="0" y="0"/>
                </a:moveTo>
                <a:lnTo>
                  <a:pt x="0" y="282254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FFCC00">
                <a:alpha val="25098"/>
              </a:srgbClr>
            </a:solidFill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FCAB4-5CED-4E73-8DCD-C75EB794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134" y="5174034"/>
            <a:ext cx="10" cy="292852"/>
          </a:xfrm>
          <a:custGeom xmlns:a="http://schemas.openxmlformats.org/drawingml/2006/main">
            <a:pathLst>
              <a:path w="1" h="292852" fill="none">
                <a:moveTo>
                  <a:pt x="0" y="0"/>
                </a:moveTo>
                <a:lnTo>
                  <a:pt x="0" y="292852"/>
                </a:ln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FFCC00">
                <a:alpha val="25098"/>
              </a:srgbClr>
            </a:solidFill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CAE5A-92A4-443E-B5E4-0E8CF22C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517" y="5125450"/>
            <a:ext cx="48568" cy="48585"/>
          </a:xfrm>
          <a:custGeom xmlns:a="http://schemas.openxmlformats.org/drawingml/2006/main">
            <a:pathLst>
              <a:path w="48568" h="48585">
                <a:moveTo>
                  <a:pt x="0" y="24292"/>
                </a:moveTo>
                <a:cubicBezTo>
                  <a:pt x="0" y="10877"/>
                  <a:pt x="10860" y="0"/>
                  <a:pt x="24276" y="0"/>
                </a:cubicBezTo>
                <a:cubicBezTo>
                  <a:pt x="37708" y="0"/>
                  <a:pt x="48568" y="10877"/>
                  <a:pt x="48568" y="24292"/>
                </a:cubicBezTo>
                <a:cubicBezTo>
                  <a:pt x="48568" y="37711"/>
                  <a:pt x="37708" y="48585"/>
                  <a:pt x="24276" y="48585"/>
                </a:cubicBezTo>
                <a:cubicBezTo>
                  <a:pt x="10860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B9ECB-9554-4AFD-BD94-E6EF23BF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517" y="5125450"/>
            <a:ext cx="48568" cy="48585"/>
          </a:xfrm>
          <a:custGeom xmlns:a="http://schemas.openxmlformats.org/drawingml/2006/main">
            <a:pathLst>
              <a:path w="48568" h="48585" fill="none">
                <a:moveTo>
                  <a:pt x="0" y="24292"/>
                </a:moveTo>
                <a:cubicBezTo>
                  <a:pt x="0" y="10877"/>
                  <a:pt x="10860" y="0"/>
                  <a:pt x="24276" y="0"/>
                </a:cubicBezTo>
                <a:cubicBezTo>
                  <a:pt x="37708" y="0"/>
                  <a:pt x="48568" y="10877"/>
                  <a:pt x="48568" y="24292"/>
                </a:cubicBezTo>
                <a:cubicBezTo>
                  <a:pt x="48568" y="37711"/>
                  <a:pt x="37708" y="48585"/>
                  <a:pt x="24276" y="48585"/>
                </a:cubicBezTo>
                <a:cubicBezTo>
                  <a:pt x="10860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4042A-EFF7-4AF0-BDE2-3E4902E1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898" y="5125450"/>
            <a:ext cx="46016" cy="48585"/>
          </a:xfrm>
          <a:custGeom xmlns:a="http://schemas.openxmlformats.org/drawingml/2006/main">
            <a:pathLst>
              <a:path w="46016" h="48585">
                <a:moveTo>
                  <a:pt x="0" y="24292"/>
                </a:moveTo>
                <a:cubicBezTo>
                  <a:pt x="0" y="10877"/>
                  <a:pt x="10304" y="0"/>
                  <a:pt x="23015" y="0"/>
                </a:cubicBezTo>
                <a:cubicBezTo>
                  <a:pt x="35715" y="0"/>
                  <a:pt x="46016" y="10877"/>
                  <a:pt x="46016" y="24292"/>
                </a:cubicBezTo>
                <a:cubicBezTo>
                  <a:pt x="46016" y="37711"/>
                  <a:pt x="35715" y="48585"/>
                  <a:pt x="23015" y="48585"/>
                </a:cubicBezTo>
                <a:cubicBezTo>
                  <a:pt x="10304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11709-09A7-4C9C-85A5-C611A1CB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898" y="5125450"/>
            <a:ext cx="46016" cy="48585"/>
          </a:xfrm>
          <a:custGeom xmlns:a="http://schemas.openxmlformats.org/drawingml/2006/main">
            <a:pathLst>
              <a:path w="46016" h="48585" fill="none">
                <a:moveTo>
                  <a:pt x="0" y="24292"/>
                </a:moveTo>
                <a:cubicBezTo>
                  <a:pt x="0" y="10877"/>
                  <a:pt x="10304" y="0"/>
                  <a:pt x="23015" y="0"/>
                </a:cubicBezTo>
                <a:cubicBezTo>
                  <a:pt x="35715" y="0"/>
                  <a:pt x="46016" y="10877"/>
                  <a:pt x="46016" y="24292"/>
                </a:cubicBezTo>
                <a:cubicBezTo>
                  <a:pt x="46016" y="37711"/>
                  <a:pt x="35715" y="48585"/>
                  <a:pt x="23015" y="48585"/>
                </a:cubicBezTo>
                <a:cubicBezTo>
                  <a:pt x="10304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DCCEC-7C94-4B57-9E80-4EE0EECD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517" y="5465516"/>
            <a:ext cx="48568" cy="48571"/>
          </a:xfrm>
          <a:custGeom xmlns:a="http://schemas.openxmlformats.org/drawingml/2006/main">
            <a:pathLst>
              <a:path w="48568" h="48571">
                <a:moveTo>
                  <a:pt x="0" y="24279"/>
                </a:moveTo>
                <a:cubicBezTo>
                  <a:pt x="0" y="10860"/>
                  <a:pt x="10860" y="0"/>
                  <a:pt x="24276" y="0"/>
                </a:cubicBezTo>
                <a:cubicBezTo>
                  <a:pt x="37708" y="0"/>
                  <a:pt x="48568" y="10860"/>
                  <a:pt x="48568" y="24279"/>
                </a:cubicBezTo>
                <a:cubicBezTo>
                  <a:pt x="48568" y="37708"/>
                  <a:pt x="37708" y="48571"/>
                  <a:pt x="24276" y="48571"/>
                </a:cubicBezTo>
                <a:cubicBezTo>
                  <a:pt x="10860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4D111-0158-450D-95B1-4314042D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517" y="5465516"/>
            <a:ext cx="48568" cy="48571"/>
          </a:xfrm>
          <a:custGeom xmlns:a="http://schemas.openxmlformats.org/drawingml/2006/main">
            <a:pathLst>
              <a:path w="48568" h="48571" fill="none">
                <a:moveTo>
                  <a:pt x="0" y="24279"/>
                </a:moveTo>
                <a:cubicBezTo>
                  <a:pt x="0" y="10860"/>
                  <a:pt x="10860" y="0"/>
                  <a:pt x="24276" y="0"/>
                </a:cubicBezTo>
                <a:cubicBezTo>
                  <a:pt x="37708" y="0"/>
                  <a:pt x="48568" y="10860"/>
                  <a:pt x="48568" y="24279"/>
                </a:cubicBezTo>
                <a:cubicBezTo>
                  <a:pt x="48568" y="37708"/>
                  <a:pt x="37708" y="48571"/>
                  <a:pt x="24276" y="48571"/>
                </a:cubicBezTo>
                <a:cubicBezTo>
                  <a:pt x="10860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A53EC2-2B48-41EA-832B-42F9144A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119" y="5465516"/>
            <a:ext cx="46026" cy="48571"/>
          </a:xfrm>
          <a:custGeom xmlns:a="http://schemas.openxmlformats.org/drawingml/2006/main">
            <a:pathLst>
              <a:path w="46026" h="48571">
                <a:moveTo>
                  <a:pt x="0" y="24279"/>
                </a:moveTo>
                <a:cubicBezTo>
                  <a:pt x="0" y="10860"/>
                  <a:pt x="10301" y="0"/>
                  <a:pt x="23015" y="0"/>
                </a:cubicBezTo>
                <a:cubicBezTo>
                  <a:pt x="35725" y="0"/>
                  <a:pt x="46026" y="10860"/>
                  <a:pt x="46026" y="24279"/>
                </a:cubicBezTo>
                <a:cubicBezTo>
                  <a:pt x="46026" y="37708"/>
                  <a:pt x="35725" y="48571"/>
                  <a:pt x="23015" y="48571"/>
                </a:cubicBezTo>
                <a:cubicBezTo>
                  <a:pt x="10301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948FC-EB43-4DC3-9953-F1B33535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119" y="5465516"/>
            <a:ext cx="46026" cy="48571"/>
          </a:xfrm>
          <a:custGeom xmlns:a="http://schemas.openxmlformats.org/drawingml/2006/main">
            <a:pathLst>
              <a:path w="46026" h="48571" fill="none">
                <a:moveTo>
                  <a:pt x="0" y="24279"/>
                </a:moveTo>
                <a:cubicBezTo>
                  <a:pt x="0" y="10860"/>
                  <a:pt x="10301" y="0"/>
                  <a:pt x="23015" y="0"/>
                </a:cubicBezTo>
                <a:cubicBezTo>
                  <a:pt x="35725" y="0"/>
                  <a:pt x="46026" y="10860"/>
                  <a:pt x="46026" y="24279"/>
                </a:cubicBezTo>
                <a:cubicBezTo>
                  <a:pt x="46026" y="37708"/>
                  <a:pt x="35725" y="48571"/>
                  <a:pt x="23015" y="48571"/>
                </a:cubicBezTo>
                <a:cubicBezTo>
                  <a:pt x="10301" y="48571"/>
                  <a:pt x="0" y="37708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E01C4-579D-4057-9F40-E4698F9A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119" y="5795343"/>
            <a:ext cx="46026" cy="48571"/>
          </a:xfrm>
          <a:custGeom xmlns:a="http://schemas.openxmlformats.org/drawingml/2006/main">
            <a:pathLst>
              <a:path w="46026" h="48571">
                <a:moveTo>
                  <a:pt x="0" y="24279"/>
                </a:moveTo>
                <a:cubicBezTo>
                  <a:pt x="0" y="10863"/>
                  <a:pt x="10301" y="0"/>
                  <a:pt x="23015" y="0"/>
                </a:cubicBezTo>
                <a:cubicBezTo>
                  <a:pt x="35725" y="0"/>
                  <a:pt x="46026" y="10863"/>
                  <a:pt x="46026" y="24279"/>
                </a:cubicBezTo>
                <a:cubicBezTo>
                  <a:pt x="46026" y="37711"/>
                  <a:pt x="35725" y="48571"/>
                  <a:pt x="23015" y="48571"/>
                </a:cubicBezTo>
                <a:cubicBezTo>
                  <a:pt x="10301" y="48571"/>
                  <a:pt x="0" y="37711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2E5D2-E1CD-408D-9F14-EC09D4AD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119" y="5795343"/>
            <a:ext cx="46026" cy="48571"/>
          </a:xfrm>
          <a:custGeom xmlns:a="http://schemas.openxmlformats.org/drawingml/2006/main">
            <a:pathLst>
              <a:path w="46026" h="48571" fill="none">
                <a:moveTo>
                  <a:pt x="0" y="24279"/>
                </a:moveTo>
                <a:cubicBezTo>
                  <a:pt x="0" y="10863"/>
                  <a:pt x="10301" y="0"/>
                  <a:pt x="23015" y="0"/>
                </a:cubicBezTo>
                <a:cubicBezTo>
                  <a:pt x="35725" y="0"/>
                  <a:pt x="46026" y="10863"/>
                  <a:pt x="46026" y="24279"/>
                </a:cubicBezTo>
                <a:cubicBezTo>
                  <a:pt x="46026" y="37711"/>
                  <a:pt x="35725" y="48571"/>
                  <a:pt x="23015" y="48571"/>
                </a:cubicBezTo>
                <a:cubicBezTo>
                  <a:pt x="10301" y="48571"/>
                  <a:pt x="0" y="37711"/>
                  <a:pt x="0" y="24279"/>
                </a:cubicBezTo>
                <a:close/>
                <a:moveTo>
                  <a:pt x="0" y="24279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AE831-A8FA-449D-AB78-B56BAAE2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119" y="5125450"/>
            <a:ext cx="46026" cy="48585"/>
          </a:xfrm>
          <a:custGeom xmlns:a="http://schemas.openxmlformats.org/drawingml/2006/main">
            <a:pathLst>
              <a:path w="46026" h="48585">
                <a:moveTo>
                  <a:pt x="0" y="24292"/>
                </a:moveTo>
                <a:cubicBezTo>
                  <a:pt x="0" y="10877"/>
                  <a:pt x="10301" y="0"/>
                  <a:pt x="23015" y="0"/>
                </a:cubicBezTo>
                <a:cubicBezTo>
                  <a:pt x="35725" y="0"/>
                  <a:pt x="46026" y="10877"/>
                  <a:pt x="46026" y="24292"/>
                </a:cubicBezTo>
                <a:cubicBezTo>
                  <a:pt x="46026" y="37711"/>
                  <a:pt x="35725" y="48585"/>
                  <a:pt x="23015" y="48585"/>
                </a:cubicBezTo>
                <a:cubicBezTo>
                  <a:pt x="10301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C1234-049C-4D82-99A7-A340DCE4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119" y="5125450"/>
            <a:ext cx="46026" cy="48585"/>
          </a:xfrm>
          <a:custGeom xmlns:a="http://schemas.openxmlformats.org/drawingml/2006/main">
            <a:pathLst>
              <a:path w="46026" h="48585" fill="none">
                <a:moveTo>
                  <a:pt x="0" y="24292"/>
                </a:moveTo>
                <a:cubicBezTo>
                  <a:pt x="0" y="10877"/>
                  <a:pt x="10301" y="0"/>
                  <a:pt x="23015" y="0"/>
                </a:cubicBezTo>
                <a:cubicBezTo>
                  <a:pt x="35725" y="0"/>
                  <a:pt x="46026" y="10877"/>
                  <a:pt x="46026" y="24292"/>
                </a:cubicBezTo>
                <a:cubicBezTo>
                  <a:pt x="46026" y="37711"/>
                  <a:pt x="35725" y="48585"/>
                  <a:pt x="23015" y="48585"/>
                </a:cubicBezTo>
                <a:cubicBezTo>
                  <a:pt x="10301" y="48585"/>
                  <a:pt x="0" y="37711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70BBD0-C66B-4D79-A250-AF5C208B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876" y="5002723"/>
            <a:ext cx="46016" cy="46029"/>
          </a:xfrm>
          <a:custGeom xmlns:a="http://schemas.openxmlformats.org/drawingml/2006/main">
            <a:pathLst>
              <a:path w="46016" h="46029">
                <a:moveTo>
                  <a:pt x="0" y="23015"/>
                </a:moveTo>
                <a:cubicBezTo>
                  <a:pt x="0" y="10304"/>
                  <a:pt x="10304" y="0"/>
                  <a:pt x="23015" y="0"/>
                </a:cubicBezTo>
                <a:cubicBezTo>
                  <a:pt x="35715" y="0"/>
                  <a:pt x="46016" y="10304"/>
                  <a:pt x="46016" y="23015"/>
                </a:cubicBezTo>
                <a:cubicBezTo>
                  <a:pt x="46016" y="35715"/>
                  <a:pt x="35715" y="46029"/>
                  <a:pt x="23015" y="46029"/>
                </a:cubicBezTo>
                <a:cubicBezTo>
                  <a:pt x="10304" y="46029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B0C78-8B90-4EF7-9D22-B01DA8FD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876" y="5002723"/>
            <a:ext cx="46016" cy="46029"/>
          </a:xfrm>
          <a:custGeom xmlns:a="http://schemas.openxmlformats.org/drawingml/2006/main">
            <a:pathLst>
              <a:path w="46016" h="46029" fill="none">
                <a:moveTo>
                  <a:pt x="0" y="23015"/>
                </a:moveTo>
                <a:cubicBezTo>
                  <a:pt x="0" y="10304"/>
                  <a:pt x="10304" y="0"/>
                  <a:pt x="23015" y="0"/>
                </a:cubicBezTo>
                <a:cubicBezTo>
                  <a:pt x="35715" y="0"/>
                  <a:pt x="46016" y="10304"/>
                  <a:pt x="46016" y="23015"/>
                </a:cubicBezTo>
                <a:cubicBezTo>
                  <a:pt x="46016" y="35715"/>
                  <a:pt x="35715" y="46029"/>
                  <a:pt x="23015" y="46029"/>
                </a:cubicBezTo>
                <a:cubicBezTo>
                  <a:pt x="10304" y="46029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C5A5AE-44B5-44C5-968F-36C37C8B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876" y="5560117"/>
            <a:ext cx="46016" cy="46016"/>
          </a:xfrm>
          <a:custGeom xmlns:a="http://schemas.openxmlformats.org/drawingml/2006/main">
            <a:pathLst>
              <a:path w="46016" h="46016">
                <a:moveTo>
                  <a:pt x="0" y="23015"/>
                </a:moveTo>
                <a:cubicBezTo>
                  <a:pt x="0" y="10301"/>
                  <a:pt x="10304" y="0"/>
                  <a:pt x="23015" y="0"/>
                </a:cubicBezTo>
                <a:cubicBezTo>
                  <a:pt x="35715" y="0"/>
                  <a:pt x="46016" y="10301"/>
                  <a:pt x="46016" y="23015"/>
                </a:cubicBezTo>
                <a:cubicBezTo>
                  <a:pt x="46016" y="35711"/>
                  <a:pt x="35715" y="46016"/>
                  <a:pt x="23015" y="46016"/>
                </a:cubicBezTo>
                <a:cubicBezTo>
                  <a:pt x="10304" y="46016"/>
                  <a:pt x="0" y="35711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F7650-1895-4E1E-B02C-0F344D54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876" y="5560117"/>
            <a:ext cx="46016" cy="46016"/>
          </a:xfrm>
          <a:custGeom xmlns:a="http://schemas.openxmlformats.org/drawingml/2006/main">
            <a:pathLst>
              <a:path w="46016" h="46016" fill="none">
                <a:moveTo>
                  <a:pt x="0" y="23015"/>
                </a:moveTo>
                <a:cubicBezTo>
                  <a:pt x="0" y="10301"/>
                  <a:pt x="10304" y="0"/>
                  <a:pt x="23015" y="0"/>
                </a:cubicBezTo>
                <a:cubicBezTo>
                  <a:pt x="35715" y="0"/>
                  <a:pt x="46016" y="10301"/>
                  <a:pt x="46016" y="23015"/>
                </a:cubicBezTo>
                <a:cubicBezTo>
                  <a:pt x="46016" y="35711"/>
                  <a:pt x="35715" y="46016"/>
                  <a:pt x="23015" y="46016"/>
                </a:cubicBezTo>
                <a:cubicBezTo>
                  <a:pt x="10304" y="46016"/>
                  <a:pt x="0" y="35711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9896E-7002-4F9B-891E-76E5A9F2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2" y="5002723"/>
            <a:ext cx="48585" cy="46029"/>
          </a:xfrm>
          <a:custGeom xmlns:a="http://schemas.openxmlformats.org/drawingml/2006/main">
            <a:pathLst>
              <a:path w="48585" h="46029">
                <a:moveTo>
                  <a:pt x="0" y="23015"/>
                </a:moveTo>
                <a:cubicBezTo>
                  <a:pt x="0" y="10304"/>
                  <a:pt x="10863" y="0"/>
                  <a:pt x="24293" y="0"/>
                </a:cubicBezTo>
                <a:cubicBezTo>
                  <a:pt x="37708" y="0"/>
                  <a:pt x="48585" y="10304"/>
                  <a:pt x="48585" y="23015"/>
                </a:cubicBezTo>
                <a:cubicBezTo>
                  <a:pt x="48585" y="35715"/>
                  <a:pt x="37708" y="46029"/>
                  <a:pt x="24293" y="46029"/>
                </a:cubicBezTo>
                <a:cubicBezTo>
                  <a:pt x="10863" y="46029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B356D-8D8D-4A81-A581-101E1302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2" y="5002723"/>
            <a:ext cx="48585" cy="46029"/>
          </a:xfrm>
          <a:custGeom xmlns:a="http://schemas.openxmlformats.org/drawingml/2006/main">
            <a:pathLst>
              <a:path w="48585" h="46029" fill="none">
                <a:moveTo>
                  <a:pt x="0" y="23015"/>
                </a:moveTo>
                <a:cubicBezTo>
                  <a:pt x="0" y="10304"/>
                  <a:pt x="10863" y="0"/>
                  <a:pt x="24293" y="0"/>
                </a:cubicBezTo>
                <a:cubicBezTo>
                  <a:pt x="37708" y="0"/>
                  <a:pt x="48585" y="10304"/>
                  <a:pt x="48585" y="23015"/>
                </a:cubicBezTo>
                <a:cubicBezTo>
                  <a:pt x="48585" y="35715"/>
                  <a:pt x="37708" y="46029"/>
                  <a:pt x="24293" y="46029"/>
                </a:cubicBezTo>
                <a:cubicBezTo>
                  <a:pt x="10863" y="46029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6E10B-4049-4AB1-B672-6E4911DC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2" y="5560117"/>
            <a:ext cx="48585" cy="46016"/>
          </a:xfrm>
          <a:custGeom xmlns:a="http://schemas.openxmlformats.org/drawingml/2006/main">
            <a:pathLst>
              <a:path w="48585" h="46016">
                <a:moveTo>
                  <a:pt x="0" y="23015"/>
                </a:moveTo>
                <a:cubicBezTo>
                  <a:pt x="0" y="10301"/>
                  <a:pt x="10863" y="0"/>
                  <a:pt x="24293" y="0"/>
                </a:cubicBezTo>
                <a:cubicBezTo>
                  <a:pt x="37708" y="0"/>
                  <a:pt x="48585" y="10301"/>
                  <a:pt x="48585" y="23015"/>
                </a:cubicBezTo>
                <a:cubicBezTo>
                  <a:pt x="48585" y="35711"/>
                  <a:pt x="37708" y="46016"/>
                  <a:pt x="24293" y="46016"/>
                </a:cubicBezTo>
                <a:cubicBezTo>
                  <a:pt x="10863" y="46016"/>
                  <a:pt x="0" y="35711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27664-7420-4807-B3A8-1DAF01AB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42" y="5560117"/>
            <a:ext cx="48585" cy="46016"/>
          </a:xfrm>
          <a:custGeom xmlns:a="http://schemas.openxmlformats.org/drawingml/2006/main">
            <a:pathLst>
              <a:path w="48585" h="46016" fill="none">
                <a:moveTo>
                  <a:pt x="0" y="23015"/>
                </a:moveTo>
                <a:cubicBezTo>
                  <a:pt x="0" y="10301"/>
                  <a:pt x="10863" y="0"/>
                  <a:pt x="24293" y="0"/>
                </a:cubicBezTo>
                <a:cubicBezTo>
                  <a:pt x="37708" y="0"/>
                  <a:pt x="48585" y="10301"/>
                  <a:pt x="48585" y="23015"/>
                </a:cubicBezTo>
                <a:cubicBezTo>
                  <a:pt x="48585" y="35711"/>
                  <a:pt x="37708" y="46016"/>
                  <a:pt x="24293" y="46016"/>
                </a:cubicBezTo>
                <a:cubicBezTo>
                  <a:pt x="10863" y="46016"/>
                  <a:pt x="0" y="35711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AAC78-836E-43D8-8055-768B97D3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41" y="5360680"/>
            <a:ext cx="46029" cy="48585"/>
          </a:xfrm>
          <a:custGeom xmlns:a="http://schemas.openxmlformats.org/drawingml/2006/main">
            <a:pathLst>
              <a:path w="46029" h="48585">
                <a:moveTo>
                  <a:pt x="0" y="24292"/>
                </a:moveTo>
                <a:cubicBezTo>
                  <a:pt x="0" y="10860"/>
                  <a:pt x="10315" y="0"/>
                  <a:pt x="23015" y="0"/>
                </a:cubicBezTo>
                <a:cubicBezTo>
                  <a:pt x="35725" y="0"/>
                  <a:pt x="46029" y="10860"/>
                  <a:pt x="46029" y="24292"/>
                </a:cubicBezTo>
                <a:cubicBezTo>
                  <a:pt x="46029" y="37708"/>
                  <a:pt x="35725" y="48585"/>
                  <a:pt x="23015" y="48585"/>
                </a:cubicBezTo>
                <a:cubicBezTo>
                  <a:pt x="10315" y="48585"/>
                  <a:pt x="0" y="37708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3809A-37FC-4DB9-872B-6CCBAA13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41" y="5360680"/>
            <a:ext cx="46029" cy="48585"/>
          </a:xfrm>
          <a:custGeom xmlns:a="http://schemas.openxmlformats.org/drawingml/2006/main">
            <a:pathLst>
              <a:path w="46029" h="48585" fill="none">
                <a:moveTo>
                  <a:pt x="0" y="24292"/>
                </a:moveTo>
                <a:cubicBezTo>
                  <a:pt x="0" y="10860"/>
                  <a:pt x="10315" y="0"/>
                  <a:pt x="23015" y="0"/>
                </a:cubicBezTo>
                <a:cubicBezTo>
                  <a:pt x="35725" y="0"/>
                  <a:pt x="46029" y="10860"/>
                  <a:pt x="46029" y="24292"/>
                </a:cubicBezTo>
                <a:cubicBezTo>
                  <a:pt x="46029" y="37708"/>
                  <a:pt x="35725" y="48585"/>
                  <a:pt x="23015" y="48585"/>
                </a:cubicBezTo>
                <a:cubicBezTo>
                  <a:pt x="10315" y="48585"/>
                  <a:pt x="0" y="37708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80C8A-2EE7-44CA-B057-FB91A107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41" y="5920625"/>
            <a:ext cx="46029" cy="46016"/>
          </a:xfrm>
          <a:custGeom xmlns:a="http://schemas.openxmlformats.org/drawingml/2006/main">
            <a:pathLst>
              <a:path w="46029" h="46016">
                <a:moveTo>
                  <a:pt x="0" y="23015"/>
                </a:moveTo>
                <a:cubicBezTo>
                  <a:pt x="0" y="10304"/>
                  <a:pt x="10315" y="0"/>
                  <a:pt x="23015" y="0"/>
                </a:cubicBezTo>
                <a:cubicBezTo>
                  <a:pt x="35725" y="0"/>
                  <a:pt x="46029" y="10304"/>
                  <a:pt x="46029" y="23015"/>
                </a:cubicBezTo>
                <a:cubicBezTo>
                  <a:pt x="46029" y="35715"/>
                  <a:pt x="35725" y="46016"/>
                  <a:pt x="23015" y="46016"/>
                </a:cubicBezTo>
                <a:cubicBezTo>
                  <a:pt x="10315" y="46016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BD4A9-C8AE-4677-809D-06BCDE7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41" y="5920625"/>
            <a:ext cx="46029" cy="46016"/>
          </a:xfrm>
          <a:custGeom xmlns:a="http://schemas.openxmlformats.org/drawingml/2006/main">
            <a:pathLst>
              <a:path w="46029" h="46016" fill="none">
                <a:moveTo>
                  <a:pt x="0" y="23015"/>
                </a:moveTo>
                <a:cubicBezTo>
                  <a:pt x="0" y="10304"/>
                  <a:pt x="10315" y="0"/>
                  <a:pt x="23015" y="0"/>
                </a:cubicBezTo>
                <a:cubicBezTo>
                  <a:pt x="35725" y="0"/>
                  <a:pt x="46029" y="10304"/>
                  <a:pt x="46029" y="23015"/>
                </a:cubicBezTo>
                <a:cubicBezTo>
                  <a:pt x="46029" y="35715"/>
                  <a:pt x="35725" y="46016"/>
                  <a:pt x="23015" y="46016"/>
                </a:cubicBezTo>
                <a:cubicBezTo>
                  <a:pt x="10315" y="46016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D92B2-DCE5-4A2E-A2BC-A0DF256D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619" y="5363235"/>
            <a:ext cx="48585" cy="48585"/>
          </a:xfrm>
          <a:custGeom xmlns:a="http://schemas.openxmlformats.org/drawingml/2006/main">
            <a:pathLst>
              <a:path w="48585" h="48585">
                <a:moveTo>
                  <a:pt x="0" y="24292"/>
                </a:moveTo>
                <a:cubicBezTo>
                  <a:pt x="0" y="10873"/>
                  <a:pt x="10877" y="0"/>
                  <a:pt x="24293" y="0"/>
                </a:cubicBezTo>
                <a:cubicBezTo>
                  <a:pt x="37725" y="0"/>
                  <a:pt x="48585" y="10873"/>
                  <a:pt x="48585" y="24292"/>
                </a:cubicBezTo>
                <a:cubicBezTo>
                  <a:pt x="48585" y="37708"/>
                  <a:pt x="37725" y="48585"/>
                  <a:pt x="24293" y="48585"/>
                </a:cubicBezTo>
                <a:cubicBezTo>
                  <a:pt x="10877" y="48585"/>
                  <a:pt x="0" y="37708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3314E-4762-4423-9594-54CE9B36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619" y="5363235"/>
            <a:ext cx="48585" cy="48585"/>
          </a:xfrm>
          <a:custGeom xmlns:a="http://schemas.openxmlformats.org/drawingml/2006/main">
            <a:pathLst>
              <a:path w="48585" h="48585" fill="none">
                <a:moveTo>
                  <a:pt x="0" y="24292"/>
                </a:moveTo>
                <a:cubicBezTo>
                  <a:pt x="0" y="10873"/>
                  <a:pt x="10877" y="0"/>
                  <a:pt x="24293" y="0"/>
                </a:cubicBezTo>
                <a:cubicBezTo>
                  <a:pt x="37725" y="0"/>
                  <a:pt x="48585" y="10873"/>
                  <a:pt x="48585" y="24292"/>
                </a:cubicBezTo>
                <a:cubicBezTo>
                  <a:pt x="48585" y="37708"/>
                  <a:pt x="37725" y="48585"/>
                  <a:pt x="24293" y="48585"/>
                </a:cubicBezTo>
                <a:cubicBezTo>
                  <a:pt x="10877" y="48585"/>
                  <a:pt x="0" y="37708"/>
                  <a:pt x="0" y="24292"/>
                </a:cubicBezTo>
                <a:close/>
                <a:moveTo>
                  <a:pt x="0" y="24292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4DF72-14C5-4D79-B850-4E23B05B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619" y="5923181"/>
            <a:ext cx="48585" cy="46016"/>
          </a:xfrm>
          <a:custGeom xmlns:a="http://schemas.openxmlformats.org/drawingml/2006/main">
            <a:pathLst>
              <a:path w="48585" h="46016">
                <a:moveTo>
                  <a:pt x="0" y="23015"/>
                </a:moveTo>
                <a:cubicBezTo>
                  <a:pt x="0" y="10304"/>
                  <a:pt x="10877" y="0"/>
                  <a:pt x="24293" y="0"/>
                </a:cubicBezTo>
                <a:cubicBezTo>
                  <a:pt x="37725" y="0"/>
                  <a:pt x="48585" y="10304"/>
                  <a:pt x="48585" y="23015"/>
                </a:cubicBezTo>
                <a:cubicBezTo>
                  <a:pt x="48585" y="35715"/>
                  <a:pt x="37725" y="46016"/>
                  <a:pt x="24293" y="46016"/>
                </a:cubicBezTo>
                <a:cubicBezTo>
                  <a:pt x="10877" y="46016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AE90D-50A2-4AC9-B937-66D8F81A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619" y="5923181"/>
            <a:ext cx="48585" cy="46016"/>
          </a:xfrm>
          <a:custGeom xmlns:a="http://schemas.openxmlformats.org/drawingml/2006/main">
            <a:pathLst>
              <a:path w="48585" h="46016" fill="none">
                <a:moveTo>
                  <a:pt x="0" y="23015"/>
                </a:moveTo>
                <a:cubicBezTo>
                  <a:pt x="0" y="10304"/>
                  <a:pt x="10877" y="0"/>
                  <a:pt x="24293" y="0"/>
                </a:cubicBezTo>
                <a:cubicBezTo>
                  <a:pt x="37725" y="0"/>
                  <a:pt x="48585" y="10304"/>
                  <a:pt x="48585" y="23015"/>
                </a:cubicBezTo>
                <a:cubicBezTo>
                  <a:pt x="48585" y="35715"/>
                  <a:pt x="37725" y="46016"/>
                  <a:pt x="24293" y="46016"/>
                </a:cubicBezTo>
                <a:cubicBezTo>
                  <a:pt x="10877" y="46016"/>
                  <a:pt x="0" y="35715"/>
                  <a:pt x="0" y="23015"/>
                </a:cubicBezTo>
                <a:close/>
                <a:moveTo>
                  <a:pt x="0" y="23015"/>
                </a:moveTo>
              </a:path>
            </a:pathLst>
          </a:custGeom>
          <a:noFill xmlns:a="http://schemas.openxmlformats.org/drawingml/2006/main"/>
          <a:ln xmlns:a="http://schemas.openxmlformats.org/drawingml/2006/main" w="17578" cap="flat">
            <a:solidFill>
              <a:srgbClr val="745E00"/>
            </a:solidFill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69971-F182-44D5-ABD6-3C4913B4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028" y="4091651"/>
            <a:ext cx="526374" cy="363918"/>
          </a:xfrm>
          <a:custGeom xmlns:a="http://schemas.openxmlformats.org/drawingml/2006/main">
            <a:pathLst>
              <a:path w="526374" h="363918">
                <a:moveTo>
                  <a:pt x="17437" y="44898"/>
                </a:moveTo>
                <a:lnTo>
                  <a:pt x="13071" y="23015"/>
                </a:lnTo>
                <a:lnTo>
                  <a:pt x="13071" y="23042"/>
                </a:lnTo>
                <a:lnTo>
                  <a:pt x="8652" y="0"/>
                </a:lnTo>
                <a:lnTo>
                  <a:pt x="0" y="1690"/>
                </a:lnTo>
                <a:lnTo>
                  <a:pt x="4457" y="24732"/>
                </a:lnTo>
                <a:lnTo>
                  <a:pt x="8822" y="46643"/>
                </a:lnTo>
                <a:lnTo>
                  <a:pt x="13191" y="67473"/>
                </a:lnTo>
                <a:lnTo>
                  <a:pt x="17702" y="87268"/>
                </a:lnTo>
                <a:lnTo>
                  <a:pt x="22374" y="106009"/>
                </a:lnTo>
                <a:lnTo>
                  <a:pt x="27393" y="123777"/>
                </a:lnTo>
                <a:lnTo>
                  <a:pt x="32784" y="140576"/>
                </a:lnTo>
                <a:lnTo>
                  <a:pt x="38693" y="156537"/>
                </a:lnTo>
                <a:lnTo>
                  <a:pt x="52364" y="185552"/>
                </a:lnTo>
                <a:lnTo>
                  <a:pt x="69187" y="211150"/>
                </a:lnTo>
                <a:lnTo>
                  <a:pt x="79103" y="222797"/>
                </a:lnTo>
                <a:lnTo>
                  <a:pt x="90031" y="233620"/>
                </a:lnTo>
                <a:lnTo>
                  <a:pt x="102118" y="243641"/>
                </a:lnTo>
                <a:lnTo>
                  <a:pt x="115551" y="252971"/>
                </a:lnTo>
                <a:lnTo>
                  <a:pt x="130936" y="260999"/>
                </a:lnTo>
                <a:lnTo>
                  <a:pt x="148509" y="267187"/>
                </a:lnTo>
                <a:lnTo>
                  <a:pt x="167809" y="271740"/>
                </a:lnTo>
                <a:lnTo>
                  <a:pt x="188571" y="274882"/>
                </a:lnTo>
                <a:lnTo>
                  <a:pt x="210509" y="276879"/>
                </a:lnTo>
                <a:lnTo>
                  <a:pt x="233309" y="277955"/>
                </a:lnTo>
                <a:lnTo>
                  <a:pt x="280259" y="278129"/>
                </a:lnTo>
                <a:lnTo>
                  <a:pt x="327045" y="277158"/>
                </a:lnTo>
                <a:lnTo>
                  <a:pt x="349593" y="276746"/>
                </a:lnTo>
                <a:lnTo>
                  <a:pt x="349555" y="276773"/>
                </a:lnTo>
                <a:lnTo>
                  <a:pt x="371065" y="276705"/>
                </a:lnTo>
                <a:lnTo>
                  <a:pt x="391431" y="277213"/>
                </a:lnTo>
                <a:lnTo>
                  <a:pt x="391230" y="277185"/>
                </a:lnTo>
                <a:lnTo>
                  <a:pt x="409863" y="278453"/>
                </a:lnTo>
                <a:lnTo>
                  <a:pt x="426330" y="280617"/>
                </a:lnTo>
                <a:lnTo>
                  <a:pt x="440933" y="284014"/>
                </a:lnTo>
                <a:lnTo>
                  <a:pt x="440548" y="283881"/>
                </a:lnTo>
                <a:lnTo>
                  <a:pt x="453207" y="288072"/>
                </a:lnTo>
                <a:lnTo>
                  <a:pt x="452965" y="288008"/>
                </a:lnTo>
                <a:lnTo>
                  <a:pt x="463970" y="292393"/>
                </a:lnTo>
                <a:lnTo>
                  <a:pt x="472983" y="296726"/>
                </a:lnTo>
                <a:lnTo>
                  <a:pt x="480727" y="301290"/>
                </a:lnTo>
                <a:lnTo>
                  <a:pt x="487208" y="305982"/>
                </a:lnTo>
                <a:lnTo>
                  <a:pt x="492430" y="310708"/>
                </a:lnTo>
                <a:lnTo>
                  <a:pt x="496202" y="315080"/>
                </a:lnTo>
                <a:lnTo>
                  <a:pt x="497170" y="318395"/>
                </a:lnTo>
                <a:lnTo>
                  <a:pt x="480000" y="320884"/>
                </a:lnTo>
                <a:lnTo>
                  <a:pt x="509909" y="363918"/>
                </a:lnTo>
                <a:lnTo>
                  <a:pt x="526374" y="314161"/>
                </a:lnTo>
                <a:lnTo>
                  <a:pt x="505944" y="317123"/>
                </a:lnTo>
                <a:lnTo>
                  <a:pt x="504078" y="310753"/>
                </a:lnTo>
                <a:lnTo>
                  <a:pt x="498769" y="304620"/>
                </a:lnTo>
                <a:lnTo>
                  <a:pt x="492806" y="299174"/>
                </a:lnTo>
                <a:lnTo>
                  <a:pt x="485616" y="293985"/>
                </a:lnTo>
                <a:lnTo>
                  <a:pt x="477193" y="289020"/>
                </a:lnTo>
                <a:lnTo>
                  <a:pt x="467396" y="284266"/>
                </a:lnTo>
                <a:lnTo>
                  <a:pt x="456093" y="279768"/>
                </a:lnTo>
                <a:lnTo>
                  <a:pt x="443130" y="275495"/>
                </a:lnTo>
                <a:lnTo>
                  <a:pt x="428021" y="271968"/>
                </a:lnTo>
                <a:lnTo>
                  <a:pt x="410759" y="269692"/>
                </a:lnTo>
                <a:lnTo>
                  <a:pt x="391738" y="268414"/>
                </a:lnTo>
                <a:lnTo>
                  <a:pt x="371197" y="267934"/>
                </a:lnTo>
                <a:lnTo>
                  <a:pt x="349501" y="267988"/>
                </a:lnTo>
                <a:lnTo>
                  <a:pt x="326871" y="268360"/>
                </a:lnTo>
                <a:lnTo>
                  <a:pt x="280142" y="269330"/>
                </a:lnTo>
                <a:lnTo>
                  <a:pt x="233442" y="269157"/>
                </a:lnTo>
                <a:lnTo>
                  <a:pt x="233643" y="269157"/>
                </a:lnTo>
                <a:lnTo>
                  <a:pt x="211014" y="268108"/>
                </a:lnTo>
                <a:lnTo>
                  <a:pt x="211201" y="268108"/>
                </a:lnTo>
                <a:lnTo>
                  <a:pt x="189698" y="266154"/>
                </a:lnTo>
                <a:lnTo>
                  <a:pt x="169325" y="263081"/>
                </a:lnTo>
                <a:lnTo>
                  <a:pt x="150961" y="258750"/>
                </a:lnTo>
                <a:lnTo>
                  <a:pt x="134376" y="252901"/>
                </a:lnTo>
                <a:lnTo>
                  <a:pt x="119970" y="245361"/>
                </a:lnTo>
                <a:lnTo>
                  <a:pt x="107339" y="236553"/>
                </a:lnTo>
                <a:lnTo>
                  <a:pt x="95963" y="227105"/>
                </a:lnTo>
                <a:lnTo>
                  <a:pt x="85517" y="216776"/>
                </a:lnTo>
                <a:lnTo>
                  <a:pt x="76279" y="205931"/>
                </a:lnTo>
                <a:lnTo>
                  <a:pt x="60077" y="181293"/>
                </a:lnTo>
                <a:lnTo>
                  <a:pt x="46827" y="153180"/>
                </a:lnTo>
                <a:lnTo>
                  <a:pt x="41115" y="137816"/>
                </a:lnTo>
                <a:lnTo>
                  <a:pt x="35779" y="121170"/>
                </a:lnTo>
                <a:lnTo>
                  <a:pt x="35817" y="121330"/>
                </a:lnTo>
                <a:lnTo>
                  <a:pt x="30866" y="103706"/>
                </a:lnTo>
                <a:lnTo>
                  <a:pt x="30893" y="103839"/>
                </a:lnTo>
                <a:lnTo>
                  <a:pt x="26234" y="85267"/>
                </a:lnTo>
                <a:lnTo>
                  <a:pt x="21761" y="65582"/>
                </a:lnTo>
                <a:lnTo>
                  <a:pt x="21788" y="65637"/>
                </a:lnTo>
                <a:lnTo>
                  <a:pt x="17409" y="44871"/>
                </a:lnTo>
                <a:lnTo>
                  <a:pt x="17437" y="44898"/>
                </a:lnTo>
                <a:close/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5E747-1771-4B3E-94B8-8B01B2B7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670" y="4054144"/>
            <a:ext cx="38349" cy="38349"/>
          </a:xfrm>
          <a:custGeom xmlns:a="http://schemas.openxmlformats.org/drawingml/2006/main">
            <a:pathLst>
              <a:path w="38349" h="38349">
                <a:moveTo>
                  <a:pt x="0" y="19181"/>
                </a:moveTo>
                <a:cubicBezTo>
                  <a:pt x="0" y="8597"/>
                  <a:pt x="8587" y="0"/>
                  <a:pt x="19181" y="0"/>
                </a:cubicBezTo>
                <a:cubicBezTo>
                  <a:pt x="29765" y="0"/>
                  <a:pt x="38349" y="8597"/>
                  <a:pt x="38349" y="19181"/>
                </a:cubicBezTo>
                <a:cubicBezTo>
                  <a:pt x="38349" y="29762"/>
                  <a:pt x="29765" y="38349"/>
                  <a:pt x="19181" y="38349"/>
                </a:cubicBezTo>
                <a:cubicBezTo>
                  <a:pt x="8587" y="38349"/>
                  <a:pt x="0" y="29762"/>
                  <a:pt x="0" y="19181"/>
                </a:cubicBezTo>
                <a:close/>
                <a:moveTo>
                  <a:pt x="0" y="19181"/>
                </a:moveTo>
              </a:path>
            </a:pathLst>
          </a:custGeom>
          <a:solidFill xmlns:a="http://schemas.openxmlformats.org/drawingml/2006/main">
            <a:srgbClr val="FF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F7C53-2FF9-4E7C-A133-EEACF249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670" y="4054144"/>
            <a:ext cx="38349" cy="38349"/>
          </a:xfrm>
          <a:custGeom xmlns:a="http://schemas.openxmlformats.org/drawingml/2006/main">
            <a:pathLst>
              <a:path w="38349" h="38349" fill="none">
                <a:moveTo>
                  <a:pt x="0" y="19181"/>
                </a:moveTo>
                <a:cubicBezTo>
                  <a:pt x="0" y="8597"/>
                  <a:pt x="8587" y="0"/>
                  <a:pt x="19181" y="0"/>
                </a:cubicBezTo>
                <a:cubicBezTo>
                  <a:pt x="29765" y="0"/>
                  <a:pt x="38349" y="8597"/>
                  <a:pt x="38349" y="19181"/>
                </a:cubicBezTo>
                <a:cubicBezTo>
                  <a:pt x="38349" y="29762"/>
                  <a:pt x="29765" y="38349"/>
                  <a:pt x="19181" y="38349"/>
                </a:cubicBezTo>
                <a:cubicBezTo>
                  <a:pt x="8587" y="38349"/>
                  <a:pt x="0" y="29762"/>
                  <a:pt x="0" y="19181"/>
                </a:cubicBezTo>
                <a:close/>
                <a:moveTo>
                  <a:pt x="0" y="19181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742F00"/>
            </a:solidFill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1CC5A-1CD1-4E26-B21A-94CD70A5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622" y="3961564"/>
            <a:ext cx="108790" cy="109816"/>
          </a:xfrm>
          <a:custGeom xmlns:a="http://schemas.openxmlformats.org/drawingml/2006/main">
            <a:pathLst>
              <a:path w="108790" h="109816">
                <a:moveTo>
                  <a:pt x="6232" y="0"/>
                </a:moveTo>
                <a:lnTo>
                  <a:pt x="0" y="6192"/>
                </a:lnTo>
                <a:lnTo>
                  <a:pt x="72686" y="79594"/>
                </a:lnTo>
                <a:lnTo>
                  <a:pt x="59155" y="92989"/>
                </a:lnTo>
                <a:lnTo>
                  <a:pt x="108790" y="109816"/>
                </a:lnTo>
                <a:lnTo>
                  <a:pt x="92471" y="60007"/>
                </a:lnTo>
                <a:lnTo>
                  <a:pt x="78933" y="73410"/>
                </a:lnTo>
                <a:lnTo>
                  <a:pt x="6232" y="0"/>
                </a:lnTo>
                <a:close/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D6204-F871-41F6-89AA-B308F88D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170" y="3941640"/>
            <a:ext cx="38349" cy="38362"/>
          </a:xfrm>
          <a:custGeom xmlns:a="http://schemas.openxmlformats.org/drawingml/2006/main">
            <a:pathLst>
              <a:path w="38349" h="38362">
                <a:moveTo>
                  <a:pt x="0" y="19181"/>
                </a:moveTo>
                <a:cubicBezTo>
                  <a:pt x="0" y="8597"/>
                  <a:pt x="8584" y="0"/>
                  <a:pt x="19178" y="0"/>
                </a:cubicBezTo>
                <a:cubicBezTo>
                  <a:pt x="29762" y="0"/>
                  <a:pt x="38349" y="8597"/>
                  <a:pt x="38349" y="19181"/>
                </a:cubicBezTo>
                <a:cubicBezTo>
                  <a:pt x="38349" y="29762"/>
                  <a:pt x="29762" y="38362"/>
                  <a:pt x="19178" y="38362"/>
                </a:cubicBezTo>
                <a:cubicBezTo>
                  <a:pt x="8584" y="38362"/>
                  <a:pt x="0" y="29762"/>
                  <a:pt x="0" y="19181"/>
                </a:cubicBezTo>
                <a:close/>
                <a:moveTo>
                  <a:pt x="0" y="19181"/>
                </a:moveTo>
              </a:path>
            </a:pathLst>
          </a:custGeom>
          <a:solidFill xmlns:a="http://schemas.openxmlformats.org/drawingml/2006/main">
            <a:srgbClr val="FFC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ADEB9-A109-4BC6-A956-B2FDAABE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170" y="3941640"/>
            <a:ext cx="38349" cy="38362"/>
          </a:xfrm>
          <a:custGeom xmlns:a="http://schemas.openxmlformats.org/drawingml/2006/main">
            <a:pathLst>
              <a:path w="38349" h="38362" fill="none">
                <a:moveTo>
                  <a:pt x="0" y="19181"/>
                </a:moveTo>
                <a:cubicBezTo>
                  <a:pt x="0" y="8597"/>
                  <a:pt x="8584" y="0"/>
                  <a:pt x="19178" y="0"/>
                </a:cubicBezTo>
                <a:cubicBezTo>
                  <a:pt x="29762" y="0"/>
                  <a:pt x="38349" y="8597"/>
                  <a:pt x="38349" y="19181"/>
                </a:cubicBezTo>
                <a:cubicBezTo>
                  <a:pt x="38349" y="29762"/>
                  <a:pt x="29762" y="38362"/>
                  <a:pt x="19178" y="38362"/>
                </a:cubicBezTo>
                <a:cubicBezTo>
                  <a:pt x="8584" y="38362"/>
                  <a:pt x="0" y="29762"/>
                  <a:pt x="0" y="19181"/>
                </a:cubicBezTo>
                <a:close/>
                <a:moveTo>
                  <a:pt x="0" y="19181"/>
                </a:moveTo>
              </a:path>
            </a:pathLst>
          </a:custGeom>
          <a:noFill xmlns:a="http://schemas.openxmlformats.org/drawingml/2006/main"/>
          <a:ln xmlns:a="http://schemas.openxmlformats.org/drawingml/2006/main" w="11719" cap="flat">
            <a:solidFill>
              <a:srgbClr val="745E00"/>
            </a:solidFill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F0BB8-DB6B-44B3-B8A7-1DC53ED0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302" y="4018351"/>
            <a:ext cx="251748" cy="10"/>
          </a:xfrm>
          <a:custGeom xmlns:a="http://schemas.openxmlformats.org/drawingml/2006/main">
            <a:pathLst>
              <a:path w="251748" h="1" fill="none">
                <a:moveTo>
                  <a:pt x="0" y="0"/>
                </a:moveTo>
                <a:lnTo>
                  <a:pt x="2517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902F1-3F55-41E1-83F5-8A3926F1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877" y="4018351"/>
            <a:ext cx="10" cy="251746"/>
          </a:xfrm>
          <a:custGeom xmlns:a="http://schemas.openxmlformats.org/drawingml/2006/main">
            <a:pathLst>
              <a:path w="1" h="251746" fill="none">
                <a:moveTo>
                  <a:pt x="0" y="2517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F77D2-EE34-498B-9CDC-F5EF4442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877" y="3857276"/>
            <a:ext cx="125869" cy="163630"/>
          </a:xfrm>
          <a:custGeom xmlns:a="http://schemas.openxmlformats.org/drawingml/2006/main">
            <a:pathLst>
              <a:path w="125869" h="163630" fill="none">
                <a:moveTo>
                  <a:pt x="0" y="163630"/>
                </a:moveTo>
                <a:lnTo>
                  <a:pt x="1258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9" cap="rnd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181324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2026-09-05T17:51:47.8670000Z</dcterms:created>
  <dcterms:modified xsi:type="dcterms:W3CDTF">2026-09-05T17:51:47.8670000Z</dcterms:modified>
</coreProperties>
</file>