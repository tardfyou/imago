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0a8cf44e24b62" /><Relationship Type="http://schemas.openxmlformats.org/officeDocument/2006/relationships/extended-properties" Target="/docProps/app.xml" Id="R06c918bbfe9544de" /><Relationship Type="http://schemas.openxmlformats.org/officeDocument/2006/relationships/officeDocument" Target="/ppt/presentation.xml" Id="Ra5e6552b6c57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693c6363a54ffc"/>
  </p:sldMasterIdLst>
  <p:notesMasterIdLst>
    <p:notesMasterId xmlns:r="http://schemas.openxmlformats.org/officeDocument/2006/relationships" r:id="R88461e750ca34306"/>
  </p:notesMasterIdLst>
  <p:sldIdLst>
    <p:sldId xmlns:r="http://schemas.openxmlformats.org/officeDocument/2006/relationships" id="256" r:id="Rdd270b8b30534294"/>
  </p:sldIdLst>
  <p:sldSz cx="11229975" cy="3028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b132cb4f94665" /><Relationship Type="http://schemas.openxmlformats.org/officeDocument/2006/relationships/slideMaster" Target="/ppt/slideMasters/slideMaster1.xml" Id="R62693c6363a54ffc" /><Relationship Type="http://schemas.openxmlformats.org/officeDocument/2006/relationships/notesMaster" Target="/ppt/notesMasters/notesMaster1.xml" Id="R88461e750ca34306" /><Relationship Type="http://schemas.openxmlformats.org/officeDocument/2006/relationships/presProps" Target="/ppt/presProps.xml" Id="Ra1dd766fdb3c424a" /><Relationship Type="http://schemas.openxmlformats.org/officeDocument/2006/relationships/tableStyles" Target="/ppt/tableStyles.xml" Id="Rcd3a8b373f6e43ef" /><Relationship Type="http://schemas.openxmlformats.org/officeDocument/2006/relationships/slide" Target="/ppt/slides/slide1.xml" Id="Rdd270b8b305342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7b197cbe8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86021259e40a8" /><Relationship Type="http://schemas.openxmlformats.org/officeDocument/2006/relationships/notesMaster" Target="/ppt/notesMasters/notesMaster1.xml" Id="R62d2fd17b76f45d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素材ID：AI-050</ns1:t>
            </ns1:r>
          </ns1:p>
          <ns1:p>
            <ns1:r>
              <ns1:t>论文：Stochastic Taylor Derivative Estimator: Efficient amortization for arbitrary differential operators</ns1:t>
            </ns1:r>
          </ns1:p>
          <ns1:p>
            <ns1:r>
              <ns1:t>会议：NeurIPS 2024</ns1:t>
            </ns1:r>
          </ns1:p>
          <ns1:p>
            <ns1:r>
              <ns1:t>奖项：Best Paper</ns1:t>
            </ns1:r>
          </ns1:p>
          <ns1:p>
            <ns1:r>
              <ns1:t>图号：Figure 1，PDF第3页</ns1:t>
            </ns1:r>
          </ns1:p>
          <ns1:p>
            <ns1:r>
              <ns1:t>类型：方法细节</ns1:t>
            </ns1:r>
          </ns1:p>
          <ns1:p>
            <ns1:r>
              <ns1:t>借鉴点：按前向、第一遍反向和第二遍反向分层着色，用密集跨层边解释顺序计算成本。</ns1:t>
            </ns1:r>
          </ns1:p>
          <ns1:p>
            <ns1:r>
              <ns1:t>论文URL：https://papers.neurips.cc/paper_files/paper/2024/hash/dd2eb5250696753ea37141bbd89bb569-Abstract-Conference.html</ns1:t>
            </ns1:r>
          </ns1:p>
          <ns1:p>
            <ns1:r>
              <ns1:t>官方获奖URL：https://blog.neurips.cc/2024/12/10/announcing-the-neurips-2024-best-paper-awards/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108f4dacd47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c6f23fe4104057" /><Relationship Type="http://schemas.openxmlformats.org/officeDocument/2006/relationships/slideLayout" Target="/ppt/slideLayouts/slideLayout1.xml" Id="Rbf0f61887ea345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f61887ea345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bb7b7dadd4db3" /><Relationship Type="http://schemas.openxmlformats.org/officeDocument/2006/relationships/notesSlide" Target="/ppt/notesSlides/notesSlide1.xml" Id="R0b48dbfbfa5c47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A6911-7376-4EFC-A3CA-AEBFB997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2" y="665583"/>
            <a:ext cx="11177214" cy="2248710"/>
          </a:xfrm>
          <a:custGeom xmlns:a="http://schemas.openxmlformats.org/drawingml/2006/main">
            <a:pathLst>
              <a:path w="11177214" h="2248710">
                <a:moveTo>
                  <a:pt x="11081275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152770"/>
                </a:lnTo>
                <a:cubicBezTo>
                  <a:pt x="0" y="2205757"/>
                  <a:pt x="42953" y="2248710"/>
                  <a:pt x="95940" y="2248710"/>
                </a:cubicBezTo>
                <a:lnTo>
                  <a:pt x="11081275" y="2248710"/>
                </a:lnTo>
                <a:cubicBezTo>
                  <a:pt x="11134261" y="2248710"/>
                  <a:pt x="11177214" y="2205757"/>
                  <a:pt x="11177214" y="2152770"/>
                </a:cubicBezTo>
                <a:lnTo>
                  <a:pt x="11177214" y="95940"/>
                </a:lnTo>
                <a:cubicBezTo>
                  <a:pt x="11177214" y="42953"/>
                  <a:pt x="11134261" y="0"/>
                  <a:pt x="11081275" y="0"/>
                </a:cubicBezTo>
                <a:close/>
                <a:moveTo>
                  <a:pt x="0" y="2248710"/>
                </a:moveTo>
              </a:path>
            </a:pathLst>
          </a:custGeom>
          <a:solidFill xmlns:a="http://schemas.openxmlformats.org/drawingml/2006/main">
            <a:srgbClr val="E5E6E5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F5EAB-34DB-4D30-A24F-C8DD4602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2" y="665583"/>
            <a:ext cx="11177214" cy="2248710"/>
          </a:xfrm>
          <a:custGeom xmlns:a="http://schemas.openxmlformats.org/drawingml/2006/main">
            <a:pathLst>
              <a:path w="11177214" h="2248710" fill="none">
                <a:moveTo>
                  <a:pt x="11081275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152770"/>
                </a:lnTo>
                <a:cubicBezTo>
                  <a:pt x="0" y="2205757"/>
                  <a:pt x="42953" y="2248710"/>
                  <a:pt x="95940" y="2248710"/>
                </a:cubicBezTo>
                <a:lnTo>
                  <a:pt x="11081275" y="2248710"/>
                </a:lnTo>
                <a:cubicBezTo>
                  <a:pt x="11134261" y="2248710"/>
                  <a:pt x="11177214" y="2205757"/>
                  <a:pt x="11177214" y="2152770"/>
                </a:cubicBezTo>
                <a:lnTo>
                  <a:pt x="11177214" y="95940"/>
                </a:lnTo>
                <a:cubicBezTo>
                  <a:pt x="11177214" y="42953"/>
                  <a:pt x="11134261" y="0"/>
                  <a:pt x="11081275" y="0"/>
                </a:cubicBezTo>
                <a:close/>
                <a:moveTo>
                  <a:pt x="0" y="2248710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7F807F"/>
            </a:solidFill>
            <a:custDash>
              <a:ds d="375005" sp="375005"/>
            </a:custDash>
            <a:miter/>
          </a:ln>
        </p:spPr>
      </p:sp>
      <p:sp>
        <p:nvSpPr>
          <p:cNvPr id="3" name="Text second-orderderivativebyapplyingVJPtwice">
            <a:extLst xmlns:a="http://schemas.openxmlformats.org/drawingml/2006/main">
              <a:ext uri="{FF2B5EF4-FFF2-40B4-BE49-F238E27FC236}">
                <a16:creationId xmlns:a16="http://schemas.microsoft.com/office/drawing/2014/main" id="{6EBADBE9-605E-4557-97A2-7F2A416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220" y="2647381"/>
            <a:ext cx="4470984" cy="216135"/>
          </a:xfrm>
          <a:custGeom xmlns:a="http://schemas.openxmlformats.org/drawingml/2006/main">
            <a:pathLst>
              <a:path w="4470984" h="216135">
                <a:moveTo>
                  <a:pt x="63318" y="88457"/>
                </a:moveTo>
                <a:lnTo>
                  <a:pt x="62359" y="55837"/>
                </a:lnTo>
                <a:lnTo>
                  <a:pt x="59720" y="55837"/>
                </a:lnTo>
                <a:lnTo>
                  <a:pt x="59241" y="56320"/>
                </a:lnTo>
                <a:cubicBezTo>
                  <a:pt x="57081" y="57996"/>
                  <a:pt x="56844" y="58238"/>
                  <a:pt x="55885" y="58238"/>
                </a:cubicBezTo>
                <a:cubicBezTo>
                  <a:pt x="54446" y="58238"/>
                  <a:pt x="52046" y="57759"/>
                  <a:pt x="49407" y="56558"/>
                </a:cubicBezTo>
                <a:cubicBezTo>
                  <a:pt x="44130" y="54692"/>
                  <a:pt x="38856" y="53729"/>
                  <a:pt x="32620" y="53729"/>
                </a:cubicBezTo>
                <a:cubicBezTo>
                  <a:pt x="13669" y="53729"/>
                  <a:pt x="0" y="65960"/>
                  <a:pt x="0" y="83220"/>
                </a:cubicBezTo>
                <a:cubicBezTo>
                  <a:pt x="0" y="96640"/>
                  <a:pt x="7675" y="106229"/>
                  <a:pt x="28063" y="117735"/>
                </a:cubicBezTo>
                <a:lnTo>
                  <a:pt x="41974" y="125647"/>
                </a:lnTo>
                <a:cubicBezTo>
                  <a:pt x="50366" y="130442"/>
                  <a:pt x="54446" y="136195"/>
                  <a:pt x="54446" y="143624"/>
                </a:cubicBezTo>
                <a:cubicBezTo>
                  <a:pt x="54446" y="154172"/>
                  <a:pt x="46768" y="160884"/>
                  <a:pt x="34537" y="160884"/>
                </a:cubicBezTo>
                <a:cubicBezTo>
                  <a:pt x="26383" y="160884"/>
                  <a:pt x="18947" y="157765"/>
                  <a:pt x="14390" y="152492"/>
                </a:cubicBezTo>
                <a:cubicBezTo>
                  <a:pt x="9354" y="146501"/>
                  <a:pt x="7195" y="140985"/>
                  <a:pt x="4077" y="127323"/>
                </a:cubicBezTo>
                <a:lnTo>
                  <a:pt x="238" y="127323"/>
                </a:lnTo>
                <a:lnTo>
                  <a:pt x="238" y="164719"/>
                </a:lnTo>
                <a:lnTo>
                  <a:pt x="3356" y="164719"/>
                </a:lnTo>
                <a:cubicBezTo>
                  <a:pt x="5036" y="162322"/>
                  <a:pt x="5995" y="161842"/>
                  <a:pt x="8875" y="161842"/>
                </a:cubicBezTo>
                <a:cubicBezTo>
                  <a:pt x="11034" y="161897"/>
                  <a:pt x="14390" y="162377"/>
                  <a:pt x="19906" y="163815"/>
                </a:cubicBezTo>
                <a:cubicBezTo>
                  <a:pt x="26621" y="165198"/>
                  <a:pt x="33099" y="166157"/>
                  <a:pt x="37414" y="166157"/>
                </a:cubicBezTo>
                <a:cubicBezTo>
                  <a:pt x="55885" y="166157"/>
                  <a:pt x="71234" y="152254"/>
                  <a:pt x="71234" y="135474"/>
                </a:cubicBezTo>
                <a:cubicBezTo>
                  <a:pt x="71234" y="123488"/>
                  <a:pt x="65477" y="115579"/>
                  <a:pt x="51087" y="106950"/>
                </a:cubicBezTo>
                <a:lnTo>
                  <a:pt x="25183" y="91608"/>
                </a:lnTo>
                <a:cubicBezTo>
                  <a:pt x="18467" y="87772"/>
                  <a:pt x="14870" y="81781"/>
                  <a:pt x="14870" y="75307"/>
                </a:cubicBezTo>
                <a:cubicBezTo>
                  <a:pt x="14870" y="65719"/>
                  <a:pt x="22306" y="59007"/>
                  <a:pt x="33337" y="59007"/>
                </a:cubicBezTo>
                <a:cubicBezTo>
                  <a:pt x="47010" y="59007"/>
                  <a:pt x="54205" y="67157"/>
                  <a:pt x="59720" y="88493"/>
                </a:cubicBezTo>
                <a:lnTo>
                  <a:pt x="63318" y="88457"/>
                </a:lnTo>
                <a:close/>
                <a:moveTo>
                  <a:pt x="178925" y="124414"/>
                </a:moveTo>
                <a:cubicBezTo>
                  <a:pt x="167415" y="142651"/>
                  <a:pt x="157098" y="149611"/>
                  <a:pt x="141749" y="149611"/>
                </a:cubicBezTo>
                <a:cubicBezTo>
                  <a:pt x="128079" y="149611"/>
                  <a:pt x="117766" y="142651"/>
                  <a:pt x="110809" y="128974"/>
                </a:cubicBezTo>
                <a:cubicBezTo>
                  <a:pt x="106490" y="119854"/>
                  <a:pt x="104814" y="111934"/>
                  <a:pt x="104335" y="97295"/>
                </a:cubicBezTo>
                <a:lnTo>
                  <a:pt x="178207" y="97295"/>
                </a:lnTo>
                <a:cubicBezTo>
                  <a:pt x="176286" y="81734"/>
                  <a:pt x="173889" y="74802"/>
                  <a:pt x="167894" y="67153"/>
                </a:cubicBezTo>
                <a:cubicBezTo>
                  <a:pt x="160695" y="58534"/>
                  <a:pt x="149665" y="53495"/>
                  <a:pt x="137192" y="53495"/>
                </a:cubicBezTo>
                <a:cubicBezTo>
                  <a:pt x="125199" y="53495"/>
                  <a:pt x="113927" y="57813"/>
                  <a:pt x="104814" y="65956"/>
                </a:cubicBezTo>
                <a:cubicBezTo>
                  <a:pt x="93538" y="75757"/>
                  <a:pt x="87064" y="92739"/>
                  <a:pt x="87064" y="112414"/>
                </a:cubicBezTo>
                <a:cubicBezTo>
                  <a:pt x="87064" y="145531"/>
                  <a:pt x="104335" y="166157"/>
                  <a:pt x="131915" y="166157"/>
                </a:cubicBezTo>
                <a:cubicBezTo>
                  <a:pt x="154701" y="166157"/>
                  <a:pt x="172688" y="152009"/>
                  <a:pt x="182764" y="126094"/>
                </a:cubicBezTo>
                <a:lnTo>
                  <a:pt x="178925" y="124414"/>
                </a:lnTo>
                <a:moveTo>
                  <a:pt x="104814" y="89621"/>
                </a:moveTo>
                <a:cubicBezTo>
                  <a:pt x="107449" y="70978"/>
                  <a:pt x="115607" y="62132"/>
                  <a:pt x="130235" y="62132"/>
                </a:cubicBezTo>
                <a:cubicBezTo>
                  <a:pt x="144867" y="62132"/>
                  <a:pt x="150624" y="68826"/>
                  <a:pt x="153742" y="89621"/>
                </a:cubicBezTo>
                <a:lnTo>
                  <a:pt x="104814" y="89621"/>
                </a:lnTo>
                <a:close/>
                <a:moveTo>
                  <a:pt x="283020" y="126361"/>
                </a:moveTo>
                <a:cubicBezTo>
                  <a:pt x="271506" y="143137"/>
                  <a:pt x="262873" y="148891"/>
                  <a:pt x="249200" y="148891"/>
                </a:cubicBezTo>
                <a:cubicBezTo>
                  <a:pt x="227373" y="148891"/>
                  <a:pt x="212024" y="129717"/>
                  <a:pt x="212024" y="102155"/>
                </a:cubicBezTo>
                <a:cubicBezTo>
                  <a:pt x="212024" y="77470"/>
                  <a:pt x="225217" y="60452"/>
                  <a:pt x="244643" y="60452"/>
                </a:cubicBezTo>
                <a:cubicBezTo>
                  <a:pt x="253277" y="60452"/>
                  <a:pt x="256395" y="63087"/>
                  <a:pt x="258796" y="71955"/>
                </a:cubicBezTo>
                <a:lnTo>
                  <a:pt x="260234" y="77229"/>
                </a:lnTo>
                <a:cubicBezTo>
                  <a:pt x="262152" y="83941"/>
                  <a:pt x="266470" y="88255"/>
                  <a:pt x="271506" y="88255"/>
                </a:cubicBezTo>
                <a:cubicBezTo>
                  <a:pt x="277742" y="88255"/>
                  <a:pt x="283020" y="83699"/>
                  <a:pt x="283020" y="78187"/>
                </a:cubicBezTo>
                <a:cubicBezTo>
                  <a:pt x="283020" y="64767"/>
                  <a:pt x="266229" y="53495"/>
                  <a:pt x="246082" y="53495"/>
                </a:cubicBezTo>
                <a:cubicBezTo>
                  <a:pt x="234330" y="53495"/>
                  <a:pt x="222099" y="58293"/>
                  <a:pt x="212265" y="66923"/>
                </a:cubicBezTo>
                <a:cubicBezTo>
                  <a:pt x="200272" y="77470"/>
                  <a:pt x="193557" y="93767"/>
                  <a:pt x="193557" y="112699"/>
                </a:cubicBezTo>
                <a:cubicBezTo>
                  <a:pt x="193557" y="143858"/>
                  <a:pt x="212503" y="166157"/>
                  <a:pt x="239128" y="166157"/>
                </a:cubicBezTo>
                <a:cubicBezTo>
                  <a:pt x="249921" y="166157"/>
                  <a:pt x="259513" y="162322"/>
                  <a:pt x="268150" y="154885"/>
                </a:cubicBezTo>
                <a:cubicBezTo>
                  <a:pt x="274624" y="149128"/>
                  <a:pt x="279181" y="142658"/>
                  <a:pt x="286376" y="128517"/>
                </a:cubicBezTo>
                <a:lnTo>
                  <a:pt x="283020" y="126361"/>
                </a:lnTo>
                <a:close/>
                <a:moveTo>
                  <a:pt x="354016" y="53495"/>
                </a:moveTo>
                <a:cubicBezTo>
                  <a:pt x="322834" y="53495"/>
                  <a:pt x="301007" y="76511"/>
                  <a:pt x="301007" y="109588"/>
                </a:cubicBezTo>
                <a:cubicBezTo>
                  <a:pt x="301007" y="141944"/>
                  <a:pt x="323314" y="166157"/>
                  <a:pt x="353533" y="166157"/>
                </a:cubicBezTo>
                <a:cubicBezTo>
                  <a:pt x="383755" y="166157"/>
                  <a:pt x="406779" y="140748"/>
                  <a:pt x="406779" y="107671"/>
                </a:cubicBezTo>
                <a:cubicBezTo>
                  <a:pt x="406779" y="76270"/>
                  <a:pt x="384714" y="53495"/>
                  <a:pt x="354016" y="53495"/>
                </a:cubicBezTo>
                <a:moveTo>
                  <a:pt x="350897" y="60214"/>
                </a:moveTo>
                <a:cubicBezTo>
                  <a:pt x="371045" y="60214"/>
                  <a:pt x="385193" y="83223"/>
                  <a:pt x="385193" y="116059"/>
                </a:cubicBezTo>
                <a:cubicBezTo>
                  <a:pt x="385193" y="143145"/>
                  <a:pt x="374401" y="159442"/>
                  <a:pt x="356413" y="159442"/>
                </a:cubicBezTo>
                <a:cubicBezTo>
                  <a:pt x="347058" y="159442"/>
                  <a:pt x="338183" y="153692"/>
                  <a:pt x="333148" y="144104"/>
                </a:cubicBezTo>
                <a:cubicBezTo>
                  <a:pt x="326432" y="131638"/>
                  <a:pt x="322593" y="114862"/>
                  <a:pt x="322593" y="97844"/>
                </a:cubicBezTo>
                <a:cubicBezTo>
                  <a:pt x="322593" y="75073"/>
                  <a:pt x="333865" y="60214"/>
                  <a:pt x="350897" y="60214"/>
                </a:cubicBezTo>
                <a:close/>
                <a:moveTo>
                  <a:pt x="417812" y="68368"/>
                </a:moveTo>
                <a:cubicBezTo>
                  <a:pt x="419251" y="67647"/>
                  <a:pt x="421651" y="67409"/>
                  <a:pt x="424290" y="67409"/>
                </a:cubicBezTo>
                <a:cubicBezTo>
                  <a:pt x="431006" y="67409"/>
                  <a:pt x="433161" y="71007"/>
                  <a:pt x="433161" y="82755"/>
                </a:cubicBezTo>
                <a:lnTo>
                  <a:pt x="433161" y="142233"/>
                </a:lnTo>
                <a:cubicBezTo>
                  <a:pt x="433161" y="155903"/>
                  <a:pt x="430523" y="159259"/>
                  <a:pt x="418292" y="160218"/>
                </a:cubicBezTo>
                <a:lnTo>
                  <a:pt x="418292" y="163815"/>
                </a:lnTo>
                <a:lnTo>
                  <a:pt x="469141" y="163815"/>
                </a:lnTo>
                <a:lnTo>
                  <a:pt x="469141" y="160218"/>
                </a:lnTo>
                <a:cubicBezTo>
                  <a:pt x="456906" y="159259"/>
                  <a:pt x="453308" y="156382"/>
                  <a:pt x="453308" y="147749"/>
                </a:cubicBezTo>
                <a:lnTo>
                  <a:pt x="453308" y="80358"/>
                </a:lnTo>
                <a:cubicBezTo>
                  <a:pt x="464822" y="69565"/>
                  <a:pt x="470099" y="66688"/>
                  <a:pt x="478016" y="66688"/>
                </a:cubicBezTo>
                <a:cubicBezTo>
                  <a:pt x="489767" y="66688"/>
                  <a:pt x="495524" y="74121"/>
                  <a:pt x="495524" y="89950"/>
                </a:cubicBezTo>
                <a:lnTo>
                  <a:pt x="495524" y="140074"/>
                </a:lnTo>
                <a:cubicBezTo>
                  <a:pt x="495524" y="155182"/>
                  <a:pt x="492406" y="159259"/>
                  <a:pt x="480413" y="160218"/>
                </a:cubicBezTo>
                <a:lnTo>
                  <a:pt x="480413" y="163815"/>
                </a:lnTo>
                <a:lnTo>
                  <a:pt x="530303" y="163815"/>
                </a:lnTo>
                <a:lnTo>
                  <a:pt x="530303" y="160218"/>
                </a:lnTo>
                <a:cubicBezTo>
                  <a:pt x="518548" y="159021"/>
                  <a:pt x="515671" y="156141"/>
                  <a:pt x="515671" y="144393"/>
                </a:cubicBezTo>
                <a:lnTo>
                  <a:pt x="515671" y="89470"/>
                </a:lnTo>
                <a:cubicBezTo>
                  <a:pt x="515671" y="66930"/>
                  <a:pt x="505116" y="53495"/>
                  <a:pt x="487370" y="53495"/>
                </a:cubicBezTo>
                <a:cubicBezTo>
                  <a:pt x="476336" y="53495"/>
                  <a:pt x="468899" y="57576"/>
                  <a:pt x="452591" y="72925"/>
                </a:cubicBezTo>
                <a:lnTo>
                  <a:pt x="452591" y="53978"/>
                </a:lnTo>
                <a:lnTo>
                  <a:pt x="450911" y="53495"/>
                </a:lnTo>
                <a:cubicBezTo>
                  <a:pt x="439160" y="57813"/>
                  <a:pt x="431006" y="60452"/>
                  <a:pt x="417812" y="64291"/>
                </a:cubicBezTo>
                <a:lnTo>
                  <a:pt x="417812" y="68368"/>
                </a:lnTo>
                <a:close/>
                <a:moveTo>
                  <a:pt x="616407" y="166157"/>
                </a:moveTo>
                <a:lnTo>
                  <a:pt x="651665" y="153688"/>
                </a:lnTo>
                <a:lnTo>
                  <a:pt x="651665" y="149853"/>
                </a:lnTo>
                <a:cubicBezTo>
                  <a:pt x="647346" y="150091"/>
                  <a:pt x="646867" y="150091"/>
                  <a:pt x="646146" y="150091"/>
                </a:cubicBezTo>
                <a:cubicBezTo>
                  <a:pt x="637513" y="150091"/>
                  <a:pt x="635595" y="147456"/>
                  <a:pt x="635595" y="136429"/>
                </a:cubicBezTo>
                <a:lnTo>
                  <a:pt x="635595" y="490"/>
                </a:lnTo>
                <a:lnTo>
                  <a:pt x="634394" y="11"/>
                </a:lnTo>
                <a:cubicBezTo>
                  <a:pt x="622881" y="4088"/>
                  <a:pt x="614489" y="6485"/>
                  <a:pt x="599136" y="10566"/>
                </a:cubicBezTo>
                <a:lnTo>
                  <a:pt x="599136" y="14401"/>
                </a:lnTo>
                <a:cubicBezTo>
                  <a:pt x="601058" y="14163"/>
                  <a:pt x="602496" y="14163"/>
                  <a:pt x="604414" y="14163"/>
                </a:cubicBezTo>
                <a:cubicBezTo>
                  <a:pt x="613289" y="14163"/>
                  <a:pt x="615448" y="16560"/>
                  <a:pt x="615448" y="26394"/>
                </a:cubicBezTo>
                <a:lnTo>
                  <a:pt x="615448" y="63808"/>
                </a:lnTo>
                <a:cubicBezTo>
                  <a:pt x="606331" y="56134"/>
                  <a:pt x="599857" y="53495"/>
                  <a:pt x="590261" y="53495"/>
                </a:cubicBezTo>
                <a:cubicBezTo>
                  <a:pt x="562681" y="53495"/>
                  <a:pt x="540375" y="80585"/>
                  <a:pt x="540375" y="114620"/>
                </a:cubicBezTo>
                <a:cubicBezTo>
                  <a:pt x="540375" y="145297"/>
                  <a:pt x="558363" y="166157"/>
                  <a:pt x="584746" y="166157"/>
                </a:cubicBezTo>
                <a:cubicBezTo>
                  <a:pt x="598177" y="166157"/>
                  <a:pt x="607294" y="161363"/>
                  <a:pt x="615448" y="150091"/>
                </a:cubicBezTo>
                <a:lnTo>
                  <a:pt x="615448" y="165440"/>
                </a:lnTo>
                <a:lnTo>
                  <a:pt x="616407" y="166157"/>
                </a:lnTo>
                <a:moveTo>
                  <a:pt x="615448" y="139306"/>
                </a:moveTo>
                <a:cubicBezTo>
                  <a:pt x="615448" y="140985"/>
                  <a:pt x="613768" y="143862"/>
                  <a:pt x="611371" y="146497"/>
                </a:cubicBezTo>
                <a:cubicBezTo>
                  <a:pt x="607052" y="151291"/>
                  <a:pt x="601058" y="153688"/>
                  <a:pt x="594100" y="153688"/>
                </a:cubicBezTo>
                <a:cubicBezTo>
                  <a:pt x="574195" y="153688"/>
                  <a:pt x="561001" y="134511"/>
                  <a:pt x="561001" y="105032"/>
                </a:cubicBezTo>
                <a:cubicBezTo>
                  <a:pt x="561001" y="77949"/>
                  <a:pt x="572753" y="60214"/>
                  <a:pt x="590982" y="60214"/>
                </a:cubicBezTo>
                <a:cubicBezTo>
                  <a:pt x="603696" y="60214"/>
                  <a:pt x="615448" y="71475"/>
                  <a:pt x="615448" y="84178"/>
                </a:cubicBezTo>
                <a:lnTo>
                  <a:pt x="615448" y="139306"/>
                </a:lnTo>
                <a:close/>
                <a:moveTo>
                  <a:pt x="663174" y="102214"/>
                </a:moveTo>
                <a:lnTo>
                  <a:pt x="663174" y="117325"/>
                </a:lnTo>
                <a:lnTo>
                  <a:pt x="722177" y="117325"/>
                </a:lnTo>
                <a:lnTo>
                  <a:pt x="722177" y="102214"/>
                </a:lnTo>
                <a:lnTo>
                  <a:pt x="663174" y="102214"/>
                </a:lnTo>
                <a:close/>
                <a:moveTo>
                  <a:pt x="793655" y="53495"/>
                </a:moveTo>
                <a:cubicBezTo>
                  <a:pt x="762473" y="53495"/>
                  <a:pt x="740646" y="76511"/>
                  <a:pt x="740646" y="109588"/>
                </a:cubicBezTo>
                <a:cubicBezTo>
                  <a:pt x="740646" y="141944"/>
                  <a:pt x="762953" y="166157"/>
                  <a:pt x="793171" y="166157"/>
                </a:cubicBezTo>
                <a:cubicBezTo>
                  <a:pt x="823394" y="166157"/>
                  <a:pt x="846417" y="140748"/>
                  <a:pt x="846417" y="107671"/>
                </a:cubicBezTo>
                <a:cubicBezTo>
                  <a:pt x="846417" y="76270"/>
                  <a:pt x="824353" y="53495"/>
                  <a:pt x="793655" y="53495"/>
                </a:cubicBezTo>
                <a:moveTo>
                  <a:pt x="790536" y="60214"/>
                </a:moveTo>
                <a:cubicBezTo>
                  <a:pt x="810683" y="60214"/>
                  <a:pt x="824832" y="83223"/>
                  <a:pt x="824832" y="116059"/>
                </a:cubicBezTo>
                <a:cubicBezTo>
                  <a:pt x="824832" y="143145"/>
                  <a:pt x="814039" y="159442"/>
                  <a:pt x="796052" y="159442"/>
                </a:cubicBezTo>
                <a:cubicBezTo>
                  <a:pt x="786697" y="159442"/>
                  <a:pt x="777822" y="153692"/>
                  <a:pt x="772787" y="144104"/>
                </a:cubicBezTo>
                <a:cubicBezTo>
                  <a:pt x="766071" y="131638"/>
                  <a:pt x="762232" y="114862"/>
                  <a:pt x="762232" y="97844"/>
                </a:cubicBezTo>
                <a:cubicBezTo>
                  <a:pt x="762232" y="75073"/>
                  <a:pt x="773504" y="60214"/>
                  <a:pt x="790536" y="60214"/>
                </a:cubicBezTo>
                <a:close/>
                <a:moveTo>
                  <a:pt x="855293" y="70286"/>
                </a:moveTo>
                <a:cubicBezTo>
                  <a:pt x="858652" y="69565"/>
                  <a:pt x="860812" y="69323"/>
                  <a:pt x="863688" y="69323"/>
                </a:cubicBezTo>
                <a:cubicBezTo>
                  <a:pt x="869683" y="69323"/>
                  <a:pt x="871842" y="73163"/>
                  <a:pt x="871842" y="83714"/>
                </a:cubicBezTo>
                <a:lnTo>
                  <a:pt x="871842" y="143672"/>
                </a:lnTo>
                <a:cubicBezTo>
                  <a:pt x="871842" y="155661"/>
                  <a:pt x="870162" y="157341"/>
                  <a:pt x="854813" y="160218"/>
                </a:cubicBezTo>
                <a:lnTo>
                  <a:pt x="854813" y="163815"/>
                </a:lnTo>
                <a:lnTo>
                  <a:pt x="912378" y="163815"/>
                </a:lnTo>
                <a:lnTo>
                  <a:pt x="912378" y="160218"/>
                </a:lnTo>
                <a:cubicBezTo>
                  <a:pt x="896066" y="159500"/>
                  <a:pt x="891989" y="155903"/>
                  <a:pt x="891989" y="142233"/>
                </a:cubicBezTo>
                <a:lnTo>
                  <a:pt x="891989" y="88270"/>
                </a:lnTo>
                <a:cubicBezTo>
                  <a:pt x="891989" y="80596"/>
                  <a:pt x="902302" y="68606"/>
                  <a:pt x="908780" y="68606"/>
                </a:cubicBezTo>
                <a:cubicBezTo>
                  <a:pt x="910218" y="68606"/>
                  <a:pt x="912378" y="69807"/>
                  <a:pt x="915016" y="72204"/>
                </a:cubicBezTo>
                <a:cubicBezTo>
                  <a:pt x="918852" y="75560"/>
                  <a:pt x="921491" y="76998"/>
                  <a:pt x="924609" y="76998"/>
                </a:cubicBezTo>
                <a:cubicBezTo>
                  <a:pt x="930365" y="76998"/>
                  <a:pt x="933963" y="72921"/>
                  <a:pt x="933963" y="66209"/>
                </a:cubicBezTo>
                <a:cubicBezTo>
                  <a:pt x="933963" y="58293"/>
                  <a:pt x="928927" y="53495"/>
                  <a:pt x="920773" y="53495"/>
                </a:cubicBezTo>
                <a:cubicBezTo>
                  <a:pt x="910698" y="53495"/>
                  <a:pt x="903744" y="59014"/>
                  <a:pt x="891989" y="76039"/>
                </a:cubicBezTo>
                <a:lnTo>
                  <a:pt x="891989" y="53978"/>
                </a:lnTo>
                <a:lnTo>
                  <a:pt x="890792" y="53495"/>
                </a:lnTo>
                <a:cubicBezTo>
                  <a:pt x="878078" y="58772"/>
                  <a:pt x="869445" y="61890"/>
                  <a:pt x="855293" y="66447"/>
                </a:cubicBezTo>
                <a:lnTo>
                  <a:pt x="855293" y="70286"/>
                </a:lnTo>
                <a:close/>
                <a:moveTo>
                  <a:pt x="1015991" y="166157"/>
                </a:moveTo>
                <a:lnTo>
                  <a:pt x="1051249" y="153688"/>
                </a:lnTo>
                <a:lnTo>
                  <a:pt x="1051249" y="149853"/>
                </a:lnTo>
                <a:cubicBezTo>
                  <a:pt x="1046930" y="150091"/>
                  <a:pt x="1046451" y="150091"/>
                  <a:pt x="1045730" y="150091"/>
                </a:cubicBezTo>
                <a:cubicBezTo>
                  <a:pt x="1037096" y="150091"/>
                  <a:pt x="1035179" y="147456"/>
                  <a:pt x="1035179" y="136429"/>
                </a:cubicBezTo>
                <a:lnTo>
                  <a:pt x="1035179" y="490"/>
                </a:lnTo>
                <a:lnTo>
                  <a:pt x="1033978" y="11"/>
                </a:lnTo>
                <a:cubicBezTo>
                  <a:pt x="1022465" y="4088"/>
                  <a:pt x="1014073" y="6485"/>
                  <a:pt x="998720" y="10566"/>
                </a:cubicBezTo>
                <a:lnTo>
                  <a:pt x="998720" y="14401"/>
                </a:lnTo>
                <a:cubicBezTo>
                  <a:pt x="1000641" y="14163"/>
                  <a:pt x="1002080" y="14163"/>
                  <a:pt x="1003998" y="14163"/>
                </a:cubicBezTo>
                <a:cubicBezTo>
                  <a:pt x="1012872" y="14163"/>
                  <a:pt x="1015032" y="16560"/>
                  <a:pt x="1015032" y="26394"/>
                </a:cubicBezTo>
                <a:lnTo>
                  <a:pt x="1015032" y="63808"/>
                </a:lnTo>
                <a:cubicBezTo>
                  <a:pt x="1005915" y="56134"/>
                  <a:pt x="999441" y="53495"/>
                  <a:pt x="989845" y="53495"/>
                </a:cubicBezTo>
                <a:cubicBezTo>
                  <a:pt x="962265" y="53495"/>
                  <a:pt x="939959" y="80585"/>
                  <a:pt x="939959" y="114620"/>
                </a:cubicBezTo>
                <a:cubicBezTo>
                  <a:pt x="939959" y="145297"/>
                  <a:pt x="957947" y="166157"/>
                  <a:pt x="984330" y="166157"/>
                </a:cubicBezTo>
                <a:cubicBezTo>
                  <a:pt x="997761" y="166157"/>
                  <a:pt x="1006878" y="161363"/>
                  <a:pt x="1015032" y="150091"/>
                </a:cubicBezTo>
                <a:lnTo>
                  <a:pt x="1015032" y="165440"/>
                </a:lnTo>
                <a:lnTo>
                  <a:pt x="1015991" y="166157"/>
                </a:lnTo>
                <a:moveTo>
                  <a:pt x="1015032" y="139306"/>
                </a:moveTo>
                <a:cubicBezTo>
                  <a:pt x="1015032" y="140985"/>
                  <a:pt x="1013352" y="143862"/>
                  <a:pt x="1010955" y="146497"/>
                </a:cubicBezTo>
                <a:cubicBezTo>
                  <a:pt x="1006636" y="151291"/>
                  <a:pt x="1000641" y="153688"/>
                  <a:pt x="993684" y="153688"/>
                </a:cubicBezTo>
                <a:cubicBezTo>
                  <a:pt x="973779" y="153688"/>
                  <a:pt x="960585" y="134511"/>
                  <a:pt x="960585" y="105032"/>
                </a:cubicBezTo>
                <a:cubicBezTo>
                  <a:pt x="960585" y="77949"/>
                  <a:pt x="972337" y="60214"/>
                  <a:pt x="990566" y="60214"/>
                </a:cubicBezTo>
                <a:cubicBezTo>
                  <a:pt x="1003280" y="60214"/>
                  <a:pt x="1015032" y="71475"/>
                  <a:pt x="1015032" y="84178"/>
                </a:cubicBezTo>
                <a:lnTo>
                  <a:pt x="1015032" y="139306"/>
                </a:lnTo>
                <a:close/>
                <a:moveTo>
                  <a:pt x="1151262" y="124414"/>
                </a:moveTo>
                <a:cubicBezTo>
                  <a:pt x="1139752" y="142651"/>
                  <a:pt x="1129435" y="149611"/>
                  <a:pt x="1114086" y="149611"/>
                </a:cubicBezTo>
                <a:cubicBezTo>
                  <a:pt x="1100417" y="149611"/>
                  <a:pt x="1090104" y="142651"/>
                  <a:pt x="1083146" y="128974"/>
                </a:cubicBezTo>
                <a:cubicBezTo>
                  <a:pt x="1078828" y="119854"/>
                  <a:pt x="1077152" y="111934"/>
                  <a:pt x="1076672" y="97295"/>
                </a:cubicBezTo>
                <a:lnTo>
                  <a:pt x="1150545" y="97295"/>
                </a:lnTo>
                <a:cubicBezTo>
                  <a:pt x="1148623" y="81734"/>
                  <a:pt x="1146226" y="74802"/>
                  <a:pt x="1140232" y="67153"/>
                </a:cubicBezTo>
                <a:cubicBezTo>
                  <a:pt x="1133033" y="58534"/>
                  <a:pt x="1122002" y="53495"/>
                  <a:pt x="1109530" y="53495"/>
                </a:cubicBezTo>
                <a:cubicBezTo>
                  <a:pt x="1097537" y="53495"/>
                  <a:pt x="1086265" y="57813"/>
                  <a:pt x="1077152" y="65956"/>
                </a:cubicBezTo>
                <a:cubicBezTo>
                  <a:pt x="1065876" y="75757"/>
                  <a:pt x="1059402" y="92739"/>
                  <a:pt x="1059402" y="112414"/>
                </a:cubicBezTo>
                <a:cubicBezTo>
                  <a:pt x="1059402" y="145531"/>
                  <a:pt x="1076672" y="166157"/>
                  <a:pt x="1104252" y="166157"/>
                </a:cubicBezTo>
                <a:cubicBezTo>
                  <a:pt x="1127038" y="166157"/>
                  <a:pt x="1145026" y="152009"/>
                  <a:pt x="1155101" y="126094"/>
                </a:cubicBezTo>
                <a:lnTo>
                  <a:pt x="1151262" y="124414"/>
                </a:lnTo>
                <a:moveTo>
                  <a:pt x="1077152" y="89621"/>
                </a:moveTo>
                <a:cubicBezTo>
                  <a:pt x="1079787" y="70978"/>
                  <a:pt x="1087944" y="62132"/>
                  <a:pt x="1102572" y="62132"/>
                </a:cubicBezTo>
                <a:cubicBezTo>
                  <a:pt x="1117204" y="62132"/>
                  <a:pt x="1122961" y="68826"/>
                  <a:pt x="1126079" y="89621"/>
                </a:cubicBezTo>
                <a:lnTo>
                  <a:pt x="1077152" y="89621"/>
                </a:lnTo>
                <a:close/>
                <a:moveTo>
                  <a:pt x="1161575" y="70286"/>
                </a:moveTo>
                <a:cubicBezTo>
                  <a:pt x="1164935" y="69565"/>
                  <a:pt x="1167094" y="69323"/>
                  <a:pt x="1169971" y="69323"/>
                </a:cubicBezTo>
                <a:cubicBezTo>
                  <a:pt x="1175966" y="69323"/>
                  <a:pt x="1178125" y="73163"/>
                  <a:pt x="1178125" y="83714"/>
                </a:cubicBezTo>
                <a:lnTo>
                  <a:pt x="1178125" y="143672"/>
                </a:lnTo>
                <a:cubicBezTo>
                  <a:pt x="1178125" y="155661"/>
                  <a:pt x="1176445" y="157341"/>
                  <a:pt x="1161096" y="160218"/>
                </a:cubicBezTo>
                <a:lnTo>
                  <a:pt x="1161096" y="163815"/>
                </a:lnTo>
                <a:lnTo>
                  <a:pt x="1218661" y="163815"/>
                </a:lnTo>
                <a:lnTo>
                  <a:pt x="1218661" y="160218"/>
                </a:lnTo>
                <a:cubicBezTo>
                  <a:pt x="1202349" y="159500"/>
                  <a:pt x="1198272" y="155903"/>
                  <a:pt x="1198272" y="142233"/>
                </a:cubicBezTo>
                <a:lnTo>
                  <a:pt x="1198272" y="88270"/>
                </a:lnTo>
                <a:cubicBezTo>
                  <a:pt x="1198272" y="80596"/>
                  <a:pt x="1208585" y="68606"/>
                  <a:pt x="1215063" y="68606"/>
                </a:cubicBezTo>
                <a:cubicBezTo>
                  <a:pt x="1216501" y="68606"/>
                  <a:pt x="1218661" y="69807"/>
                  <a:pt x="1221299" y="72204"/>
                </a:cubicBezTo>
                <a:cubicBezTo>
                  <a:pt x="1225135" y="75560"/>
                  <a:pt x="1227773" y="76998"/>
                  <a:pt x="1230892" y="76998"/>
                </a:cubicBezTo>
                <a:cubicBezTo>
                  <a:pt x="1236648" y="76998"/>
                  <a:pt x="1240246" y="72921"/>
                  <a:pt x="1240246" y="66209"/>
                </a:cubicBezTo>
                <a:cubicBezTo>
                  <a:pt x="1240246" y="58293"/>
                  <a:pt x="1235210" y="53495"/>
                  <a:pt x="1227056" y="53495"/>
                </a:cubicBezTo>
                <a:cubicBezTo>
                  <a:pt x="1216981" y="53495"/>
                  <a:pt x="1210027" y="59014"/>
                  <a:pt x="1198272" y="76039"/>
                </a:cubicBezTo>
                <a:lnTo>
                  <a:pt x="1198272" y="53978"/>
                </a:lnTo>
                <a:lnTo>
                  <a:pt x="1197075" y="53495"/>
                </a:lnTo>
                <a:cubicBezTo>
                  <a:pt x="1184361" y="58772"/>
                  <a:pt x="1175728" y="61890"/>
                  <a:pt x="1161575" y="66447"/>
                </a:cubicBezTo>
                <a:lnTo>
                  <a:pt x="1161575" y="70286"/>
                </a:lnTo>
                <a:close/>
                <a:moveTo>
                  <a:pt x="1382237" y="166157"/>
                </a:moveTo>
                <a:lnTo>
                  <a:pt x="1417495" y="153688"/>
                </a:lnTo>
                <a:lnTo>
                  <a:pt x="1417495" y="149853"/>
                </a:lnTo>
                <a:cubicBezTo>
                  <a:pt x="1413177" y="150091"/>
                  <a:pt x="1412697" y="150091"/>
                  <a:pt x="1411976" y="150091"/>
                </a:cubicBezTo>
                <a:cubicBezTo>
                  <a:pt x="1403343" y="150091"/>
                  <a:pt x="1401425" y="147456"/>
                  <a:pt x="1401425" y="136429"/>
                </a:cubicBezTo>
                <a:lnTo>
                  <a:pt x="1401425" y="490"/>
                </a:lnTo>
                <a:lnTo>
                  <a:pt x="1400225" y="11"/>
                </a:lnTo>
                <a:cubicBezTo>
                  <a:pt x="1388711" y="4088"/>
                  <a:pt x="1380319" y="6485"/>
                  <a:pt x="1364966" y="10566"/>
                </a:cubicBezTo>
                <a:lnTo>
                  <a:pt x="1364966" y="14401"/>
                </a:lnTo>
                <a:cubicBezTo>
                  <a:pt x="1366888" y="14163"/>
                  <a:pt x="1368326" y="14163"/>
                  <a:pt x="1370244" y="14163"/>
                </a:cubicBezTo>
                <a:cubicBezTo>
                  <a:pt x="1379119" y="14163"/>
                  <a:pt x="1381278" y="16560"/>
                  <a:pt x="1381278" y="26394"/>
                </a:cubicBezTo>
                <a:lnTo>
                  <a:pt x="1381278" y="63808"/>
                </a:lnTo>
                <a:cubicBezTo>
                  <a:pt x="1372162" y="56134"/>
                  <a:pt x="1365687" y="53495"/>
                  <a:pt x="1356092" y="53495"/>
                </a:cubicBezTo>
                <a:cubicBezTo>
                  <a:pt x="1328511" y="53495"/>
                  <a:pt x="1306205" y="80585"/>
                  <a:pt x="1306205" y="114620"/>
                </a:cubicBezTo>
                <a:cubicBezTo>
                  <a:pt x="1306205" y="145297"/>
                  <a:pt x="1324193" y="166157"/>
                  <a:pt x="1350576" y="166157"/>
                </a:cubicBezTo>
                <a:cubicBezTo>
                  <a:pt x="1364008" y="166157"/>
                  <a:pt x="1373124" y="161363"/>
                  <a:pt x="1381278" y="150091"/>
                </a:cubicBezTo>
                <a:lnTo>
                  <a:pt x="1381278" y="165440"/>
                </a:lnTo>
                <a:lnTo>
                  <a:pt x="1382237" y="166157"/>
                </a:lnTo>
                <a:moveTo>
                  <a:pt x="1381278" y="139306"/>
                </a:moveTo>
                <a:cubicBezTo>
                  <a:pt x="1381278" y="140985"/>
                  <a:pt x="1379598" y="143862"/>
                  <a:pt x="1377201" y="146497"/>
                </a:cubicBezTo>
                <a:cubicBezTo>
                  <a:pt x="1372883" y="151291"/>
                  <a:pt x="1366888" y="153688"/>
                  <a:pt x="1359931" y="153688"/>
                </a:cubicBezTo>
                <a:cubicBezTo>
                  <a:pt x="1340025" y="153688"/>
                  <a:pt x="1326832" y="134511"/>
                  <a:pt x="1326832" y="105032"/>
                </a:cubicBezTo>
                <a:cubicBezTo>
                  <a:pt x="1326832" y="77949"/>
                  <a:pt x="1338583" y="60214"/>
                  <a:pt x="1356812" y="60214"/>
                </a:cubicBezTo>
                <a:cubicBezTo>
                  <a:pt x="1369527" y="60214"/>
                  <a:pt x="1381278" y="71475"/>
                  <a:pt x="1381278" y="84178"/>
                </a:cubicBezTo>
                <a:lnTo>
                  <a:pt x="1381278" y="139306"/>
                </a:lnTo>
                <a:close/>
                <a:moveTo>
                  <a:pt x="1517509" y="124414"/>
                </a:moveTo>
                <a:cubicBezTo>
                  <a:pt x="1505999" y="142651"/>
                  <a:pt x="1495682" y="149611"/>
                  <a:pt x="1480333" y="149611"/>
                </a:cubicBezTo>
                <a:cubicBezTo>
                  <a:pt x="1466664" y="149611"/>
                  <a:pt x="1456351" y="142651"/>
                  <a:pt x="1449393" y="128974"/>
                </a:cubicBezTo>
                <a:cubicBezTo>
                  <a:pt x="1445075" y="119854"/>
                  <a:pt x="1443399" y="111934"/>
                  <a:pt x="1442919" y="97295"/>
                </a:cubicBezTo>
                <a:lnTo>
                  <a:pt x="1516792" y="97295"/>
                </a:lnTo>
                <a:cubicBezTo>
                  <a:pt x="1514870" y="81734"/>
                  <a:pt x="1512473" y="74802"/>
                  <a:pt x="1506478" y="67153"/>
                </a:cubicBezTo>
                <a:cubicBezTo>
                  <a:pt x="1499280" y="58534"/>
                  <a:pt x="1488249" y="53495"/>
                  <a:pt x="1475777" y="53495"/>
                </a:cubicBezTo>
                <a:cubicBezTo>
                  <a:pt x="1463784" y="53495"/>
                  <a:pt x="1452511" y="57813"/>
                  <a:pt x="1443399" y="65956"/>
                </a:cubicBezTo>
                <a:cubicBezTo>
                  <a:pt x="1432123" y="75757"/>
                  <a:pt x="1425649" y="92739"/>
                  <a:pt x="1425649" y="112414"/>
                </a:cubicBezTo>
                <a:cubicBezTo>
                  <a:pt x="1425649" y="145531"/>
                  <a:pt x="1442919" y="166157"/>
                  <a:pt x="1470499" y="166157"/>
                </a:cubicBezTo>
                <a:cubicBezTo>
                  <a:pt x="1493285" y="166157"/>
                  <a:pt x="1511273" y="152009"/>
                  <a:pt x="1521348" y="126094"/>
                </a:cubicBezTo>
                <a:lnTo>
                  <a:pt x="1517509" y="124414"/>
                </a:lnTo>
                <a:moveTo>
                  <a:pt x="1443399" y="89621"/>
                </a:moveTo>
                <a:cubicBezTo>
                  <a:pt x="1446034" y="70978"/>
                  <a:pt x="1454191" y="62132"/>
                  <a:pt x="1468819" y="62132"/>
                </a:cubicBezTo>
                <a:cubicBezTo>
                  <a:pt x="1483451" y="62132"/>
                  <a:pt x="1489208" y="68826"/>
                  <a:pt x="1492326" y="89621"/>
                </a:cubicBezTo>
                <a:lnTo>
                  <a:pt x="1443399" y="89621"/>
                </a:lnTo>
                <a:close/>
                <a:moveTo>
                  <a:pt x="1527822" y="70286"/>
                </a:moveTo>
                <a:cubicBezTo>
                  <a:pt x="1531181" y="69565"/>
                  <a:pt x="1533341" y="69323"/>
                  <a:pt x="1536217" y="69323"/>
                </a:cubicBezTo>
                <a:cubicBezTo>
                  <a:pt x="1542212" y="69323"/>
                  <a:pt x="1544371" y="73163"/>
                  <a:pt x="1544371" y="83714"/>
                </a:cubicBezTo>
                <a:lnTo>
                  <a:pt x="1544371" y="143672"/>
                </a:lnTo>
                <a:cubicBezTo>
                  <a:pt x="1544371" y="155661"/>
                  <a:pt x="1542691" y="157341"/>
                  <a:pt x="1527342" y="160218"/>
                </a:cubicBezTo>
                <a:lnTo>
                  <a:pt x="1527342" y="163815"/>
                </a:lnTo>
                <a:lnTo>
                  <a:pt x="1584907" y="163815"/>
                </a:lnTo>
                <a:lnTo>
                  <a:pt x="1584907" y="160218"/>
                </a:lnTo>
                <a:cubicBezTo>
                  <a:pt x="1568595" y="159500"/>
                  <a:pt x="1564518" y="155903"/>
                  <a:pt x="1564518" y="142233"/>
                </a:cubicBezTo>
                <a:lnTo>
                  <a:pt x="1564518" y="88270"/>
                </a:lnTo>
                <a:cubicBezTo>
                  <a:pt x="1564518" y="80596"/>
                  <a:pt x="1574832" y="68606"/>
                  <a:pt x="1581309" y="68606"/>
                </a:cubicBezTo>
                <a:cubicBezTo>
                  <a:pt x="1582748" y="68606"/>
                  <a:pt x="1584907" y="69807"/>
                  <a:pt x="1587546" y="72204"/>
                </a:cubicBezTo>
                <a:cubicBezTo>
                  <a:pt x="1591381" y="75560"/>
                  <a:pt x="1594020" y="76998"/>
                  <a:pt x="1597138" y="76998"/>
                </a:cubicBezTo>
                <a:cubicBezTo>
                  <a:pt x="1602895" y="76998"/>
                  <a:pt x="1606492" y="72921"/>
                  <a:pt x="1606492" y="66209"/>
                </a:cubicBezTo>
                <a:cubicBezTo>
                  <a:pt x="1606492" y="58293"/>
                  <a:pt x="1601456" y="53495"/>
                  <a:pt x="1593302" y="53495"/>
                </a:cubicBezTo>
                <a:cubicBezTo>
                  <a:pt x="1583227" y="53495"/>
                  <a:pt x="1576274" y="59014"/>
                  <a:pt x="1564518" y="76039"/>
                </a:cubicBezTo>
                <a:lnTo>
                  <a:pt x="1564518" y="53978"/>
                </a:lnTo>
                <a:lnTo>
                  <a:pt x="1563322" y="53495"/>
                </a:lnTo>
                <a:cubicBezTo>
                  <a:pt x="1550608" y="58772"/>
                  <a:pt x="1541974" y="61890"/>
                  <a:pt x="1527822" y="66447"/>
                </a:cubicBezTo>
                <a:lnTo>
                  <a:pt x="1527822" y="70286"/>
                </a:lnTo>
                <a:close/>
                <a:moveTo>
                  <a:pt x="1647984" y="53495"/>
                </a:moveTo>
                <a:lnTo>
                  <a:pt x="1610808" y="66612"/>
                </a:lnTo>
                <a:lnTo>
                  <a:pt x="1610808" y="70213"/>
                </a:lnTo>
                <a:lnTo>
                  <a:pt x="1612729" y="69971"/>
                </a:lnTo>
                <a:cubicBezTo>
                  <a:pt x="1615606" y="69492"/>
                  <a:pt x="1618724" y="69250"/>
                  <a:pt x="1620883" y="69250"/>
                </a:cubicBezTo>
                <a:cubicBezTo>
                  <a:pt x="1626640" y="69250"/>
                  <a:pt x="1628795" y="73089"/>
                  <a:pt x="1628795" y="83651"/>
                </a:cubicBezTo>
                <a:lnTo>
                  <a:pt x="1628795" y="139339"/>
                </a:lnTo>
                <a:cubicBezTo>
                  <a:pt x="1628795" y="156620"/>
                  <a:pt x="1626398" y="159259"/>
                  <a:pt x="1609849" y="160218"/>
                </a:cubicBezTo>
                <a:lnTo>
                  <a:pt x="1609849" y="163815"/>
                </a:lnTo>
                <a:lnTo>
                  <a:pt x="1666692" y="163815"/>
                </a:lnTo>
                <a:lnTo>
                  <a:pt x="1666692" y="160218"/>
                </a:lnTo>
                <a:cubicBezTo>
                  <a:pt x="1650864" y="159021"/>
                  <a:pt x="1648942" y="156620"/>
                  <a:pt x="1648942" y="139339"/>
                </a:cubicBezTo>
                <a:lnTo>
                  <a:pt x="1648942" y="54216"/>
                </a:lnTo>
                <a:lnTo>
                  <a:pt x="1647984" y="53495"/>
                </a:lnTo>
                <a:moveTo>
                  <a:pt x="1636711" y="91"/>
                </a:moveTo>
                <a:cubicBezTo>
                  <a:pt x="1630237" y="91"/>
                  <a:pt x="1624718" y="5610"/>
                  <a:pt x="1624718" y="12326"/>
                </a:cubicBezTo>
                <a:cubicBezTo>
                  <a:pt x="1624718" y="19042"/>
                  <a:pt x="1629996" y="24557"/>
                  <a:pt x="1636711" y="24557"/>
                </a:cubicBezTo>
                <a:cubicBezTo>
                  <a:pt x="1643669" y="24557"/>
                  <a:pt x="1649184" y="19280"/>
                  <a:pt x="1649184" y="12326"/>
                </a:cubicBezTo>
                <a:cubicBezTo>
                  <a:pt x="1649184" y="5610"/>
                  <a:pt x="1643669" y="91"/>
                  <a:pt x="1636711" y="91"/>
                </a:cubicBezTo>
                <a:close/>
                <a:moveTo>
                  <a:pt x="1781100" y="55837"/>
                </a:moveTo>
                <a:lnTo>
                  <a:pt x="1747763" y="55837"/>
                </a:lnTo>
                <a:lnTo>
                  <a:pt x="1747763" y="59438"/>
                </a:lnTo>
                <a:cubicBezTo>
                  <a:pt x="1755437" y="60156"/>
                  <a:pt x="1759035" y="62553"/>
                  <a:pt x="1759035" y="67109"/>
                </a:cubicBezTo>
                <a:cubicBezTo>
                  <a:pt x="1759035" y="69506"/>
                  <a:pt x="1758555" y="71904"/>
                  <a:pt x="1757597" y="74304"/>
                </a:cubicBezTo>
                <a:lnTo>
                  <a:pt x="1733852" y="136403"/>
                </a:lnTo>
                <a:lnTo>
                  <a:pt x="1709386" y="75022"/>
                </a:lnTo>
                <a:cubicBezTo>
                  <a:pt x="1707948" y="71666"/>
                  <a:pt x="1707227" y="68310"/>
                  <a:pt x="1707227" y="66150"/>
                </a:cubicBezTo>
                <a:cubicBezTo>
                  <a:pt x="1707227" y="61836"/>
                  <a:pt x="1709866" y="60156"/>
                  <a:pt x="1718261" y="59438"/>
                </a:cubicBezTo>
                <a:lnTo>
                  <a:pt x="1718261" y="55837"/>
                </a:lnTo>
                <a:lnTo>
                  <a:pt x="1671252" y="55837"/>
                </a:lnTo>
                <a:lnTo>
                  <a:pt x="1671252" y="59438"/>
                </a:lnTo>
                <a:cubicBezTo>
                  <a:pt x="1680364" y="59918"/>
                  <a:pt x="1682044" y="62315"/>
                  <a:pt x="1693075" y="87011"/>
                </a:cubicBezTo>
                <a:lnTo>
                  <a:pt x="1721859" y="155826"/>
                </a:lnTo>
                <a:cubicBezTo>
                  <a:pt x="1722338" y="157264"/>
                  <a:pt x="1723056" y="158944"/>
                  <a:pt x="1723777" y="160862"/>
                </a:cubicBezTo>
                <a:cubicBezTo>
                  <a:pt x="1725215" y="165177"/>
                  <a:pt x="1726657" y="167094"/>
                  <a:pt x="1728095" y="167094"/>
                </a:cubicBezTo>
                <a:cubicBezTo>
                  <a:pt x="1729533" y="167094"/>
                  <a:pt x="1731213" y="163980"/>
                  <a:pt x="1734811" y="155105"/>
                </a:cubicBezTo>
                <a:lnTo>
                  <a:pt x="1765509" y="78140"/>
                </a:lnTo>
                <a:cubicBezTo>
                  <a:pt x="1772466" y="61836"/>
                  <a:pt x="1773905" y="60156"/>
                  <a:pt x="1781100" y="59438"/>
                </a:cubicBezTo>
                <a:lnTo>
                  <a:pt x="1781100" y="55837"/>
                </a:lnTo>
                <a:close/>
                <a:moveTo>
                  <a:pt x="1886632" y="147935"/>
                </a:moveTo>
                <a:cubicBezTo>
                  <a:pt x="1882555" y="151288"/>
                  <a:pt x="1879678" y="152488"/>
                  <a:pt x="1876080" y="152488"/>
                </a:cubicBezTo>
                <a:cubicBezTo>
                  <a:pt x="1870565" y="152488"/>
                  <a:pt x="1868885" y="149132"/>
                  <a:pt x="1868885" y="138588"/>
                </a:cubicBezTo>
                <a:lnTo>
                  <a:pt x="1868885" y="91849"/>
                </a:lnTo>
                <a:cubicBezTo>
                  <a:pt x="1868885" y="79384"/>
                  <a:pt x="1867685" y="72434"/>
                  <a:pt x="1864087" y="66681"/>
                </a:cubicBezTo>
                <a:cubicBezTo>
                  <a:pt x="1858810" y="58055"/>
                  <a:pt x="1848497" y="53495"/>
                  <a:pt x="1834348" y="53495"/>
                </a:cubicBezTo>
                <a:cubicBezTo>
                  <a:pt x="1811800" y="53495"/>
                  <a:pt x="1794054" y="65243"/>
                  <a:pt x="1794054" y="80343"/>
                </a:cubicBezTo>
                <a:cubicBezTo>
                  <a:pt x="1794054" y="85858"/>
                  <a:pt x="1798848" y="90649"/>
                  <a:pt x="1804367" y="90649"/>
                </a:cubicBezTo>
                <a:cubicBezTo>
                  <a:pt x="1810120" y="90649"/>
                  <a:pt x="1815160" y="85858"/>
                  <a:pt x="1815160" y="80585"/>
                </a:cubicBezTo>
                <a:cubicBezTo>
                  <a:pt x="1815160" y="79626"/>
                  <a:pt x="1814918" y="78425"/>
                  <a:pt x="1814680" y="76749"/>
                </a:cubicBezTo>
                <a:cubicBezTo>
                  <a:pt x="1814201" y="74593"/>
                  <a:pt x="1813959" y="72676"/>
                  <a:pt x="1813959" y="70996"/>
                </a:cubicBezTo>
                <a:cubicBezTo>
                  <a:pt x="1813959" y="64525"/>
                  <a:pt x="1821634" y="59252"/>
                  <a:pt x="1831230" y="59252"/>
                </a:cubicBezTo>
                <a:cubicBezTo>
                  <a:pt x="1842981" y="59252"/>
                  <a:pt x="1849456" y="66202"/>
                  <a:pt x="1849456" y="79146"/>
                </a:cubicBezTo>
                <a:lnTo>
                  <a:pt x="1849456" y="93767"/>
                </a:lnTo>
                <a:cubicBezTo>
                  <a:pt x="1812521" y="108626"/>
                  <a:pt x="1808444" y="110543"/>
                  <a:pt x="1798131" y="119653"/>
                </a:cubicBezTo>
                <a:cubicBezTo>
                  <a:pt x="1792854" y="124447"/>
                  <a:pt x="1789494" y="132594"/>
                  <a:pt x="1789494" y="140502"/>
                </a:cubicBezTo>
                <a:cubicBezTo>
                  <a:pt x="1789494" y="155606"/>
                  <a:pt x="1800049" y="166157"/>
                  <a:pt x="1814680" y="166157"/>
                </a:cubicBezTo>
                <a:cubicBezTo>
                  <a:pt x="1825232" y="166157"/>
                  <a:pt x="1835065" y="161121"/>
                  <a:pt x="1849697" y="148649"/>
                </a:cubicBezTo>
                <a:cubicBezTo>
                  <a:pt x="1850897" y="161121"/>
                  <a:pt x="1855212" y="166157"/>
                  <a:pt x="1865046" y="166157"/>
                </a:cubicBezTo>
                <a:cubicBezTo>
                  <a:pt x="1873200" y="166157"/>
                  <a:pt x="1878240" y="163281"/>
                  <a:pt x="1886632" y="154168"/>
                </a:cubicBezTo>
                <a:lnTo>
                  <a:pt x="1886632" y="147935"/>
                </a:lnTo>
                <a:moveTo>
                  <a:pt x="1849456" y="134259"/>
                </a:moveTo>
                <a:cubicBezTo>
                  <a:pt x="1849456" y="141695"/>
                  <a:pt x="1848259" y="143855"/>
                  <a:pt x="1843219" y="146731"/>
                </a:cubicBezTo>
                <a:cubicBezTo>
                  <a:pt x="1837466" y="150091"/>
                  <a:pt x="1830750" y="152247"/>
                  <a:pt x="1825711" y="152247"/>
                </a:cubicBezTo>
                <a:cubicBezTo>
                  <a:pt x="1817319" y="152247"/>
                  <a:pt x="1810603" y="144093"/>
                  <a:pt x="1810603" y="133779"/>
                </a:cubicBezTo>
                <a:lnTo>
                  <a:pt x="1810603" y="132820"/>
                </a:lnTo>
                <a:cubicBezTo>
                  <a:pt x="1810603" y="118668"/>
                  <a:pt x="1820434" y="110035"/>
                  <a:pt x="1849456" y="99480"/>
                </a:cubicBezTo>
                <a:lnTo>
                  <a:pt x="1849456" y="134259"/>
                </a:lnTo>
                <a:close/>
                <a:moveTo>
                  <a:pt x="1948275" y="55837"/>
                </a:moveTo>
                <a:lnTo>
                  <a:pt x="1924051" y="55837"/>
                </a:lnTo>
                <a:lnTo>
                  <a:pt x="1924051" y="28016"/>
                </a:lnTo>
                <a:cubicBezTo>
                  <a:pt x="1924051" y="25618"/>
                  <a:pt x="1923813" y="24897"/>
                  <a:pt x="1922371" y="24897"/>
                </a:cubicBezTo>
                <a:cubicBezTo>
                  <a:pt x="1920695" y="27057"/>
                  <a:pt x="1919253" y="29216"/>
                  <a:pt x="1917576" y="31613"/>
                </a:cubicBezTo>
                <a:cubicBezTo>
                  <a:pt x="1908460" y="44807"/>
                  <a:pt x="1898147" y="56320"/>
                  <a:pt x="1894311" y="57279"/>
                </a:cubicBezTo>
                <a:cubicBezTo>
                  <a:pt x="1891673" y="58955"/>
                  <a:pt x="1890231" y="60635"/>
                  <a:pt x="1890231" y="61836"/>
                </a:cubicBezTo>
                <a:cubicBezTo>
                  <a:pt x="1890231" y="62556"/>
                  <a:pt x="1890472" y="63036"/>
                  <a:pt x="1891193" y="63515"/>
                </a:cubicBezTo>
                <a:lnTo>
                  <a:pt x="1903904" y="63515"/>
                </a:lnTo>
                <a:lnTo>
                  <a:pt x="1903904" y="135701"/>
                </a:lnTo>
                <a:cubicBezTo>
                  <a:pt x="1903904" y="155844"/>
                  <a:pt x="1911099" y="166157"/>
                  <a:pt x="1925251" y="166157"/>
                </a:cubicBezTo>
                <a:cubicBezTo>
                  <a:pt x="1937003" y="166157"/>
                  <a:pt x="1946115" y="160404"/>
                  <a:pt x="1954031" y="147932"/>
                </a:cubicBezTo>
                <a:lnTo>
                  <a:pt x="1950913" y="145293"/>
                </a:lnTo>
                <a:cubicBezTo>
                  <a:pt x="1945877" y="151288"/>
                  <a:pt x="1941800" y="153688"/>
                  <a:pt x="1936523" y="153688"/>
                </a:cubicBezTo>
                <a:cubicBezTo>
                  <a:pt x="1927648" y="153688"/>
                  <a:pt x="1924051" y="147211"/>
                  <a:pt x="1924051" y="132103"/>
                </a:cubicBezTo>
                <a:lnTo>
                  <a:pt x="1924051" y="63515"/>
                </a:lnTo>
                <a:lnTo>
                  <a:pt x="1948275" y="63515"/>
                </a:lnTo>
                <a:lnTo>
                  <a:pt x="1948275" y="55837"/>
                </a:lnTo>
                <a:close/>
                <a:moveTo>
                  <a:pt x="1995762" y="53495"/>
                </a:moveTo>
                <a:lnTo>
                  <a:pt x="1958586" y="66612"/>
                </a:lnTo>
                <a:lnTo>
                  <a:pt x="1958586" y="70213"/>
                </a:lnTo>
                <a:lnTo>
                  <a:pt x="1960508" y="69971"/>
                </a:lnTo>
                <a:cubicBezTo>
                  <a:pt x="1963384" y="69492"/>
                  <a:pt x="1966503" y="69250"/>
                  <a:pt x="1968662" y="69250"/>
                </a:cubicBezTo>
                <a:cubicBezTo>
                  <a:pt x="1974419" y="69250"/>
                  <a:pt x="1976574" y="73089"/>
                  <a:pt x="1976574" y="83651"/>
                </a:cubicBezTo>
                <a:lnTo>
                  <a:pt x="1976574" y="139339"/>
                </a:lnTo>
                <a:cubicBezTo>
                  <a:pt x="1976574" y="156620"/>
                  <a:pt x="1974177" y="159259"/>
                  <a:pt x="1957628" y="160218"/>
                </a:cubicBezTo>
                <a:lnTo>
                  <a:pt x="1957628" y="163815"/>
                </a:lnTo>
                <a:lnTo>
                  <a:pt x="2014471" y="163815"/>
                </a:lnTo>
                <a:lnTo>
                  <a:pt x="2014471" y="160218"/>
                </a:lnTo>
                <a:cubicBezTo>
                  <a:pt x="1998643" y="159021"/>
                  <a:pt x="1996721" y="156620"/>
                  <a:pt x="1996721" y="139339"/>
                </a:cubicBezTo>
                <a:lnTo>
                  <a:pt x="1996721" y="54216"/>
                </a:lnTo>
                <a:lnTo>
                  <a:pt x="1995762" y="53495"/>
                </a:lnTo>
                <a:moveTo>
                  <a:pt x="1984490" y="91"/>
                </a:moveTo>
                <a:cubicBezTo>
                  <a:pt x="1978016" y="91"/>
                  <a:pt x="1972497" y="5610"/>
                  <a:pt x="1972497" y="12326"/>
                </a:cubicBezTo>
                <a:cubicBezTo>
                  <a:pt x="1972497" y="19042"/>
                  <a:pt x="1977775" y="24557"/>
                  <a:pt x="1984490" y="24557"/>
                </a:cubicBezTo>
                <a:cubicBezTo>
                  <a:pt x="1991448" y="24557"/>
                  <a:pt x="1996963" y="19280"/>
                  <a:pt x="1996963" y="12326"/>
                </a:cubicBezTo>
                <a:cubicBezTo>
                  <a:pt x="1996963" y="5610"/>
                  <a:pt x="1991448" y="91"/>
                  <a:pt x="1984490" y="91"/>
                </a:cubicBezTo>
                <a:close/>
                <a:moveTo>
                  <a:pt x="2128879" y="55837"/>
                </a:moveTo>
                <a:lnTo>
                  <a:pt x="2095542" y="55837"/>
                </a:lnTo>
                <a:lnTo>
                  <a:pt x="2095542" y="59438"/>
                </a:lnTo>
                <a:cubicBezTo>
                  <a:pt x="2103216" y="60156"/>
                  <a:pt x="2106814" y="62553"/>
                  <a:pt x="2106814" y="67109"/>
                </a:cubicBezTo>
                <a:cubicBezTo>
                  <a:pt x="2106814" y="69506"/>
                  <a:pt x="2106334" y="71904"/>
                  <a:pt x="2105375" y="74304"/>
                </a:cubicBezTo>
                <a:lnTo>
                  <a:pt x="2081631" y="136403"/>
                </a:lnTo>
                <a:lnTo>
                  <a:pt x="2057165" y="75022"/>
                </a:lnTo>
                <a:cubicBezTo>
                  <a:pt x="2055727" y="71666"/>
                  <a:pt x="2055006" y="68310"/>
                  <a:pt x="2055006" y="66150"/>
                </a:cubicBezTo>
                <a:cubicBezTo>
                  <a:pt x="2055006" y="61836"/>
                  <a:pt x="2057645" y="60156"/>
                  <a:pt x="2066040" y="59438"/>
                </a:cubicBezTo>
                <a:lnTo>
                  <a:pt x="2066040" y="55837"/>
                </a:lnTo>
                <a:lnTo>
                  <a:pt x="2019030" y="55837"/>
                </a:lnTo>
                <a:lnTo>
                  <a:pt x="2019030" y="59438"/>
                </a:lnTo>
                <a:cubicBezTo>
                  <a:pt x="2028143" y="59918"/>
                  <a:pt x="2029823" y="62315"/>
                  <a:pt x="2040854" y="87011"/>
                </a:cubicBezTo>
                <a:lnTo>
                  <a:pt x="2069638" y="155826"/>
                </a:lnTo>
                <a:cubicBezTo>
                  <a:pt x="2070117" y="157264"/>
                  <a:pt x="2070835" y="158944"/>
                  <a:pt x="2071556" y="160862"/>
                </a:cubicBezTo>
                <a:cubicBezTo>
                  <a:pt x="2072994" y="165177"/>
                  <a:pt x="2074436" y="167094"/>
                  <a:pt x="2075874" y="167094"/>
                </a:cubicBezTo>
                <a:cubicBezTo>
                  <a:pt x="2077312" y="167094"/>
                  <a:pt x="2078992" y="163980"/>
                  <a:pt x="2082590" y="155105"/>
                </a:cubicBezTo>
                <a:lnTo>
                  <a:pt x="2113288" y="78140"/>
                </a:lnTo>
                <a:cubicBezTo>
                  <a:pt x="2120245" y="61836"/>
                  <a:pt x="2121683" y="60156"/>
                  <a:pt x="2128879" y="59438"/>
                </a:cubicBezTo>
                <a:lnTo>
                  <a:pt x="2128879" y="55837"/>
                </a:lnTo>
                <a:close/>
                <a:moveTo>
                  <a:pt x="2228654" y="124414"/>
                </a:moveTo>
                <a:cubicBezTo>
                  <a:pt x="2217144" y="142651"/>
                  <a:pt x="2206827" y="149611"/>
                  <a:pt x="2191478" y="149611"/>
                </a:cubicBezTo>
                <a:cubicBezTo>
                  <a:pt x="2177809" y="149611"/>
                  <a:pt x="2167495" y="142651"/>
                  <a:pt x="2160538" y="128974"/>
                </a:cubicBezTo>
                <a:cubicBezTo>
                  <a:pt x="2156220" y="119854"/>
                  <a:pt x="2154543" y="111934"/>
                  <a:pt x="2154064" y="97295"/>
                </a:cubicBezTo>
                <a:lnTo>
                  <a:pt x="2227937" y="97295"/>
                </a:lnTo>
                <a:cubicBezTo>
                  <a:pt x="2226015" y="81734"/>
                  <a:pt x="2223618" y="74802"/>
                  <a:pt x="2217623" y="67153"/>
                </a:cubicBezTo>
                <a:cubicBezTo>
                  <a:pt x="2210425" y="58534"/>
                  <a:pt x="2199394" y="53495"/>
                  <a:pt x="2186921" y="53495"/>
                </a:cubicBezTo>
                <a:cubicBezTo>
                  <a:pt x="2174928" y="53495"/>
                  <a:pt x="2163656" y="57813"/>
                  <a:pt x="2154543" y="65956"/>
                </a:cubicBezTo>
                <a:cubicBezTo>
                  <a:pt x="2143268" y="75757"/>
                  <a:pt x="2136794" y="92739"/>
                  <a:pt x="2136794" y="112414"/>
                </a:cubicBezTo>
                <a:cubicBezTo>
                  <a:pt x="2136794" y="145531"/>
                  <a:pt x="2154064" y="166157"/>
                  <a:pt x="2181644" y="166157"/>
                </a:cubicBezTo>
                <a:cubicBezTo>
                  <a:pt x="2204430" y="166157"/>
                  <a:pt x="2222418" y="152009"/>
                  <a:pt x="2232493" y="126094"/>
                </a:cubicBezTo>
                <a:lnTo>
                  <a:pt x="2228654" y="124414"/>
                </a:lnTo>
                <a:moveTo>
                  <a:pt x="2154543" y="89621"/>
                </a:moveTo>
                <a:cubicBezTo>
                  <a:pt x="2157179" y="70978"/>
                  <a:pt x="2165336" y="62132"/>
                  <a:pt x="2179964" y="62132"/>
                </a:cubicBezTo>
                <a:cubicBezTo>
                  <a:pt x="2194596" y="62132"/>
                  <a:pt x="2200353" y="68826"/>
                  <a:pt x="2203471" y="89621"/>
                </a:cubicBezTo>
                <a:lnTo>
                  <a:pt x="2154543" y="89621"/>
                </a:lnTo>
                <a:close/>
                <a:moveTo>
                  <a:pt x="2333950" y="490"/>
                </a:moveTo>
                <a:lnTo>
                  <a:pt x="2332750" y="11"/>
                </a:lnTo>
                <a:cubicBezTo>
                  <a:pt x="2322674" y="3609"/>
                  <a:pt x="2316200" y="5526"/>
                  <a:pt x="2304928" y="8644"/>
                </a:cubicBezTo>
                <a:lnTo>
                  <a:pt x="2297971" y="10566"/>
                </a:lnTo>
                <a:lnTo>
                  <a:pt x="2297971" y="14401"/>
                </a:lnTo>
                <a:cubicBezTo>
                  <a:pt x="2299409" y="14163"/>
                  <a:pt x="2300368" y="14163"/>
                  <a:pt x="2302048" y="14163"/>
                </a:cubicBezTo>
                <a:cubicBezTo>
                  <a:pt x="2311644" y="14163"/>
                  <a:pt x="2313800" y="16319"/>
                  <a:pt x="2313800" y="26394"/>
                </a:cubicBezTo>
                <a:lnTo>
                  <a:pt x="2313800" y="150816"/>
                </a:lnTo>
                <a:cubicBezTo>
                  <a:pt x="2313800" y="158245"/>
                  <a:pt x="2334188" y="166157"/>
                  <a:pt x="2353376" y="166157"/>
                </a:cubicBezTo>
                <a:cubicBezTo>
                  <a:pt x="2385037" y="166157"/>
                  <a:pt x="2409499" y="139789"/>
                  <a:pt x="2409499" y="105515"/>
                </a:cubicBezTo>
                <a:cubicBezTo>
                  <a:pt x="2409499" y="76035"/>
                  <a:pt x="2391273" y="53495"/>
                  <a:pt x="2367287" y="53495"/>
                </a:cubicBezTo>
                <a:cubicBezTo>
                  <a:pt x="2352655" y="53495"/>
                  <a:pt x="2338745" y="62132"/>
                  <a:pt x="2333950" y="73880"/>
                </a:cubicBezTo>
                <a:lnTo>
                  <a:pt x="2333950" y="490"/>
                </a:lnTo>
                <a:moveTo>
                  <a:pt x="2333950" y="86583"/>
                </a:moveTo>
                <a:cubicBezTo>
                  <a:pt x="2333950" y="77236"/>
                  <a:pt x="2345222" y="68606"/>
                  <a:pt x="2357695" y="68606"/>
                </a:cubicBezTo>
                <a:cubicBezTo>
                  <a:pt x="2376400" y="68606"/>
                  <a:pt x="2388393" y="87300"/>
                  <a:pt x="2388393" y="116542"/>
                </a:cubicBezTo>
                <a:cubicBezTo>
                  <a:pt x="2388393" y="143145"/>
                  <a:pt x="2376879" y="158483"/>
                  <a:pt x="2357215" y="158483"/>
                </a:cubicBezTo>
                <a:cubicBezTo>
                  <a:pt x="2344743" y="158483"/>
                  <a:pt x="2333950" y="152971"/>
                  <a:pt x="2333950" y="146980"/>
                </a:cubicBezTo>
                <a:lnTo>
                  <a:pt x="2333950" y="86583"/>
                </a:lnTo>
                <a:close/>
                <a:moveTo>
                  <a:pt x="2531102" y="55837"/>
                </a:moveTo>
                <a:lnTo>
                  <a:pt x="2498724" y="55837"/>
                </a:lnTo>
                <a:lnTo>
                  <a:pt x="2498724" y="59438"/>
                </a:lnTo>
                <a:cubicBezTo>
                  <a:pt x="2506398" y="59438"/>
                  <a:pt x="2510237" y="61594"/>
                  <a:pt x="2510237" y="65433"/>
                </a:cubicBezTo>
                <a:cubicBezTo>
                  <a:pt x="2510237" y="66392"/>
                  <a:pt x="2509996" y="67830"/>
                  <a:pt x="2509275" y="69510"/>
                </a:cubicBezTo>
                <a:lnTo>
                  <a:pt x="2486010" y="135704"/>
                </a:lnTo>
                <a:lnTo>
                  <a:pt x="2458430" y="75025"/>
                </a:lnTo>
                <a:cubicBezTo>
                  <a:pt x="2456988" y="71669"/>
                  <a:pt x="2456029" y="68551"/>
                  <a:pt x="2456029" y="65913"/>
                </a:cubicBezTo>
                <a:cubicBezTo>
                  <a:pt x="2456029" y="61594"/>
                  <a:pt x="2459626" y="59918"/>
                  <a:pt x="2469940" y="59438"/>
                </a:cubicBezTo>
                <a:lnTo>
                  <a:pt x="2469940" y="55837"/>
                </a:lnTo>
                <a:lnTo>
                  <a:pt x="2420533" y="55837"/>
                </a:lnTo>
                <a:lnTo>
                  <a:pt x="2420533" y="59197"/>
                </a:lnTo>
                <a:cubicBezTo>
                  <a:pt x="2426769" y="60156"/>
                  <a:pt x="2430846" y="62794"/>
                  <a:pt x="2432764" y="66871"/>
                </a:cubicBezTo>
                <a:lnTo>
                  <a:pt x="2460106" y="125874"/>
                </a:lnTo>
                <a:lnTo>
                  <a:pt x="2460827" y="127792"/>
                </a:lnTo>
                <a:lnTo>
                  <a:pt x="2464424" y="134987"/>
                </a:lnTo>
                <a:cubicBezTo>
                  <a:pt x="2471140" y="146980"/>
                  <a:pt x="2474979" y="155614"/>
                  <a:pt x="2474979" y="159211"/>
                </a:cubicBezTo>
                <a:cubicBezTo>
                  <a:pt x="2474979" y="162809"/>
                  <a:pt x="2469460" y="177916"/>
                  <a:pt x="2465383" y="185111"/>
                </a:cubicBezTo>
                <a:cubicBezTo>
                  <a:pt x="2462027" y="191348"/>
                  <a:pt x="2456750" y="195904"/>
                  <a:pt x="2453390" y="195904"/>
                </a:cubicBezTo>
                <a:cubicBezTo>
                  <a:pt x="2451952" y="195904"/>
                  <a:pt x="2449793" y="195425"/>
                  <a:pt x="2447395" y="194228"/>
                </a:cubicBezTo>
                <a:cubicBezTo>
                  <a:pt x="2442839" y="192548"/>
                  <a:pt x="2438762" y="191589"/>
                  <a:pt x="2434685" y="191589"/>
                </a:cubicBezTo>
                <a:cubicBezTo>
                  <a:pt x="2429166" y="191589"/>
                  <a:pt x="2424372" y="196387"/>
                  <a:pt x="2424372" y="202140"/>
                </a:cubicBezTo>
                <a:cubicBezTo>
                  <a:pt x="2424372" y="210056"/>
                  <a:pt x="2432046" y="216055"/>
                  <a:pt x="2442118" y="216055"/>
                </a:cubicBezTo>
                <a:cubicBezTo>
                  <a:pt x="2458188" y="216055"/>
                  <a:pt x="2469702" y="202623"/>
                  <a:pt x="2482654" y="168086"/>
                </a:cubicBezTo>
                <a:lnTo>
                  <a:pt x="2519588" y="70231"/>
                </a:lnTo>
                <a:cubicBezTo>
                  <a:pt x="2522706" y="62553"/>
                  <a:pt x="2525345" y="60156"/>
                  <a:pt x="2531102" y="59438"/>
                </a:cubicBezTo>
                <a:lnTo>
                  <a:pt x="2531102" y="55837"/>
                </a:lnTo>
                <a:close/>
                <a:moveTo>
                  <a:pt x="2703072" y="147935"/>
                </a:moveTo>
                <a:cubicBezTo>
                  <a:pt x="2698995" y="151288"/>
                  <a:pt x="2696118" y="152488"/>
                  <a:pt x="2692521" y="152488"/>
                </a:cubicBezTo>
                <a:cubicBezTo>
                  <a:pt x="2687005" y="152488"/>
                  <a:pt x="2685326" y="149132"/>
                  <a:pt x="2685326" y="138588"/>
                </a:cubicBezTo>
                <a:lnTo>
                  <a:pt x="2685326" y="91849"/>
                </a:lnTo>
                <a:cubicBezTo>
                  <a:pt x="2685326" y="79384"/>
                  <a:pt x="2684125" y="72434"/>
                  <a:pt x="2680528" y="66681"/>
                </a:cubicBezTo>
                <a:cubicBezTo>
                  <a:pt x="2675250" y="58055"/>
                  <a:pt x="2664937" y="53495"/>
                  <a:pt x="2650788" y="53495"/>
                </a:cubicBezTo>
                <a:cubicBezTo>
                  <a:pt x="2628240" y="53495"/>
                  <a:pt x="2610494" y="65243"/>
                  <a:pt x="2610494" y="80343"/>
                </a:cubicBezTo>
                <a:cubicBezTo>
                  <a:pt x="2610494" y="85858"/>
                  <a:pt x="2615289" y="90649"/>
                  <a:pt x="2620807" y="90649"/>
                </a:cubicBezTo>
                <a:cubicBezTo>
                  <a:pt x="2626561" y="90649"/>
                  <a:pt x="2631600" y="85858"/>
                  <a:pt x="2631600" y="80585"/>
                </a:cubicBezTo>
                <a:cubicBezTo>
                  <a:pt x="2631600" y="79626"/>
                  <a:pt x="2631359" y="78425"/>
                  <a:pt x="2631121" y="76749"/>
                </a:cubicBezTo>
                <a:cubicBezTo>
                  <a:pt x="2630641" y="74593"/>
                  <a:pt x="2630400" y="72676"/>
                  <a:pt x="2630400" y="70996"/>
                </a:cubicBezTo>
                <a:cubicBezTo>
                  <a:pt x="2630400" y="64525"/>
                  <a:pt x="2638074" y="59252"/>
                  <a:pt x="2647670" y="59252"/>
                </a:cubicBezTo>
                <a:cubicBezTo>
                  <a:pt x="2659422" y="59252"/>
                  <a:pt x="2665896" y="66202"/>
                  <a:pt x="2665896" y="79146"/>
                </a:cubicBezTo>
                <a:lnTo>
                  <a:pt x="2665896" y="93767"/>
                </a:lnTo>
                <a:cubicBezTo>
                  <a:pt x="2628961" y="108626"/>
                  <a:pt x="2624884" y="110543"/>
                  <a:pt x="2614571" y="119653"/>
                </a:cubicBezTo>
                <a:cubicBezTo>
                  <a:pt x="2609294" y="124447"/>
                  <a:pt x="2605934" y="132594"/>
                  <a:pt x="2605934" y="140502"/>
                </a:cubicBezTo>
                <a:cubicBezTo>
                  <a:pt x="2605934" y="155606"/>
                  <a:pt x="2616489" y="166157"/>
                  <a:pt x="2631121" y="166157"/>
                </a:cubicBezTo>
                <a:cubicBezTo>
                  <a:pt x="2641672" y="166157"/>
                  <a:pt x="2651506" y="161121"/>
                  <a:pt x="2666137" y="148649"/>
                </a:cubicBezTo>
                <a:cubicBezTo>
                  <a:pt x="2667338" y="161121"/>
                  <a:pt x="2671653" y="166157"/>
                  <a:pt x="2681487" y="166157"/>
                </a:cubicBezTo>
                <a:cubicBezTo>
                  <a:pt x="2689640" y="166157"/>
                  <a:pt x="2694680" y="163281"/>
                  <a:pt x="2703072" y="154168"/>
                </a:cubicBezTo>
                <a:lnTo>
                  <a:pt x="2703072" y="147935"/>
                </a:lnTo>
                <a:moveTo>
                  <a:pt x="2665896" y="134259"/>
                </a:moveTo>
                <a:cubicBezTo>
                  <a:pt x="2665896" y="141695"/>
                  <a:pt x="2664699" y="143855"/>
                  <a:pt x="2659660" y="146731"/>
                </a:cubicBezTo>
                <a:cubicBezTo>
                  <a:pt x="2653906" y="150091"/>
                  <a:pt x="2647191" y="152247"/>
                  <a:pt x="2642151" y="152247"/>
                </a:cubicBezTo>
                <a:cubicBezTo>
                  <a:pt x="2633759" y="152247"/>
                  <a:pt x="2627044" y="144093"/>
                  <a:pt x="2627044" y="133779"/>
                </a:cubicBezTo>
                <a:lnTo>
                  <a:pt x="2627044" y="132820"/>
                </a:lnTo>
                <a:cubicBezTo>
                  <a:pt x="2627044" y="118668"/>
                  <a:pt x="2636874" y="110035"/>
                  <a:pt x="2665896" y="99480"/>
                </a:cubicBezTo>
                <a:lnTo>
                  <a:pt x="2665896" y="134259"/>
                </a:lnTo>
                <a:close/>
                <a:moveTo>
                  <a:pt x="2705710" y="69506"/>
                </a:moveTo>
                <a:cubicBezTo>
                  <a:pt x="2707869" y="69269"/>
                  <a:pt x="2709549" y="69269"/>
                  <a:pt x="2711708" y="69269"/>
                </a:cubicBezTo>
                <a:cubicBezTo>
                  <a:pt x="2719862" y="69269"/>
                  <a:pt x="2721542" y="71666"/>
                  <a:pt x="2721542" y="82938"/>
                </a:cubicBezTo>
                <a:lnTo>
                  <a:pt x="2721542" y="195187"/>
                </a:lnTo>
                <a:cubicBezTo>
                  <a:pt x="2721542" y="207659"/>
                  <a:pt x="2718904" y="210298"/>
                  <a:pt x="2704751" y="211736"/>
                </a:cubicBezTo>
                <a:lnTo>
                  <a:pt x="2704751" y="215813"/>
                </a:lnTo>
                <a:lnTo>
                  <a:pt x="2762795" y="215813"/>
                </a:lnTo>
                <a:lnTo>
                  <a:pt x="2762795" y="211498"/>
                </a:lnTo>
                <a:cubicBezTo>
                  <a:pt x="2744807" y="211257"/>
                  <a:pt x="2741689" y="208618"/>
                  <a:pt x="2741689" y="193507"/>
                </a:cubicBezTo>
                <a:lnTo>
                  <a:pt x="2741689" y="155848"/>
                </a:lnTo>
                <a:cubicBezTo>
                  <a:pt x="2750085" y="163760"/>
                  <a:pt x="2755838" y="166157"/>
                  <a:pt x="2765913" y="166157"/>
                </a:cubicBezTo>
                <a:cubicBezTo>
                  <a:pt x="2794214" y="166157"/>
                  <a:pt x="2816279" y="139309"/>
                  <a:pt x="2816279" y="104556"/>
                </a:cubicBezTo>
                <a:cubicBezTo>
                  <a:pt x="2816279" y="74839"/>
                  <a:pt x="2799492" y="53495"/>
                  <a:pt x="2776227" y="53495"/>
                </a:cubicBezTo>
                <a:cubicBezTo>
                  <a:pt x="2762795" y="53495"/>
                  <a:pt x="2752240" y="59493"/>
                  <a:pt x="2741689" y="72442"/>
                </a:cubicBezTo>
                <a:lnTo>
                  <a:pt x="2741689" y="53978"/>
                </a:lnTo>
                <a:lnTo>
                  <a:pt x="2740251" y="53495"/>
                </a:lnTo>
                <a:cubicBezTo>
                  <a:pt x="2727299" y="58534"/>
                  <a:pt x="2718904" y="61653"/>
                  <a:pt x="2705710" y="65730"/>
                </a:cubicBezTo>
                <a:lnTo>
                  <a:pt x="2705710" y="69506"/>
                </a:lnTo>
                <a:moveTo>
                  <a:pt x="2741689" y="83706"/>
                </a:moveTo>
                <a:cubicBezTo>
                  <a:pt x="2741689" y="76515"/>
                  <a:pt x="2755121" y="67889"/>
                  <a:pt x="2766151" y="67889"/>
                </a:cubicBezTo>
                <a:cubicBezTo>
                  <a:pt x="2783901" y="67889"/>
                  <a:pt x="2795653" y="86103"/>
                  <a:pt x="2795653" y="113907"/>
                </a:cubicBezTo>
                <a:cubicBezTo>
                  <a:pt x="2795653" y="140510"/>
                  <a:pt x="2783901" y="158483"/>
                  <a:pt x="2766634" y="158483"/>
                </a:cubicBezTo>
                <a:cubicBezTo>
                  <a:pt x="2755359" y="158483"/>
                  <a:pt x="2741689" y="149857"/>
                  <a:pt x="2741689" y="142665"/>
                </a:cubicBezTo>
                <a:lnTo>
                  <a:pt x="2741689" y="83706"/>
                </a:lnTo>
                <a:close/>
                <a:moveTo>
                  <a:pt x="2825632" y="69506"/>
                </a:moveTo>
                <a:cubicBezTo>
                  <a:pt x="2827792" y="69269"/>
                  <a:pt x="2829472" y="69269"/>
                  <a:pt x="2831631" y="69269"/>
                </a:cubicBezTo>
                <a:cubicBezTo>
                  <a:pt x="2839785" y="69269"/>
                  <a:pt x="2841465" y="71666"/>
                  <a:pt x="2841465" y="82938"/>
                </a:cubicBezTo>
                <a:lnTo>
                  <a:pt x="2841465" y="195187"/>
                </a:lnTo>
                <a:cubicBezTo>
                  <a:pt x="2841465" y="207659"/>
                  <a:pt x="2838826" y="210298"/>
                  <a:pt x="2824674" y="211736"/>
                </a:cubicBezTo>
                <a:lnTo>
                  <a:pt x="2824674" y="215813"/>
                </a:lnTo>
                <a:lnTo>
                  <a:pt x="2882718" y="215813"/>
                </a:lnTo>
                <a:lnTo>
                  <a:pt x="2882718" y="211498"/>
                </a:lnTo>
                <a:cubicBezTo>
                  <a:pt x="2864730" y="211257"/>
                  <a:pt x="2861612" y="208618"/>
                  <a:pt x="2861612" y="193507"/>
                </a:cubicBezTo>
                <a:lnTo>
                  <a:pt x="2861612" y="155848"/>
                </a:lnTo>
                <a:cubicBezTo>
                  <a:pt x="2870007" y="163760"/>
                  <a:pt x="2875760" y="166157"/>
                  <a:pt x="2885836" y="166157"/>
                </a:cubicBezTo>
                <a:cubicBezTo>
                  <a:pt x="2914137" y="166157"/>
                  <a:pt x="2936202" y="139309"/>
                  <a:pt x="2936202" y="104556"/>
                </a:cubicBezTo>
                <a:cubicBezTo>
                  <a:pt x="2936202" y="74839"/>
                  <a:pt x="2919414" y="53495"/>
                  <a:pt x="2896149" y="53495"/>
                </a:cubicBezTo>
                <a:cubicBezTo>
                  <a:pt x="2882718" y="53495"/>
                  <a:pt x="2872163" y="59493"/>
                  <a:pt x="2861612" y="72442"/>
                </a:cubicBezTo>
                <a:lnTo>
                  <a:pt x="2861612" y="53978"/>
                </a:lnTo>
                <a:lnTo>
                  <a:pt x="2860173" y="53495"/>
                </a:lnTo>
                <a:cubicBezTo>
                  <a:pt x="2847221" y="58534"/>
                  <a:pt x="2838826" y="61653"/>
                  <a:pt x="2825632" y="65730"/>
                </a:cubicBezTo>
                <a:lnTo>
                  <a:pt x="2825632" y="69506"/>
                </a:lnTo>
                <a:moveTo>
                  <a:pt x="2861612" y="83706"/>
                </a:moveTo>
                <a:cubicBezTo>
                  <a:pt x="2861612" y="76515"/>
                  <a:pt x="2875043" y="67889"/>
                  <a:pt x="2886074" y="67889"/>
                </a:cubicBezTo>
                <a:cubicBezTo>
                  <a:pt x="2903824" y="67889"/>
                  <a:pt x="2915575" y="86103"/>
                  <a:pt x="2915575" y="113907"/>
                </a:cubicBezTo>
                <a:cubicBezTo>
                  <a:pt x="2915575" y="140510"/>
                  <a:pt x="2903824" y="158483"/>
                  <a:pt x="2886557" y="158483"/>
                </a:cubicBezTo>
                <a:cubicBezTo>
                  <a:pt x="2875281" y="158483"/>
                  <a:pt x="2861612" y="149857"/>
                  <a:pt x="2861612" y="142665"/>
                </a:cubicBezTo>
                <a:lnTo>
                  <a:pt x="2861612" y="83706"/>
                </a:lnTo>
                <a:close/>
                <a:moveTo>
                  <a:pt x="2947957" y="14390"/>
                </a:moveTo>
                <a:lnTo>
                  <a:pt x="2949395" y="14390"/>
                </a:lnTo>
                <a:cubicBezTo>
                  <a:pt x="2952034" y="14152"/>
                  <a:pt x="2954910" y="13911"/>
                  <a:pt x="2956832" y="13911"/>
                </a:cubicBezTo>
                <a:cubicBezTo>
                  <a:pt x="2964506" y="13911"/>
                  <a:pt x="2966904" y="17270"/>
                  <a:pt x="2966904" y="28543"/>
                </a:cubicBezTo>
                <a:lnTo>
                  <a:pt x="2966904" y="142951"/>
                </a:lnTo>
                <a:cubicBezTo>
                  <a:pt x="2966904" y="155903"/>
                  <a:pt x="2963547" y="159021"/>
                  <a:pt x="2948436" y="160218"/>
                </a:cubicBezTo>
                <a:lnTo>
                  <a:pt x="2948436" y="163815"/>
                </a:lnTo>
                <a:lnTo>
                  <a:pt x="3005038" y="163815"/>
                </a:lnTo>
                <a:lnTo>
                  <a:pt x="3005038" y="160218"/>
                </a:lnTo>
                <a:cubicBezTo>
                  <a:pt x="2989931" y="159259"/>
                  <a:pt x="2987051" y="156862"/>
                  <a:pt x="2987051" y="143668"/>
                </a:cubicBezTo>
                <a:lnTo>
                  <a:pt x="2987051" y="479"/>
                </a:lnTo>
                <a:lnTo>
                  <a:pt x="2986092" y="0"/>
                </a:lnTo>
                <a:cubicBezTo>
                  <a:pt x="2973619" y="4077"/>
                  <a:pt x="2964506" y="6478"/>
                  <a:pt x="2947957" y="10555"/>
                </a:cubicBezTo>
                <a:lnTo>
                  <a:pt x="2947957" y="14390"/>
                </a:lnTo>
                <a:close/>
                <a:moveTo>
                  <a:pt x="3124003" y="55837"/>
                </a:moveTo>
                <a:lnTo>
                  <a:pt x="3091625" y="55837"/>
                </a:lnTo>
                <a:lnTo>
                  <a:pt x="3091625" y="59438"/>
                </a:lnTo>
                <a:cubicBezTo>
                  <a:pt x="3099300" y="59438"/>
                  <a:pt x="3103139" y="61594"/>
                  <a:pt x="3103139" y="65433"/>
                </a:cubicBezTo>
                <a:cubicBezTo>
                  <a:pt x="3103139" y="66392"/>
                  <a:pt x="3102897" y="67830"/>
                  <a:pt x="3102176" y="69510"/>
                </a:cubicBezTo>
                <a:lnTo>
                  <a:pt x="3078911" y="135704"/>
                </a:lnTo>
                <a:lnTo>
                  <a:pt x="3051331" y="75025"/>
                </a:lnTo>
                <a:cubicBezTo>
                  <a:pt x="3049889" y="71669"/>
                  <a:pt x="3048930" y="68551"/>
                  <a:pt x="3048930" y="65913"/>
                </a:cubicBezTo>
                <a:cubicBezTo>
                  <a:pt x="3048930" y="61594"/>
                  <a:pt x="3052528" y="59918"/>
                  <a:pt x="3062841" y="59438"/>
                </a:cubicBezTo>
                <a:lnTo>
                  <a:pt x="3062841" y="55837"/>
                </a:lnTo>
                <a:lnTo>
                  <a:pt x="3013434" y="55837"/>
                </a:lnTo>
                <a:lnTo>
                  <a:pt x="3013434" y="59197"/>
                </a:lnTo>
                <a:cubicBezTo>
                  <a:pt x="3019670" y="60156"/>
                  <a:pt x="3023747" y="62794"/>
                  <a:pt x="3025665" y="66871"/>
                </a:cubicBezTo>
                <a:lnTo>
                  <a:pt x="3053007" y="125874"/>
                </a:lnTo>
                <a:lnTo>
                  <a:pt x="3053728" y="127792"/>
                </a:lnTo>
                <a:lnTo>
                  <a:pt x="3057326" y="134987"/>
                </a:lnTo>
                <a:cubicBezTo>
                  <a:pt x="3064042" y="146980"/>
                  <a:pt x="3067881" y="155614"/>
                  <a:pt x="3067881" y="159211"/>
                </a:cubicBezTo>
                <a:cubicBezTo>
                  <a:pt x="3067881" y="162809"/>
                  <a:pt x="3062362" y="177916"/>
                  <a:pt x="3058285" y="185111"/>
                </a:cubicBezTo>
                <a:cubicBezTo>
                  <a:pt x="3054929" y="191348"/>
                  <a:pt x="3049651" y="195904"/>
                  <a:pt x="3046292" y="195904"/>
                </a:cubicBezTo>
                <a:cubicBezTo>
                  <a:pt x="3044853" y="195904"/>
                  <a:pt x="3042694" y="195425"/>
                  <a:pt x="3040297" y="194228"/>
                </a:cubicBezTo>
                <a:cubicBezTo>
                  <a:pt x="3035741" y="192548"/>
                  <a:pt x="3031664" y="191589"/>
                  <a:pt x="3027587" y="191589"/>
                </a:cubicBezTo>
                <a:cubicBezTo>
                  <a:pt x="3022068" y="191589"/>
                  <a:pt x="3017273" y="196387"/>
                  <a:pt x="3017273" y="202140"/>
                </a:cubicBezTo>
                <a:cubicBezTo>
                  <a:pt x="3017273" y="210056"/>
                  <a:pt x="3024948" y="216055"/>
                  <a:pt x="3035020" y="216055"/>
                </a:cubicBezTo>
                <a:cubicBezTo>
                  <a:pt x="3051090" y="216055"/>
                  <a:pt x="3062603" y="202623"/>
                  <a:pt x="3075555" y="168086"/>
                </a:cubicBezTo>
                <a:lnTo>
                  <a:pt x="3112490" y="70231"/>
                </a:lnTo>
                <a:cubicBezTo>
                  <a:pt x="3115608" y="62553"/>
                  <a:pt x="3118246" y="60156"/>
                  <a:pt x="3124003" y="59438"/>
                </a:cubicBezTo>
                <a:lnTo>
                  <a:pt x="3124003" y="55837"/>
                </a:lnTo>
                <a:close/>
                <a:moveTo>
                  <a:pt x="3171971" y="53495"/>
                </a:moveTo>
                <a:lnTo>
                  <a:pt x="3134795" y="66612"/>
                </a:lnTo>
                <a:lnTo>
                  <a:pt x="3134795" y="70213"/>
                </a:lnTo>
                <a:lnTo>
                  <a:pt x="3136717" y="69971"/>
                </a:lnTo>
                <a:cubicBezTo>
                  <a:pt x="3139593" y="69492"/>
                  <a:pt x="3142711" y="69250"/>
                  <a:pt x="3144871" y="69250"/>
                </a:cubicBezTo>
                <a:cubicBezTo>
                  <a:pt x="3150627" y="69250"/>
                  <a:pt x="3152783" y="73089"/>
                  <a:pt x="3152783" y="83651"/>
                </a:cubicBezTo>
                <a:lnTo>
                  <a:pt x="3152783" y="139339"/>
                </a:lnTo>
                <a:cubicBezTo>
                  <a:pt x="3152783" y="156620"/>
                  <a:pt x="3150386" y="159259"/>
                  <a:pt x="3133836" y="160218"/>
                </a:cubicBezTo>
                <a:lnTo>
                  <a:pt x="3133836" y="163815"/>
                </a:lnTo>
                <a:lnTo>
                  <a:pt x="3190680" y="163815"/>
                </a:lnTo>
                <a:lnTo>
                  <a:pt x="3190680" y="160218"/>
                </a:lnTo>
                <a:cubicBezTo>
                  <a:pt x="3174851" y="159021"/>
                  <a:pt x="3172930" y="156620"/>
                  <a:pt x="3172930" y="139339"/>
                </a:cubicBezTo>
                <a:lnTo>
                  <a:pt x="3172930" y="54216"/>
                </a:lnTo>
                <a:lnTo>
                  <a:pt x="3171971" y="53495"/>
                </a:lnTo>
                <a:moveTo>
                  <a:pt x="3160699" y="91"/>
                </a:moveTo>
                <a:cubicBezTo>
                  <a:pt x="3154225" y="91"/>
                  <a:pt x="3148706" y="5610"/>
                  <a:pt x="3148706" y="12326"/>
                </a:cubicBezTo>
                <a:cubicBezTo>
                  <a:pt x="3148706" y="19042"/>
                  <a:pt x="3153983" y="24557"/>
                  <a:pt x="3160699" y="24557"/>
                </a:cubicBezTo>
                <a:cubicBezTo>
                  <a:pt x="3167656" y="24557"/>
                  <a:pt x="3173172" y="19280"/>
                  <a:pt x="3173172" y="12326"/>
                </a:cubicBezTo>
                <a:cubicBezTo>
                  <a:pt x="3173172" y="5610"/>
                  <a:pt x="3167656" y="91"/>
                  <a:pt x="3160699" y="91"/>
                </a:cubicBezTo>
                <a:close/>
                <a:moveTo>
                  <a:pt x="3200513" y="68368"/>
                </a:moveTo>
                <a:cubicBezTo>
                  <a:pt x="3201951" y="67647"/>
                  <a:pt x="3204352" y="67409"/>
                  <a:pt x="3206990" y="67409"/>
                </a:cubicBezTo>
                <a:cubicBezTo>
                  <a:pt x="3213706" y="67409"/>
                  <a:pt x="3215862" y="71007"/>
                  <a:pt x="3215862" y="82755"/>
                </a:cubicBezTo>
                <a:lnTo>
                  <a:pt x="3215862" y="142233"/>
                </a:lnTo>
                <a:cubicBezTo>
                  <a:pt x="3215862" y="155903"/>
                  <a:pt x="3213223" y="159259"/>
                  <a:pt x="3200992" y="160218"/>
                </a:cubicBezTo>
                <a:lnTo>
                  <a:pt x="3200992" y="163815"/>
                </a:lnTo>
                <a:lnTo>
                  <a:pt x="3251841" y="163815"/>
                </a:lnTo>
                <a:lnTo>
                  <a:pt x="3251841" y="160218"/>
                </a:lnTo>
                <a:cubicBezTo>
                  <a:pt x="3239606" y="159259"/>
                  <a:pt x="3236009" y="156382"/>
                  <a:pt x="3236009" y="147749"/>
                </a:cubicBezTo>
                <a:lnTo>
                  <a:pt x="3236009" y="80358"/>
                </a:lnTo>
                <a:cubicBezTo>
                  <a:pt x="3247522" y="69565"/>
                  <a:pt x="3252800" y="66688"/>
                  <a:pt x="3260716" y="66688"/>
                </a:cubicBezTo>
                <a:cubicBezTo>
                  <a:pt x="3272467" y="66688"/>
                  <a:pt x="3278224" y="74121"/>
                  <a:pt x="3278224" y="89950"/>
                </a:cubicBezTo>
                <a:lnTo>
                  <a:pt x="3278224" y="140074"/>
                </a:lnTo>
                <a:cubicBezTo>
                  <a:pt x="3278224" y="155182"/>
                  <a:pt x="3275106" y="159259"/>
                  <a:pt x="3263113" y="160218"/>
                </a:cubicBezTo>
                <a:lnTo>
                  <a:pt x="3263113" y="163815"/>
                </a:lnTo>
                <a:lnTo>
                  <a:pt x="3313003" y="163815"/>
                </a:lnTo>
                <a:lnTo>
                  <a:pt x="3313003" y="160218"/>
                </a:lnTo>
                <a:cubicBezTo>
                  <a:pt x="3301248" y="159021"/>
                  <a:pt x="3298371" y="156141"/>
                  <a:pt x="3298371" y="144393"/>
                </a:cubicBezTo>
                <a:lnTo>
                  <a:pt x="3298371" y="89470"/>
                </a:lnTo>
                <a:cubicBezTo>
                  <a:pt x="3298371" y="66930"/>
                  <a:pt x="3287817" y="53495"/>
                  <a:pt x="3270070" y="53495"/>
                </a:cubicBezTo>
                <a:cubicBezTo>
                  <a:pt x="3259036" y="53495"/>
                  <a:pt x="3251599" y="57576"/>
                  <a:pt x="3235292" y="72925"/>
                </a:cubicBezTo>
                <a:lnTo>
                  <a:pt x="3235292" y="53978"/>
                </a:lnTo>
                <a:lnTo>
                  <a:pt x="3233612" y="53495"/>
                </a:lnTo>
                <a:cubicBezTo>
                  <a:pt x="3221860" y="57813"/>
                  <a:pt x="3213706" y="60452"/>
                  <a:pt x="3200513" y="64291"/>
                </a:cubicBezTo>
                <a:lnTo>
                  <a:pt x="3200513" y="68368"/>
                </a:lnTo>
                <a:close/>
                <a:moveTo>
                  <a:pt x="3429326" y="70813"/>
                </a:moveTo>
                <a:lnTo>
                  <a:pt x="3429326" y="61459"/>
                </a:lnTo>
                <a:lnTo>
                  <a:pt x="3410859" y="61459"/>
                </a:lnTo>
                <a:cubicBezTo>
                  <a:pt x="3406061" y="61459"/>
                  <a:pt x="3402463" y="60712"/>
                  <a:pt x="3397669" y="59014"/>
                </a:cubicBezTo>
                <a:lnTo>
                  <a:pt x="3392392" y="57096"/>
                </a:lnTo>
                <a:cubicBezTo>
                  <a:pt x="3385914" y="54695"/>
                  <a:pt x="3379440" y="53495"/>
                  <a:pt x="3373203" y="53495"/>
                </a:cubicBezTo>
                <a:cubicBezTo>
                  <a:pt x="3350897" y="53495"/>
                  <a:pt x="3333147" y="70813"/>
                  <a:pt x="3333147" y="92632"/>
                </a:cubicBezTo>
                <a:cubicBezTo>
                  <a:pt x="3333147" y="107740"/>
                  <a:pt x="3339625" y="116849"/>
                  <a:pt x="3355454" y="124762"/>
                </a:cubicBezTo>
                <a:cubicBezTo>
                  <a:pt x="3350897" y="129080"/>
                  <a:pt x="3346582" y="133150"/>
                  <a:pt x="3345140" y="134347"/>
                </a:cubicBezTo>
                <a:cubicBezTo>
                  <a:pt x="3337228" y="141289"/>
                  <a:pt x="3334110" y="146080"/>
                  <a:pt x="3334110" y="150867"/>
                </a:cubicBezTo>
                <a:cubicBezTo>
                  <a:pt x="3334110" y="155895"/>
                  <a:pt x="3336986" y="158768"/>
                  <a:pt x="3346820" y="163566"/>
                </a:cubicBezTo>
                <a:cubicBezTo>
                  <a:pt x="3329791" y="176050"/>
                  <a:pt x="3323317" y="183977"/>
                  <a:pt x="3323317" y="192859"/>
                </a:cubicBezTo>
                <a:cubicBezTo>
                  <a:pt x="3323317" y="205580"/>
                  <a:pt x="3342022" y="216135"/>
                  <a:pt x="3364808" y="216135"/>
                </a:cubicBezTo>
                <a:cubicBezTo>
                  <a:pt x="3382796" y="216135"/>
                  <a:pt x="3401504" y="209899"/>
                  <a:pt x="3413977" y="199824"/>
                </a:cubicBezTo>
                <a:cubicBezTo>
                  <a:pt x="3423093" y="192380"/>
                  <a:pt x="3427170" y="184694"/>
                  <a:pt x="3427170" y="175570"/>
                </a:cubicBezTo>
                <a:cubicBezTo>
                  <a:pt x="3427170" y="160686"/>
                  <a:pt x="3415895" y="150629"/>
                  <a:pt x="3398148" y="149912"/>
                </a:cubicBezTo>
                <a:lnTo>
                  <a:pt x="3367209" y="148473"/>
                </a:lnTo>
                <a:cubicBezTo>
                  <a:pt x="3354495" y="147994"/>
                  <a:pt x="3348500" y="145838"/>
                  <a:pt x="3348500" y="142010"/>
                </a:cubicBezTo>
                <a:cubicBezTo>
                  <a:pt x="3348500" y="137220"/>
                  <a:pt x="3356412" y="128839"/>
                  <a:pt x="3362890" y="126921"/>
                </a:cubicBezTo>
                <a:cubicBezTo>
                  <a:pt x="3365049" y="127162"/>
                  <a:pt x="3366729" y="127400"/>
                  <a:pt x="3367447" y="127400"/>
                </a:cubicBezTo>
                <a:cubicBezTo>
                  <a:pt x="3372003" y="127880"/>
                  <a:pt x="3375121" y="128121"/>
                  <a:pt x="3376563" y="128121"/>
                </a:cubicBezTo>
                <a:cubicBezTo>
                  <a:pt x="3385434" y="128121"/>
                  <a:pt x="3395030" y="124524"/>
                  <a:pt x="3402463" y="118050"/>
                </a:cubicBezTo>
                <a:cubicBezTo>
                  <a:pt x="3410379" y="111334"/>
                  <a:pt x="3413977" y="102942"/>
                  <a:pt x="3413977" y="90956"/>
                </a:cubicBezTo>
                <a:cubicBezTo>
                  <a:pt x="3413977" y="84003"/>
                  <a:pt x="3412777" y="78487"/>
                  <a:pt x="3409421" y="70813"/>
                </a:cubicBezTo>
                <a:lnTo>
                  <a:pt x="3429326" y="70813"/>
                </a:lnTo>
                <a:moveTo>
                  <a:pt x="3351856" y="164284"/>
                </a:moveTo>
                <a:cubicBezTo>
                  <a:pt x="3359772" y="165967"/>
                  <a:pt x="3378960" y="167405"/>
                  <a:pt x="3390712" y="167405"/>
                </a:cubicBezTo>
                <a:cubicBezTo>
                  <a:pt x="3412539" y="167405"/>
                  <a:pt x="3420455" y="170527"/>
                  <a:pt x="3420455" y="179171"/>
                </a:cubicBezTo>
                <a:cubicBezTo>
                  <a:pt x="3420455" y="193101"/>
                  <a:pt x="3402225" y="202462"/>
                  <a:pt x="3375121" y="202462"/>
                </a:cubicBezTo>
                <a:cubicBezTo>
                  <a:pt x="3354015" y="202462"/>
                  <a:pt x="3340104" y="195501"/>
                  <a:pt x="3340104" y="184936"/>
                </a:cubicBezTo>
                <a:cubicBezTo>
                  <a:pt x="3340104" y="179413"/>
                  <a:pt x="3341784" y="176291"/>
                  <a:pt x="3351856" y="164284"/>
                </a:cubicBezTo>
                <a:moveTo>
                  <a:pt x="3353056" y="82802"/>
                </a:moveTo>
                <a:cubicBezTo>
                  <a:pt x="3353056" y="68657"/>
                  <a:pt x="3359772" y="60214"/>
                  <a:pt x="3370806" y="60214"/>
                </a:cubicBezTo>
                <a:cubicBezTo>
                  <a:pt x="3378239" y="60214"/>
                  <a:pt x="3384476" y="64339"/>
                  <a:pt x="3388315" y="71534"/>
                </a:cubicBezTo>
                <a:cubicBezTo>
                  <a:pt x="3392629" y="79926"/>
                  <a:pt x="3395510" y="90956"/>
                  <a:pt x="3395510" y="100307"/>
                </a:cubicBezTo>
                <a:cubicBezTo>
                  <a:pt x="3395510" y="113731"/>
                  <a:pt x="3388553" y="122123"/>
                  <a:pt x="3377522" y="122123"/>
                </a:cubicBezTo>
                <a:cubicBezTo>
                  <a:pt x="3363132" y="122123"/>
                  <a:pt x="3353056" y="106540"/>
                  <a:pt x="3353056" y="83523"/>
                </a:cubicBezTo>
                <a:lnTo>
                  <a:pt x="3353056" y="82802"/>
                </a:lnTo>
                <a:close/>
                <a:moveTo>
                  <a:pt x="3663659" y="5010"/>
                </a:moveTo>
                <a:lnTo>
                  <a:pt x="3614490" y="5010"/>
                </a:lnTo>
                <a:lnTo>
                  <a:pt x="3614490" y="9570"/>
                </a:lnTo>
                <a:cubicBezTo>
                  <a:pt x="3627684" y="10288"/>
                  <a:pt x="3631999" y="12926"/>
                  <a:pt x="3631999" y="19642"/>
                </a:cubicBezTo>
                <a:cubicBezTo>
                  <a:pt x="3631999" y="23477"/>
                  <a:pt x="3630322" y="29952"/>
                  <a:pt x="3627442" y="37147"/>
                </a:cubicBezTo>
                <a:lnTo>
                  <a:pt x="3592184" y="125150"/>
                </a:lnTo>
                <a:lnTo>
                  <a:pt x="3555967" y="44100"/>
                </a:lnTo>
                <a:cubicBezTo>
                  <a:pt x="3548054" y="26596"/>
                  <a:pt x="3546133" y="21080"/>
                  <a:pt x="3546133" y="17483"/>
                </a:cubicBezTo>
                <a:cubicBezTo>
                  <a:pt x="3546133" y="12926"/>
                  <a:pt x="3549493" y="10529"/>
                  <a:pt x="3557167" y="10050"/>
                </a:cubicBezTo>
                <a:cubicBezTo>
                  <a:pt x="3558126" y="10050"/>
                  <a:pt x="3560765" y="9808"/>
                  <a:pt x="3564124" y="9570"/>
                </a:cubicBezTo>
                <a:lnTo>
                  <a:pt x="3564124" y="5010"/>
                </a:lnTo>
                <a:lnTo>
                  <a:pt x="3500324" y="5010"/>
                </a:lnTo>
                <a:lnTo>
                  <a:pt x="3500324" y="9570"/>
                </a:lnTo>
                <a:cubicBezTo>
                  <a:pt x="3512075" y="10050"/>
                  <a:pt x="3515435" y="13406"/>
                  <a:pt x="3525748" y="34746"/>
                </a:cubicBezTo>
                <a:lnTo>
                  <a:pt x="3584751" y="166392"/>
                </a:lnTo>
                <a:lnTo>
                  <a:pt x="3588348" y="166392"/>
                </a:lnTo>
                <a:lnTo>
                  <a:pt x="3641594" y="31869"/>
                </a:lnTo>
                <a:cubicBezTo>
                  <a:pt x="3649511" y="12926"/>
                  <a:pt x="3652146" y="10288"/>
                  <a:pt x="3663659" y="9570"/>
                </a:cubicBezTo>
                <a:lnTo>
                  <a:pt x="3663659" y="5010"/>
                </a:lnTo>
                <a:close/>
                <a:moveTo>
                  <a:pt x="3736335" y="31148"/>
                </a:moveTo>
                <a:cubicBezTo>
                  <a:pt x="3736335" y="13644"/>
                  <a:pt x="3738970" y="11009"/>
                  <a:pt x="3758400" y="9570"/>
                </a:cubicBezTo>
                <a:lnTo>
                  <a:pt x="3758400" y="5010"/>
                </a:lnTo>
                <a:lnTo>
                  <a:pt x="3689563" y="5010"/>
                </a:lnTo>
                <a:lnTo>
                  <a:pt x="3689563" y="9570"/>
                </a:lnTo>
                <a:cubicBezTo>
                  <a:pt x="3709231" y="11009"/>
                  <a:pt x="3711870" y="13644"/>
                  <a:pt x="3711870" y="31148"/>
                </a:cubicBezTo>
                <a:lnTo>
                  <a:pt x="3711870" y="142157"/>
                </a:lnTo>
                <a:cubicBezTo>
                  <a:pt x="3711870" y="152946"/>
                  <a:pt x="3708989" y="157981"/>
                  <a:pt x="3702753" y="157981"/>
                </a:cubicBezTo>
                <a:cubicBezTo>
                  <a:pt x="3699397" y="157981"/>
                  <a:pt x="3697959" y="156064"/>
                  <a:pt x="3696279" y="150069"/>
                </a:cubicBezTo>
                <a:cubicBezTo>
                  <a:pt x="3693882" y="141677"/>
                  <a:pt x="3690043" y="137842"/>
                  <a:pt x="3683806" y="137842"/>
                </a:cubicBezTo>
                <a:cubicBezTo>
                  <a:pt x="3677332" y="137842"/>
                  <a:pt x="3672055" y="143357"/>
                  <a:pt x="3672055" y="149831"/>
                </a:cubicBezTo>
                <a:cubicBezTo>
                  <a:pt x="3672055" y="159899"/>
                  <a:pt x="3681889" y="167094"/>
                  <a:pt x="3695800" y="167094"/>
                </a:cubicBezTo>
                <a:cubicBezTo>
                  <a:pt x="3721703" y="167094"/>
                  <a:pt x="3736335" y="149831"/>
                  <a:pt x="3736335" y="119861"/>
                </a:cubicBezTo>
                <a:lnTo>
                  <a:pt x="3736335" y="31148"/>
                </a:lnTo>
                <a:close/>
                <a:moveTo>
                  <a:pt x="3811405" y="94001"/>
                </a:moveTo>
                <a:cubicBezTo>
                  <a:pt x="3817641" y="94481"/>
                  <a:pt x="3821718" y="94719"/>
                  <a:pt x="3827955" y="94719"/>
                </a:cubicBezTo>
                <a:cubicBezTo>
                  <a:pt x="3846663" y="94719"/>
                  <a:pt x="3859615" y="92321"/>
                  <a:pt x="3869929" y="86565"/>
                </a:cubicBezTo>
                <a:cubicBezTo>
                  <a:pt x="3884319" y="78890"/>
                  <a:pt x="3892952" y="64258"/>
                  <a:pt x="3892952" y="48426"/>
                </a:cubicBezTo>
                <a:cubicBezTo>
                  <a:pt x="3892952" y="38354"/>
                  <a:pt x="3889596" y="29238"/>
                  <a:pt x="3883118" y="22281"/>
                </a:cubicBezTo>
                <a:cubicBezTo>
                  <a:pt x="3873526" y="11730"/>
                  <a:pt x="3852658" y="5010"/>
                  <a:pt x="3830114" y="5010"/>
                </a:cubicBezTo>
                <a:lnTo>
                  <a:pt x="3766793" y="5010"/>
                </a:lnTo>
                <a:lnTo>
                  <a:pt x="3766793" y="9570"/>
                </a:lnTo>
                <a:cubicBezTo>
                  <a:pt x="3784543" y="11488"/>
                  <a:pt x="3786940" y="13885"/>
                  <a:pt x="3786940" y="31159"/>
                </a:cubicBezTo>
                <a:lnTo>
                  <a:pt x="3786940" y="135031"/>
                </a:lnTo>
                <a:cubicBezTo>
                  <a:pt x="3786940" y="155182"/>
                  <a:pt x="3785022" y="157579"/>
                  <a:pt x="3766793" y="159259"/>
                </a:cubicBezTo>
                <a:lnTo>
                  <a:pt x="3766793" y="163815"/>
                </a:lnTo>
                <a:lnTo>
                  <a:pt x="3833949" y="163815"/>
                </a:lnTo>
                <a:lnTo>
                  <a:pt x="3833949" y="159259"/>
                </a:lnTo>
                <a:cubicBezTo>
                  <a:pt x="3815003" y="158541"/>
                  <a:pt x="3811405" y="155182"/>
                  <a:pt x="3811405" y="137670"/>
                </a:cubicBezTo>
                <a:lnTo>
                  <a:pt x="3811405" y="94001"/>
                </a:lnTo>
                <a:moveTo>
                  <a:pt x="3811405" y="22043"/>
                </a:moveTo>
                <a:cubicBezTo>
                  <a:pt x="3811405" y="15565"/>
                  <a:pt x="3813085" y="13885"/>
                  <a:pt x="3819559" y="13885"/>
                </a:cubicBezTo>
                <a:cubicBezTo>
                  <a:pt x="3851937" y="13885"/>
                  <a:pt x="3866811" y="25161"/>
                  <a:pt x="3866811" y="49868"/>
                </a:cubicBezTo>
                <a:cubicBezTo>
                  <a:pt x="3866811" y="73133"/>
                  <a:pt x="3852658" y="85126"/>
                  <a:pt x="3825074" y="85126"/>
                </a:cubicBezTo>
                <a:cubicBezTo>
                  <a:pt x="3820280" y="85126"/>
                  <a:pt x="3816921" y="84888"/>
                  <a:pt x="3811405" y="84405"/>
                </a:cubicBezTo>
                <a:lnTo>
                  <a:pt x="3811405" y="22043"/>
                </a:lnTo>
                <a:close/>
                <a:moveTo>
                  <a:pt x="4017431" y="55837"/>
                </a:moveTo>
                <a:lnTo>
                  <a:pt x="3993207" y="55837"/>
                </a:lnTo>
                <a:lnTo>
                  <a:pt x="3993207" y="28016"/>
                </a:lnTo>
                <a:cubicBezTo>
                  <a:pt x="3993207" y="25618"/>
                  <a:pt x="3992969" y="24897"/>
                  <a:pt x="3991527" y="24897"/>
                </a:cubicBezTo>
                <a:cubicBezTo>
                  <a:pt x="3989851" y="27057"/>
                  <a:pt x="3988409" y="29216"/>
                  <a:pt x="3986733" y="31613"/>
                </a:cubicBezTo>
                <a:cubicBezTo>
                  <a:pt x="3977617" y="44807"/>
                  <a:pt x="3967303" y="56320"/>
                  <a:pt x="3963468" y="57279"/>
                </a:cubicBezTo>
                <a:cubicBezTo>
                  <a:pt x="3960829" y="58955"/>
                  <a:pt x="3959387" y="60635"/>
                  <a:pt x="3959387" y="61836"/>
                </a:cubicBezTo>
                <a:cubicBezTo>
                  <a:pt x="3959387" y="62556"/>
                  <a:pt x="3959629" y="63036"/>
                  <a:pt x="3960350" y="63515"/>
                </a:cubicBezTo>
                <a:lnTo>
                  <a:pt x="3973060" y="63515"/>
                </a:lnTo>
                <a:lnTo>
                  <a:pt x="3973060" y="135701"/>
                </a:lnTo>
                <a:cubicBezTo>
                  <a:pt x="3973060" y="155844"/>
                  <a:pt x="3980255" y="166157"/>
                  <a:pt x="3994408" y="166157"/>
                </a:cubicBezTo>
                <a:cubicBezTo>
                  <a:pt x="4006159" y="166157"/>
                  <a:pt x="4015272" y="160404"/>
                  <a:pt x="4023188" y="147932"/>
                </a:cubicBezTo>
                <a:lnTo>
                  <a:pt x="4020070" y="145293"/>
                </a:lnTo>
                <a:cubicBezTo>
                  <a:pt x="4015034" y="151288"/>
                  <a:pt x="4010957" y="153688"/>
                  <a:pt x="4005680" y="153688"/>
                </a:cubicBezTo>
                <a:cubicBezTo>
                  <a:pt x="3996805" y="153688"/>
                  <a:pt x="3993207" y="147211"/>
                  <a:pt x="3993207" y="132103"/>
                </a:cubicBezTo>
                <a:lnTo>
                  <a:pt x="3993207" y="63515"/>
                </a:lnTo>
                <a:lnTo>
                  <a:pt x="4017431" y="63515"/>
                </a:lnTo>
                <a:lnTo>
                  <a:pt x="4017431" y="55837"/>
                </a:lnTo>
                <a:close/>
                <a:moveTo>
                  <a:pt x="4159903" y="55837"/>
                </a:moveTo>
                <a:lnTo>
                  <a:pt x="4159903" y="59438"/>
                </a:lnTo>
                <a:cubicBezTo>
                  <a:pt x="4168057" y="61115"/>
                  <a:pt x="4170454" y="62794"/>
                  <a:pt x="4170454" y="66871"/>
                </a:cubicBezTo>
                <a:cubicBezTo>
                  <a:pt x="4170454" y="70465"/>
                  <a:pt x="4169016" y="76222"/>
                  <a:pt x="4166377" y="82696"/>
                </a:cubicBezTo>
                <a:lnTo>
                  <a:pt x="4144792" y="135924"/>
                </a:lnTo>
                <a:lnTo>
                  <a:pt x="4124645" y="82217"/>
                </a:lnTo>
                <a:cubicBezTo>
                  <a:pt x="4120568" y="71186"/>
                  <a:pt x="4120568" y="71186"/>
                  <a:pt x="4120568" y="68068"/>
                </a:cubicBezTo>
                <a:cubicBezTo>
                  <a:pt x="4120568" y="62794"/>
                  <a:pt x="4123207" y="61115"/>
                  <a:pt x="4134479" y="59438"/>
                </a:cubicBezTo>
                <a:lnTo>
                  <a:pt x="4134479" y="55837"/>
                </a:lnTo>
                <a:lnTo>
                  <a:pt x="4085789" y="55837"/>
                </a:lnTo>
                <a:lnTo>
                  <a:pt x="4085789" y="59438"/>
                </a:lnTo>
                <a:cubicBezTo>
                  <a:pt x="4094664" y="60397"/>
                  <a:pt x="4097541" y="63032"/>
                  <a:pt x="4102339" y="75981"/>
                </a:cubicBezTo>
                <a:cubicBezTo>
                  <a:pt x="4104018" y="80537"/>
                  <a:pt x="4105695" y="85093"/>
                  <a:pt x="4107137" y="89408"/>
                </a:cubicBezTo>
                <a:lnTo>
                  <a:pt x="4085310" y="137124"/>
                </a:lnTo>
                <a:lnTo>
                  <a:pt x="4061565" y="74542"/>
                </a:lnTo>
                <a:cubicBezTo>
                  <a:pt x="4060606" y="72145"/>
                  <a:pt x="4060127" y="69748"/>
                  <a:pt x="4060127" y="67351"/>
                </a:cubicBezTo>
                <a:cubicBezTo>
                  <a:pt x="4060127" y="62315"/>
                  <a:pt x="4063003" y="60397"/>
                  <a:pt x="4071157" y="59438"/>
                </a:cubicBezTo>
                <a:lnTo>
                  <a:pt x="4071157" y="55837"/>
                </a:lnTo>
                <a:lnTo>
                  <a:pt x="4027987" y="55837"/>
                </a:lnTo>
                <a:lnTo>
                  <a:pt x="4027987" y="59438"/>
                </a:lnTo>
                <a:cubicBezTo>
                  <a:pt x="4033502" y="59918"/>
                  <a:pt x="4035420" y="62315"/>
                  <a:pt x="4040697" y="74542"/>
                </a:cubicBezTo>
                <a:lnTo>
                  <a:pt x="4073079" y="156543"/>
                </a:lnTo>
                <a:cubicBezTo>
                  <a:pt x="4075955" y="163738"/>
                  <a:pt x="4077873" y="167094"/>
                  <a:pt x="4079311" y="167094"/>
                </a:cubicBezTo>
                <a:cubicBezTo>
                  <a:pt x="4080512" y="167094"/>
                  <a:pt x="4082429" y="163980"/>
                  <a:pt x="4085310" y="157744"/>
                </a:cubicBezTo>
                <a:lnTo>
                  <a:pt x="4112172" y="100197"/>
                </a:lnTo>
                <a:lnTo>
                  <a:pt x="4133999" y="156785"/>
                </a:lnTo>
                <a:cubicBezTo>
                  <a:pt x="4137355" y="165656"/>
                  <a:pt x="4138314" y="167094"/>
                  <a:pt x="4139756" y="167094"/>
                </a:cubicBezTo>
                <a:cubicBezTo>
                  <a:pt x="4141432" y="167094"/>
                  <a:pt x="4142633" y="164939"/>
                  <a:pt x="4146472" y="155346"/>
                </a:cubicBezTo>
                <a:lnTo>
                  <a:pt x="4179571" y="72383"/>
                </a:lnTo>
                <a:cubicBezTo>
                  <a:pt x="4183886" y="62315"/>
                  <a:pt x="4184607" y="61115"/>
                  <a:pt x="4189405" y="59438"/>
                </a:cubicBezTo>
                <a:lnTo>
                  <a:pt x="4189405" y="55837"/>
                </a:lnTo>
                <a:lnTo>
                  <a:pt x="4159903" y="55837"/>
                </a:lnTo>
                <a:close/>
                <a:moveTo>
                  <a:pt x="4238090" y="53495"/>
                </a:moveTo>
                <a:lnTo>
                  <a:pt x="4200914" y="66612"/>
                </a:lnTo>
                <a:lnTo>
                  <a:pt x="4200914" y="70213"/>
                </a:lnTo>
                <a:lnTo>
                  <a:pt x="4202836" y="69971"/>
                </a:lnTo>
                <a:cubicBezTo>
                  <a:pt x="4205712" y="69492"/>
                  <a:pt x="4208830" y="69250"/>
                  <a:pt x="4210990" y="69250"/>
                </a:cubicBezTo>
                <a:cubicBezTo>
                  <a:pt x="4216746" y="69250"/>
                  <a:pt x="4218902" y="73089"/>
                  <a:pt x="4218902" y="83651"/>
                </a:cubicBezTo>
                <a:lnTo>
                  <a:pt x="4218902" y="139339"/>
                </a:lnTo>
                <a:cubicBezTo>
                  <a:pt x="4218902" y="156620"/>
                  <a:pt x="4216505" y="159259"/>
                  <a:pt x="4199955" y="160218"/>
                </a:cubicBezTo>
                <a:lnTo>
                  <a:pt x="4199955" y="163815"/>
                </a:lnTo>
                <a:lnTo>
                  <a:pt x="4256799" y="163815"/>
                </a:lnTo>
                <a:lnTo>
                  <a:pt x="4256799" y="160218"/>
                </a:lnTo>
                <a:cubicBezTo>
                  <a:pt x="4240970" y="159021"/>
                  <a:pt x="4239049" y="156620"/>
                  <a:pt x="4239049" y="139339"/>
                </a:cubicBezTo>
                <a:lnTo>
                  <a:pt x="4239049" y="54216"/>
                </a:lnTo>
                <a:lnTo>
                  <a:pt x="4238090" y="53495"/>
                </a:lnTo>
                <a:moveTo>
                  <a:pt x="4226818" y="91"/>
                </a:moveTo>
                <a:cubicBezTo>
                  <a:pt x="4220344" y="91"/>
                  <a:pt x="4214825" y="5610"/>
                  <a:pt x="4214825" y="12326"/>
                </a:cubicBezTo>
                <a:cubicBezTo>
                  <a:pt x="4214825" y="19042"/>
                  <a:pt x="4220102" y="24557"/>
                  <a:pt x="4226818" y="24557"/>
                </a:cubicBezTo>
                <a:cubicBezTo>
                  <a:pt x="4233775" y="24557"/>
                  <a:pt x="4239291" y="19280"/>
                  <a:pt x="4239291" y="12326"/>
                </a:cubicBezTo>
                <a:cubicBezTo>
                  <a:pt x="4239291" y="5610"/>
                  <a:pt x="4233775" y="91"/>
                  <a:pt x="4226818" y="91"/>
                </a:cubicBezTo>
                <a:close/>
                <a:moveTo>
                  <a:pt x="4358254" y="126361"/>
                </a:moveTo>
                <a:cubicBezTo>
                  <a:pt x="4346741" y="143137"/>
                  <a:pt x="4338107" y="148891"/>
                  <a:pt x="4324434" y="148891"/>
                </a:cubicBezTo>
                <a:cubicBezTo>
                  <a:pt x="4302607" y="148891"/>
                  <a:pt x="4287258" y="129717"/>
                  <a:pt x="4287258" y="102155"/>
                </a:cubicBezTo>
                <a:cubicBezTo>
                  <a:pt x="4287258" y="77470"/>
                  <a:pt x="4300452" y="60452"/>
                  <a:pt x="4319878" y="60452"/>
                </a:cubicBezTo>
                <a:cubicBezTo>
                  <a:pt x="4328511" y="60452"/>
                  <a:pt x="4331629" y="63087"/>
                  <a:pt x="4334030" y="71955"/>
                </a:cubicBezTo>
                <a:lnTo>
                  <a:pt x="4335469" y="77229"/>
                </a:lnTo>
                <a:cubicBezTo>
                  <a:pt x="4337386" y="83941"/>
                  <a:pt x="4341705" y="88255"/>
                  <a:pt x="4346741" y="88255"/>
                </a:cubicBezTo>
                <a:cubicBezTo>
                  <a:pt x="4352977" y="88255"/>
                  <a:pt x="4358254" y="83699"/>
                  <a:pt x="4358254" y="78187"/>
                </a:cubicBezTo>
                <a:cubicBezTo>
                  <a:pt x="4358254" y="64767"/>
                  <a:pt x="4341463" y="53495"/>
                  <a:pt x="4321316" y="53495"/>
                </a:cubicBezTo>
                <a:cubicBezTo>
                  <a:pt x="4309565" y="53495"/>
                  <a:pt x="4297334" y="58293"/>
                  <a:pt x="4287500" y="66923"/>
                </a:cubicBezTo>
                <a:cubicBezTo>
                  <a:pt x="4275507" y="77470"/>
                  <a:pt x="4268791" y="93767"/>
                  <a:pt x="4268791" y="112699"/>
                </a:cubicBezTo>
                <a:cubicBezTo>
                  <a:pt x="4268791" y="143858"/>
                  <a:pt x="4287738" y="166157"/>
                  <a:pt x="4314363" y="166157"/>
                </a:cubicBezTo>
                <a:cubicBezTo>
                  <a:pt x="4325155" y="166157"/>
                  <a:pt x="4334748" y="162322"/>
                  <a:pt x="4343385" y="154885"/>
                </a:cubicBezTo>
                <a:cubicBezTo>
                  <a:pt x="4349859" y="149128"/>
                  <a:pt x="4354415" y="142658"/>
                  <a:pt x="4361610" y="128517"/>
                </a:cubicBezTo>
                <a:lnTo>
                  <a:pt x="4358254" y="126361"/>
                </a:lnTo>
                <a:close/>
                <a:moveTo>
                  <a:pt x="4467145" y="124414"/>
                </a:moveTo>
                <a:cubicBezTo>
                  <a:pt x="4455635" y="142651"/>
                  <a:pt x="4445318" y="149611"/>
                  <a:pt x="4429969" y="149611"/>
                </a:cubicBezTo>
                <a:cubicBezTo>
                  <a:pt x="4416300" y="149611"/>
                  <a:pt x="4405987" y="142651"/>
                  <a:pt x="4399029" y="128974"/>
                </a:cubicBezTo>
                <a:cubicBezTo>
                  <a:pt x="4394711" y="119854"/>
                  <a:pt x="4393035" y="111934"/>
                  <a:pt x="4392555" y="97295"/>
                </a:cubicBezTo>
                <a:lnTo>
                  <a:pt x="4466428" y="97295"/>
                </a:lnTo>
                <a:cubicBezTo>
                  <a:pt x="4464506" y="81734"/>
                  <a:pt x="4462109" y="74802"/>
                  <a:pt x="4456115" y="67153"/>
                </a:cubicBezTo>
                <a:cubicBezTo>
                  <a:pt x="4448916" y="58534"/>
                  <a:pt x="4437885" y="53495"/>
                  <a:pt x="4425413" y="53495"/>
                </a:cubicBezTo>
                <a:cubicBezTo>
                  <a:pt x="4413420" y="53495"/>
                  <a:pt x="4402148" y="57813"/>
                  <a:pt x="4393035" y="65956"/>
                </a:cubicBezTo>
                <a:cubicBezTo>
                  <a:pt x="4381759" y="75757"/>
                  <a:pt x="4375285" y="92739"/>
                  <a:pt x="4375285" y="112414"/>
                </a:cubicBezTo>
                <a:cubicBezTo>
                  <a:pt x="4375285" y="145531"/>
                  <a:pt x="4392555" y="166157"/>
                  <a:pt x="4420135" y="166157"/>
                </a:cubicBezTo>
                <a:cubicBezTo>
                  <a:pt x="4442921" y="166157"/>
                  <a:pt x="4460909" y="152009"/>
                  <a:pt x="4470984" y="126094"/>
                </a:cubicBezTo>
                <a:lnTo>
                  <a:pt x="4467145" y="124414"/>
                </a:lnTo>
                <a:moveTo>
                  <a:pt x="4393035" y="89621"/>
                </a:moveTo>
                <a:cubicBezTo>
                  <a:pt x="4395670" y="70978"/>
                  <a:pt x="4403827" y="62132"/>
                  <a:pt x="4418455" y="62132"/>
                </a:cubicBezTo>
                <a:cubicBezTo>
                  <a:pt x="4433087" y="62132"/>
                  <a:pt x="4438844" y="68826"/>
                  <a:pt x="4441962" y="89621"/>
                </a:cubicBezTo>
                <a:lnTo>
                  <a:pt x="4393035" y="89621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E5368-C2C3-42BA-B864-F023563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7" y="737537"/>
            <a:ext cx="11033303" cy="1096425"/>
          </a:xfrm>
          <a:custGeom xmlns:a="http://schemas.openxmlformats.org/drawingml/2006/main">
            <a:pathLst>
              <a:path w="11033303" h="1096425">
                <a:moveTo>
                  <a:pt x="10937364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1000485"/>
                </a:lnTo>
                <a:cubicBezTo>
                  <a:pt x="0" y="1053472"/>
                  <a:pt x="42953" y="1096425"/>
                  <a:pt x="95940" y="1096425"/>
                </a:cubicBezTo>
                <a:lnTo>
                  <a:pt x="10937364" y="1096425"/>
                </a:lnTo>
                <a:cubicBezTo>
                  <a:pt x="10990351" y="1096425"/>
                  <a:pt x="11033303" y="1053472"/>
                  <a:pt x="11033303" y="1000485"/>
                </a:cubicBezTo>
                <a:lnTo>
                  <a:pt x="11033303" y="95940"/>
                </a:lnTo>
                <a:cubicBezTo>
                  <a:pt x="11033303" y="42953"/>
                  <a:pt x="10990351" y="0"/>
                  <a:pt x="10937364" y="0"/>
                </a:cubicBezTo>
                <a:close/>
                <a:moveTo>
                  <a:pt x="0" y="1096425"/>
                </a:moveTo>
              </a:path>
            </a:pathLst>
          </a:custGeom>
          <a:solidFill xmlns:a="http://schemas.openxmlformats.org/drawingml/2006/main">
            <a:srgbClr val="C7EAFB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6D20B-991C-4862-A001-82AA1F0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17" y="737537"/>
            <a:ext cx="11033303" cy="1096425"/>
          </a:xfrm>
          <a:custGeom xmlns:a="http://schemas.openxmlformats.org/drawingml/2006/main">
            <a:pathLst>
              <a:path w="11033303" h="1096425" fill="none">
                <a:moveTo>
                  <a:pt x="10937364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1000485"/>
                </a:lnTo>
                <a:cubicBezTo>
                  <a:pt x="0" y="1053472"/>
                  <a:pt x="42953" y="1096425"/>
                  <a:pt x="95940" y="1096425"/>
                </a:cubicBezTo>
                <a:lnTo>
                  <a:pt x="10937364" y="1096425"/>
                </a:lnTo>
                <a:cubicBezTo>
                  <a:pt x="10990351" y="1096425"/>
                  <a:pt x="11033303" y="1053472"/>
                  <a:pt x="11033303" y="1000485"/>
                </a:cubicBezTo>
                <a:lnTo>
                  <a:pt x="11033303" y="95940"/>
                </a:lnTo>
                <a:cubicBezTo>
                  <a:pt x="11033303" y="42953"/>
                  <a:pt x="10990351" y="0"/>
                  <a:pt x="10937364" y="0"/>
                </a:cubicBezTo>
                <a:close/>
                <a:moveTo>
                  <a:pt x="0" y="1096425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7F807F"/>
            </a:solidFill>
            <a:custDash>
              <a:ds d="375005" sp="375005"/>
            </a:custDash>
            <a:miter/>
          </a:ln>
        </p:spPr>
      </p:sp>
      <p:sp>
        <p:nvSpPr>
          <p:cNvPr id="6" name="Text VJP">
            <a:extLst xmlns:a="http://schemas.openxmlformats.org/drawingml/2006/main">
              <a:ext uri="{FF2B5EF4-FFF2-40B4-BE49-F238E27FC236}">
                <a16:creationId xmlns:a16="http://schemas.microsoft.com/office/drawing/2014/main" id="{F049F1C8-C745-4ED3-BBB0-46C55069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042" y="1621609"/>
            <a:ext cx="392629" cy="162084"/>
          </a:xfrm>
          <a:custGeom xmlns:a="http://schemas.openxmlformats.org/drawingml/2006/main">
            <a:pathLst>
              <a:path w="392629" h="162084">
                <a:moveTo>
                  <a:pt x="163336" y="0"/>
                </a:moveTo>
                <a:lnTo>
                  <a:pt x="114167" y="0"/>
                </a:lnTo>
                <a:lnTo>
                  <a:pt x="114167" y="4560"/>
                </a:lnTo>
                <a:cubicBezTo>
                  <a:pt x="127360" y="5277"/>
                  <a:pt x="131675" y="7916"/>
                  <a:pt x="131675" y="14632"/>
                </a:cubicBezTo>
                <a:cubicBezTo>
                  <a:pt x="131675" y="18467"/>
                  <a:pt x="129999" y="24941"/>
                  <a:pt x="127119" y="32136"/>
                </a:cubicBezTo>
                <a:lnTo>
                  <a:pt x="91860" y="120139"/>
                </a:lnTo>
                <a:lnTo>
                  <a:pt x="55643" y="39090"/>
                </a:lnTo>
                <a:cubicBezTo>
                  <a:pt x="47731" y="21585"/>
                  <a:pt x="45809" y="16070"/>
                  <a:pt x="45809" y="12473"/>
                </a:cubicBezTo>
                <a:cubicBezTo>
                  <a:pt x="45809" y="7916"/>
                  <a:pt x="49169" y="5519"/>
                  <a:pt x="56844" y="5040"/>
                </a:cubicBezTo>
                <a:cubicBezTo>
                  <a:pt x="57802" y="5040"/>
                  <a:pt x="60441" y="4798"/>
                  <a:pt x="63801" y="4560"/>
                </a:cubicBezTo>
                <a:lnTo>
                  <a:pt x="63801" y="0"/>
                </a:lnTo>
                <a:lnTo>
                  <a:pt x="0" y="0"/>
                </a:lnTo>
                <a:lnTo>
                  <a:pt x="0" y="4560"/>
                </a:lnTo>
                <a:cubicBezTo>
                  <a:pt x="11752" y="5040"/>
                  <a:pt x="15111" y="8396"/>
                  <a:pt x="25424" y="29736"/>
                </a:cubicBezTo>
                <a:lnTo>
                  <a:pt x="84427" y="161381"/>
                </a:lnTo>
                <a:lnTo>
                  <a:pt x="88025" y="161381"/>
                </a:lnTo>
                <a:lnTo>
                  <a:pt x="141271" y="26859"/>
                </a:lnTo>
                <a:cubicBezTo>
                  <a:pt x="149187" y="7916"/>
                  <a:pt x="151822" y="5277"/>
                  <a:pt x="163336" y="4560"/>
                </a:cubicBezTo>
                <a:lnTo>
                  <a:pt x="163336" y="0"/>
                </a:lnTo>
                <a:close/>
                <a:moveTo>
                  <a:pt x="236010" y="26138"/>
                </a:moveTo>
                <a:cubicBezTo>
                  <a:pt x="236010" y="8633"/>
                  <a:pt x="238645" y="5998"/>
                  <a:pt x="258075" y="4560"/>
                </a:cubicBezTo>
                <a:lnTo>
                  <a:pt x="258075" y="0"/>
                </a:lnTo>
                <a:lnTo>
                  <a:pt x="189238" y="0"/>
                </a:lnTo>
                <a:lnTo>
                  <a:pt x="189238" y="4560"/>
                </a:lnTo>
                <a:cubicBezTo>
                  <a:pt x="208906" y="5998"/>
                  <a:pt x="211545" y="8633"/>
                  <a:pt x="211545" y="26138"/>
                </a:cubicBezTo>
                <a:lnTo>
                  <a:pt x="211545" y="137146"/>
                </a:lnTo>
                <a:cubicBezTo>
                  <a:pt x="211545" y="147935"/>
                  <a:pt x="208664" y="152971"/>
                  <a:pt x="202428" y="152971"/>
                </a:cubicBezTo>
                <a:cubicBezTo>
                  <a:pt x="199072" y="152971"/>
                  <a:pt x="197634" y="151053"/>
                  <a:pt x="195954" y="145059"/>
                </a:cubicBezTo>
                <a:cubicBezTo>
                  <a:pt x="193557" y="136667"/>
                  <a:pt x="189718" y="132831"/>
                  <a:pt x="183481" y="132831"/>
                </a:cubicBezTo>
                <a:cubicBezTo>
                  <a:pt x="177007" y="132831"/>
                  <a:pt x="171730" y="138347"/>
                  <a:pt x="171730" y="144821"/>
                </a:cubicBezTo>
                <a:cubicBezTo>
                  <a:pt x="171730" y="154889"/>
                  <a:pt x="181564" y="162084"/>
                  <a:pt x="195475" y="162084"/>
                </a:cubicBezTo>
                <a:cubicBezTo>
                  <a:pt x="221378" y="162084"/>
                  <a:pt x="236010" y="144821"/>
                  <a:pt x="236010" y="114851"/>
                </a:cubicBezTo>
                <a:lnTo>
                  <a:pt x="236010" y="26138"/>
                </a:lnTo>
                <a:close/>
                <a:moveTo>
                  <a:pt x="311082" y="88991"/>
                </a:moveTo>
                <a:cubicBezTo>
                  <a:pt x="317318" y="89470"/>
                  <a:pt x="321395" y="89708"/>
                  <a:pt x="327631" y="89708"/>
                </a:cubicBezTo>
                <a:cubicBezTo>
                  <a:pt x="346340" y="89708"/>
                  <a:pt x="359292" y="87311"/>
                  <a:pt x="369605" y="81554"/>
                </a:cubicBezTo>
                <a:cubicBezTo>
                  <a:pt x="383996" y="73880"/>
                  <a:pt x="392629" y="59248"/>
                  <a:pt x="392629" y="43416"/>
                </a:cubicBezTo>
                <a:cubicBezTo>
                  <a:pt x="392629" y="33344"/>
                  <a:pt x="389273" y="24228"/>
                  <a:pt x="382795" y="17270"/>
                </a:cubicBezTo>
                <a:cubicBezTo>
                  <a:pt x="373203" y="6719"/>
                  <a:pt x="352335" y="0"/>
                  <a:pt x="329791" y="0"/>
                </a:cubicBezTo>
                <a:lnTo>
                  <a:pt x="266469" y="0"/>
                </a:lnTo>
                <a:lnTo>
                  <a:pt x="266469" y="4560"/>
                </a:lnTo>
                <a:cubicBezTo>
                  <a:pt x="284219" y="6478"/>
                  <a:pt x="286616" y="8875"/>
                  <a:pt x="286616" y="26149"/>
                </a:cubicBezTo>
                <a:lnTo>
                  <a:pt x="286616" y="130021"/>
                </a:lnTo>
                <a:cubicBezTo>
                  <a:pt x="286616" y="150171"/>
                  <a:pt x="284699" y="152569"/>
                  <a:pt x="266469" y="154248"/>
                </a:cubicBezTo>
                <a:lnTo>
                  <a:pt x="266469" y="158805"/>
                </a:lnTo>
                <a:lnTo>
                  <a:pt x="333626" y="158805"/>
                </a:lnTo>
                <a:lnTo>
                  <a:pt x="333626" y="154248"/>
                </a:lnTo>
                <a:cubicBezTo>
                  <a:pt x="314679" y="153531"/>
                  <a:pt x="311082" y="150171"/>
                  <a:pt x="311082" y="132659"/>
                </a:cubicBezTo>
                <a:lnTo>
                  <a:pt x="311082" y="88991"/>
                </a:lnTo>
                <a:moveTo>
                  <a:pt x="311082" y="17033"/>
                </a:moveTo>
                <a:cubicBezTo>
                  <a:pt x="311082" y="10555"/>
                  <a:pt x="312762" y="8875"/>
                  <a:pt x="319236" y="8875"/>
                </a:cubicBezTo>
                <a:cubicBezTo>
                  <a:pt x="351614" y="8875"/>
                  <a:pt x="366487" y="20151"/>
                  <a:pt x="366487" y="44858"/>
                </a:cubicBezTo>
                <a:cubicBezTo>
                  <a:pt x="366487" y="68123"/>
                  <a:pt x="352335" y="80116"/>
                  <a:pt x="324751" y="80116"/>
                </a:cubicBezTo>
                <a:cubicBezTo>
                  <a:pt x="319957" y="80116"/>
                  <a:pt x="316597" y="79878"/>
                  <a:pt x="311082" y="79395"/>
                </a:cubicBezTo>
                <a:lnTo>
                  <a:pt x="311082" y="17033"/>
                </a:lnTo>
                <a:close/>
              </a:path>
            </a:pathLst>
          </a:custGeom>
          <a:solidFill xmlns:a="http://schemas.openxmlformats.org/drawingml/2006/main">
            <a:srgbClr val="6666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740D9D-A340-4684-829E-5EF1742D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73" y="831228"/>
            <a:ext cx="5376596" cy="909044"/>
          </a:xfrm>
          <a:custGeom xmlns:a="http://schemas.openxmlformats.org/drawingml/2006/main">
            <a:pathLst>
              <a:path w="5376596" h="909044">
                <a:moveTo>
                  <a:pt x="5280656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813104"/>
                </a:lnTo>
                <a:cubicBezTo>
                  <a:pt x="0" y="866091"/>
                  <a:pt x="42953" y="909044"/>
                  <a:pt x="95940" y="909044"/>
                </a:cubicBezTo>
                <a:lnTo>
                  <a:pt x="5280656" y="909044"/>
                </a:lnTo>
                <a:cubicBezTo>
                  <a:pt x="5333643" y="909044"/>
                  <a:pt x="5376596" y="866091"/>
                  <a:pt x="5376596" y="813104"/>
                </a:cubicBezTo>
                <a:lnTo>
                  <a:pt x="5376596" y="95940"/>
                </a:lnTo>
                <a:cubicBezTo>
                  <a:pt x="5376596" y="42953"/>
                  <a:pt x="5333643" y="0"/>
                  <a:pt x="5280656" y="0"/>
                </a:cubicBezTo>
                <a:close/>
                <a:moveTo>
                  <a:pt x="0" y="909044"/>
                </a:moveTo>
              </a:path>
            </a:pathLst>
          </a:custGeom>
          <a:solidFill xmlns:a="http://schemas.openxmlformats.org/drawingml/2006/main">
            <a:srgbClr val="FFFCD5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81C58-9E1E-4DCA-BFF5-DD2609FD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73" y="831228"/>
            <a:ext cx="5376596" cy="909044"/>
          </a:xfrm>
          <a:custGeom xmlns:a="http://schemas.openxmlformats.org/drawingml/2006/main">
            <a:pathLst>
              <a:path w="5376596" h="909044" fill="none">
                <a:moveTo>
                  <a:pt x="5280656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813104"/>
                </a:lnTo>
                <a:cubicBezTo>
                  <a:pt x="0" y="866091"/>
                  <a:pt x="42953" y="909044"/>
                  <a:pt x="95940" y="909044"/>
                </a:cubicBezTo>
                <a:lnTo>
                  <a:pt x="5280656" y="909044"/>
                </a:lnTo>
                <a:cubicBezTo>
                  <a:pt x="5333643" y="909044"/>
                  <a:pt x="5376596" y="866091"/>
                  <a:pt x="5376596" y="813104"/>
                </a:cubicBezTo>
                <a:lnTo>
                  <a:pt x="5376596" y="95940"/>
                </a:lnTo>
                <a:cubicBezTo>
                  <a:pt x="5376596" y="42953"/>
                  <a:pt x="5333643" y="0"/>
                  <a:pt x="5280656" y="0"/>
                </a:cubicBezTo>
                <a:close/>
                <a:moveTo>
                  <a:pt x="0" y="90904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7F807F"/>
            </a:solidFill>
            <a:custDash>
              <a:ds d="375005" sp="375005"/>
            </a:custDash>
            <a:miter/>
          </a:ln>
        </p:spPr>
      </p:sp>
      <p:sp>
        <p:nvSpPr>
          <p:cNvPr id="9" name="Text Forward">
            <a:extLst xmlns:a="http://schemas.openxmlformats.org/drawingml/2006/main">
              <a:ext uri="{FF2B5EF4-FFF2-40B4-BE49-F238E27FC236}">
                <a16:creationId xmlns:a16="http://schemas.microsoft.com/office/drawing/2014/main" id="{DBE68743-9C42-42F3-A7AD-1107E8BC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26" y="881199"/>
            <a:ext cx="801569" cy="167083"/>
          </a:xfrm>
          <a:custGeom xmlns:a="http://schemas.openxmlformats.org/drawingml/2006/main">
            <a:pathLst>
              <a:path w="801569" h="167083">
                <a:moveTo>
                  <a:pt x="112007" y="108366"/>
                </a:moveTo>
                <a:lnTo>
                  <a:pt x="112007" y="52726"/>
                </a:lnTo>
                <a:lnTo>
                  <a:pt x="106492" y="52726"/>
                </a:lnTo>
                <a:cubicBezTo>
                  <a:pt x="103615" y="71911"/>
                  <a:pt x="99297" y="75508"/>
                  <a:pt x="80109" y="75508"/>
                </a:cubicBezTo>
                <a:lnTo>
                  <a:pt x="45330" y="75508"/>
                </a:lnTo>
                <a:lnTo>
                  <a:pt x="45330" y="22270"/>
                </a:lnTo>
                <a:cubicBezTo>
                  <a:pt x="45330" y="15554"/>
                  <a:pt x="46530" y="14116"/>
                  <a:pt x="53004" y="14116"/>
                </a:cubicBezTo>
                <a:lnTo>
                  <a:pt x="85624" y="14116"/>
                </a:lnTo>
                <a:cubicBezTo>
                  <a:pt x="112728" y="14116"/>
                  <a:pt x="118006" y="17713"/>
                  <a:pt x="122083" y="39295"/>
                </a:cubicBezTo>
                <a:lnTo>
                  <a:pt x="128077" y="39295"/>
                </a:lnTo>
                <a:lnTo>
                  <a:pt x="127360" y="4999"/>
                </a:lnTo>
                <a:lnTo>
                  <a:pt x="0" y="4999"/>
                </a:lnTo>
                <a:lnTo>
                  <a:pt x="0" y="9559"/>
                </a:lnTo>
                <a:cubicBezTo>
                  <a:pt x="17750" y="10998"/>
                  <a:pt x="20868" y="14354"/>
                  <a:pt x="20868" y="31141"/>
                </a:cubicBezTo>
                <a:lnTo>
                  <a:pt x="20868" y="135013"/>
                </a:lnTo>
                <a:cubicBezTo>
                  <a:pt x="20868" y="154929"/>
                  <a:pt x="18229" y="158047"/>
                  <a:pt x="0" y="159248"/>
                </a:cubicBezTo>
                <a:lnTo>
                  <a:pt x="0" y="163804"/>
                </a:lnTo>
                <a:lnTo>
                  <a:pt x="67157" y="163804"/>
                </a:lnTo>
                <a:lnTo>
                  <a:pt x="67157" y="159248"/>
                </a:lnTo>
                <a:cubicBezTo>
                  <a:pt x="48690" y="158289"/>
                  <a:pt x="45330" y="154929"/>
                  <a:pt x="45330" y="137651"/>
                </a:cubicBezTo>
                <a:lnTo>
                  <a:pt x="45330" y="85339"/>
                </a:lnTo>
                <a:lnTo>
                  <a:pt x="80109" y="85339"/>
                </a:lnTo>
                <a:cubicBezTo>
                  <a:pt x="99535" y="85339"/>
                  <a:pt x="103615" y="88940"/>
                  <a:pt x="106492" y="108377"/>
                </a:cubicBezTo>
                <a:lnTo>
                  <a:pt x="112007" y="108366"/>
                </a:lnTo>
                <a:close/>
                <a:moveTo>
                  <a:pt x="186842" y="53484"/>
                </a:moveTo>
                <a:cubicBezTo>
                  <a:pt x="155661" y="53484"/>
                  <a:pt x="133834" y="76500"/>
                  <a:pt x="133834" y="109577"/>
                </a:cubicBezTo>
                <a:cubicBezTo>
                  <a:pt x="133834" y="141933"/>
                  <a:pt x="156140" y="166146"/>
                  <a:pt x="186359" y="166146"/>
                </a:cubicBezTo>
                <a:cubicBezTo>
                  <a:pt x="216582" y="166146"/>
                  <a:pt x="239605" y="140737"/>
                  <a:pt x="239605" y="107660"/>
                </a:cubicBezTo>
                <a:cubicBezTo>
                  <a:pt x="239605" y="76259"/>
                  <a:pt x="217540" y="53484"/>
                  <a:pt x="186842" y="53484"/>
                </a:cubicBezTo>
                <a:moveTo>
                  <a:pt x="183724" y="60203"/>
                </a:moveTo>
                <a:cubicBezTo>
                  <a:pt x="203871" y="60203"/>
                  <a:pt x="218020" y="83212"/>
                  <a:pt x="218020" y="116048"/>
                </a:cubicBezTo>
                <a:cubicBezTo>
                  <a:pt x="218020" y="143134"/>
                  <a:pt x="207227" y="159431"/>
                  <a:pt x="189239" y="159431"/>
                </a:cubicBezTo>
                <a:cubicBezTo>
                  <a:pt x="179885" y="159431"/>
                  <a:pt x="171010" y="153681"/>
                  <a:pt x="165974" y="144093"/>
                </a:cubicBezTo>
                <a:cubicBezTo>
                  <a:pt x="159259" y="131627"/>
                  <a:pt x="155419" y="114851"/>
                  <a:pt x="155419" y="97833"/>
                </a:cubicBezTo>
                <a:cubicBezTo>
                  <a:pt x="155419" y="75062"/>
                  <a:pt x="166692" y="60203"/>
                  <a:pt x="183724" y="60203"/>
                </a:cubicBezTo>
                <a:close/>
                <a:moveTo>
                  <a:pt x="248480" y="70275"/>
                </a:moveTo>
                <a:cubicBezTo>
                  <a:pt x="251840" y="69554"/>
                  <a:pt x="253999" y="69312"/>
                  <a:pt x="256876" y="69312"/>
                </a:cubicBezTo>
                <a:cubicBezTo>
                  <a:pt x="262870" y="69312"/>
                  <a:pt x="265030" y="73152"/>
                  <a:pt x="265030" y="83703"/>
                </a:cubicBezTo>
                <a:lnTo>
                  <a:pt x="265030" y="143661"/>
                </a:lnTo>
                <a:cubicBezTo>
                  <a:pt x="265030" y="155650"/>
                  <a:pt x="263350" y="157330"/>
                  <a:pt x="248001" y="160207"/>
                </a:cubicBezTo>
                <a:lnTo>
                  <a:pt x="248001" y="163804"/>
                </a:lnTo>
                <a:lnTo>
                  <a:pt x="305565" y="163804"/>
                </a:lnTo>
                <a:lnTo>
                  <a:pt x="305565" y="160207"/>
                </a:lnTo>
                <a:cubicBezTo>
                  <a:pt x="289254" y="159489"/>
                  <a:pt x="285177" y="155892"/>
                  <a:pt x="285177" y="142222"/>
                </a:cubicBezTo>
                <a:lnTo>
                  <a:pt x="285177" y="88259"/>
                </a:lnTo>
                <a:cubicBezTo>
                  <a:pt x="285177" y="80585"/>
                  <a:pt x="295490" y="68595"/>
                  <a:pt x="301968" y="68595"/>
                </a:cubicBezTo>
                <a:cubicBezTo>
                  <a:pt x="303406" y="68595"/>
                  <a:pt x="305565" y="69796"/>
                  <a:pt x="308204" y="72193"/>
                </a:cubicBezTo>
                <a:cubicBezTo>
                  <a:pt x="312039" y="75549"/>
                  <a:pt x="314678" y="76987"/>
                  <a:pt x="317796" y="76987"/>
                </a:cubicBezTo>
                <a:cubicBezTo>
                  <a:pt x="323553" y="76987"/>
                  <a:pt x="327151" y="72910"/>
                  <a:pt x="327151" y="66198"/>
                </a:cubicBezTo>
                <a:cubicBezTo>
                  <a:pt x="327151" y="58282"/>
                  <a:pt x="322115" y="53484"/>
                  <a:pt x="313961" y="53484"/>
                </a:cubicBezTo>
                <a:cubicBezTo>
                  <a:pt x="303885" y="53484"/>
                  <a:pt x="296932" y="59003"/>
                  <a:pt x="285177" y="76028"/>
                </a:cubicBezTo>
                <a:lnTo>
                  <a:pt x="285177" y="53967"/>
                </a:lnTo>
                <a:lnTo>
                  <a:pt x="283980" y="53484"/>
                </a:lnTo>
                <a:cubicBezTo>
                  <a:pt x="271266" y="58761"/>
                  <a:pt x="262632" y="61879"/>
                  <a:pt x="248480" y="66436"/>
                </a:cubicBezTo>
                <a:lnTo>
                  <a:pt x="248480" y="70275"/>
                </a:lnTo>
                <a:close/>
                <a:moveTo>
                  <a:pt x="463625" y="55826"/>
                </a:moveTo>
                <a:lnTo>
                  <a:pt x="463625" y="59427"/>
                </a:lnTo>
                <a:cubicBezTo>
                  <a:pt x="471779" y="61104"/>
                  <a:pt x="474176" y="62783"/>
                  <a:pt x="474176" y="66860"/>
                </a:cubicBezTo>
                <a:cubicBezTo>
                  <a:pt x="474176" y="70454"/>
                  <a:pt x="472738" y="76211"/>
                  <a:pt x="470099" y="82685"/>
                </a:cubicBezTo>
                <a:lnTo>
                  <a:pt x="448514" y="135913"/>
                </a:lnTo>
                <a:lnTo>
                  <a:pt x="428367" y="82206"/>
                </a:lnTo>
                <a:cubicBezTo>
                  <a:pt x="424290" y="71175"/>
                  <a:pt x="424290" y="71175"/>
                  <a:pt x="424290" y="68057"/>
                </a:cubicBezTo>
                <a:cubicBezTo>
                  <a:pt x="424290" y="62783"/>
                  <a:pt x="426929" y="61104"/>
                  <a:pt x="438201" y="59427"/>
                </a:cubicBezTo>
                <a:lnTo>
                  <a:pt x="438201" y="55826"/>
                </a:lnTo>
                <a:lnTo>
                  <a:pt x="389511" y="55826"/>
                </a:lnTo>
                <a:lnTo>
                  <a:pt x="389511" y="59427"/>
                </a:lnTo>
                <a:cubicBezTo>
                  <a:pt x="398386" y="60386"/>
                  <a:pt x="401263" y="63021"/>
                  <a:pt x="406061" y="75970"/>
                </a:cubicBezTo>
                <a:cubicBezTo>
                  <a:pt x="407741" y="80526"/>
                  <a:pt x="409417" y="85082"/>
                  <a:pt x="410859" y="89397"/>
                </a:cubicBezTo>
                <a:lnTo>
                  <a:pt x="389032" y="137113"/>
                </a:lnTo>
                <a:lnTo>
                  <a:pt x="365287" y="74531"/>
                </a:lnTo>
                <a:cubicBezTo>
                  <a:pt x="364328" y="72134"/>
                  <a:pt x="363849" y="69737"/>
                  <a:pt x="363849" y="67340"/>
                </a:cubicBezTo>
                <a:cubicBezTo>
                  <a:pt x="363849" y="62304"/>
                  <a:pt x="366725" y="60386"/>
                  <a:pt x="374879" y="59427"/>
                </a:cubicBezTo>
                <a:lnTo>
                  <a:pt x="374879" y="55826"/>
                </a:lnTo>
                <a:lnTo>
                  <a:pt x="331709" y="55826"/>
                </a:lnTo>
                <a:lnTo>
                  <a:pt x="331709" y="59427"/>
                </a:lnTo>
                <a:cubicBezTo>
                  <a:pt x="337224" y="59907"/>
                  <a:pt x="339142" y="62304"/>
                  <a:pt x="344419" y="74531"/>
                </a:cubicBezTo>
                <a:lnTo>
                  <a:pt x="376801" y="156532"/>
                </a:lnTo>
                <a:cubicBezTo>
                  <a:pt x="379677" y="163727"/>
                  <a:pt x="381595" y="167083"/>
                  <a:pt x="383033" y="167083"/>
                </a:cubicBezTo>
                <a:cubicBezTo>
                  <a:pt x="384234" y="167083"/>
                  <a:pt x="386152" y="163969"/>
                  <a:pt x="389032" y="157733"/>
                </a:cubicBezTo>
                <a:lnTo>
                  <a:pt x="415895" y="100186"/>
                </a:lnTo>
                <a:lnTo>
                  <a:pt x="437721" y="156774"/>
                </a:lnTo>
                <a:cubicBezTo>
                  <a:pt x="441077" y="165645"/>
                  <a:pt x="442036" y="167083"/>
                  <a:pt x="443478" y="167083"/>
                </a:cubicBezTo>
                <a:cubicBezTo>
                  <a:pt x="445154" y="167083"/>
                  <a:pt x="446355" y="164928"/>
                  <a:pt x="450194" y="155335"/>
                </a:cubicBezTo>
                <a:lnTo>
                  <a:pt x="483293" y="72372"/>
                </a:lnTo>
                <a:cubicBezTo>
                  <a:pt x="487608" y="62304"/>
                  <a:pt x="488329" y="61104"/>
                  <a:pt x="493127" y="59427"/>
                </a:cubicBezTo>
                <a:lnTo>
                  <a:pt x="493127" y="55826"/>
                </a:lnTo>
                <a:lnTo>
                  <a:pt x="463625" y="55826"/>
                </a:lnTo>
                <a:close/>
                <a:moveTo>
                  <a:pt x="603453" y="147924"/>
                </a:moveTo>
                <a:cubicBezTo>
                  <a:pt x="599376" y="151277"/>
                  <a:pt x="596499" y="152477"/>
                  <a:pt x="592902" y="152477"/>
                </a:cubicBezTo>
                <a:cubicBezTo>
                  <a:pt x="587386" y="152477"/>
                  <a:pt x="585707" y="149121"/>
                  <a:pt x="585707" y="138577"/>
                </a:cubicBezTo>
                <a:lnTo>
                  <a:pt x="585707" y="91838"/>
                </a:lnTo>
                <a:cubicBezTo>
                  <a:pt x="585707" y="79373"/>
                  <a:pt x="584506" y="72423"/>
                  <a:pt x="580909" y="66670"/>
                </a:cubicBezTo>
                <a:cubicBezTo>
                  <a:pt x="575631" y="58044"/>
                  <a:pt x="565318" y="53484"/>
                  <a:pt x="551169" y="53484"/>
                </a:cubicBezTo>
                <a:cubicBezTo>
                  <a:pt x="528621" y="53484"/>
                  <a:pt x="510875" y="65232"/>
                  <a:pt x="510875" y="80332"/>
                </a:cubicBezTo>
                <a:cubicBezTo>
                  <a:pt x="510875" y="85847"/>
                  <a:pt x="515669" y="90638"/>
                  <a:pt x="521188" y="90638"/>
                </a:cubicBezTo>
                <a:cubicBezTo>
                  <a:pt x="526942" y="90638"/>
                  <a:pt x="531981" y="85847"/>
                  <a:pt x="531981" y="80574"/>
                </a:cubicBezTo>
                <a:cubicBezTo>
                  <a:pt x="531981" y="79615"/>
                  <a:pt x="531740" y="78414"/>
                  <a:pt x="531502" y="76738"/>
                </a:cubicBezTo>
                <a:cubicBezTo>
                  <a:pt x="531022" y="74583"/>
                  <a:pt x="530781" y="72665"/>
                  <a:pt x="530781" y="70985"/>
                </a:cubicBezTo>
                <a:cubicBezTo>
                  <a:pt x="530781" y="64514"/>
                  <a:pt x="538455" y="59241"/>
                  <a:pt x="548051" y="59241"/>
                </a:cubicBezTo>
                <a:cubicBezTo>
                  <a:pt x="559803" y="59241"/>
                  <a:pt x="566277" y="66191"/>
                  <a:pt x="566277" y="79135"/>
                </a:cubicBezTo>
                <a:lnTo>
                  <a:pt x="566277" y="93756"/>
                </a:lnTo>
                <a:cubicBezTo>
                  <a:pt x="529342" y="108615"/>
                  <a:pt x="525265" y="110532"/>
                  <a:pt x="514952" y="119642"/>
                </a:cubicBezTo>
                <a:cubicBezTo>
                  <a:pt x="509675" y="124436"/>
                  <a:pt x="506315" y="132583"/>
                  <a:pt x="506315" y="140491"/>
                </a:cubicBezTo>
                <a:cubicBezTo>
                  <a:pt x="506315" y="155595"/>
                  <a:pt x="516870" y="166146"/>
                  <a:pt x="531502" y="166146"/>
                </a:cubicBezTo>
                <a:cubicBezTo>
                  <a:pt x="542053" y="166146"/>
                  <a:pt x="551887" y="161110"/>
                  <a:pt x="566518" y="148638"/>
                </a:cubicBezTo>
                <a:cubicBezTo>
                  <a:pt x="567719" y="161110"/>
                  <a:pt x="572034" y="166146"/>
                  <a:pt x="581867" y="166146"/>
                </a:cubicBezTo>
                <a:cubicBezTo>
                  <a:pt x="590021" y="166146"/>
                  <a:pt x="595061" y="163270"/>
                  <a:pt x="603453" y="154157"/>
                </a:cubicBezTo>
                <a:lnTo>
                  <a:pt x="603453" y="147924"/>
                </a:lnTo>
                <a:moveTo>
                  <a:pt x="566277" y="134248"/>
                </a:moveTo>
                <a:cubicBezTo>
                  <a:pt x="566277" y="141684"/>
                  <a:pt x="565080" y="143844"/>
                  <a:pt x="560041" y="146720"/>
                </a:cubicBezTo>
                <a:cubicBezTo>
                  <a:pt x="554287" y="150080"/>
                  <a:pt x="547572" y="152236"/>
                  <a:pt x="542532" y="152236"/>
                </a:cubicBezTo>
                <a:cubicBezTo>
                  <a:pt x="534140" y="152236"/>
                  <a:pt x="527425" y="144082"/>
                  <a:pt x="527425" y="133768"/>
                </a:cubicBezTo>
                <a:lnTo>
                  <a:pt x="527425" y="132809"/>
                </a:lnTo>
                <a:cubicBezTo>
                  <a:pt x="527425" y="118657"/>
                  <a:pt x="537255" y="110024"/>
                  <a:pt x="566277" y="99469"/>
                </a:cubicBezTo>
                <a:lnTo>
                  <a:pt x="566277" y="134248"/>
                </a:lnTo>
                <a:close/>
                <a:moveTo>
                  <a:pt x="605612" y="70275"/>
                </a:moveTo>
                <a:cubicBezTo>
                  <a:pt x="608972" y="69554"/>
                  <a:pt x="611131" y="69312"/>
                  <a:pt x="614008" y="69312"/>
                </a:cubicBezTo>
                <a:cubicBezTo>
                  <a:pt x="620002" y="69312"/>
                  <a:pt x="622162" y="73152"/>
                  <a:pt x="622162" y="83703"/>
                </a:cubicBezTo>
                <a:lnTo>
                  <a:pt x="622162" y="143661"/>
                </a:lnTo>
                <a:cubicBezTo>
                  <a:pt x="622162" y="155650"/>
                  <a:pt x="620482" y="157330"/>
                  <a:pt x="605133" y="160207"/>
                </a:cubicBezTo>
                <a:lnTo>
                  <a:pt x="605133" y="163804"/>
                </a:lnTo>
                <a:lnTo>
                  <a:pt x="662697" y="163804"/>
                </a:lnTo>
                <a:lnTo>
                  <a:pt x="662697" y="160207"/>
                </a:lnTo>
                <a:cubicBezTo>
                  <a:pt x="646386" y="159489"/>
                  <a:pt x="642309" y="155892"/>
                  <a:pt x="642309" y="142222"/>
                </a:cubicBezTo>
                <a:lnTo>
                  <a:pt x="642309" y="88259"/>
                </a:lnTo>
                <a:cubicBezTo>
                  <a:pt x="642309" y="80585"/>
                  <a:pt x="652622" y="68595"/>
                  <a:pt x="659100" y="68595"/>
                </a:cubicBezTo>
                <a:cubicBezTo>
                  <a:pt x="660538" y="68595"/>
                  <a:pt x="662697" y="69796"/>
                  <a:pt x="665336" y="72193"/>
                </a:cubicBezTo>
                <a:cubicBezTo>
                  <a:pt x="669171" y="75549"/>
                  <a:pt x="671810" y="76987"/>
                  <a:pt x="674928" y="76987"/>
                </a:cubicBezTo>
                <a:cubicBezTo>
                  <a:pt x="680685" y="76987"/>
                  <a:pt x="684283" y="72910"/>
                  <a:pt x="684283" y="66198"/>
                </a:cubicBezTo>
                <a:cubicBezTo>
                  <a:pt x="684283" y="58282"/>
                  <a:pt x="679247" y="53484"/>
                  <a:pt x="671093" y="53484"/>
                </a:cubicBezTo>
                <a:cubicBezTo>
                  <a:pt x="661017" y="53484"/>
                  <a:pt x="654064" y="59003"/>
                  <a:pt x="642309" y="76028"/>
                </a:cubicBezTo>
                <a:lnTo>
                  <a:pt x="642309" y="53967"/>
                </a:lnTo>
                <a:lnTo>
                  <a:pt x="641112" y="53484"/>
                </a:lnTo>
                <a:cubicBezTo>
                  <a:pt x="628398" y="58761"/>
                  <a:pt x="619764" y="61879"/>
                  <a:pt x="605612" y="66436"/>
                </a:cubicBezTo>
                <a:lnTo>
                  <a:pt x="605612" y="70275"/>
                </a:lnTo>
                <a:close/>
                <a:moveTo>
                  <a:pt x="766311" y="166146"/>
                </a:moveTo>
                <a:lnTo>
                  <a:pt x="801569" y="153678"/>
                </a:lnTo>
                <a:lnTo>
                  <a:pt x="801569" y="149842"/>
                </a:lnTo>
                <a:cubicBezTo>
                  <a:pt x="797251" y="150080"/>
                  <a:pt x="796771" y="150080"/>
                  <a:pt x="796050" y="150080"/>
                </a:cubicBezTo>
                <a:cubicBezTo>
                  <a:pt x="787417" y="150080"/>
                  <a:pt x="785499" y="147445"/>
                  <a:pt x="785499" y="136418"/>
                </a:cubicBezTo>
                <a:lnTo>
                  <a:pt x="785499" y="479"/>
                </a:lnTo>
                <a:lnTo>
                  <a:pt x="784299" y="0"/>
                </a:lnTo>
                <a:cubicBezTo>
                  <a:pt x="772785" y="4077"/>
                  <a:pt x="764393" y="6474"/>
                  <a:pt x="749041" y="10555"/>
                </a:cubicBezTo>
                <a:lnTo>
                  <a:pt x="749041" y="14390"/>
                </a:lnTo>
                <a:cubicBezTo>
                  <a:pt x="750962" y="14152"/>
                  <a:pt x="752400" y="14152"/>
                  <a:pt x="754318" y="14152"/>
                </a:cubicBezTo>
                <a:cubicBezTo>
                  <a:pt x="763193" y="14152"/>
                  <a:pt x="765352" y="16549"/>
                  <a:pt x="765352" y="26383"/>
                </a:cubicBezTo>
                <a:lnTo>
                  <a:pt x="765352" y="63797"/>
                </a:lnTo>
                <a:cubicBezTo>
                  <a:pt x="756236" y="56123"/>
                  <a:pt x="749761" y="53484"/>
                  <a:pt x="740166" y="53484"/>
                </a:cubicBezTo>
                <a:cubicBezTo>
                  <a:pt x="712586" y="53484"/>
                  <a:pt x="690279" y="80574"/>
                  <a:pt x="690279" y="114609"/>
                </a:cubicBezTo>
                <a:cubicBezTo>
                  <a:pt x="690279" y="145286"/>
                  <a:pt x="708267" y="166146"/>
                  <a:pt x="734650" y="166146"/>
                </a:cubicBezTo>
                <a:cubicBezTo>
                  <a:pt x="748082" y="166146"/>
                  <a:pt x="757198" y="161352"/>
                  <a:pt x="765352" y="150080"/>
                </a:cubicBezTo>
                <a:lnTo>
                  <a:pt x="765352" y="165429"/>
                </a:lnTo>
                <a:lnTo>
                  <a:pt x="766311" y="166146"/>
                </a:lnTo>
                <a:moveTo>
                  <a:pt x="765352" y="139295"/>
                </a:moveTo>
                <a:cubicBezTo>
                  <a:pt x="765352" y="140974"/>
                  <a:pt x="763672" y="143851"/>
                  <a:pt x="761275" y="146486"/>
                </a:cubicBezTo>
                <a:cubicBezTo>
                  <a:pt x="756957" y="151280"/>
                  <a:pt x="750962" y="153678"/>
                  <a:pt x="744005" y="153678"/>
                </a:cubicBezTo>
                <a:cubicBezTo>
                  <a:pt x="724099" y="153678"/>
                  <a:pt x="710906" y="134500"/>
                  <a:pt x="710906" y="105021"/>
                </a:cubicBezTo>
                <a:cubicBezTo>
                  <a:pt x="710906" y="77939"/>
                  <a:pt x="722657" y="60203"/>
                  <a:pt x="740887" y="60203"/>
                </a:cubicBezTo>
                <a:cubicBezTo>
                  <a:pt x="753601" y="60203"/>
                  <a:pt x="765352" y="71464"/>
                  <a:pt x="765352" y="84167"/>
                </a:cubicBezTo>
                <a:lnTo>
                  <a:pt x="765352" y="139295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F70F81-DB8D-4B04-BD3C-8DCE01F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17" y="1099303"/>
            <a:ext cx="883672" cy="372894"/>
          </a:xfrm>
          <a:custGeom xmlns:a="http://schemas.openxmlformats.org/drawingml/2006/main">
            <a:pathLst>
              <a:path w="883672" h="372894">
                <a:moveTo>
                  <a:pt x="78773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76954"/>
                </a:lnTo>
                <a:cubicBezTo>
                  <a:pt x="0" y="329941"/>
                  <a:pt x="42953" y="372894"/>
                  <a:pt x="95940" y="372894"/>
                </a:cubicBezTo>
                <a:lnTo>
                  <a:pt x="787731" y="372894"/>
                </a:lnTo>
                <a:cubicBezTo>
                  <a:pt x="840719" y="372894"/>
                  <a:pt x="883672" y="329941"/>
                  <a:pt x="883672" y="276954"/>
                </a:cubicBezTo>
                <a:lnTo>
                  <a:pt x="883672" y="95940"/>
                </a:lnTo>
                <a:cubicBezTo>
                  <a:pt x="883672" y="42953"/>
                  <a:pt x="840719" y="0"/>
                  <a:pt x="787731" y="0"/>
                </a:cubicBezTo>
                <a:close/>
                <a:moveTo>
                  <a:pt x="0" y="37289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28B97-B145-4FA1-8B1E-E5CFF022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17" y="1099303"/>
            <a:ext cx="883672" cy="372894"/>
          </a:xfrm>
          <a:custGeom xmlns:a="http://schemas.openxmlformats.org/drawingml/2006/main">
            <a:pathLst>
              <a:path w="883672" h="372894" fill="none">
                <a:moveTo>
                  <a:pt x="78773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76954"/>
                </a:lnTo>
                <a:cubicBezTo>
                  <a:pt x="0" y="329941"/>
                  <a:pt x="42953" y="372894"/>
                  <a:pt x="95940" y="372894"/>
                </a:cubicBezTo>
                <a:lnTo>
                  <a:pt x="787731" y="372894"/>
                </a:lnTo>
                <a:cubicBezTo>
                  <a:pt x="840719" y="372894"/>
                  <a:pt x="883672" y="329941"/>
                  <a:pt x="883672" y="276954"/>
                </a:cubicBezTo>
                <a:lnTo>
                  <a:pt x="883672" y="95940"/>
                </a:lnTo>
                <a:cubicBezTo>
                  <a:pt x="883672" y="42953"/>
                  <a:pt x="840719" y="0"/>
                  <a:pt x="787731" y="0"/>
                </a:cubicBezTo>
                <a:close/>
                <a:moveTo>
                  <a:pt x="0" y="37289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2" name="Text x∈R">
            <a:extLst xmlns:a="http://schemas.openxmlformats.org/drawingml/2006/main">
              <a:ext uri="{FF2B5EF4-FFF2-40B4-BE49-F238E27FC236}">
                <a16:creationId xmlns:a16="http://schemas.microsoft.com/office/drawing/2014/main" id="{4BA3A045-F790-4F1B-821F-D3997CB3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36" y="1218700"/>
            <a:ext cx="602049" cy="173788"/>
          </a:xfrm>
          <a:custGeom xmlns:a="http://schemas.openxmlformats.org/drawingml/2006/main">
            <a:pathLst>
              <a:path w="602049" h="173788">
                <a:moveTo>
                  <a:pt x="77712" y="105145"/>
                </a:moveTo>
                <a:lnTo>
                  <a:pt x="105775" y="73935"/>
                </a:lnTo>
                <a:cubicBezTo>
                  <a:pt x="108893" y="70575"/>
                  <a:pt x="110331" y="68895"/>
                  <a:pt x="130237" y="68895"/>
                </a:cubicBezTo>
                <a:lnTo>
                  <a:pt x="130237" y="57619"/>
                </a:lnTo>
                <a:cubicBezTo>
                  <a:pt x="121845" y="58103"/>
                  <a:pt x="109372" y="58340"/>
                  <a:pt x="108172" y="58340"/>
                </a:cubicBezTo>
                <a:cubicBezTo>
                  <a:pt x="102177" y="58340"/>
                  <a:pt x="90184" y="57861"/>
                  <a:pt x="83468" y="57619"/>
                </a:cubicBezTo>
                <a:lnTo>
                  <a:pt x="83468" y="68895"/>
                </a:lnTo>
                <a:cubicBezTo>
                  <a:pt x="86824" y="68895"/>
                  <a:pt x="89705" y="69375"/>
                  <a:pt x="92581" y="71054"/>
                </a:cubicBezTo>
                <a:cubicBezTo>
                  <a:pt x="91622" y="72496"/>
                  <a:pt x="91622" y="72976"/>
                  <a:pt x="90664" y="73935"/>
                </a:cubicBezTo>
                <a:lnTo>
                  <a:pt x="70516" y="96505"/>
                </a:lnTo>
                <a:lnTo>
                  <a:pt x="47010" y="68895"/>
                </a:lnTo>
                <a:lnTo>
                  <a:pt x="56606" y="68895"/>
                </a:lnTo>
                <a:lnTo>
                  <a:pt x="56606" y="57619"/>
                </a:lnTo>
                <a:cubicBezTo>
                  <a:pt x="50369" y="57861"/>
                  <a:pt x="35258" y="58340"/>
                  <a:pt x="27584" y="58340"/>
                </a:cubicBezTo>
                <a:cubicBezTo>
                  <a:pt x="19909" y="58340"/>
                  <a:pt x="9116" y="57861"/>
                  <a:pt x="1200" y="57619"/>
                </a:cubicBezTo>
                <a:lnTo>
                  <a:pt x="1200" y="68895"/>
                </a:lnTo>
                <a:lnTo>
                  <a:pt x="18229" y="68895"/>
                </a:lnTo>
                <a:lnTo>
                  <a:pt x="55647" y="113069"/>
                </a:lnTo>
                <a:lnTo>
                  <a:pt x="24224" y="148360"/>
                </a:lnTo>
                <a:cubicBezTo>
                  <a:pt x="20147" y="152920"/>
                  <a:pt x="11514" y="152920"/>
                  <a:pt x="0" y="152920"/>
                </a:cubicBezTo>
                <a:lnTo>
                  <a:pt x="0" y="164192"/>
                </a:lnTo>
                <a:cubicBezTo>
                  <a:pt x="8396" y="163713"/>
                  <a:pt x="20868" y="163475"/>
                  <a:pt x="22068" y="163475"/>
                </a:cubicBezTo>
                <a:cubicBezTo>
                  <a:pt x="28063" y="163475"/>
                  <a:pt x="41974" y="163954"/>
                  <a:pt x="46772" y="164192"/>
                </a:cubicBezTo>
                <a:lnTo>
                  <a:pt x="46772" y="152920"/>
                </a:lnTo>
                <a:cubicBezTo>
                  <a:pt x="42453" y="152920"/>
                  <a:pt x="37897" y="151720"/>
                  <a:pt x="37897" y="150281"/>
                </a:cubicBezTo>
                <a:cubicBezTo>
                  <a:pt x="37897" y="150040"/>
                  <a:pt x="37897" y="149802"/>
                  <a:pt x="39577" y="147880"/>
                </a:cubicBezTo>
                <a:lnTo>
                  <a:pt x="62842" y="121709"/>
                </a:lnTo>
                <a:lnTo>
                  <a:pt x="89225" y="152920"/>
                </a:lnTo>
                <a:lnTo>
                  <a:pt x="79871" y="152920"/>
                </a:lnTo>
                <a:lnTo>
                  <a:pt x="79871" y="164192"/>
                </a:lnTo>
                <a:cubicBezTo>
                  <a:pt x="86107" y="163954"/>
                  <a:pt x="100735" y="163475"/>
                  <a:pt x="108651" y="163475"/>
                </a:cubicBezTo>
                <a:cubicBezTo>
                  <a:pt x="116326" y="163475"/>
                  <a:pt x="127119" y="163954"/>
                  <a:pt x="135035" y="164192"/>
                </a:cubicBezTo>
                <a:lnTo>
                  <a:pt x="135035" y="152920"/>
                </a:lnTo>
                <a:lnTo>
                  <a:pt x="118006" y="152920"/>
                </a:lnTo>
                <a:lnTo>
                  <a:pt x="77712" y="105145"/>
                </a:lnTo>
                <a:close/>
                <a:moveTo>
                  <a:pt x="338354" y="108915"/>
                </a:moveTo>
                <a:cubicBezTo>
                  <a:pt x="342431" y="108915"/>
                  <a:pt x="346750" y="108915"/>
                  <a:pt x="346750" y="104121"/>
                </a:cubicBezTo>
                <a:cubicBezTo>
                  <a:pt x="346750" y="99323"/>
                  <a:pt x="342431" y="99323"/>
                  <a:pt x="338354" y="99323"/>
                </a:cubicBezTo>
                <a:lnTo>
                  <a:pt x="236660" y="99323"/>
                </a:lnTo>
                <a:cubicBezTo>
                  <a:pt x="239537" y="67248"/>
                  <a:pt x="267120" y="44269"/>
                  <a:pt x="300940" y="44269"/>
                </a:cubicBezTo>
                <a:lnTo>
                  <a:pt x="338354" y="44269"/>
                </a:lnTo>
                <a:cubicBezTo>
                  <a:pt x="342431" y="44269"/>
                  <a:pt x="346750" y="44269"/>
                  <a:pt x="346750" y="39474"/>
                </a:cubicBezTo>
                <a:cubicBezTo>
                  <a:pt x="346750" y="34676"/>
                  <a:pt x="342431" y="34676"/>
                  <a:pt x="338354" y="34676"/>
                </a:cubicBezTo>
                <a:lnTo>
                  <a:pt x="300461" y="34676"/>
                </a:lnTo>
                <a:cubicBezTo>
                  <a:pt x="259446" y="34676"/>
                  <a:pt x="226826" y="65814"/>
                  <a:pt x="226826" y="104121"/>
                </a:cubicBezTo>
                <a:cubicBezTo>
                  <a:pt x="226826" y="142563"/>
                  <a:pt x="259446" y="173788"/>
                  <a:pt x="300461" y="173788"/>
                </a:cubicBezTo>
                <a:lnTo>
                  <a:pt x="338354" y="173788"/>
                </a:lnTo>
                <a:cubicBezTo>
                  <a:pt x="342431" y="173788"/>
                  <a:pt x="346750" y="173788"/>
                  <a:pt x="346750" y="168990"/>
                </a:cubicBezTo>
                <a:cubicBezTo>
                  <a:pt x="346750" y="164192"/>
                  <a:pt x="342431" y="164192"/>
                  <a:pt x="338354" y="164192"/>
                </a:cubicBezTo>
                <a:lnTo>
                  <a:pt x="300940" y="164192"/>
                </a:lnTo>
                <a:cubicBezTo>
                  <a:pt x="267120" y="164192"/>
                  <a:pt x="239537" y="141121"/>
                  <a:pt x="236660" y="108915"/>
                </a:cubicBezTo>
                <a:lnTo>
                  <a:pt x="338354" y="108915"/>
                </a:lnTo>
                <a:close/>
                <a:moveTo>
                  <a:pt x="497716" y="88969"/>
                </a:moveTo>
                <a:lnTo>
                  <a:pt x="506350" y="88969"/>
                </a:lnTo>
                <a:lnTo>
                  <a:pt x="542329" y="144543"/>
                </a:lnTo>
                <a:cubicBezTo>
                  <a:pt x="544726" y="148374"/>
                  <a:pt x="550483" y="157718"/>
                  <a:pt x="553122" y="161315"/>
                </a:cubicBezTo>
                <a:cubicBezTo>
                  <a:pt x="554801" y="164192"/>
                  <a:pt x="555519" y="164192"/>
                  <a:pt x="561038" y="164192"/>
                </a:cubicBezTo>
                <a:lnTo>
                  <a:pt x="594137" y="164192"/>
                </a:lnTo>
                <a:cubicBezTo>
                  <a:pt x="598452" y="164192"/>
                  <a:pt x="602049" y="164192"/>
                  <a:pt x="602049" y="159877"/>
                </a:cubicBezTo>
                <a:cubicBezTo>
                  <a:pt x="602049" y="157959"/>
                  <a:pt x="600611" y="156280"/>
                  <a:pt x="598452" y="155800"/>
                </a:cubicBezTo>
                <a:cubicBezTo>
                  <a:pt x="589580" y="153882"/>
                  <a:pt x="577825" y="138072"/>
                  <a:pt x="572068" y="130409"/>
                </a:cubicBezTo>
                <a:cubicBezTo>
                  <a:pt x="570392" y="128015"/>
                  <a:pt x="558399" y="112205"/>
                  <a:pt x="542329" y="86330"/>
                </a:cubicBezTo>
                <a:cubicBezTo>
                  <a:pt x="563676" y="82495"/>
                  <a:pt x="584303" y="73382"/>
                  <a:pt x="584303" y="44847"/>
                </a:cubicBezTo>
                <a:cubicBezTo>
                  <a:pt x="584303" y="11514"/>
                  <a:pt x="549045" y="0"/>
                  <a:pt x="520744" y="0"/>
                </a:cubicBezTo>
                <a:lnTo>
                  <a:pt x="445429" y="0"/>
                </a:lnTo>
                <a:cubicBezTo>
                  <a:pt x="441114" y="0"/>
                  <a:pt x="437275" y="0"/>
                  <a:pt x="437275" y="4319"/>
                </a:cubicBezTo>
                <a:cubicBezTo>
                  <a:pt x="437275" y="8396"/>
                  <a:pt x="441832" y="8396"/>
                  <a:pt x="443753" y="8396"/>
                </a:cubicBezTo>
                <a:cubicBezTo>
                  <a:pt x="457422" y="8396"/>
                  <a:pt x="458623" y="10075"/>
                  <a:pt x="458623" y="22065"/>
                </a:cubicBezTo>
                <a:lnTo>
                  <a:pt x="458623" y="142146"/>
                </a:lnTo>
                <a:cubicBezTo>
                  <a:pt x="458623" y="154124"/>
                  <a:pt x="457422" y="155800"/>
                  <a:pt x="443753" y="155800"/>
                </a:cubicBezTo>
                <a:cubicBezTo>
                  <a:pt x="441832" y="155800"/>
                  <a:pt x="437275" y="155800"/>
                  <a:pt x="437275" y="159877"/>
                </a:cubicBezTo>
                <a:cubicBezTo>
                  <a:pt x="437275" y="164192"/>
                  <a:pt x="441114" y="164192"/>
                  <a:pt x="445429" y="164192"/>
                </a:cubicBezTo>
                <a:lnTo>
                  <a:pt x="511148" y="164192"/>
                </a:lnTo>
                <a:cubicBezTo>
                  <a:pt x="515466" y="164192"/>
                  <a:pt x="519064" y="164192"/>
                  <a:pt x="519064" y="159877"/>
                </a:cubicBezTo>
                <a:cubicBezTo>
                  <a:pt x="519064" y="155800"/>
                  <a:pt x="514987" y="155800"/>
                  <a:pt x="512348" y="155800"/>
                </a:cubicBezTo>
                <a:cubicBezTo>
                  <a:pt x="498675" y="155800"/>
                  <a:pt x="497716" y="153882"/>
                  <a:pt x="497716" y="142146"/>
                </a:cubicBezTo>
                <a:lnTo>
                  <a:pt x="497716" y="88969"/>
                </a:lnTo>
                <a:moveTo>
                  <a:pt x="544009" y="77218"/>
                </a:moveTo>
                <a:cubicBezTo>
                  <a:pt x="550724" y="68346"/>
                  <a:pt x="551442" y="55636"/>
                  <a:pt x="551442" y="45085"/>
                </a:cubicBezTo>
                <a:cubicBezTo>
                  <a:pt x="551442" y="33575"/>
                  <a:pt x="550003" y="20864"/>
                  <a:pt x="542329" y="11034"/>
                </a:cubicBezTo>
                <a:cubicBezTo>
                  <a:pt x="552163" y="13193"/>
                  <a:pt x="575907" y="20626"/>
                  <a:pt x="575907" y="44847"/>
                </a:cubicBezTo>
                <a:cubicBezTo>
                  <a:pt x="575907" y="60434"/>
                  <a:pt x="568712" y="72661"/>
                  <a:pt x="544009" y="77218"/>
                </a:cubicBezTo>
                <a:moveTo>
                  <a:pt x="497716" y="21344"/>
                </a:moveTo>
                <a:cubicBezTo>
                  <a:pt x="497716" y="16308"/>
                  <a:pt x="497716" y="8396"/>
                  <a:pt x="512586" y="8396"/>
                </a:cubicBezTo>
                <a:cubicBezTo>
                  <a:pt x="532975" y="8396"/>
                  <a:pt x="543050" y="16791"/>
                  <a:pt x="543050" y="45085"/>
                </a:cubicBezTo>
                <a:cubicBezTo>
                  <a:pt x="543050" y="76021"/>
                  <a:pt x="535613" y="80574"/>
                  <a:pt x="497716" y="80574"/>
                </a:cubicBezTo>
                <a:lnTo>
                  <a:pt x="497716" y="21344"/>
                </a:lnTo>
                <a:moveTo>
                  <a:pt x="465097" y="155800"/>
                </a:moveTo>
                <a:cubicBezTo>
                  <a:pt x="467018" y="151489"/>
                  <a:pt x="467018" y="144781"/>
                  <a:pt x="467018" y="142625"/>
                </a:cubicBezTo>
                <a:lnTo>
                  <a:pt x="467018" y="21585"/>
                </a:lnTo>
                <a:cubicBezTo>
                  <a:pt x="467018" y="19188"/>
                  <a:pt x="467018" y="12714"/>
                  <a:pt x="465097" y="8396"/>
                </a:cubicBezTo>
                <a:lnTo>
                  <a:pt x="492439" y="8396"/>
                </a:lnTo>
                <a:cubicBezTo>
                  <a:pt x="489321" y="12235"/>
                  <a:pt x="489321" y="17029"/>
                  <a:pt x="489321" y="20626"/>
                </a:cubicBezTo>
                <a:lnTo>
                  <a:pt x="489321" y="142625"/>
                </a:lnTo>
                <a:cubicBezTo>
                  <a:pt x="489321" y="145018"/>
                  <a:pt x="489321" y="151489"/>
                  <a:pt x="491242" y="155800"/>
                </a:cubicBezTo>
                <a:lnTo>
                  <a:pt x="465097" y="155800"/>
                </a:lnTo>
                <a:moveTo>
                  <a:pt x="516183" y="88969"/>
                </a:moveTo>
                <a:cubicBezTo>
                  <a:pt x="517863" y="88731"/>
                  <a:pt x="518822" y="88490"/>
                  <a:pt x="520744" y="88490"/>
                </a:cubicBezTo>
                <a:cubicBezTo>
                  <a:pt x="524341" y="88490"/>
                  <a:pt x="529615" y="88010"/>
                  <a:pt x="533216" y="87531"/>
                </a:cubicBezTo>
                <a:cubicBezTo>
                  <a:pt x="536814" y="93280"/>
                  <a:pt x="562714" y="135917"/>
                  <a:pt x="582623" y="155800"/>
                </a:cubicBezTo>
                <a:lnTo>
                  <a:pt x="559358" y="155800"/>
                </a:lnTo>
                <a:lnTo>
                  <a:pt x="516183" y="88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d">
            <a:extLst xmlns:a="http://schemas.openxmlformats.org/drawingml/2006/main">
              <a:ext uri="{FF2B5EF4-FFF2-40B4-BE49-F238E27FC236}">
                <a16:creationId xmlns:a16="http://schemas.microsoft.com/office/drawing/2014/main" id="{382D0AD7-5AA3-47A6-8871-0E447FED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457" y="1179269"/>
            <a:ext cx="86298" cy="118208"/>
          </a:xfrm>
          <a:custGeom xmlns:a="http://schemas.openxmlformats.org/drawingml/2006/main">
            <a:pathLst>
              <a:path w="86298" h="118208">
                <a:moveTo>
                  <a:pt x="85627" y="5037"/>
                </a:moveTo>
                <a:cubicBezTo>
                  <a:pt x="85793" y="4701"/>
                  <a:pt x="86298" y="2518"/>
                  <a:pt x="86298" y="2352"/>
                </a:cubicBezTo>
                <a:cubicBezTo>
                  <a:pt x="86298" y="1511"/>
                  <a:pt x="85627" y="0"/>
                  <a:pt x="83611" y="0"/>
                </a:cubicBezTo>
                <a:cubicBezTo>
                  <a:pt x="80252" y="0"/>
                  <a:pt x="66318" y="1342"/>
                  <a:pt x="62122" y="1678"/>
                </a:cubicBezTo>
                <a:cubicBezTo>
                  <a:pt x="60777" y="1847"/>
                  <a:pt x="58428" y="2014"/>
                  <a:pt x="58428" y="5541"/>
                </a:cubicBezTo>
                <a:cubicBezTo>
                  <a:pt x="58428" y="7890"/>
                  <a:pt x="60777" y="7890"/>
                  <a:pt x="62793" y="7890"/>
                </a:cubicBezTo>
                <a:cubicBezTo>
                  <a:pt x="70850" y="7890"/>
                  <a:pt x="70850" y="9066"/>
                  <a:pt x="70850" y="10409"/>
                </a:cubicBezTo>
                <a:cubicBezTo>
                  <a:pt x="70850" y="11582"/>
                  <a:pt x="70514" y="12589"/>
                  <a:pt x="70179" y="14100"/>
                </a:cubicBezTo>
                <a:lnTo>
                  <a:pt x="60610" y="52369"/>
                </a:lnTo>
                <a:cubicBezTo>
                  <a:pt x="57083" y="46825"/>
                  <a:pt x="51375" y="42460"/>
                  <a:pt x="43318" y="42460"/>
                </a:cubicBezTo>
                <a:cubicBezTo>
                  <a:pt x="21827" y="42460"/>
                  <a:pt x="0" y="66141"/>
                  <a:pt x="0" y="90330"/>
                </a:cubicBezTo>
                <a:cubicBezTo>
                  <a:pt x="0" y="106621"/>
                  <a:pt x="10913" y="118208"/>
                  <a:pt x="25352" y="118208"/>
                </a:cubicBezTo>
                <a:cubicBezTo>
                  <a:pt x="34418" y="118208"/>
                  <a:pt x="42478" y="113005"/>
                  <a:pt x="49192" y="106454"/>
                </a:cubicBezTo>
                <a:cubicBezTo>
                  <a:pt x="52382" y="116530"/>
                  <a:pt x="62122" y="118208"/>
                  <a:pt x="66487" y="118208"/>
                </a:cubicBezTo>
                <a:cubicBezTo>
                  <a:pt x="72531" y="118208"/>
                  <a:pt x="76727" y="114517"/>
                  <a:pt x="79750" y="109308"/>
                </a:cubicBezTo>
                <a:cubicBezTo>
                  <a:pt x="83444" y="102758"/>
                  <a:pt x="85627" y="93184"/>
                  <a:pt x="85627" y="92513"/>
                </a:cubicBezTo>
                <a:cubicBezTo>
                  <a:pt x="85627" y="90330"/>
                  <a:pt x="83444" y="90330"/>
                  <a:pt x="82939" y="90330"/>
                </a:cubicBezTo>
                <a:cubicBezTo>
                  <a:pt x="80590" y="90330"/>
                  <a:pt x="80421" y="91001"/>
                  <a:pt x="79245" y="95536"/>
                </a:cubicBezTo>
                <a:cubicBezTo>
                  <a:pt x="77232" y="103598"/>
                  <a:pt x="74042" y="113507"/>
                  <a:pt x="66989" y="113507"/>
                </a:cubicBezTo>
                <a:cubicBezTo>
                  <a:pt x="62624" y="113507"/>
                  <a:pt x="61448" y="109813"/>
                  <a:pt x="61448" y="105279"/>
                </a:cubicBezTo>
                <a:cubicBezTo>
                  <a:pt x="61448" y="102086"/>
                  <a:pt x="61786" y="100575"/>
                  <a:pt x="62288" y="98392"/>
                </a:cubicBezTo>
                <a:lnTo>
                  <a:pt x="85627" y="5037"/>
                </a:lnTo>
                <a:moveTo>
                  <a:pt x="49864" y="95536"/>
                </a:moveTo>
                <a:cubicBezTo>
                  <a:pt x="48690" y="100239"/>
                  <a:pt x="44996" y="103598"/>
                  <a:pt x="41302" y="106790"/>
                </a:cubicBezTo>
                <a:cubicBezTo>
                  <a:pt x="39790" y="108132"/>
                  <a:pt x="33076" y="113507"/>
                  <a:pt x="25857" y="113507"/>
                </a:cubicBezTo>
                <a:cubicBezTo>
                  <a:pt x="19644" y="113507"/>
                  <a:pt x="13601" y="109142"/>
                  <a:pt x="13601" y="97216"/>
                </a:cubicBezTo>
                <a:cubicBezTo>
                  <a:pt x="13601" y="88314"/>
                  <a:pt x="18468" y="69838"/>
                  <a:pt x="22332" y="63118"/>
                </a:cubicBezTo>
                <a:cubicBezTo>
                  <a:pt x="30053" y="49682"/>
                  <a:pt x="38617" y="47163"/>
                  <a:pt x="43318" y="47163"/>
                </a:cubicBezTo>
                <a:cubicBezTo>
                  <a:pt x="55069" y="47163"/>
                  <a:pt x="58259" y="59926"/>
                  <a:pt x="58259" y="61776"/>
                </a:cubicBezTo>
                <a:cubicBezTo>
                  <a:pt x="58259" y="62447"/>
                  <a:pt x="57923" y="63623"/>
                  <a:pt x="57757" y="64128"/>
                </a:cubicBezTo>
                <a:lnTo>
                  <a:pt x="49864" y="95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6E55D-93E7-469B-9280-26EC83B8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49" y="1080672"/>
            <a:ext cx="1016776" cy="410155"/>
          </a:xfrm>
          <a:custGeom xmlns:a="http://schemas.openxmlformats.org/drawingml/2006/main">
            <a:pathLst>
              <a:path w="1016776" h="410155">
                <a:moveTo>
                  <a:pt x="0" y="410155"/>
                </a:moveTo>
                <a:lnTo>
                  <a:pt x="1016776" y="410155"/>
                </a:lnTo>
                <a:lnTo>
                  <a:pt x="1016776" y="0"/>
                </a:lnTo>
                <a:lnTo>
                  <a:pt x="0" y="0"/>
                </a:lnTo>
                <a:lnTo>
                  <a:pt x="0" y="410155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BB2BB-B9B5-4026-8D4F-4B267C65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649" y="1080672"/>
            <a:ext cx="1016776" cy="410155"/>
          </a:xfrm>
          <a:custGeom xmlns:a="http://schemas.openxmlformats.org/drawingml/2006/main">
            <a:pathLst>
              <a:path w="1016776" h="410155" fill="none">
                <a:moveTo>
                  <a:pt x="0" y="410155"/>
                </a:moveTo>
                <a:lnTo>
                  <a:pt x="1016776" y="410155"/>
                </a:lnTo>
                <a:lnTo>
                  <a:pt x="1016776" y="0"/>
                </a:lnTo>
                <a:lnTo>
                  <a:pt x="0" y="0"/>
                </a:lnTo>
                <a:lnTo>
                  <a:pt x="0" y="4101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6" name="Text y">
            <a:extLst xmlns:a="http://schemas.openxmlformats.org/drawingml/2006/main">
              <a:ext uri="{FF2B5EF4-FFF2-40B4-BE49-F238E27FC236}">
                <a16:creationId xmlns:a16="http://schemas.microsoft.com/office/drawing/2014/main" id="{2740722A-0841-412E-854E-8836D619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861" y="1257685"/>
            <a:ext cx="133834" cy="154589"/>
          </a:xfrm>
          <a:custGeom xmlns:a="http://schemas.openxmlformats.org/drawingml/2006/main">
            <a:pathLst>
              <a:path w="133834" h="154589">
                <a:moveTo>
                  <a:pt x="116088" y="16315"/>
                </a:moveTo>
                <a:cubicBezTo>
                  <a:pt x="117768" y="12956"/>
                  <a:pt x="118485" y="11276"/>
                  <a:pt x="133834" y="11276"/>
                </a:cubicBezTo>
                <a:lnTo>
                  <a:pt x="133834" y="0"/>
                </a:lnTo>
                <a:cubicBezTo>
                  <a:pt x="128081" y="483"/>
                  <a:pt x="120886" y="721"/>
                  <a:pt x="114888" y="721"/>
                </a:cubicBezTo>
                <a:cubicBezTo>
                  <a:pt x="108893" y="721"/>
                  <a:pt x="98100" y="242"/>
                  <a:pt x="93061" y="0"/>
                </a:cubicBezTo>
                <a:lnTo>
                  <a:pt x="93061" y="11276"/>
                </a:lnTo>
                <a:cubicBezTo>
                  <a:pt x="93540" y="11276"/>
                  <a:pt x="104336" y="11276"/>
                  <a:pt x="104336" y="14156"/>
                </a:cubicBezTo>
                <a:cubicBezTo>
                  <a:pt x="104336" y="14398"/>
                  <a:pt x="103374" y="16798"/>
                  <a:pt x="103136" y="17036"/>
                </a:cubicBezTo>
                <a:lnTo>
                  <a:pt x="75552" y="76094"/>
                </a:lnTo>
                <a:lnTo>
                  <a:pt x="45092" y="11276"/>
                </a:lnTo>
                <a:lnTo>
                  <a:pt x="58044" y="11276"/>
                </a:lnTo>
                <a:lnTo>
                  <a:pt x="58044" y="0"/>
                </a:lnTo>
                <a:cubicBezTo>
                  <a:pt x="50128" y="483"/>
                  <a:pt x="28543" y="721"/>
                  <a:pt x="28305" y="721"/>
                </a:cubicBezTo>
                <a:cubicBezTo>
                  <a:pt x="21589" y="721"/>
                  <a:pt x="10793" y="242"/>
                  <a:pt x="959" y="0"/>
                </a:cubicBezTo>
                <a:lnTo>
                  <a:pt x="959" y="11276"/>
                </a:lnTo>
                <a:lnTo>
                  <a:pt x="16312" y="11276"/>
                </a:lnTo>
                <a:lnTo>
                  <a:pt x="61162" y="106584"/>
                </a:lnTo>
                <a:lnTo>
                  <a:pt x="55647" y="118108"/>
                </a:lnTo>
                <a:cubicBezTo>
                  <a:pt x="50369" y="129633"/>
                  <a:pt x="42695" y="145955"/>
                  <a:pt x="25666" y="145955"/>
                </a:cubicBezTo>
                <a:cubicBezTo>
                  <a:pt x="22306" y="145955"/>
                  <a:pt x="21827" y="145717"/>
                  <a:pt x="19909" y="144997"/>
                </a:cubicBezTo>
                <a:cubicBezTo>
                  <a:pt x="22068" y="144034"/>
                  <a:pt x="27584" y="140674"/>
                  <a:pt x="27584" y="132271"/>
                </a:cubicBezTo>
                <a:cubicBezTo>
                  <a:pt x="27584" y="124348"/>
                  <a:pt x="21827" y="118588"/>
                  <a:pt x="13673" y="118588"/>
                </a:cubicBezTo>
                <a:cubicBezTo>
                  <a:pt x="6957" y="118588"/>
                  <a:pt x="0" y="123148"/>
                  <a:pt x="0" y="132513"/>
                </a:cubicBezTo>
                <a:cubicBezTo>
                  <a:pt x="0" y="144755"/>
                  <a:pt x="11272" y="154589"/>
                  <a:pt x="25666" y="154589"/>
                </a:cubicBezTo>
                <a:cubicBezTo>
                  <a:pt x="44133" y="154589"/>
                  <a:pt x="58044" y="139715"/>
                  <a:pt x="64522" y="126032"/>
                </a:cubicBezTo>
                <a:lnTo>
                  <a:pt x="116088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1">
            <a:extLst xmlns:a="http://schemas.openxmlformats.org/drawingml/2006/main">
              <a:ext uri="{FF2B5EF4-FFF2-40B4-BE49-F238E27FC236}">
                <a16:creationId xmlns:a16="http://schemas.microsoft.com/office/drawing/2014/main" id="{1AF33D97-785E-4ECF-AC5E-3ACCAAF3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291" y="1290045"/>
            <a:ext cx="75720" cy="110179"/>
          </a:xfrm>
          <a:custGeom xmlns:a="http://schemas.openxmlformats.org/drawingml/2006/main">
            <a:pathLst>
              <a:path w="75720" h="110179">
                <a:moveTo>
                  <a:pt x="49864" y="5885"/>
                </a:moveTo>
                <a:cubicBezTo>
                  <a:pt x="49864" y="0"/>
                  <a:pt x="48690" y="0"/>
                  <a:pt x="41637" y="0"/>
                </a:cubicBezTo>
                <a:cubicBezTo>
                  <a:pt x="31229" y="8410"/>
                  <a:pt x="17461" y="10765"/>
                  <a:pt x="4030" y="10765"/>
                </a:cubicBezTo>
                <a:lnTo>
                  <a:pt x="0" y="10765"/>
                </a:lnTo>
                <a:lnTo>
                  <a:pt x="0" y="20167"/>
                </a:lnTo>
                <a:lnTo>
                  <a:pt x="4030" y="20167"/>
                </a:lnTo>
                <a:cubicBezTo>
                  <a:pt x="10744" y="20167"/>
                  <a:pt x="20987" y="18993"/>
                  <a:pt x="28039" y="16642"/>
                </a:cubicBezTo>
                <a:lnTo>
                  <a:pt x="28039" y="100777"/>
                </a:lnTo>
                <a:lnTo>
                  <a:pt x="1511" y="100777"/>
                </a:lnTo>
                <a:lnTo>
                  <a:pt x="1511" y="110179"/>
                </a:lnTo>
                <a:cubicBezTo>
                  <a:pt x="9738" y="109508"/>
                  <a:pt x="29886" y="109508"/>
                  <a:pt x="38953" y="109508"/>
                </a:cubicBezTo>
                <a:cubicBezTo>
                  <a:pt x="44996" y="109508"/>
                  <a:pt x="51039" y="109677"/>
                  <a:pt x="57083" y="109677"/>
                </a:cubicBezTo>
                <a:cubicBezTo>
                  <a:pt x="62122" y="109677"/>
                  <a:pt x="70850" y="109844"/>
                  <a:pt x="75720" y="110179"/>
                </a:cubicBezTo>
                <a:lnTo>
                  <a:pt x="75720" y="100777"/>
                </a:lnTo>
                <a:lnTo>
                  <a:pt x="49864" y="100777"/>
                </a:lnTo>
                <a:lnTo>
                  <a:pt x="49864" y="5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∈R">
            <a:extLst xmlns:a="http://schemas.openxmlformats.org/drawingml/2006/main">
              <a:ext uri="{FF2B5EF4-FFF2-40B4-BE49-F238E27FC236}">
                <a16:creationId xmlns:a16="http://schemas.microsoft.com/office/drawing/2014/main" id="{DBE6CC6D-E145-46FF-AEA7-27E2D4D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350" y="1200065"/>
            <a:ext cx="375223" cy="173788"/>
          </a:xfrm>
          <a:custGeom xmlns:a="http://schemas.openxmlformats.org/drawingml/2006/main">
            <a:pathLst>
              <a:path w="375223" h="173788">
                <a:moveTo>
                  <a:pt x="111528" y="108915"/>
                </a:moveTo>
                <a:cubicBezTo>
                  <a:pt x="115605" y="108915"/>
                  <a:pt x="119923" y="108915"/>
                  <a:pt x="119923" y="104121"/>
                </a:cubicBezTo>
                <a:cubicBezTo>
                  <a:pt x="119923" y="99323"/>
                  <a:pt x="115605" y="99323"/>
                  <a:pt x="111528" y="99323"/>
                </a:cubicBezTo>
                <a:lnTo>
                  <a:pt x="9834" y="99323"/>
                </a:lnTo>
                <a:cubicBezTo>
                  <a:pt x="12710" y="67248"/>
                  <a:pt x="40294" y="44269"/>
                  <a:pt x="74114" y="44269"/>
                </a:cubicBezTo>
                <a:lnTo>
                  <a:pt x="111528" y="44269"/>
                </a:lnTo>
                <a:cubicBezTo>
                  <a:pt x="115605" y="44269"/>
                  <a:pt x="119923" y="44269"/>
                  <a:pt x="119923" y="39474"/>
                </a:cubicBezTo>
                <a:cubicBezTo>
                  <a:pt x="119923" y="34676"/>
                  <a:pt x="115605" y="34676"/>
                  <a:pt x="111528" y="34676"/>
                </a:cubicBezTo>
                <a:lnTo>
                  <a:pt x="73635" y="34676"/>
                </a:lnTo>
                <a:cubicBezTo>
                  <a:pt x="32620" y="34676"/>
                  <a:pt x="0" y="65814"/>
                  <a:pt x="0" y="104121"/>
                </a:cubicBezTo>
                <a:cubicBezTo>
                  <a:pt x="0" y="142563"/>
                  <a:pt x="32620" y="173788"/>
                  <a:pt x="73635" y="173788"/>
                </a:cubicBezTo>
                <a:lnTo>
                  <a:pt x="111528" y="173788"/>
                </a:lnTo>
                <a:cubicBezTo>
                  <a:pt x="115605" y="173788"/>
                  <a:pt x="119923" y="173788"/>
                  <a:pt x="119923" y="168990"/>
                </a:cubicBezTo>
                <a:cubicBezTo>
                  <a:pt x="119923" y="164192"/>
                  <a:pt x="115605" y="164192"/>
                  <a:pt x="111528" y="164192"/>
                </a:cubicBezTo>
                <a:lnTo>
                  <a:pt x="74114" y="164192"/>
                </a:lnTo>
                <a:cubicBezTo>
                  <a:pt x="40294" y="164192"/>
                  <a:pt x="12710" y="141121"/>
                  <a:pt x="9834" y="108915"/>
                </a:cubicBezTo>
                <a:lnTo>
                  <a:pt x="111528" y="108915"/>
                </a:lnTo>
                <a:close/>
                <a:moveTo>
                  <a:pt x="270890" y="88969"/>
                </a:moveTo>
                <a:lnTo>
                  <a:pt x="279523" y="88969"/>
                </a:lnTo>
                <a:lnTo>
                  <a:pt x="315503" y="144543"/>
                </a:lnTo>
                <a:cubicBezTo>
                  <a:pt x="317900" y="148374"/>
                  <a:pt x="323657" y="157718"/>
                  <a:pt x="326295" y="161315"/>
                </a:cubicBezTo>
                <a:cubicBezTo>
                  <a:pt x="327975" y="164192"/>
                  <a:pt x="328692" y="164192"/>
                  <a:pt x="334211" y="164192"/>
                </a:cubicBezTo>
                <a:lnTo>
                  <a:pt x="367310" y="164192"/>
                </a:lnTo>
                <a:cubicBezTo>
                  <a:pt x="371625" y="164192"/>
                  <a:pt x="375223" y="164192"/>
                  <a:pt x="375223" y="159877"/>
                </a:cubicBezTo>
                <a:cubicBezTo>
                  <a:pt x="375223" y="157959"/>
                  <a:pt x="373784" y="156280"/>
                  <a:pt x="371625" y="155800"/>
                </a:cubicBezTo>
                <a:cubicBezTo>
                  <a:pt x="362754" y="153882"/>
                  <a:pt x="350999" y="138072"/>
                  <a:pt x="345242" y="130409"/>
                </a:cubicBezTo>
                <a:cubicBezTo>
                  <a:pt x="343566" y="128015"/>
                  <a:pt x="331573" y="112205"/>
                  <a:pt x="315503" y="86330"/>
                </a:cubicBezTo>
                <a:cubicBezTo>
                  <a:pt x="336850" y="82495"/>
                  <a:pt x="357477" y="73382"/>
                  <a:pt x="357477" y="44847"/>
                </a:cubicBezTo>
                <a:cubicBezTo>
                  <a:pt x="357477" y="11514"/>
                  <a:pt x="322218" y="0"/>
                  <a:pt x="293917" y="0"/>
                </a:cubicBezTo>
                <a:lnTo>
                  <a:pt x="218603" y="0"/>
                </a:lnTo>
                <a:cubicBezTo>
                  <a:pt x="214288" y="0"/>
                  <a:pt x="210449" y="0"/>
                  <a:pt x="210449" y="4319"/>
                </a:cubicBezTo>
                <a:cubicBezTo>
                  <a:pt x="210449" y="8396"/>
                  <a:pt x="215005" y="8396"/>
                  <a:pt x="216927" y="8396"/>
                </a:cubicBezTo>
                <a:cubicBezTo>
                  <a:pt x="230596" y="8396"/>
                  <a:pt x="231796" y="10075"/>
                  <a:pt x="231796" y="22065"/>
                </a:cubicBezTo>
                <a:lnTo>
                  <a:pt x="231796" y="142146"/>
                </a:lnTo>
                <a:cubicBezTo>
                  <a:pt x="231796" y="154124"/>
                  <a:pt x="230596" y="155800"/>
                  <a:pt x="216927" y="155800"/>
                </a:cubicBezTo>
                <a:cubicBezTo>
                  <a:pt x="215005" y="155800"/>
                  <a:pt x="210449" y="155800"/>
                  <a:pt x="210449" y="159877"/>
                </a:cubicBezTo>
                <a:cubicBezTo>
                  <a:pt x="210449" y="164192"/>
                  <a:pt x="214288" y="164192"/>
                  <a:pt x="218603" y="164192"/>
                </a:cubicBezTo>
                <a:lnTo>
                  <a:pt x="284321" y="164192"/>
                </a:lnTo>
                <a:cubicBezTo>
                  <a:pt x="288640" y="164192"/>
                  <a:pt x="292237" y="164192"/>
                  <a:pt x="292237" y="159877"/>
                </a:cubicBezTo>
                <a:cubicBezTo>
                  <a:pt x="292237" y="155800"/>
                  <a:pt x="288160" y="155800"/>
                  <a:pt x="285522" y="155800"/>
                </a:cubicBezTo>
                <a:cubicBezTo>
                  <a:pt x="271849" y="155800"/>
                  <a:pt x="270890" y="153882"/>
                  <a:pt x="270890" y="142146"/>
                </a:cubicBezTo>
                <a:lnTo>
                  <a:pt x="270890" y="88969"/>
                </a:lnTo>
                <a:moveTo>
                  <a:pt x="317182" y="77218"/>
                </a:moveTo>
                <a:cubicBezTo>
                  <a:pt x="323898" y="68346"/>
                  <a:pt x="324615" y="55636"/>
                  <a:pt x="324615" y="45085"/>
                </a:cubicBezTo>
                <a:cubicBezTo>
                  <a:pt x="324615" y="33575"/>
                  <a:pt x="323177" y="20864"/>
                  <a:pt x="315503" y="11034"/>
                </a:cubicBezTo>
                <a:cubicBezTo>
                  <a:pt x="325336" y="13193"/>
                  <a:pt x="349081" y="20626"/>
                  <a:pt x="349081" y="44847"/>
                </a:cubicBezTo>
                <a:cubicBezTo>
                  <a:pt x="349081" y="60434"/>
                  <a:pt x="341886" y="72661"/>
                  <a:pt x="317182" y="77218"/>
                </a:cubicBezTo>
                <a:moveTo>
                  <a:pt x="270890" y="21344"/>
                </a:moveTo>
                <a:cubicBezTo>
                  <a:pt x="270890" y="16308"/>
                  <a:pt x="270890" y="8396"/>
                  <a:pt x="285760" y="8396"/>
                </a:cubicBezTo>
                <a:cubicBezTo>
                  <a:pt x="306148" y="8396"/>
                  <a:pt x="316224" y="16791"/>
                  <a:pt x="316224" y="45085"/>
                </a:cubicBezTo>
                <a:cubicBezTo>
                  <a:pt x="316224" y="76021"/>
                  <a:pt x="308787" y="80574"/>
                  <a:pt x="270890" y="80574"/>
                </a:cubicBezTo>
                <a:lnTo>
                  <a:pt x="270890" y="21344"/>
                </a:lnTo>
                <a:moveTo>
                  <a:pt x="238270" y="155800"/>
                </a:moveTo>
                <a:cubicBezTo>
                  <a:pt x="240192" y="151489"/>
                  <a:pt x="240192" y="144781"/>
                  <a:pt x="240192" y="142625"/>
                </a:cubicBezTo>
                <a:lnTo>
                  <a:pt x="240192" y="21585"/>
                </a:lnTo>
                <a:cubicBezTo>
                  <a:pt x="240192" y="19188"/>
                  <a:pt x="240192" y="12714"/>
                  <a:pt x="238270" y="8396"/>
                </a:cubicBezTo>
                <a:lnTo>
                  <a:pt x="265613" y="8396"/>
                </a:lnTo>
                <a:cubicBezTo>
                  <a:pt x="262494" y="12235"/>
                  <a:pt x="262494" y="17029"/>
                  <a:pt x="262494" y="20626"/>
                </a:cubicBezTo>
                <a:lnTo>
                  <a:pt x="262494" y="142625"/>
                </a:lnTo>
                <a:cubicBezTo>
                  <a:pt x="262494" y="145018"/>
                  <a:pt x="262494" y="151489"/>
                  <a:pt x="264416" y="155800"/>
                </a:cubicBezTo>
                <a:lnTo>
                  <a:pt x="238270" y="155800"/>
                </a:lnTo>
                <a:moveTo>
                  <a:pt x="289357" y="88969"/>
                </a:moveTo>
                <a:cubicBezTo>
                  <a:pt x="291037" y="88731"/>
                  <a:pt x="291996" y="88490"/>
                  <a:pt x="293917" y="88490"/>
                </a:cubicBezTo>
                <a:cubicBezTo>
                  <a:pt x="297515" y="88490"/>
                  <a:pt x="302789" y="88010"/>
                  <a:pt x="306390" y="87531"/>
                </a:cubicBezTo>
                <a:cubicBezTo>
                  <a:pt x="309987" y="93280"/>
                  <a:pt x="335888" y="135917"/>
                  <a:pt x="355797" y="155800"/>
                </a:cubicBezTo>
                <a:lnTo>
                  <a:pt x="332532" y="155800"/>
                </a:lnTo>
                <a:lnTo>
                  <a:pt x="289357" y="88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h">
            <a:extLst xmlns:a="http://schemas.openxmlformats.org/drawingml/2006/main">
              <a:ext uri="{FF2B5EF4-FFF2-40B4-BE49-F238E27FC236}">
                <a16:creationId xmlns:a16="http://schemas.microsoft.com/office/drawing/2014/main" id="{2DC97E6E-CF7B-4685-900B-D43A0FA9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773" y="1160634"/>
            <a:ext cx="91501" cy="118208"/>
          </a:xfrm>
          <a:custGeom xmlns:a="http://schemas.openxmlformats.org/drawingml/2006/main">
            <a:pathLst>
              <a:path w="91501" h="118208">
                <a:moveTo>
                  <a:pt x="39957" y="5037"/>
                </a:moveTo>
                <a:cubicBezTo>
                  <a:pt x="40126" y="4701"/>
                  <a:pt x="40628" y="2518"/>
                  <a:pt x="40628" y="2352"/>
                </a:cubicBezTo>
                <a:cubicBezTo>
                  <a:pt x="40628" y="1511"/>
                  <a:pt x="39957" y="0"/>
                  <a:pt x="37943" y="0"/>
                </a:cubicBezTo>
                <a:cubicBezTo>
                  <a:pt x="34585" y="0"/>
                  <a:pt x="20651" y="1342"/>
                  <a:pt x="16452" y="1678"/>
                </a:cubicBezTo>
                <a:cubicBezTo>
                  <a:pt x="15110" y="1847"/>
                  <a:pt x="12758" y="2014"/>
                  <a:pt x="12758" y="5541"/>
                </a:cubicBezTo>
                <a:cubicBezTo>
                  <a:pt x="12758" y="7890"/>
                  <a:pt x="15110" y="7890"/>
                  <a:pt x="17123" y="7890"/>
                </a:cubicBezTo>
                <a:cubicBezTo>
                  <a:pt x="25183" y="7890"/>
                  <a:pt x="25183" y="9066"/>
                  <a:pt x="25183" y="10409"/>
                </a:cubicBezTo>
                <a:cubicBezTo>
                  <a:pt x="25183" y="11582"/>
                  <a:pt x="24847" y="12589"/>
                  <a:pt x="24512" y="14100"/>
                </a:cubicBezTo>
                <a:lnTo>
                  <a:pt x="838" y="109142"/>
                </a:lnTo>
                <a:cubicBezTo>
                  <a:pt x="0" y="112165"/>
                  <a:pt x="0" y="112500"/>
                  <a:pt x="0" y="112836"/>
                </a:cubicBezTo>
                <a:cubicBezTo>
                  <a:pt x="0" y="115354"/>
                  <a:pt x="2014" y="118208"/>
                  <a:pt x="5708" y="118208"/>
                </a:cubicBezTo>
                <a:cubicBezTo>
                  <a:pt x="7555" y="118208"/>
                  <a:pt x="10744" y="117370"/>
                  <a:pt x="12591" y="113845"/>
                </a:cubicBezTo>
                <a:cubicBezTo>
                  <a:pt x="13096" y="112836"/>
                  <a:pt x="14605" y="106790"/>
                  <a:pt x="15445" y="103262"/>
                </a:cubicBezTo>
                <a:lnTo>
                  <a:pt x="19306" y="88314"/>
                </a:lnTo>
                <a:cubicBezTo>
                  <a:pt x="19811" y="85793"/>
                  <a:pt x="21489" y="79412"/>
                  <a:pt x="21993" y="76891"/>
                </a:cubicBezTo>
                <a:cubicBezTo>
                  <a:pt x="23671" y="70509"/>
                  <a:pt x="23671" y="70340"/>
                  <a:pt x="27030" y="64966"/>
                </a:cubicBezTo>
                <a:cubicBezTo>
                  <a:pt x="32402" y="56737"/>
                  <a:pt x="40797" y="47163"/>
                  <a:pt x="53893" y="47163"/>
                </a:cubicBezTo>
                <a:cubicBezTo>
                  <a:pt x="63295" y="47163"/>
                  <a:pt x="63797" y="54887"/>
                  <a:pt x="63797" y="58920"/>
                </a:cubicBezTo>
                <a:cubicBezTo>
                  <a:pt x="63797" y="68998"/>
                  <a:pt x="56578" y="87643"/>
                  <a:pt x="53893" y="94696"/>
                </a:cubicBezTo>
                <a:cubicBezTo>
                  <a:pt x="52046" y="99399"/>
                  <a:pt x="51375" y="100911"/>
                  <a:pt x="51375" y="103767"/>
                </a:cubicBezTo>
                <a:cubicBezTo>
                  <a:pt x="51375" y="112669"/>
                  <a:pt x="58761" y="118208"/>
                  <a:pt x="67325" y="118208"/>
                </a:cubicBezTo>
                <a:cubicBezTo>
                  <a:pt x="84113" y="118208"/>
                  <a:pt x="91501" y="95031"/>
                  <a:pt x="91501" y="92513"/>
                </a:cubicBezTo>
                <a:cubicBezTo>
                  <a:pt x="91501" y="90330"/>
                  <a:pt x="89318" y="90330"/>
                  <a:pt x="88814" y="90330"/>
                </a:cubicBezTo>
                <a:cubicBezTo>
                  <a:pt x="86464" y="90330"/>
                  <a:pt x="86295" y="91337"/>
                  <a:pt x="85624" y="93184"/>
                </a:cubicBezTo>
                <a:cubicBezTo>
                  <a:pt x="81763" y="106621"/>
                  <a:pt x="74375" y="113507"/>
                  <a:pt x="67827" y="113507"/>
                </a:cubicBezTo>
                <a:cubicBezTo>
                  <a:pt x="64302" y="113507"/>
                  <a:pt x="63631" y="111158"/>
                  <a:pt x="63631" y="107630"/>
                </a:cubicBezTo>
                <a:cubicBezTo>
                  <a:pt x="63631" y="103767"/>
                  <a:pt x="64471" y="101582"/>
                  <a:pt x="67492" y="94024"/>
                </a:cubicBezTo>
                <a:cubicBezTo>
                  <a:pt x="69508" y="88819"/>
                  <a:pt x="76391" y="71014"/>
                  <a:pt x="76391" y="61607"/>
                </a:cubicBezTo>
                <a:cubicBezTo>
                  <a:pt x="76391" y="58920"/>
                  <a:pt x="76391" y="51864"/>
                  <a:pt x="70179" y="46994"/>
                </a:cubicBezTo>
                <a:cubicBezTo>
                  <a:pt x="67325" y="44812"/>
                  <a:pt x="62455" y="42460"/>
                  <a:pt x="54564" y="42460"/>
                </a:cubicBezTo>
                <a:cubicBezTo>
                  <a:pt x="42309" y="42460"/>
                  <a:pt x="33409" y="49177"/>
                  <a:pt x="27199" y="56401"/>
                </a:cubicBezTo>
                <a:lnTo>
                  <a:pt x="39957" y="50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61477-895E-42D0-92B8-4D05E458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1115140"/>
            <a:ext cx="682441" cy="341220"/>
          </a:xfrm>
          <a:custGeom xmlns:a="http://schemas.openxmlformats.org/drawingml/2006/main">
            <a:pathLst>
              <a:path w="682441" h="341220">
                <a:moveTo>
                  <a:pt x="0" y="341220"/>
                </a:moveTo>
                <a:lnTo>
                  <a:pt x="682441" y="341220"/>
                </a:lnTo>
                <a:lnTo>
                  <a:pt x="682441" y="0"/>
                </a:lnTo>
                <a:lnTo>
                  <a:pt x="0" y="0"/>
                </a:lnTo>
                <a:lnTo>
                  <a:pt x="0" y="34122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8A0E6-34CC-412B-8483-4A3FB02F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1115140"/>
            <a:ext cx="682441" cy="341220"/>
          </a:xfrm>
          <a:custGeom xmlns:a="http://schemas.openxmlformats.org/drawingml/2006/main">
            <a:pathLst>
              <a:path w="682441" h="341220" fill="none">
                <a:moveTo>
                  <a:pt x="0" y="341220"/>
                </a:moveTo>
                <a:lnTo>
                  <a:pt x="682441" y="341220"/>
                </a:lnTo>
                <a:lnTo>
                  <a:pt x="682441" y="0"/>
                </a:lnTo>
                <a:lnTo>
                  <a:pt x="0" y="0"/>
                </a:lnTo>
                <a:lnTo>
                  <a:pt x="0" y="3412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22" name="Text y">
            <a:extLst xmlns:a="http://schemas.openxmlformats.org/drawingml/2006/main">
              <a:ext uri="{FF2B5EF4-FFF2-40B4-BE49-F238E27FC236}">
                <a16:creationId xmlns:a16="http://schemas.microsoft.com/office/drawing/2014/main" id="{AB2FAEF0-4C58-41FB-87DA-48EB3B3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054" y="1209175"/>
            <a:ext cx="133834" cy="154589"/>
          </a:xfrm>
          <a:custGeom xmlns:a="http://schemas.openxmlformats.org/drawingml/2006/main">
            <a:pathLst>
              <a:path w="133834" h="154589">
                <a:moveTo>
                  <a:pt x="116088" y="16315"/>
                </a:moveTo>
                <a:cubicBezTo>
                  <a:pt x="117768" y="12956"/>
                  <a:pt x="118485" y="11276"/>
                  <a:pt x="133834" y="11276"/>
                </a:cubicBezTo>
                <a:lnTo>
                  <a:pt x="133834" y="0"/>
                </a:lnTo>
                <a:cubicBezTo>
                  <a:pt x="128081" y="483"/>
                  <a:pt x="120886" y="721"/>
                  <a:pt x="114888" y="721"/>
                </a:cubicBezTo>
                <a:cubicBezTo>
                  <a:pt x="108893" y="721"/>
                  <a:pt x="98100" y="242"/>
                  <a:pt x="93061" y="0"/>
                </a:cubicBezTo>
                <a:lnTo>
                  <a:pt x="93061" y="11276"/>
                </a:lnTo>
                <a:cubicBezTo>
                  <a:pt x="93540" y="11276"/>
                  <a:pt x="104336" y="11276"/>
                  <a:pt x="104336" y="14156"/>
                </a:cubicBezTo>
                <a:cubicBezTo>
                  <a:pt x="104336" y="14398"/>
                  <a:pt x="103374" y="16798"/>
                  <a:pt x="103136" y="17036"/>
                </a:cubicBezTo>
                <a:lnTo>
                  <a:pt x="75552" y="76094"/>
                </a:lnTo>
                <a:lnTo>
                  <a:pt x="45092" y="11276"/>
                </a:lnTo>
                <a:lnTo>
                  <a:pt x="58044" y="11276"/>
                </a:lnTo>
                <a:lnTo>
                  <a:pt x="58044" y="0"/>
                </a:lnTo>
                <a:cubicBezTo>
                  <a:pt x="50128" y="483"/>
                  <a:pt x="28543" y="721"/>
                  <a:pt x="28305" y="721"/>
                </a:cubicBezTo>
                <a:cubicBezTo>
                  <a:pt x="21589" y="721"/>
                  <a:pt x="10793" y="242"/>
                  <a:pt x="959" y="0"/>
                </a:cubicBezTo>
                <a:lnTo>
                  <a:pt x="959" y="11276"/>
                </a:lnTo>
                <a:lnTo>
                  <a:pt x="16312" y="11276"/>
                </a:lnTo>
                <a:lnTo>
                  <a:pt x="61162" y="106584"/>
                </a:lnTo>
                <a:lnTo>
                  <a:pt x="55647" y="118108"/>
                </a:lnTo>
                <a:cubicBezTo>
                  <a:pt x="50369" y="129633"/>
                  <a:pt x="42695" y="145955"/>
                  <a:pt x="25666" y="145955"/>
                </a:cubicBezTo>
                <a:cubicBezTo>
                  <a:pt x="22306" y="145955"/>
                  <a:pt x="21827" y="145717"/>
                  <a:pt x="19909" y="144997"/>
                </a:cubicBezTo>
                <a:cubicBezTo>
                  <a:pt x="22068" y="144034"/>
                  <a:pt x="27584" y="140674"/>
                  <a:pt x="27584" y="132271"/>
                </a:cubicBezTo>
                <a:cubicBezTo>
                  <a:pt x="27584" y="124348"/>
                  <a:pt x="21827" y="118588"/>
                  <a:pt x="13673" y="118588"/>
                </a:cubicBezTo>
                <a:cubicBezTo>
                  <a:pt x="6957" y="118588"/>
                  <a:pt x="0" y="123148"/>
                  <a:pt x="0" y="132513"/>
                </a:cubicBezTo>
                <a:cubicBezTo>
                  <a:pt x="0" y="144755"/>
                  <a:pt x="11272" y="154589"/>
                  <a:pt x="25666" y="154589"/>
                </a:cubicBezTo>
                <a:cubicBezTo>
                  <a:pt x="44133" y="154589"/>
                  <a:pt x="58044" y="139715"/>
                  <a:pt x="64522" y="126032"/>
                </a:cubicBezTo>
                <a:lnTo>
                  <a:pt x="116088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2">
            <a:extLst xmlns:a="http://schemas.openxmlformats.org/drawingml/2006/main">
              <a:ext uri="{FF2B5EF4-FFF2-40B4-BE49-F238E27FC236}">
                <a16:creationId xmlns:a16="http://schemas.microsoft.com/office/drawing/2014/main" id="{E66A86D9-3F45-42A3-A811-2C854288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777" y="1241535"/>
            <a:ext cx="85624" cy="110179"/>
          </a:xfrm>
          <a:custGeom xmlns:a="http://schemas.openxmlformats.org/drawingml/2006/main">
            <a:pathLst>
              <a:path w="85624" h="110179">
                <a:moveTo>
                  <a:pt x="85624" y="71893"/>
                </a:moveTo>
                <a:lnTo>
                  <a:pt x="75049" y="71893"/>
                </a:lnTo>
                <a:cubicBezTo>
                  <a:pt x="74713" y="73909"/>
                  <a:pt x="73202" y="85834"/>
                  <a:pt x="70179" y="86508"/>
                </a:cubicBezTo>
                <a:cubicBezTo>
                  <a:pt x="66654" y="87179"/>
                  <a:pt x="56581" y="87179"/>
                  <a:pt x="52717" y="87179"/>
                </a:cubicBezTo>
                <a:lnTo>
                  <a:pt x="29717" y="87179"/>
                </a:lnTo>
                <a:cubicBezTo>
                  <a:pt x="38950" y="80293"/>
                  <a:pt x="48352" y="73404"/>
                  <a:pt x="58090" y="67189"/>
                </a:cubicBezTo>
                <a:cubicBezTo>
                  <a:pt x="71690" y="58453"/>
                  <a:pt x="85624" y="49551"/>
                  <a:pt x="85624" y="32753"/>
                </a:cubicBezTo>
                <a:cubicBezTo>
                  <a:pt x="85624" y="12594"/>
                  <a:pt x="66654" y="0"/>
                  <a:pt x="39959" y="0"/>
                </a:cubicBezTo>
                <a:cubicBezTo>
                  <a:pt x="17126" y="0"/>
                  <a:pt x="0" y="8900"/>
                  <a:pt x="0" y="24857"/>
                </a:cubicBezTo>
                <a:cubicBezTo>
                  <a:pt x="0" y="34600"/>
                  <a:pt x="7890" y="38128"/>
                  <a:pt x="12927" y="38128"/>
                </a:cubicBezTo>
                <a:cubicBezTo>
                  <a:pt x="18973" y="38128"/>
                  <a:pt x="26023" y="33929"/>
                  <a:pt x="26023" y="25027"/>
                </a:cubicBezTo>
                <a:cubicBezTo>
                  <a:pt x="26023" y="16962"/>
                  <a:pt x="19811" y="13603"/>
                  <a:pt x="19309" y="13434"/>
                </a:cubicBezTo>
                <a:cubicBezTo>
                  <a:pt x="25352" y="9571"/>
                  <a:pt x="33076" y="9404"/>
                  <a:pt x="35089" y="9404"/>
                </a:cubicBezTo>
                <a:cubicBezTo>
                  <a:pt x="49361" y="9404"/>
                  <a:pt x="60610" y="18473"/>
                  <a:pt x="60610" y="32922"/>
                </a:cubicBezTo>
                <a:cubicBezTo>
                  <a:pt x="60610" y="45857"/>
                  <a:pt x="51880" y="56606"/>
                  <a:pt x="42142" y="65173"/>
                </a:cubicBezTo>
                <a:lnTo>
                  <a:pt x="2183" y="100611"/>
                </a:lnTo>
                <a:cubicBezTo>
                  <a:pt x="167" y="102624"/>
                  <a:pt x="0" y="102794"/>
                  <a:pt x="0" y="106152"/>
                </a:cubicBezTo>
                <a:lnTo>
                  <a:pt x="0" y="110179"/>
                </a:lnTo>
                <a:lnTo>
                  <a:pt x="79916" y="110179"/>
                </a:lnTo>
                <a:lnTo>
                  <a:pt x="85624" y="7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FC057-AF1F-4032-9C59-3C8D8D67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1115140"/>
            <a:ext cx="682441" cy="341220"/>
          </a:xfrm>
          <a:custGeom xmlns:a="http://schemas.openxmlformats.org/drawingml/2006/main">
            <a:pathLst>
              <a:path w="682441" h="341220">
                <a:moveTo>
                  <a:pt x="0" y="341220"/>
                </a:moveTo>
                <a:lnTo>
                  <a:pt x="682441" y="341220"/>
                </a:lnTo>
                <a:lnTo>
                  <a:pt x="682441" y="0"/>
                </a:lnTo>
                <a:lnTo>
                  <a:pt x="0" y="0"/>
                </a:lnTo>
                <a:lnTo>
                  <a:pt x="0" y="34122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0F3E2-933A-43A1-B9F0-93687E9E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1115140"/>
            <a:ext cx="682441" cy="341220"/>
          </a:xfrm>
          <a:custGeom xmlns:a="http://schemas.openxmlformats.org/drawingml/2006/main">
            <a:pathLst>
              <a:path w="682441" h="341220" fill="none">
                <a:moveTo>
                  <a:pt x="0" y="341220"/>
                </a:moveTo>
                <a:lnTo>
                  <a:pt x="682441" y="341220"/>
                </a:lnTo>
                <a:lnTo>
                  <a:pt x="682441" y="0"/>
                </a:lnTo>
                <a:lnTo>
                  <a:pt x="0" y="0"/>
                </a:lnTo>
                <a:lnTo>
                  <a:pt x="0" y="3412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26" name="Text y">
            <a:extLst xmlns:a="http://schemas.openxmlformats.org/drawingml/2006/main">
              <a:ext uri="{FF2B5EF4-FFF2-40B4-BE49-F238E27FC236}">
                <a16:creationId xmlns:a16="http://schemas.microsoft.com/office/drawing/2014/main" id="{94327196-FA41-4404-8B91-0F14379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23" y="1209175"/>
            <a:ext cx="133834" cy="154589"/>
          </a:xfrm>
          <a:custGeom xmlns:a="http://schemas.openxmlformats.org/drawingml/2006/main">
            <a:pathLst>
              <a:path w="133834" h="154589">
                <a:moveTo>
                  <a:pt x="116088" y="16315"/>
                </a:moveTo>
                <a:cubicBezTo>
                  <a:pt x="117768" y="12956"/>
                  <a:pt x="118485" y="11276"/>
                  <a:pt x="133834" y="11276"/>
                </a:cubicBezTo>
                <a:lnTo>
                  <a:pt x="133834" y="0"/>
                </a:lnTo>
                <a:cubicBezTo>
                  <a:pt x="128081" y="483"/>
                  <a:pt x="120886" y="721"/>
                  <a:pt x="114888" y="721"/>
                </a:cubicBezTo>
                <a:cubicBezTo>
                  <a:pt x="108893" y="721"/>
                  <a:pt x="98100" y="242"/>
                  <a:pt x="93061" y="0"/>
                </a:cubicBezTo>
                <a:lnTo>
                  <a:pt x="93061" y="11276"/>
                </a:lnTo>
                <a:cubicBezTo>
                  <a:pt x="93540" y="11276"/>
                  <a:pt x="104336" y="11276"/>
                  <a:pt x="104336" y="14156"/>
                </a:cubicBezTo>
                <a:cubicBezTo>
                  <a:pt x="104336" y="14398"/>
                  <a:pt x="103374" y="16798"/>
                  <a:pt x="103136" y="17036"/>
                </a:cubicBezTo>
                <a:lnTo>
                  <a:pt x="75552" y="76094"/>
                </a:lnTo>
                <a:lnTo>
                  <a:pt x="45092" y="11276"/>
                </a:lnTo>
                <a:lnTo>
                  <a:pt x="58044" y="11276"/>
                </a:lnTo>
                <a:lnTo>
                  <a:pt x="58044" y="0"/>
                </a:lnTo>
                <a:cubicBezTo>
                  <a:pt x="50128" y="483"/>
                  <a:pt x="28543" y="721"/>
                  <a:pt x="28305" y="721"/>
                </a:cubicBezTo>
                <a:cubicBezTo>
                  <a:pt x="21589" y="721"/>
                  <a:pt x="10793" y="242"/>
                  <a:pt x="959" y="0"/>
                </a:cubicBezTo>
                <a:lnTo>
                  <a:pt x="959" y="11276"/>
                </a:lnTo>
                <a:lnTo>
                  <a:pt x="16312" y="11276"/>
                </a:lnTo>
                <a:lnTo>
                  <a:pt x="61162" y="106584"/>
                </a:lnTo>
                <a:lnTo>
                  <a:pt x="55647" y="118108"/>
                </a:lnTo>
                <a:cubicBezTo>
                  <a:pt x="50369" y="129633"/>
                  <a:pt x="42695" y="145955"/>
                  <a:pt x="25666" y="145955"/>
                </a:cubicBezTo>
                <a:cubicBezTo>
                  <a:pt x="22306" y="145955"/>
                  <a:pt x="21827" y="145717"/>
                  <a:pt x="19909" y="144997"/>
                </a:cubicBezTo>
                <a:cubicBezTo>
                  <a:pt x="22068" y="144034"/>
                  <a:pt x="27584" y="140674"/>
                  <a:pt x="27584" y="132271"/>
                </a:cubicBezTo>
                <a:cubicBezTo>
                  <a:pt x="27584" y="124348"/>
                  <a:pt x="21827" y="118588"/>
                  <a:pt x="13673" y="118588"/>
                </a:cubicBezTo>
                <a:cubicBezTo>
                  <a:pt x="6957" y="118588"/>
                  <a:pt x="0" y="123148"/>
                  <a:pt x="0" y="132513"/>
                </a:cubicBezTo>
                <a:cubicBezTo>
                  <a:pt x="0" y="144755"/>
                  <a:pt x="11272" y="154589"/>
                  <a:pt x="25666" y="154589"/>
                </a:cubicBezTo>
                <a:cubicBezTo>
                  <a:pt x="44133" y="154589"/>
                  <a:pt x="58044" y="139715"/>
                  <a:pt x="64522" y="126032"/>
                </a:cubicBezTo>
                <a:lnTo>
                  <a:pt x="116088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A72C62F9-4655-4A6B-A89F-03AE1426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773" y="1241535"/>
            <a:ext cx="89318" cy="112147"/>
          </a:xfrm>
          <a:custGeom xmlns:a="http://schemas.openxmlformats.org/drawingml/2006/main">
            <a:pathLst>
              <a:path w="89318" h="112147">
                <a:moveTo>
                  <a:pt x="41133" y="55582"/>
                </a:moveTo>
                <a:cubicBezTo>
                  <a:pt x="61113" y="55582"/>
                  <a:pt x="61953" y="70689"/>
                  <a:pt x="61953" y="79583"/>
                </a:cubicBezTo>
                <a:cubicBezTo>
                  <a:pt x="61953" y="86634"/>
                  <a:pt x="61953" y="103585"/>
                  <a:pt x="41807" y="103585"/>
                </a:cubicBezTo>
                <a:cubicBezTo>
                  <a:pt x="37272" y="103585"/>
                  <a:pt x="26694" y="102747"/>
                  <a:pt x="19475" y="98216"/>
                </a:cubicBezTo>
                <a:cubicBezTo>
                  <a:pt x="23003" y="96704"/>
                  <a:pt x="27366" y="92843"/>
                  <a:pt x="27366" y="85627"/>
                </a:cubicBezTo>
                <a:cubicBezTo>
                  <a:pt x="27366" y="77905"/>
                  <a:pt x="21827" y="72031"/>
                  <a:pt x="13767" y="72031"/>
                </a:cubicBezTo>
                <a:cubicBezTo>
                  <a:pt x="5372" y="72031"/>
                  <a:pt x="0" y="77905"/>
                  <a:pt x="0" y="85793"/>
                </a:cubicBezTo>
                <a:cubicBezTo>
                  <a:pt x="0" y="102914"/>
                  <a:pt x="18637" y="112147"/>
                  <a:pt x="42478" y="112147"/>
                </a:cubicBezTo>
                <a:cubicBezTo>
                  <a:pt x="77567" y="112147"/>
                  <a:pt x="89318" y="93850"/>
                  <a:pt x="89318" y="79752"/>
                </a:cubicBezTo>
                <a:cubicBezTo>
                  <a:pt x="89318" y="66828"/>
                  <a:pt x="79079" y="55079"/>
                  <a:pt x="59937" y="51219"/>
                </a:cubicBezTo>
                <a:cubicBezTo>
                  <a:pt x="72026" y="46684"/>
                  <a:pt x="83275" y="37951"/>
                  <a:pt x="83275" y="23846"/>
                </a:cubicBezTo>
                <a:cubicBezTo>
                  <a:pt x="83275" y="10747"/>
                  <a:pt x="69843" y="0"/>
                  <a:pt x="42980" y="0"/>
                </a:cubicBezTo>
                <a:cubicBezTo>
                  <a:pt x="20146" y="0"/>
                  <a:pt x="6043" y="11252"/>
                  <a:pt x="6043" y="25188"/>
                </a:cubicBezTo>
                <a:cubicBezTo>
                  <a:pt x="6043" y="33586"/>
                  <a:pt x="12089" y="38120"/>
                  <a:pt x="18637" y="38120"/>
                </a:cubicBezTo>
                <a:cubicBezTo>
                  <a:pt x="27030" y="38120"/>
                  <a:pt x="31395" y="31905"/>
                  <a:pt x="31395" y="25526"/>
                </a:cubicBezTo>
                <a:cubicBezTo>
                  <a:pt x="31395" y="16959"/>
                  <a:pt x="24681" y="13939"/>
                  <a:pt x="23003" y="13434"/>
                </a:cubicBezTo>
                <a:cubicBezTo>
                  <a:pt x="29884" y="8395"/>
                  <a:pt x="38784" y="7724"/>
                  <a:pt x="42142" y="7724"/>
                </a:cubicBezTo>
                <a:cubicBezTo>
                  <a:pt x="58594" y="7724"/>
                  <a:pt x="58594" y="18640"/>
                  <a:pt x="58594" y="23341"/>
                </a:cubicBezTo>
                <a:cubicBezTo>
                  <a:pt x="58594" y="31067"/>
                  <a:pt x="55236" y="46515"/>
                  <a:pt x="38448" y="47355"/>
                </a:cubicBezTo>
                <a:cubicBezTo>
                  <a:pt x="34249" y="47525"/>
                  <a:pt x="30053" y="47691"/>
                  <a:pt x="29046" y="48027"/>
                </a:cubicBezTo>
                <a:cubicBezTo>
                  <a:pt x="26863" y="48700"/>
                  <a:pt x="26863" y="50714"/>
                  <a:pt x="26863" y="51721"/>
                </a:cubicBezTo>
                <a:cubicBezTo>
                  <a:pt x="26863" y="55582"/>
                  <a:pt x="29046" y="55582"/>
                  <a:pt x="32236" y="55582"/>
                </a:cubicBezTo>
                <a:lnTo>
                  <a:pt x="41133" y="55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A7BFE-4954-4E21-9204-11D35FE0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816" y="80876"/>
            <a:ext cx="682441" cy="362424"/>
          </a:xfrm>
          <a:custGeom xmlns:a="http://schemas.openxmlformats.org/drawingml/2006/main">
            <a:pathLst>
              <a:path w="682441" h="362424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C27CA-9B2C-45CB-9BAB-FF4F8CA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816" y="80876"/>
            <a:ext cx="682441" cy="362424"/>
          </a:xfrm>
          <a:custGeom xmlns:a="http://schemas.openxmlformats.org/drawingml/2006/main">
            <a:pathLst>
              <a:path w="682441" h="362424" fill="none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30" name="Text θ">
            <a:extLst xmlns:a="http://schemas.openxmlformats.org/drawingml/2006/main">
              <a:ext uri="{FF2B5EF4-FFF2-40B4-BE49-F238E27FC236}">
                <a16:creationId xmlns:a16="http://schemas.microsoft.com/office/drawing/2014/main" id="{AB240D85-86E7-4B3F-BFA7-413FF395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999" y="158297"/>
            <a:ext cx="99055" cy="171687"/>
          </a:xfrm>
          <a:custGeom xmlns:a="http://schemas.openxmlformats.org/drawingml/2006/main">
            <a:pathLst>
              <a:path w="99055" h="171687">
                <a:moveTo>
                  <a:pt x="99055" y="49143"/>
                </a:moveTo>
                <a:cubicBezTo>
                  <a:pt x="99055" y="33322"/>
                  <a:pt x="94741" y="0"/>
                  <a:pt x="70275" y="0"/>
                </a:cubicBezTo>
                <a:cubicBezTo>
                  <a:pt x="36938" y="0"/>
                  <a:pt x="0" y="67600"/>
                  <a:pt x="0" y="122518"/>
                </a:cubicBezTo>
                <a:cubicBezTo>
                  <a:pt x="0" y="145066"/>
                  <a:pt x="6957" y="171687"/>
                  <a:pt x="28780" y="171687"/>
                </a:cubicBezTo>
                <a:cubicBezTo>
                  <a:pt x="62600" y="171687"/>
                  <a:pt x="99055" y="102847"/>
                  <a:pt x="99055" y="49143"/>
                </a:cubicBezTo>
                <a:moveTo>
                  <a:pt x="25424" y="81979"/>
                </a:moveTo>
                <a:cubicBezTo>
                  <a:pt x="29501" y="66641"/>
                  <a:pt x="34299" y="47464"/>
                  <a:pt x="43892" y="30446"/>
                </a:cubicBezTo>
                <a:cubicBezTo>
                  <a:pt x="50369" y="18701"/>
                  <a:pt x="59241" y="5277"/>
                  <a:pt x="70037" y="5277"/>
                </a:cubicBezTo>
                <a:cubicBezTo>
                  <a:pt x="81789" y="5277"/>
                  <a:pt x="83227" y="20619"/>
                  <a:pt x="83227" y="34281"/>
                </a:cubicBezTo>
                <a:cubicBezTo>
                  <a:pt x="83227" y="46025"/>
                  <a:pt x="81309" y="58253"/>
                  <a:pt x="75552" y="81979"/>
                </a:cubicBezTo>
                <a:lnTo>
                  <a:pt x="25424" y="81979"/>
                </a:lnTo>
                <a:moveTo>
                  <a:pt x="73393" y="89657"/>
                </a:moveTo>
                <a:cubicBezTo>
                  <a:pt x="70754" y="100688"/>
                  <a:pt x="65719" y="121076"/>
                  <a:pt x="56606" y="138347"/>
                </a:cubicBezTo>
                <a:cubicBezTo>
                  <a:pt x="48210" y="154658"/>
                  <a:pt x="39094" y="166413"/>
                  <a:pt x="28780" y="166413"/>
                </a:cubicBezTo>
                <a:cubicBezTo>
                  <a:pt x="20868" y="166413"/>
                  <a:pt x="15829" y="159456"/>
                  <a:pt x="15829" y="137150"/>
                </a:cubicBezTo>
                <a:cubicBezTo>
                  <a:pt x="15829" y="127075"/>
                  <a:pt x="17270" y="113164"/>
                  <a:pt x="23507" y="89657"/>
                </a:cubicBezTo>
                <a:lnTo>
                  <a:pt x="73393" y="8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06443884-FDFB-41F4-8E4C-2A6D6600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824" y="251884"/>
            <a:ext cx="61113" cy="111491"/>
          </a:xfrm>
          <a:custGeom xmlns:a="http://schemas.openxmlformats.org/drawingml/2006/main">
            <a:pathLst>
              <a:path w="61113" h="111491">
                <a:moveTo>
                  <a:pt x="37943" y="4691"/>
                </a:moveTo>
                <a:cubicBezTo>
                  <a:pt x="37943" y="169"/>
                  <a:pt x="37608" y="0"/>
                  <a:pt x="32907" y="0"/>
                </a:cubicBezTo>
                <a:cubicBezTo>
                  <a:pt x="22162" y="10514"/>
                  <a:pt x="6884" y="10680"/>
                  <a:pt x="0" y="10680"/>
                </a:cubicBezTo>
                <a:lnTo>
                  <a:pt x="0" y="16724"/>
                </a:lnTo>
                <a:cubicBezTo>
                  <a:pt x="4030" y="16724"/>
                  <a:pt x="15110" y="16724"/>
                  <a:pt x="24345" y="12023"/>
                </a:cubicBezTo>
                <a:lnTo>
                  <a:pt x="24345" y="97719"/>
                </a:lnTo>
                <a:cubicBezTo>
                  <a:pt x="24345" y="103265"/>
                  <a:pt x="24345" y="105448"/>
                  <a:pt x="7555" y="105448"/>
                </a:cubicBezTo>
                <a:lnTo>
                  <a:pt x="1176" y="105448"/>
                </a:lnTo>
                <a:lnTo>
                  <a:pt x="1176" y="111491"/>
                </a:lnTo>
                <a:cubicBezTo>
                  <a:pt x="4196" y="111324"/>
                  <a:pt x="24847" y="110820"/>
                  <a:pt x="31060" y="110820"/>
                </a:cubicBezTo>
                <a:cubicBezTo>
                  <a:pt x="36265" y="110820"/>
                  <a:pt x="57418" y="111324"/>
                  <a:pt x="61113" y="111491"/>
                </a:cubicBezTo>
                <a:lnTo>
                  <a:pt x="61113" y="105448"/>
                </a:lnTo>
                <a:lnTo>
                  <a:pt x="54734" y="105448"/>
                </a:lnTo>
                <a:cubicBezTo>
                  <a:pt x="37943" y="105448"/>
                  <a:pt x="37943" y="103265"/>
                  <a:pt x="37943" y="97719"/>
                </a:cubicBezTo>
                <a:lnTo>
                  <a:pt x="37943" y="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94C13-E541-4F32-AA8F-DE9A3130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80876"/>
            <a:ext cx="682441" cy="362424"/>
          </a:xfrm>
          <a:custGeom xmlns:a="http://schemas.openxmlformats.org/drawingml/2006/main">
            <a:pathLst>
              <a:path w="682441" h="362424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ABD86-A824-4C50-813F-79B6C5C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80876"/>
            <a:ext cx="682441" cy="362424"/>
          </a:xfrm>
          <a:custGeom xmlns:a="http://schemas.openxmlformats.org/drawingml/2006/main">
            <a:pathLst>
              <a:path w="682441" h="362424" fill="none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34" name="Text θ">
            <a:extLst xmlns:a="http://schemas.openxmlformats.org/drawingml/2006/main">
              <a:ext uri="{FF2B5EF4-FFF2-40B4-BE49-F238E27FC236}">
                <a16:creationId xmlns:a16="http://schemas.microsoft.com/office/drawing/2014/main" id="{4D248397-D809-423E-B889-9C12546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868" y="158297"/>
            <a:ext cx="99055" cy="171687"/>
          </a:xfrm>
          <a:custGeom xmlns:a="http://schemas.openxmlformats.org/drawingml/2006/main">
            <a:pathLst>
              <a:path w="99055" h="171687">
                <a:moveTo>
                  <a:pt x="99055" y="49143"/>
                </a:moveTo>
                <a:cubicBezTo>
                  <a:pt x="99055" y="33322"/>
                  <a:pt x="94741" y="0"/>
                  <a:pt x="70275" y="0"/>
                </a:cubicBezTo>
                <a:cubicBezTo>
                  <a:pt x="36938" y="0"/>
                  <a:pt x="0" y="67600"/>
                  <a:pt x="0" y="122518"/>
                </a:cubicBezTo>
                <a:cubicBezTo>
                  <a:pt x="0" y="145066"/>
                  <a:pt x="6957" y="171687"/>
                  <a:pt x="28780" y="171687"/>
                </a:cubicBezTo>
                <a:cubicBezTo>
                  <a:pt x="62600" y="171687"/>
                  <a:pt x="99055" y="102847"/>
                  <a:pt x="99055" y="49143"/>
                </a:cubicBezTo>
                <a:moveTo>
                  <a:pt x="25424" y="81979"/>
                </a:moveTo>
                <a:cubicBezTo>
                  <a:pt x="29501" y="66641"/>
                  <a:pt x="34299" y="47464"/>
                  <a:pt x="43892" y="30446"/>
                </a:cubicBezTo>
                <a:cubicBezTo>
                  <a:pt x="50369" y="18701"/>
                  <a:pt x="59241" y="5277"/>
                  <a:pt x="70037" y="5277"/>
                </a:cubicBezTo>
                <a:cubicBezTo>
                  <a:pt x="81789" y="5277"/>
                  <a:pt x="83227" y="20619"/>
                  <a:pt x="83227" y="34281"/>
                </a:cubicBezTo>
                <a:cubicBezTo>
                  <a:pt x="83227" y="46025"/>
                  <a:pt x="81309" y="58253"/>
                  <a:pt x="75552" y="81979"/>
                </a:cubicBezTo>
                <a:lnTo>
                  <a:pt x="25424" y="81979"/>
                </a:lnTo>
                <a:moveTo>
                  <a:pt x="73393" y="89657"/>
                </a:moveTo>
                <a:cubicBezTo>
                  <a:pt x="70754" y="100688"/>
                  <a:pt x="65719" y="121076"/>
                  <a:pt x="56606" y="138347"/>
                </a:cubicBezTo>
                <a:cubicBezTo>
                  <a:pt x="48210" y="154658"/>
                  <a:pt x="39094" y="166413"/>
                  <a:pt x="28780" y="166413"/>
                </a:cubicBezTo>
                <a:cubicBezTo>
                  <a:pt x="20868" y="166413"/>
                  <a:pt x="15829" y="159456"/>
                  <a:pt x="15829" y="137150"/>
                </a:cubicBezTo>
                <a:cubicBezTo>
                  <a:pt x="15829" y="127075"/>
                  <a:pt x="17270" y="113164"/>
                  <a:pt x="23507" y="89657"/>
                </a:cubicBezTo>
                <a:lnTo>
                  <a:pt x="73393" y="8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2">
            <a:extLst xmlns:a="http://schemas.openxmlformats.org/drawingml/2006/main">
              <a:ext uri="{FF2B5EF4-FFF2-40B4-BE49-F238E27FC236}">
                <a16:creationId xmlns:a16="http://schemas.microsoft.com/office/drawing/2014/main" id="{C6201E1E-3960-4341-88AD-72AE7C2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69" y="251884"/>
            <a:ext cx="74209" cy="111491"/>
          </a:xfrm>
          <a:custGeom xmlns:a="http://schemas.openxmlformats.org/drawingml/2006/main">
            <a:pathLst>
              <a:path w="74209" h="111491">
                <a:moveTo>
                  <a:pt x="74209" y="80928"/>
                </a:moveTo>
                <a:lnTo>
                  <a:pt x="68501" y="80928"/>
                </a:lnTo>
                <a:cubicBezTo>
                  <a:pt x="67996" y="84625"/>
                  <a:pt x="66318" y="94534"/>
                  <a:pt x="64136" y="96215"/>
                </a:cubicBezTo>
                <a:cubicBezTo>
                  <a:pt x="62793" y="97222"/>
                  <a:pt x="49866" y="97222"/>
                  <a:pt x="47514" y="97222"/>
                </a:cubicBezTo>
                <a:lnTo>
                  <a:pt x="16621" y="97222"/>
                </a:lnTo>
                <a:cubicBezTo>
                  <a:pt x="34252" y="81600"/>
                  <a:pt x="40126" y="76899"/>
                  <a:pt x="50202" y="69003"/>
                </a:cubicBezTo>
                <a:cubicBezTo>
                  <a:pt x="62624" y="59094"/>
                  <a:pt x="74209" y="48680"/>
                  <a:pt x="74209" y="32725"/>
                </a:cubicBezTo>
                <a:cubicBezTo>
                  <a:pt x="74209" y="12420"/>
                  <a:pt x="56412" y="0"/>
                  <a:pt x="34923" y="0"/>
                </a:cubicBezTo>
                <a:cubicBezTo>
                  <a:pt x="14103" y="0"/>
                  <a:pt x="0" y="14600"/>
                  <a:pt x="0" y="30037"/>
                </a:cubicBezTo>
                <a:cubicBezTo>
                  <a:pt x="0" y="38602"/>
                  <a:pt x="7219" y="39439"/>
                  <a:pt x="8900" y="39439"/>
                </a:cubicBezTo>
                <a:cubicBezTo>
                  <a:pt x="12930" y="39439"/>
                  <a:pt x="17797" y="36586"/>
                  <a:pt x="17797" y="30542"/>
                </a:cubicBezTo>
                <a:cubicBezTo>
                  <a:pt x="17797" y="27519"/>
                  <a:pt x="16621" y="21642"/>
                  <a:pt x="7890" y="21642"/>
                </a:cubicBezTo>
                <a:cubicBezTo>
                  <a:pt x="13096" y="9735"/>
                  <a:pt x="24514" y="6046"/>
                  <a:pt x="32405" y="6046"/>
                </a:cubicBezTo>
                <a:cubicBezTo>
                  <a:pt x="49192" y="6046"/>
                  <a:pt x="57923" y="19127"/>
                  <a:pt x="57923" y="32725"/>
                </a:cubicBezTo>
                <a:cubicBezTo>
                  <a:pt x="57923" y="47335"/>
                  <a:pt x="47514" y="58925"/>
                  <a:pt x="42142" y="64971"/>
                </a:cubicBezTo>
                <a:lnTo>
                  <a:pt x="1681" y="104946"/>
                </a:lnTo>
                <a:cubicBezTo>
                  <a:pt x="0" y="106454"/>
                  <a:pt x="0" y="106790"/>
                  <a:pt x="0" y="111491"/>
                </a:cubicBezTo>
                <a:lnTo>
                  <a:pt x="69172" y="111491"/>
                </a:lnTo>
                <a:lnTo>
                  <a:pt x="74209" y="809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804D7-4D5D-4D32-975C-617C6E3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80876"/>
            <a:ext cx="682441" cy="362424"/>
          </a:xfrm>
          <a:custGeom xmlns:a="http://schemas.openxmlformats.org/drawingml/2006/main">
            <a:pathLst>
              <a:path w="682441" h="362424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F19CA-9D3B-4C57-84A8-EED4DA46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80876"/>
            <a:ext cx="682441" cy="362424"/>
          </a:xfrm>
          <a:custGeom xmlns:a="http://schemas.openxmlformats.org/drawingml/2006/main">
            <a:pathLst>
              <a:path w="682441" h="362424" fill="none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38" name="Text θ">
            <a:extLst xmlns:a="http://schemas.openxmlformats.org/drawingml/2006/main">
              <a:ext uri="{FF2B5EF4-FFF2-40B4-BE49-F238E27FC236}">
                <a16:creationId xmlns:a16="http://schemas.microsoft.com/office/drawing/2014/main" id="{91CA6F58-E679-4E88-AED3-9B8DC44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736" y="158297"/>
            <a:ext cx="99055" cy="171687"/>
          </a:xfrm>
          <a:custGeom xmlns:a="http://schemas.openxmlformats.org/drawingml/2006/main">
            <a:pathLst>
              <a:path w="99055" h="171687">
                <a:moveTo>
                  <a:pt x="99055" y="49143"/>
                </a:moveTo>
                <a:cubicBezTo>
                  <a:pt x="99055" y="33322"/>
                  <a:pt x="94741" y="0"/>
                  <a:pt x="70275" y="0"/>
                </a:cubicBezTo>
                <a:cubicBezTo>
                  <a:pt x="36938" y="0"/>
                  <a:pt x="0" y="67600"/>
                  <a:pt x="0" y="122518"/>
                </a:cubicBezTo>
                <a:cubicBezTo>
                  <a:pt x="0" y="145066"/>
                  <a:pt x="6957" y="171687"/>
                  <a:pt x="28780" y="171687"/>
                </a:cubicBezTo>
                <a:cubicBezTo>
                  <a:pt x="62600" y="171687"/>
                  <a:pt x="99055" y="102847"/>
                  <a:pt x="99055" y="49143"/>
                </a:cubicBezTo>
                <a:moveTo>
                  <a:pt x="25424" y="81979"/>
                </a:moveTo>
                <a:cubicBezTo>
                  <a:pt x="29501" y="66641"/>
                  <a:pt x="34299" y="47464"/>
                  <a:pt x="43892" y="30446"/>
                </a:cubicBezTo>
                <a:cubicBezTo>
                  <a:pt x="50369" y="18701"/>
                  <a:pt x="59241" y="5277"/>
                  <a:pt x="70037" y="5277"/>
                </a:cubicBezTo>
                <a:cubicBezTo>
                  <a:pt x="81789" y="5277"/>
                  <a:pt x="83227" y="20619"/>
                  <a:pt x="83227" y="34281"/>
                </a:cubicBezTo>
                <a:cubicBezTo>
                  <a:pt x="83227" y="46025"/>
                  <a:pt x="81309" y="58253"/>
                  <a:pt x="75552" y="81979"/>
                </a:cubicBezTo>
                <a:lnTo>
                  <a:pt x="25424" y="81979"/>
                </a:lnTo>
                <a:moveTo>
                  <a:pt x="73393" y="89657"/>
                </a:moveTo>
                <a:cubicBezTo>
                  <a:pt x="70754" y="100688"/>
                  <a:pt x="65719" y="121076"/>
                  <a:pt x="56606" y="138347"/>
                </a:cubicBezTo>
                <a:cubicBezTo>
                  <a:pt x="48210" y="154658"/>
                  <a:pt x="39094" y="166413"/>
                  <a:pt x="28780" y="166413"/>
                </a:cubicBezTo>
                <a:cubicBezTo>
                  <a:pt x="20868" y="166413"/>
                  <a:pt x="15829" y="159456"/>
                  <a:pt x="15829" y="137150"/>
                </a:cubicBezTo>
                <a:cubicBezTo>
                  <a:pt x="15829" y="127075"/>
                  <a:pt x="17270" y="113164"/>
                  <a:pt x="23507" y="89657"/>
                </a:cubicBezTo>
                <a:lnTo>
                  <a:pt x="73393" y="8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3">
            <a:extLst xmlns:a="http://schemas.openxmlformats.org/drawingml/2006/main">
              <a:ext uri="{FF2B5EF4-FFF2-40B4-BE49-F238E27FC236}">
                <a16:creationId xmlns:a16="http://schemas.microsoft.com/office/drawing/2014/main" id="{674A315A-A01F-49BC-BB6F-D9A006BD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326" y="251884"/>
            <a:ext cx="77232" cy="114770"/>
          </a:xfrm>
          <a:custGeom xmlns:a="http://schemas.openxmlformats.org/drawingml/2006/main">
            <a:pathLst>
              <a:path w="77232" h="114770">
                <a:moveTo>
                  <a:pt x="36770" y="55366"/>
                </a:moveTo>
                <a:cubicBezTo>
                  <a:pt x="49866" y="55366"/>
                  <a:pt x="59268" y="64428"/>
                  <a:pt x="59268" y="82386"/>
                </a:cubicBezTo>
                <a:cubicBezTo>
                  <a:pt x="59268" y="103196"/>
                  <a:pt x="47179" y="109398"/>
                  <a:pt x="37441" y="109398"/>
                </a:cubicBezTo>
                <a:cubicBezTo>
                  <a:pt x="30727" y="109398"/>
                  <a:pt x="15950" y="107556"/>
                  <a:pt x="8900" y="97665"/>
                </a:cubicBezTo>
                <a:cubicBezTo>
                  <a:pt x="16790" y="97329"/>
                  <a:pt x="18637" y="91788"/>
                  <a:pt x="18637" y="88263"/>
                </a:cubicBezTo>
                <a:cubicBezTo>
                  <a:pt x="18637" y="82891"/>
                  <a:pt x="14608" y="79027"/>
                  <a:pt x="9402" y="79027"/>
                </a:cubicBezTo>
                <a:cubicBezTo>
                  <a:pt x="4701" y="79027"/>
                  <a:pt x="0" y="81884"/>
                  <a:pt x="0" y="88768"/>
                </a:cubicBezTo>
                <a:cubicBezTo>
                  <a:pt x="0" y="104538"/>
                  <a:pt x="17461" y="114770"/>
                  <a:pt x="37777" y="114770"/>
                </a:cubicBezTo>
                <a:cubicBezTo>
                  <a:pt x="61115" y="114770"/>
                  <a:pt x="77232" y="99174"/>
                  <a:pt x="77232" y="82386"/>
                </a:cubicBezTo>
                <a:cubicBezTo>
                  <a:pt x="77232" y="69295"/>
                  <a:pt x="66487" y="56204"/>
                  <a:pt x="48019" y="52343"/>
                </a:cubicBezTo>
                <a:cubicBezTo>
                  <a:pt x="65647" y="45972"/>
                  <a:pt x="72026" y="33406"/>
                  <a:pt x="72026" y="23167"/>
                </a:cubicBezTo>
                <a:cubicBezTo>
                  <a:pt x="72026" y="9907"/>
                  <a:pt x="56750" y="0"/>
                  <a:pt x="38112" y="0"/>
                </a:cubicBezTo>
                <a:cubicBezTo>
                  <a:pt x="19478" y="0"/>
                  <a:pt x="5206" y="9066"/>
                  <a:pt x="5206" y="22495"/>
                </a:cubicBezTo>
                <a:cubicBezTo>
                  <a:pt x="5206" y="28206"/>
                  <a:pt x="8900" y="31395"/>
                  <a:pt x="13936" y="31395"/>
                </a:cubicBezTo>
                <a:cubicBezTo>
                  <a:pt x="19142" y="31395"/>
                  <a:pt x="22498" y="27532"/>
                  <a:pt x="22498" y="22831"/>
                </a:cubicBezTo>
                <a:cubicBezTo>
                  <a:pt x="22498" y="17964"/>
                  <a:pt x="19142" y="14438"/>
                  <a:pt x="13936" y="14100"/>
                </a:cubicBezTo>
                <a:cubicBezTo>
                  <a:pt x="19813" y="6717"/>
                  <a:pt x="31398" y="4870"/>
                  <a:pt x="37610" y="4870"/>
                </a:cubicBezTo>
                <a:cubicBezTo>
                  <a:pt x="45165" y="4870"/>
                  <a:pt x="55740" y="8562"/>
                  <a:pt x="55740" y="23167"/>
                </a:cubicBezTo>
                <a:cubicBezTo>
                  <a:pt x="55740" y="30219"/>
                  <a:pt x="53391" y="37931"/>
                  <a:pt x="49026" y="43123"/>
                </a:cubicBezTo>
                <a:cubicBezTo>
                  <a:pt x="43485" y="49492"/>
                  <a:pt x="38784" y="49825"/>
                  <a:pt x="30388" y="50330"/>
                </a:cubicBezTo>
                <a:cubicBezTo>
                  <a:pt x="26192" y="50663"/>
                  <a:pt x="25857" y="50663"/>
                  <a:pt x="25016" y="50832"/>
                </a:cubicBezTo>
                <a:cubicBezTo>
                  <a:pt x="24681" y="50832"/>
                  <a:pt x="23338" y="51168"/>
                  <a:pt x="23338" y="53015"/>
                </a:cubicBezTo>
                <a:cubicBezTo>
                  <a:pt x="23338" y="55366"/>
                  <a:pt x="24850" y="55366"/>
                  <a:pt x="27704" y="55366"/>
                </a:cubicBezTo>
                <a:lnTo>
                  <a:pt x="36770" y="55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345C8-B682-49DB-A4CD-FB031CD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763" y="1074225"/>
            <a:ext cx="1061848" cy="423050"/>
          </a:xfrm>
          <a:custGeom xmlns:a="http://schemas.openxmlformats.org/drawingml/2006/main">
            <a:pathLst>
              <a:path w="1061848" h="423050">
                <a:moveTo>
                  <a:pt x="0" y="423050"/>
                </a:moveTo>
                <a:lnTo>
                  <a:pt x="1061848" y="423050"/>
                </a:lnTo>
                <a:lnTo>
                  <a:pt x="1061848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476A2-AE20-4CC0-826C-F655943B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4763" y="1074225"/>
            <a:ext cx="1061848" cy="423050"/>
          </a:xfrm>
          <a:custGeom xmlns:a="http://schemas.openxmlformats.org/drawingml/2006/main">
            <a:pathLst>
              <a:path w="1061848" h="423050" fill="none">
                <a:moveTo>
                  <a:pt x="0" y="423050"/>
                </a:moveTo>
                <a:lnTo>
                  <a:pt x="1061848" y="423050"/>
                </a:lnTo>
                <a:lnTo>
                  <a:pt x="1061848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42" name="Text v">
            <a:extLst xmlns:a="http://schemas.openxmlformats.org/drawingml/2006/main">
              <a:ext uri="{FF2B5EF4-FFF2-40B4-BE49-F238E27FC236}">
                <a16:creationId xmlns:a16="http://schemas.microsoft.com/office/drawing/2014/main" id="{8A5FA8AC-E467-4369-B0F7-FE51EDB2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891" y="1251233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⊤">
            <a:extLst xmlns:a="http://schemas.openxmlformats.org/drawingml/2006/main">
              <a:ext uri="{FF2B5EF4-FFF2-40B4-BE49-F238E27FC236}">
                <a16:creationId xmlns:a16="http://schemas.microsoft.com/office/drawing/2014/main" id="{844A6D95-E49E-411E-AB35-3A9191A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969" y="1154202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1">
            <a:extLst xmlns:a="http://schemas.openxmlformats.org/drawingml/2006/main">
              <a:ext uri="{FF2B5EF4-FFF2-40B4-BE49-F238E27FC236}">
                <a16:creationId xmlns:a16="http://schemas.microsoft.com/office/drawing/2014/main" id="{E69FC89A-D3D1-4499-810E-4F12CF34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513" y="1305851"/>
            <a:ext cx="61113" cy="111491"/>
          </a:xfrm>
          <a:custGeom xmlns:a="http://schemas.openxmlformats.org/drawingml/2006/main">
            <a:pathLst>
              <a:path w="61113" h="111491">
                <a:moveTo>
                  <a:pt x="37943" y="4691"/>
                </a:moveTo>
                <a:cubicBezTo>
                  <a:pt x="37943" y="169"/>
                  <a:pt x="37608" y="0"/>
                  <a:pt x="32907" y="0"/>
                </a:cubicBezTo>
                <a:cubicBezTo>
                  <a:pt x="22162" y="10514"/>
                  <a:pt x="6884" y="10680"/>
                  <a:pt x="0" y="10680"/>
                </a:cubicBezTo>
                <a:lnTo>
                  <a:pt x="0" y="16724"/>
                </a:lnTo>
                <a:cubicBezTo>
                  <a:pt x="4030" y="16724"/>
                  <a:pt x="15110" y="16724"/>
                  <a:pt x="24345" y="12023"/>
                </a:cubicBezTo>
                <a:lnTo>
                  <a:pt x="24345" y="97719"/>
                </a:lnTo>
                <a:cubicBezTo>
                  <a:pt x="24345" y="103265"/>
                  <a:pt x="24345" y="105448"/>
                  <a:pt x="7555" y="105448"/>
                </a:cubicBezTo>
                <a:lnTo>
                  <a:pt x="1176" y="105448"/>
                </a:lnTo>
                <a:lnTo>
                  <a:pt x="1176" y="111491"/>
                </a:lnTo>
                <a:cubicBezTo>
                  <a:pt x="4196" y="111324"/>
                  <a:pt x="24847" y="110820"/>
                  <a:pt x="31060" y="110820"/>
                </a:cubicBezTo>
                <a:cubicBezTo>
                  <a:pt x="36265" y="110820"/>
                  <a:pt x="57418" y="111324"/>
                  <a:pt x="61113" y="111491"/>
                </a:cubicBezTo>
                <a:lnTo>
                  <a:pt x="61113" y="105448"/>
                </a:lnTo>
                <a:lnTo>
                  <a:pt x="54734" y="105448"/>
                </a:lnTo>
                <a:cubicBezTo>
                  <a:pt x="37943" y="105448"/>
                  <a:pt x="37943" y="103265"/>
                  <a:pt x="37943" y="97719"/>
                </a:cubicBezTo>
                <a:lnTo>
                  <a:pt x="37943" y="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∈R">
            <a:extLst xmlns:a="http://schemas.openxmlformats.org/drawingml/2006/main">
              <a:ext uri="{FF2B5EF4-FFF2-40B4-BE49-F238E27FC236}">
                <a16:creationId xmlns:a16="http://schemas.microsoft.com/office/drawing/2014/main" id="{59B1A83C-EE8B-4020-B58A-441A0886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2489" y="1193614"/>
            <a:ext cx="375223" cy="173788"/>
          </a:xfrm>
          <a:custGeom xmlns:a="http://schemas.openxmlformats.org/drawingml/2006/main">
            <a:pathLst>
              <a:path w="375223" h="173788">
                <a:moveTo>
                  <a:pt x="111528" y="108915"/>
                </a:moveTo>
                <a:cubicBezTo>
                  <a:pt x="115605" y="108915"/>
                  <a:pt x="119923" y="108915"/>
                  <a:pt x="119923" y="104121"/>
                </a:cubicBezTo>
                <a:cubicBezTo>
                  <a:pt x="119923" y="99323"/>
                  <a:pt x="115605" y="99323"/>
                  <a:pt x="111528" y="99323"/>
                </a:cubicBezTo>
                <a:lnTo>
                  <a:pt x="9834" y="99323"/>
                </a:lnTo>
                <a:cubicBezTo>
                  <a:pt x="12710" y="67248"/>
                  <a:pt x="40294" y="44269"/>
                  <a:pt x="74114" y="44269"/>
                </a:cubicBezTo>
                <a:lnTo>
                  <a:pt x="111528" y="44269"/>
                </a:lnTo>
                <a:cubicBezTo>
                  <a:pt x="115605" y="44269"/>
                  <a:pt x="119923" y="44269"/>
                  <a:pt x="119923" y="39474"/>
                </a:cubicBezTo>
                <a:cubicBezTo>
                  <a:pt x="119923" y="34676"/>
                  <a:pt x="115605" y="34676"/>
                  <a:pt x="111528" y="34676"/>
                </a:cubicBezTo>
                <a:lnTo>
                  <a:pt x="73635" y="34676"/>
                </a:lnTo>
                <a:cubicBezTo>
                  <a:pt x="32620" y="34676"/>
                  <a:pt x="0" y="65814"/>
                  <a:pt x="0" y="104121"/>
                </a:cubicBezTo>
                <a:cubicBezTo>
                  <a:pt x="0" y="142563"/>
                  <a:pt x="32620" y="173788"/>
                  <a:pt x="73635" y="173788"/>
                </a:cubicBezTo>
                <a:lnTo>
                  <a:pt x="111528" y="173788"/>
                </a:lnTo>
                <a:cubicBezTo>
                  <a:pt x="115605" y="173788"/>
                  <a:pt x="119923" y="173788"/>
                  <a:pt x="119923" y="168990"/>
                </a:cubicBezTo>
                <a:cubicBezTo>
                  <a:pt x="119923" y="164192"/>
                  <a:pt x="115605" y="164192"/>
                  <a:pt x="111528" y="164192"/>
                </a:cubicBezTo>
                <a:lnTo>
                  <a:pt x="74114" y="164192"/>
                </a:lnTo>
                <a:cubicBezTo>
                  <a:pt x="40294" y="164192"/>
                  <a:pt x="12710" y="141121"/>
                  <a:pt x="9834" y="108915"/>
                </a:cubicBezTo>
                <a:lnTo>
                  <a:pt x="111528" y="108915"/>
                </a:lnTo>
                <a:close/>
                <a:moveTo>
                  <a:pt x="270891" y="88969"/>
                </a:moveTo>
                <a:lnTo>
                  <a:pt x="279524" y="88969"/>
                </a:lnTo>
                <a:lnTo>
                  <a:pt x="315503" y="144543"/>
                </a:lnTo>
                <a:cubicBezTo>
                  <a:pt x="317900" y="148374"/>
                  <a:pt x="323657" y="157718"/>
                  <a:pt x="326296" y="161315"/>
                </a:cubicBezTo>
                <a:cubicBezTo>
                  <a:pt x="327976" y="164192"/>
                  <a:pt x="328693" y="164192"/>
                  <a:pt x="334212" y="164192"/>
                </a:cubicBezTo>
                <a:lnTo>
                  <a:pt x="367311" y="164192"/>
                </a:lnTo>
                <a:cubicBezTo>
                  <a:pt x="371626" y="164192"/>
                  <a:pt x="375223" y="164192"/>
                  <a:pt x="375223" y="159877"/>
                </a:cubicBezTo>
                <a:cubicBezTo>
                  <a:pt x="375223" y="157959"/>
                  <a:pt x="373785" y="156280"/>
                  <a:pt x="371626" y="155800"/>
                </a:cubicBezTo>
                <a:cubicBezTo>
                  <a:pt x="362754" y="153882"/>
                  <a:pt x="350999" y="138072"/>
                  <a:pt x="345242" y="130409"/>
                </a:cubicBezTo>
                <a:cubicBezTo>
                  <a:pt x="343566" y="128015"/>
                  <a:pt x="331573" y="112205"/>
                  <a:pt x="315503" y="86330"/>
                </a:cubicBezTo>
                <a:cubicBezTo>
                  <a:pt x="336851" y="82495"/>
                  <a:pt x="357477" y="73382"/>
                  <a:pt x="357477" y="44847"/>
                </a:cubicBezTo>
                <a:cubicBezTo>
                  <a:pt x="357477" y="11514"/>
                  <a:pt x="322219" y="0"/>
                  <a:pt x="293918" y="0"/>
                </a:cubicBezTo>
                <a:lnTo>
                  <a:pt x="218603" y="0"/>
                </a:lnTo>
                <a:cubicBezTo>
                  <a:pt x="214288" y="0"/>
                  <a:pt x="210449" y="0"/>
                  <a:pt x="210449" y="4319"/>
                </a:cubicBezTo>
                <a:cubicBezTo>
                  <a:pt x="210449" y="8396"/>
                  <a:pt x="215006" y="8396"/>
                  <a:pt x="216927" y="8396"/>
                </a:cubicBezTo>
                <a:cubicBezTo>
                  <a:pt x="230596" y="8396"/>
                  <a:pt x="231797" y="10075"/>
                  <a:pt x="231797" y="22065"/>
                </a:cubicBezTo>
                <a:lnTo>
                  <a:pt x="231797" y="142146"/>
                </a:lnTo>
                <a:cubicBezTo>
                  <a:pt x="231797" y="154124"/>
                  <a:pt x="230596" y="155800"/>
                  <a:pt x="216927" y="155800"/>
                </a:cubicBezTo>
                <a:cubicBezTo>
                  <a:pt x="215006" y="155800"/>
                  <a:pt x="210449" y="155800"/>
                  <a:pt x="210449" y="159877"/>
                </a:cubicBezTo>
                <a:cubicBezTo>
                  <a:pt x="210449" y="164192"/>
                  <a:pt x="214288" y="164192"/>
                  <a:pt x="218603" y="164192"/>
                </a:cubicBezTo>
                <a:lnTo>
                  <a:pt x="284322" y="164192"/>
                </a:lnTo>
                <a:cubicBezTo>
                  <a:pt x="288640" y="164192"/>
                  <a:pt x="292238" y="164192"/>
                  <a:pt x="292238" y="159877"/>
                </a:cubicBezTo>
                <a:cubicBezTo>
                  <a:pt x="292238" y="155800"/>
                  <a:pt x="288161" y="155800"/>
                  <a:pt x="285522" y="155800"/>
                </a:cubicBezTo>
                <a:cubicBezTo>
                  <a:pt x="271849" y="155800"/>
                  <a:pt x="270891" y="153882"/>
                  <a:pt x="270891" y="142146"/>
                </a:cubicBezTo>
                <a:lnTo>
                  <a:pt x="270891" y="88969"/>
                </a:lnTo>
                <a:moveTo>
                  <a:pt x="317183" y="77218"/>
                </a:moveTo>
                <a:cubicBezTo>
                  <a:pt x="323899" y="68346"/>
                  <a:pt x="324616" y="55636"/>
                  <a:pt x="324616" y="45085"/>
                </a:cubicBezTo>
                <a:cubicBezTo>
                  <a:pt x="324616" y="33575"/>
                  <a:pt x="323178" y="20864"/>
                  <a:pt x="315503" y="11034"/>
                </a:cubicBezTo>
                <a:cubicBezTo>
                  <a:pt x="325337" y="13193"/>
                  <a:pt x="349082" y="20626"/>
                  <a:pt x="349082" y="44847"/>
                </a:cubicBezTo>
                <a:cubicBezTo>
                  <a:pt x="349082" y="60434"/>
                  <a:pt x="341886" y="72661"/>
                  <a:pt x="317183" y="77218"/>
                </a:cubicBezTo>
                <a:moveTo>
                  <a:pt x="270891" y="21344"/>
                </a:moveTo>
                <a:cubicBezTo>
                  <a:pt x="270891" y="16308"/>
                  <a:pt x="270891" y="8396"/>
                  <a:pt x="285760" y="8396"/>
                </a:cubicBezTo>
                <a:cubicBezTo>
                  <a:pt x="306149" y="8396"/>
                  <a:pt x="316224" y="16791"/>
                  <a:pt x="316224" y="45085"/>
                </a:cubicBezTo>
                <a:cubicBezTo>
                  <a:pt x="316224" y="76021"/>
                  <a:pt x="308787" y="80574"/>
                  <a:pt x="270891" y="80574"/>
                </a:cubicBezTo>
                <a:lnTo>
                  <a:pt x="270891" y="21344"/>
                </a:lnTo>
                <a:moveTo>
                  <a:pt x="238271" y="155800"/>
                </a:moveTo>
                <a:cubicBezTo>
                  <a:pt x="240192" y="151489"/>
                  <a:pt x="240192" y="144781"/>
                  <a:pt x="240192" y="142625"/>
                </a:cubicBezTo>
                <a:lnTo>
                  <a:pt x="240192" y="21585"/>
                </a:lnTo>
                <a:cubicBezTo>
                  <a:pt x="240192" y="19188"/>
                  <a:pt x="240192" y="12714"/>
                  <a:pt x="238271" y="8396"/>
                </a:cubicBezTo>
                <a:lnTo>
                  <a:pt x="265613" y="8396"/>
                </a:lnTo>
                <a:cubicBezTo>
                  <a:pt x="262495" y="12235"/>
                  <a:pt x="262495" y="17029"/>
                  <a:pt x="262495" y="20626"/>
                </a:cubicBezTo>
                <a:lnTo>
                  <a:pt x="262495" y="142625"/>
                </a:lnTo>
                <a:cubicBezTo>
                  <a:pt x="262495" y="145018"/>
                  <a:pt x="262495" y="151489"/>
                  <a:pt x="264416" y="155800"/>
                </a:cubicBezTo>
                <a:lnTo>
                  <a:pt x="238271" y="155800"/>
                </a:lnTo>
                <a:moveTo>
                  <a:pt x="289358" y="88969"/>
                </a:moveTo>
                <a:cubicBezTo>
                  <a:pt x="291038" y="88731"/>
                  <a:pt x="291996" y="88490"/>
                  <a:pt x="293918" y="88490"/>
                </a:cubicBezTo>
                <a:cubicBezTo>
                  <a:pt x="297515" y="88490"/>
                  <a:pt x="302789" y="88010"/>
                  <a:pt x="306390" y="87531"/>
                </a:cubicBezTo>
                <a:cubicBezTo>
                  <a:pt x="309988" y="93280"/>
                  <a:pt x="335888" y="135917"/>
                  <a:pt x="355797" y="155800"/>
                </a:cubicBezTo>
                <a:lnTo>
                  <a:pt x="332532" y="155800"/>
                </a:lnTo>
                <a:lnTo>
                  <a:pt x="289358" y="88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h">
            <a:extLst xmlns:a="http://schemas.openxmlformats.org/drawingml/2006/main">
              <a:ext uri="{FF2B5EF4-FFF2-40B4-BE49-F238E27FC236}">
                <a16:creationId xmlns:a16="http://schemas.microsoft.com/office/drawing/2014/main" id="{9CE52041-3632-4658-B43B-E89398C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912" y="1154208"/>
            <a:ext cx="91501" cy="118208"/>
          </a:xfrm>
          <a:custGeom xmlns:a="http://schemas.openxmlformats.org/drawingml/2006/main">
            <a:pathLst>
              <a:path w="91501" h="118208">
                <a:moveTo>
                  <a:pt x="39957" y="5037"/>
                </a:moveTo>
                <a:cubicBezTo>
                  <a:pt x="40126" y="4701"/>
                  <a:pt x="40628" y="2518"/>
                  <a:pt x="40628" y="2352"/>
                </a:cubicBezTo>
                <a:cubicBezTo>
                  <a:pt x="40628" y="1511"/>
                  <a:pt x="39957" y="0"/>
                  <a:pt x="37943" y="0"/>
                </a:cubicBezTo>
                <a:cubicBezTo>
                  <a:pt x="34585" y="0"/>
                  <a:pt x="20651" y="1342"/>
                  <a:pt x="16452" y="1678"/>
                </a:cubicBezTo>
                <a:cubicBezTo>
                  <a:pt x="15110" y="1847"/>
                  <a:pt x="12758" y="2014"/>
                  <a:pt x="12758" y="5541"/>
                </a:cubicBezTo>
                <a:cubicBezTo>
                  <a:pt x="12758" y="7890"/>
                  <a:pt x="15110" y="7890"/>
                  <a:pt x="17123" y="7890"/>
                </a:cubicBezTo>
                <a:cubicBezTo>
                  <a:pt x="25183" y="7890"/>
                  <a:pt x="25183" y="9066"/>
                  <a:pt x="25183" y="10409"/>
                </a:cubicBezTo>
                <a:cubicBezTo>
                  <a:pt x="25183" y="11582"/>
                  <a:pt x="24847" y="12589"/>
                  <a:pt x="24512" y="14100"/>
                </a:cubicBezTo>
                <a:lnTo>
                  <a:pt x="838" y="109142"/>
                </a:lnTo>
                <a:cubicBezTo>
                  <a:pt x="0" y="112165"/>
                  <a:pt x="0" y="112500"/>
                  <a:pt x="0" y="112836"/>
                </a:cubicBezTo>
                <a:cubicBezTo>
                  <a:pt x="0" y="115354"/>
                  <a:pt x="2014" y="118208"/>
                  <a:pt x="5708" y="118208"/>
                </a:cubicBezTo>
                <a:cubicBezTo>
                  <a:pt x="7555" y="118208"/>
                  <a:pt x="10744" y="117370"/>
                  <a:pt x="12591" y="113845"/>
                </a:cubicBezTo>
                <a:cubicBezTo>
                  <a:pt x="13096" y="112836"/>
                  <a:pt x="14605" y="106790"/>
                  <a:pt x="15445" y="103262"/>
                </a:cubicBezTo>
                <a:lnTo>
                  <a:pt x="19306" y="88314"/>
                </a:lnTo>
                <a:cubicBezTo>
                  <a:pt x="19811" y="85793"/>
                  <a:pt x="21489" y="79412"/>
                  <a:pt x="21993" y="76891"/>
                </a:cubicBezTo>
                <a:cubicBezTo>
                  <a:pt x="23671" y="70509"/>
                  <a:pt x="23671" y="70340"/>
                  <a:pt x="27030" y="64966"/>
                </a:cubicBezTo>
                <a:cubicBezTo>
                  <a:pt x="32402" y="56737"/>
                  <a:pt x="40797" y="47163"/>
                  <a:pt x="53893" y="47163"/>
                </a:cubicBezTo>
                <a:cubicBezTo>
                  <a:pt x="63295" y="47163"/>
                  <a:pt x="63797" y="54887"/>
                  <a:pt x="63797" y="58920"/>
                </a:cubicBezTo>
                <a:cubicBezTo>
                  <a:pt x="63797" y="68998"/>
                  <a:pt x="56578" y="87643"/>
                  <a:pt x="53893" y="94696"/>
                </a:cubicBezTo>
                <a:cubicBezTo>
                  <a:pt x="52046" y="99399"/>
                  <a:pt x="51375" y="100911"/>
                  <a:pt x="51375" y="103767"/>
                </a:cubicBezTo>
                <a:cubicBezTo>
                  <a:pt x="51375" y="112669"/>
                  <a:pt x="58761" y="118208"/>
                  <a:pt x="67325" y="118208"/>
                </a:cubicBezTo>
                <a:cubicBezTo>
                  <a:pt x="84113" y="118208"/>
                  <a:pt x="91501" y="95031"/>
                  <a:pt x="91501" y="92513"/>
                </a:cubicBezTo>
                <a:cubicBezTo>
                  <a:pt x="91501" y="90330"/>
                  <a:pt x="89318" y="90330"/>
                  <a:pt x="88814" y="90330"/>
                </a:cubicBezTo>
                <a:cubicBezTo>
                  <a:pt x="86464" y="90330"/>
                  <a:pt x="86295" y="91337"/>
                  <a:pt x="85624" y="93184"/>
                </a:cubicBezTo>
                <a:cubicBezTo>
                  <a:pt x="81763" y="106621"/>
                  <a:pt x="74375" y="113507"/>
                  <a:pt x="67827" y="113507"/>
                </a:cubicBezTo>
                <a:cubicBezTo>
                  <a:pt x="64302" y="113507"/>
                  <a:pt x="63631" y="111158"/>
                  <a:pt x="63631" y="107630"/>
                </a:cubicBezTo>
                <a:cubicBezTo>
                  <a:pt x="63631" y="103767"/>
                  <a:pt x="64471" y="101582"/>
                  <a:pt x="67492" y="94024"/>
                </a:cubicBezTo>
                <a:cubicBezTo>
                  <a:pt x="69508" y="88819"/>
                  <a:pt x="76391" y="71014"/>
                  <a:pt x="76391" y="61607"/>
                </a:cubicBezTo>
                <a:cubicBezTo>
                  <a:pt x="76391" y="58920"/>
                  <a:pt x="76391" y="51864"/>
                  <a:pt x="70179" y="46994"/>
                </a:cubicBezTo>
                <a:cubicBezTo>
                  <a:pt x="67325" y="44812"/>
                  <a:pt x="62455" y="42460"/>
                  <a:pt x="54564" y="42460"/>
                </a:cubicBezTo>
                <a:cubicBezTo>
                  <a:pt x="42309" y="42460"/>
                  <a:pt x="33409" y="49177"/>
                  <a:pt x="27199" y="56401"/>
                </a:cubicBezTo>
                <a:lnTo>
                  <a:pt x="39957" y="50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BE206-1FF6-4DE8-8876-665D6B94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350" y="1074225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65735-B32C-4394-86CE-2B7C86FC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350" y="1074225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49" name="Text v">
            <a:extLst xmlns:a="http://schemas.openxmlformats.org/drawingml/2006/main">
              <a:ext uri="{FF2B5EF4-FFF2-40B4-BE49-F238E27FC236}">
                <a16:creationId xmlns:a16="http://schemas.microsoft.com/office/drawing/2014/main" id="{48D9E026-57FE-4B4D-903C-37AB04BB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060" y="1251233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⊤">
            <a:extLst xmlns:a="http://schemas.openxmlformats.org/drawingml/2006/main">
              <a:ext uri="{FF2B5EF4-FFF2-40B4-BE49-F238E27FC236}">
                <a16:creationId xmlns:a16="http://schemas.microsoft.com/office/drawing/2014/main" id="{3D4C1555-A400-4F96-8EE2-34069034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162" y="1154202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2">
            <a:extLst xmlns:a="http://schemas.openxmlformats.org/drawingml/2006/main">
              <a:ext uri="{FF2B5EF4-FFF2-40B4-BE49-F238E27FC236}">
                <a16:creationId xmlns:a16="http://schemas.microsoft.com/office/drawing/2014/main" id="{4F98EFA3-B655-4471-B22D-5FD0BF0D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82" y="1305851"/>
            <a:ext cx="74209" cy="111491"/>
          </a:xfrm>
          <a:custGeom xmlns:a="http://schemas.openxmlformats.org/drawingml/2006/main">
            <a:pathLst>
              <a:path w="74209" h="111491">
                <a:moveTo>
                  <a:pt x="74209" y="80928"/>
                </a:moveTo>
                <a:lnTo>
                  <a:pt x="68501" y="80928"/>
                </a:lnTo>
                <a:cubicBezTo>
                  <a:pt x="67996" y="84625"/>
                  <a:pt x="66318" y="94534"/>
                  <a:pt x="64136" y="96215"/>
                </a:cubicBezTo>
                <a:cubicBezTo>
                  <a:pt x="62793" y="97222"/>
                  <a:pt x="49866" y="97222"/>
                  <a:pt x="47514" y="97222"/>
                </a:cubicBezTo>
                <a:lnTo>
                  <a:pt x="16621" y="97222"/>
                </a:lnTo>
                <a:cubicBezTo>
                  <a:pt x="34252" y="81600"/>
                  <a:pt x="40126" y="76899"/>
                  <a:pt x="50202" y="69003"/>
                </a:cubicBezTo>
                <a:cubicBezTo>
                  <a:pt x="62624" y="59094"/>
                  <a:pt x="74209" y="48680"/>
                  <a:pt x="74209" y="32725"/>
                </a:cubicBezTo>
                <a:cubicBezTo>
                  <a:pt x="74209" y="12420"/>
                  <a:pt x="56412" y="0"/>
                  <a:pt x="34923" y="0"/>
                </a:cubicBezTo>
                <a:cubicBezTo>
                  <a:pt x="14103" y="0"/>
                  <a:pt x="0" y="14600"/>
                  <a:pt x="0" y="30037"/>
                </a:cubicBezTo>
                <a:cubicBezTo>
                  <a:pt x="0" y="38602"/>
                  <a:pt x="7219" y="39439"/>
                  <a:pt x="8900" y="39439"/>
                </a:cubicBezTo>
                <a:cubicBezTo>
                  <a:pt x="12930" y="39439"/>
                  <a:pt x="17797" y="36586"/>
                  <a:pt x="17797" y="30542"/>
                </a:cubicBezTo>
                <a:cubicBezTo>
                  <a:pt x="17797" y="27519"/>
                  <a:pt x="16621" y="21642"/>
                  <a:pt x="7890" y="21642"/>
                </a:cubicBezTo>
                <a:cubicBezTo>
                  <a:pt x="13096" y="9735"/>
                  <a:pt x="24514" y="6046"/>
                  <a:pt x="32405" y="6046"/>
                </a:cubicBezTo>
                <a:cubicBezTo>
                  <a:pt x="49192" y="6046"/>
                  <a:pt x="57923" y="19127"/>
                  <a:pt x="57923" y="32725"/>
                </a:cubicBezTo>
                <a:cubicBezTo>
                  <a:pt x="57923" y="47335"/>
                  <a:pt x="47514" y="58925"/>
                  <a:pt x="42142" y="64971"/>
                </a:cubicBezTo>
                <a:lnTo>
                  <a:pt x="1681" y="104946"/>
                </a:lnTo>
                <a:cubicBezTo>
                  <a:pt x="0" y="106454"/>
                  <a:pt x="0" y="106790"/>
                  <a:pt x="0" y="111491"/>
                </a:cubicBezTo>
                <a:lnTo>
                  <a:pt x="69172" y="111491"/>
                </a:lnTo>
                <a:lnTo>
                  <a:pt x="74209" y="809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7A7C4-1802-40D2-AA3B-76E5EF8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234" y="1074225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1C74D-33BA-4B81-8F4C-B71EB9AA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234" y="1074225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54" name="Text v">
            <a:extLst xmlns:a="http://schemas.openxmlformats.org/drawingml/2006/main">
              <a:ext uri="{FF2B5EF4-FFF2-40B4-BE49-F238E27FC236}">
                <a16:creationId xmlns:a16="http://schemas.microsoft.com/office/drawing/2014/main" id="{7BB3D35D-E175-4920-9CBD-31BCA4B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928" y="1251233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⊤">
            <a:extLst xmlns:a="http://schemas.openxmlformats.org/drawingml/2006/main">
              <a:ext uri="{FF2B5EF4-FFF2-40B4-BE49-F238E27FC236}">
                <a16:creationId xmlns:a16="http://schemas.microsoft.com/office/drawing/2014/main" id="{2675B06C-50E4-4FFC-AE46-2A91653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30" y="1154202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3">
            <a:extLst xmlns:a="http://schemas.openxmlformats.org/drawingml/2006/main">
              <a:ext uri="{FF2B5EF4-FFF2-40B4-BE49-F238E27FC236}">
                <a16:creationId xmlns:a16="http://schemas.microsoft.com/office/drawing/2014/main" id="{647E32CF-8341-4626-8D57-086EB141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339" y="1305851"/>
            <a:ext cx="77232" cy="114770"/>
          </a:xfrm>
          <a:custGeom xmlns:a="http://schemas.openxmlformats.org/drawingml/2006/main">
            <a:pathLst>
              <a:path w="77232" h="114770">
                <a:moveTo>
                  <a:pt x="36770" y="55366"/>
                </a:moveTo>
                <a:cubicBezTo>
                  <a:pt x="49866" y="55366"/>
                  <a:pt x="59268" y="64428"/>
                  <a:pt x="59268" y="82386"/>
                </a:cubicBezTo>
                <a:cubicBezTo>
                  <a:pt x="59268" y="103196"/>
                  <a:pt x="47179" y="109398"/>
                  <a:pt x="37441" y="109398"/>
                </a:cubicBezTo>
                <a:cubicBezTo>
                  <a:pt x="30727" y="109398"/>
                  <a:pt x="15950" y="107556"/>
                  <a:pt x="8900" y="97665"/>
                </a:cubicBezTo>
                <a:cubicBezTo>
                  <a:pt x="16790" y="97329"/>
                  <a:pt x="18637" y="91788"/>
                  <a:pt x="18637" y="88263"/>
                </a:cubicBezTo>
                <a:cubicBezTo>
                  <a:pt x="18637" y="82891"/>
                  <a:pt x="14608" y="79027"/>
                  <a:pt x="9402" y="79027"/>
                </a:cubicBezTo>
                <a:cubicBezTo>
                  <a:pt x="4701" y="79027"/>
                  <a:pt x="0" y="81884"/>
                  <a:pt x="0" y="88768"/>
                </a:cubicBezTo>
                <a:cubicBezTo>
                  <a:pt x="0" y="104538"/>
                  <a:pt x="17461" y="114770"/>
                  <a:pt x="37777" y="114770"/>
                </a:cubicBezTo>
                <a:cubicBezTo>
                  <a:pt x="61115" y="114770"/>
                  <a:pt x="77232" y="99174"/>
                  <a:pt x="77232" y="82386"/>
                </a:cubicBezTo>
                <a:cubicBezTo>
                  <a:pt x="77232" y="69295"/>
                  <a:pt x="66487" y="56204"/>
                  <a:pt x="48019" y="52343"/>
                </a:cubicBezTo>
                <a:cubicBezTo>
                  <a:pt x="65647" y="45972"/>
                  <a:pt x="72026" y="33406"/>
                  <a:pt x="72026" y="23167"/>
                </a:cubicBezTo>
                <a:cubicBezTo>
                  <a:pt x="72026" y="9907"/>
                  <a:pt x="56750" y="0"/>
                  <a:pt x="38112" y="0"/>
                </a:cubicBezTo>
                <a:cubicBezTo>
                  <a:pt x="19478" y="0"/>
                  <a:pt x="5206" y="9066"/>
                  <a:pt x="5206" y="22495"/>
                </a:cubicBezTo>
                <a:cubicBezTo>
                  <a:pt x="5206" y="28206"/>
                  <a:pt x="8900" y="31395"/>
                  <a:pt x="13936" y="31395"/>
                </a:cubicBezTo>
                <a:cubicBezTo>
                  <a:pt x="19142" y="31395"/>
                  <a:pt x="22498" y="27532"/>
                  <a:pt x="22498" y="22831"/>
                </a:cubicBezTo>
                <a:cubicBezTo>
                  <a:pt x="22498" y="17964"/>
                  <a:pt x="19142" y="14438"/>
                  <a:pt x="13936" y="14100"/>
                </a:cubicBezTo>
                <a:cubicBezTo>
                  <a:pt x="19813" y="6717"/>
                  <a:pt x="31398" y="4870"/>
                  <a:pt x="37610" y="4870"/>
                </a:cubicBezTo>
                <a:cubicBezTo>
                  <a:pt x="45165" y="4870"/>
                  <a:pt x="55740" y="8562"/>
                  <a:pt x="55740" y="23167"/>
                </a:cubicBezTo>
                <a:cubicBezTo>
                  <a:pt x="55740" y="30219"/>
                  <a:pt x="53391" y="37931"/>
                  <a:pt x="49026" y="43123"/>
                </a:cubicBezTo>
                <a:cubicBezTo>
                  <a:pt x="43485" y="49492"/>
                  <a:pt x="38784" y="49825"/>
                  <a:pt x="30388" y="50330"/>
                </a:cubicBezTo>
                <a:cubicBezTo>
                  <a:pt x="26192" y="50663"/>
                  <a:pt x="25857" y="50663"/>
                  <a:pt x="25016" y="50832"/>
                </a:cubicBezTo>
                <a:cubicBezTo>
                  <a:pt x="24681" y="50832"/>
                  <a:pt x="23338" y="51168"/>
                  <a:pt x="23338" y="53015"/>
                </a:cubicBezTo>
                <a:cubicBezTo>
                  <a:pt x="23338" y="55366"/>
                  <a:pt x="24850" y="55366"/>
                  <a:pt x="27704" y="55366"/>
                </a:cubicBezTo>
                <a:lnTo>
                  <a:pt x="36770" y="55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F0E42-4B1D-4B53-A394-2C35138A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14" y="64433"/>
            <a:ext cx="1114279" cy="395308"/>
          </a:xfrm>
          <a:custGeom xmlns:a="http://schemas.openxmlformats.org/drawingml/2006/main">
            <a:pathLst>
              <a:path w="1114279" h="395308">
                <a:moveTo>
                  <a:pt x="1018339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99368"/>
                </a:lnTo>
                <a:cubicBezTo>
                  <a:pt x="0" y="352355"/>
                  <a:pt x="42953" y="395308"/>
                  <a:pt x="95940" y="395308"/>
                </a:cubicBezTo>
                <a:lnTo>
                  <a:pt x="1018339" y="395308"/>
                </a:lnTo>
                <a:cubicBezTo>
                  <a:pt x="1071326" y="395308"/>
                  <a:pt x="1114279" y="352355"/>
                  <a:pt x="1114279" y="299368"/>
                </a:cubicBezTo>
                <a:lnTo>
                  <a:pt x="1114279" y="95940"/>
                </a:lnTo>
                <a:cubicBezTo>
                  <a:pt x="1114279" y="42953"/>
                  <a:pt x="1071326" y="0"/>
                  <a:pt x="1018339" y="0"/>
                </a:cubicBezTo>
                <a:close/>
                <a:moveTo>
                  <a:pt x="0" y="395308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48305-27DF-4A31-805B-9782DFD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14" y="64433"/>
            <a:ext cx="1114279" cy="395308"/>
          </a:xfrm>
          <a:custGeom xmlns:a="http://schemas.openxmlformats.org/drawingml/2006/main">
            <a:pathLst>
              <a:path w="1114279" h="395308" fill="none">
                <a:moveTo>
                  <a:pt x="1018339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99368"/>
                </a:lnTo>
                <a:cubicBezTo>
                  <a:pt x="0" y="352355"/>
                  <a:pt x="42953" y="395308"/>
                  <a:pt x="95940" y="395308"/>
                </a:cubicBezTo>
                <a:lnTo>
                  <a:pt x="1018339" y="395308"/>
                </a:lnTo>
                <a:cubicBezTo>
                  <a:pt x="1071326" y="395308"/>
                  <a:pt x="1114279" y="352355"/>
                  <a:pt x="1114279" y="299368"/>
                </a:cubicBezTo>
                <a:lnTo>
                  <a:pt x="1114279" y="95940"/>
                </a:lnTo>
                <a:cubicBezTo>
                  <a:pt x="1114279" y="42953"/>
                  <a:pt x="1071326" y="0"/>
                  <a:pt x="1018339" y="0"/>
                </a:cubicBezTo>
                <a:close/>
                <a:moveTo>
                  <a:pt x="0" y="395308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59" name="Text v">
            <a:extLst xmlns:a="http://schemas.openxmlformats.org/drawingml/2006/main">
              <a:ext uri="{FF2B5EF4-FFF2-40B4-BE49-F238E27FC236}">
                <a16:creationId xmlns:a16="http://schemas.microsoft.com/office/drawing/2014/main" id="{4C8AF3BC-197B-497C-ADC4-490D1494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01" y="263856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⊤">
            <a:extLst xmlns:a="http://schemas.openxmlformats.org/drawingml/2006/main">
              <a:ext uri="{FF2B5EF4-FFF2-40B4-BE49-F238E27FC236}">
                <a16:creationId xmlns:a16="http://schemas.microsoft.com/office/drawing/2014/main" id="{9810C46E-D3B1-4B7E-8AA5-640FDEB7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302" y="166825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∈R">
            <a:extLst xmlns:a="http://schemas.openxmlformats.org/drawingml/2006/main">
              <a:ext uri="{FF2B5EF4-FFF2-40B4-BE49-F238E27FC236}">
                <a16:creationId xmlns:a16="http://schemas.microsoft.com/office/drawing/2014/main" id="{4CE1563E-187E-4C82-8EFC-5EA47C1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98" y="206237"/>
            <a:ext cx="375223" cy="173788"/>
          </a:xfrm>
          <a:custGeom xmlns:a="http://schemas.openxmlformats.org/drawingml/2006/main">
            <a:pathLst>
              <a:path w="375223" h="173788">
                <a:moveTo>
                  <a:pt x="111528" y="108915"/>
                </a:moveTo>
                <a:cubicBezTo>
                  <a:pt x="115605" y="108915"/>
                  <a:pt x="119923" y="108915"/>
                  <a:pt x="119923" y="104121"/>
                </a:cubicBezTo>
                <a:cubicBezTo>
                  <a:pt x="119923" y="99323"/>
                  <a:pt x="115605" y="99323"/>
                  <a:pt x="111528" y="99323"/>
                </a:cubicBezTo>
                <a:lnTo>
                  <a:pt x="9834" y="99323"/>
                </a:lnTo>
                <a:cubicBezTo>
                  <a:pt x="12710" y="67248"/>
                  <a:pt x="40294" y="44269"/>
                  <a:pt x="74114" y="44269"/>
                </a:cubicBezTo>
                <a:lnTo>
                  <a:pt x="111528" y="44269"/>
                </a:lnTo>
                <a:cubicBezTo>
                  <a:pt x="115605" y="44269"/>
                  <a:pt x="119923" y="44269"/>
                  <a:pt x="119923" y="39474"/>
                </a:cubicBezTo>
                <a:cubicBezTo>
                  <a:pt x="119923" y="34676"/>
                  <a:pt x="115605" y="34676"/>
                  <a:pt x="111528" y="34676"/>
                </a:cubicBezTo>
                <a:lnTo>
                  <a:pt x="73635" y="34676"/>
                </a:lnTo>
                <a:cubicBezTo>
                  <a:pt x="32620" y="34676"/>
                  <a:pt x="0" y="65814"/>
                  <a:pt x="0" y="104121"/>
                </a:cubicBezTo>
                <a:cubicBezTo>
                  <a:pt x="0" y="142563"/>
                  <a:pt x="32620" y="173788"/>
                  <a:pt x="73635" y="173788"/>
                </a:cubicBezTo>
                <a:lnTo>
                  <a:pt x="111528" y="173788"/>
                </a:lnTo>
                <a:cubicBezTo>
                  <a:pt x="115605" y="173788"/>
                  <a:pt x="119923" y="173788"/>
                  <a:pt x="119923" y="168990"/>
                </a:cubicBezTo>
                <a:cubicBezTo>
                  <a:pt x="119923" y="164192"/>
                  <a:pt x="115605" y="164192"/>
                  <a:pt x="111528" y="164192"/>
                </a:cubicBezTo>
                <a:lnTo>
                  <a:pt x="74114" y="164192"/>
                </a:lnTo>
                <a:cubicBezTo>
                  <a:pt x="40294" y="164192"/>
                  <a:pt x="12710" y="141121"/>
                  <a:pt x="9834" y="108915"/>
                </a:cubicBezTo>
                <a:lnTo>
                  <a:pt x="111528" y="108915"/>
                </a:lnTo>
                <a:close/>
                <a:moveTo>
                  <a:pt x="270890" y="88969"/>
                </a:moveTo>
                <a:lnTo>
                  <a:pt x="279524" y="88969"/>
                </a:lnTo>
                <a:lnTo>
                  <a:pt x="315503" y="144543"/>
                </a:lnTo>
                <a:cubicBezTo>
                  <a:pt x="317900" y="148374"/>
                  <a:pt x="323657" y="157718"/>
                  <a:pt x="326296" y="161315"/>
                </a:cubicBezTo>
                <a:cubicBezTo>
                  <a:pt x="327975" y="164192"/>
                  <a:pt x="328693" y="164192"/>
                  <a:pt x="334212" y="164192"/>
                </a:cubicBezTo>
                <a:lnTo>
                  <a:pt x="367311" y="164192"/>
                </a:lnTo>
                <a:cubicBezTo>
                  <a:pt x="371625" y="164192"/>
                  <a:pt x="375223" y="164192"/>
                  <a:pt x="375223" y="159877"/>
                </a:cubicBezTo>
                <a:cubicBezTo>
                  <a:pt x="375223" y="157959"/>
                  <a:pt x="373785" y="156280"/>
                  <a:pt x="371625" y="155800"/>
                </a:cubicBezTo>
                <a:cubicBezTo>
                  <a:pt x="362754" y="153882"/>
                  <a:pt x="350999" y="138072"/>
                  <a:pt x="345242" y="130409"/>
                </a:cubicBezTo>
                <a:cubicBezTo>
                  <a:pt x="343566" y="128015"/>
                  <a:pt x="331573" y="112205"/>
                  <a:pt x="315503" y="86330"/>
                </a:cubicBezTo>
                <a:cubicBezTo>
                  <a:pt x="336850" y="82495"/>
                  <a:pt x="357477" y="73382"/>
                  <a:pt x="357477" y="44847"/>
                </a:cubicBezTo>
                <a:cubicBezTo>
                  <a:pt x="357477" y="11514"/>
                  <a:pt x="322219" y="0"/>
                  <a:pt x="293918" y="0"/>
                </a:cubicBezTo>
                <a:lnTo>
                  <a:pt x="218603" y="0"/>
                </a:lnTo>
                <a:cubicBezTo>
                  <a:pt x="214288" y="0"/>
                  <a:pt x="210449" y="0"/>
                  <a:pt x="210449" y="4319"/>
                </a:cubicBezTo>
                <a:cubicBezTo>
                  <a:pt x="210449" y="8396"/>
                  <a:pt x="215006" y="8396"/>
                  <a:pt x="216927" y="8396"/>
                </a:cubicBezTo>
                <a:cubicBezTo>
                  <a:pt x="230596" y="8396"/>
                  <a:pt x="231797" y="10075"/>
                  <a:pt x="231797" y="22065"/>
                </a:cubicBezTo>
                <a:lnTo>
                  <a:pt x="231797" y="142146"/>
                </a:lnTo>
                <a:cubicBezTo>
                  <a:pt x="231797" y="154124"/>
                  <a:pt x="230596" y="155800"/>
                  <a:pt x="216927" y="155800"/>
                </a:cubicBezTo>
                <a:cubicBezTo>
                  <a:pt x="215006" y="155800"/>
                  <a:pt x="210449" y="155800"/>
                  <a:pt x="210449" y="159877"/>
                </a:cubicBezTo>
                <a:cubicBezTo>
                  <a:pt x="210449" y="164192"/>
                  <a:pt x="214288" y="164192"/>
                  <a:pt x="218603" y="164192"/>
                </a:cubicBezTo>
                <a:lnTo>
                  <a:pt x="284322" y="164192"/>
                </a:lnTo>
                <a:cubicBezTo>
                  <a:pt x="288640" y="164192"/>
                  <a:pt x="292238" y="164192"/>
                  <a:pt x="292238" y="159877"/>
                </a:cubicBezTo>
                <a:cubicBezTo>
                  <a:pt x="292238" y="155800"/>
                  <a:pt x="288161" y="155800"/>
                  <a:pt x="285522" y="155800"/>
                </a:cubicBezTo>
                <a:cubicBezTo>
                  <a:pt x="271849" y="155800"/>
                  <a:pt x="270890" y="153882"/>
                  <a:pt x="270890" y="142146"/>
                </a:cubicBezTo>
                <a:lnTo>
                  <a:pt x="270890" y="88969"/>
                </a:lnTo>
                <a:moveTo>
                  <a:pt x="317183" y="77218"/>
                </a:moveTo>
                <a:cubicBezTo>
                  <a:pt x="323898" y="68346"/>
                  <a:pt x="324616" y="55636"/>
                  <a:pt x="324616" y="45085"/>
                </a:cubicBezTo>
                <a:cubicBezTo>
                  <a:pt x="324616" y="33575"/>
                  <a:pt x="323177" y="20864"/>
                  <a:pt x="315503" y="11034"/>
                </a:cubicBezTo>
                <a:cubicBezTo>
                  <a:pt x="325337" y="13193"/>
                  <a:pt x="349081" y="20626"/>
                  <a:pt x="349081" y="44847"/>
                </a:cubicBezTo>
                <a:cubicBezTo>
                  <a:pt x="349081" y="60434"/>
                  <a:pt x="341886" y="72661"/>
                  <a:pt x="317183" y="77218"/>
                </a:cubicBezTo>
                <a:moveTo>
                  <a:pt x="270890" y="21344"/>
                </a:moveTo>
                <a:cubicBezTo>
                  <a:pt x="270890" y="16308"/>
                  <a:pt x="270890" y="8396"/>
                  <a:pt x="285760" y="8396"/>
                </a:cubicBezTo>
                <a:cubicBezTo>
                  <a:pt x="306148" y="8396"/>
                  <a:pt x="316224" y="16791"/>
                  <a:pt x="316224" y="45085"/>
                </a:cubicBezTo>
                <a:cubicBezTo>
                  <a:pt x="316224" y="76021"/>
                  <a:pt x="308787" y="80574"/>
                  <a:pt x="270890" y="80574"/>
                </a:cubicBezTo>
                <a:lnTo>
                  <a:pt x="270890" y="21344"/>
                </a:lnTo>
                <a:moveTo>
                  <a:pt x="238271" y="155800"/>
                </a:moveTo>
                <a:cubicBezTo>
                  <a:pt x="240192" y="151489"/>
                  <a:pt x="240192" y="144781"/>
                  <a:pt x="240192" y="142625"/>
                </a:cubicBezTo>
                <a:lnTo>
                  <a:pt x="240192" y="21585"/>
                </a:lnTo>
                <a:cubicBezTo>
                  <a:pt x="240192" y="19188"/>
                  <a:pt x="240192" y="12714"/>
                  <a:pt x="238271" y="8396"/>
                </a:cubicBezTo>
                <a:lnTo>
                  <a:pt x="265613" y="8396"/>
                </a:lnTo>
                <a:cubicBezTo>
                  <a:pt x="262495" y="12235"/>
                  <a:pt x="262495" y="17029"/>
                  <a:pt x="262495" y="20626"/>
                </a:cubicBezTo>
                <a:lnTo>
                  <a:pt x="262495" y="142625"/>
                </a:lnTo>
                <a:cubicBezTo>
                  <a:pt x="262495" y="145018"/>
                  <a:pt x="262495" y="151489"/>
                  <a:pt x="264416" y="155800"/>
                </a:cubicBezTo>
                <a:lnTo>
                  <a:pt x="238271" y="155800"/>
                </a:lnTo>
                <a:moveTo>
                  <a:pt x="289357" y="88969"/>
                </a:moveTo>
                <a:cubicBezTo>
                  <a:pt x="291037" y="88731"/>
                  <a:pt x="291996" y="88490"/>
                  <a:pt x="293918" y="88490"/>
                </a:cubicBezTo>
                <a:cubicBezTo>
                  <a:pt x="297515" y="88490"/>
                  <a:pt x="302789" y="88010"/>
                  <a:pt x="306390" y="87531"/>
                </a:cubicBezTo>
                <a:cubicBezTo>
                  <a:pt x="309988" y="93280"/>
                  <a:pt x="335888" y="135917"/>
                  <a:pt x="355797" y="155800"/>
                </a:cubicBezTo>
                <a:lnTo>
                  <a:pt x="332532" y="155800"/>
                </a:lnTo>
                <a:lnTo>
                  <a:pt x="289357" y="88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d">
            <a:extLst xmlns:a="http://schemas.openxmlformats.org/drawingml/2006/main">
              <a:ext uri="{FF2B5EF4-FFF2-40B4-BE49-F238E27FC236}">
                <a16:creationId xmlns:a16="http://schemas.microsoft.com/office/drawing/2014/main" id="{25F405DD-2D01-48CC-8698-2D9F8F8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69" y="166830"/>
            <a:ext cx="86298" cy="118208"/>
          </a:xfrm>
          <a:custGeom xmlns:a="http://schemas.openxmlformats.org/drawingml/2006/main">
            <a:pathLst>
              <a:path w="86298" h="118208">
                <a:moveTo>
                  <a:pt x="85627" y="5037"/>
                </a:moveTo>
                <a:cubicBezTo>
                  <a:pt x="85793" y="4701"/>
                  <a:pt x="86298" y="2518"/>
                  <a:pt x="86298" y="2352"/>
                </a:cubicBezTo>
                <a:cubicBezTo>
                  <a:pt x="86298" y="1511"/>
                  <a:pt x="85627" y="0"/>
                  <a:pt x="83611" y="0"/>
                </a:cubicBezTo>
                <a:cubicBezTo>
                  <a:pt x="80252" y="0"/>
                  <a:pt x="66318" y="1342"/>
                  <a:pt x="62122" y="1678"/>
                </a:cubicBezTo>
                <a:cubicBezTo>
                  <a:pt x="60777" y="1847"/>
                  <a:pt x="58428" y="2014"/>
                  <a:pt x="58428" y="5541"/>
                </a:cubicBezTo>
                <a:cubicBezTo>
                  <a:pt x="58428" y="7890"/>
                  <a:pt x="60777" y="7890"/>
                  <a:pt x="62793" y="7890"/>
                </a:cubicBezTo>
                <a:cubicBezTo>
                  <a:pt x="70850" y="7890"/>
                  <a:pt x="70850" y="9066"/>
                  <a:pt x="70850" y="10409"/>
                </a:cubicBezTo>
                <a:cubicBezTo>
                  <a:pt x="70850" y="11582"/>
                  <a:pt x="70514" y="12589"/>
                  <a:pt x="70179" y="14100"/>
                </a:cubicBezTo>
                <a:lnTo>
                  <a:pt x="60610" y="52369"/>
                </a:lnTo>
                <a:cubicBezTo>
                  <a:pt x="57083" y="46825"/>
                  <a:pt x="51375" y="42460"/>
                  <a:pt x="43318" y="42460"/>
                </a:cubicBezTo>
                <a:cubicBezTo>
                  <a:pt x="21827" y="42460"/>
                  <a:pt x="0" y="66141"/>
                  <a:pt x="0" y="90330"/>
                </a:cubicBezTo>
                <a:cubicBezTo>
                  <a:pt x="0" y="106621"/>
                  <a:pt x="10913" y="118208"/>
                  <a:pt x="25352" y="118208"/>
                </a:cubicBezTo>
                <a:cubicBezTo>
                  <a:pt x="34418" y="118208"/>
                  <a:pt x="42478" y="113005"/>
                  <a:pt x="49192" y="106454"/>
                </a:cubicBezTo>
                <a:cubicBezTo>
                  <a:pt x="52382" y="116530"/>
                  <a:pt x="62122" y="118208"/>
                  <a:pt x="66487" y="118208"/>
                </a:cubicBezTo>
                <a:cubicBezTo>
                  <a:pt x="72531" y="118208"/>
                  <a:pt x="76727" y="114517"/>
                  <a:pt x="79750" y="109308"/>
                </a:cubicBezTo>
                <a:cubicBezTo>
                  <a:pt x="83444" y="102758"/>
                  <a:pt x="85627" y="93184"/>
                  <a:pt x="85627" y="92513"/>
                </a:cubicBezTo>
                <a:cubicBezTo>
                  <a:pt x="85627" y="90330"/>
                  <a:pt x="83444" y="90330"/>
                  <a:pt x="82939" y="90330"/>
                </a:cubicBezTo>
                <a:cubicBezTo>
                  <a:pt x="80590" y="90330"/>
                  <a:pt x="80421" y="91001"/>
                  <a:pt x="79245" y="95536"/>
                </a:cubicBezTo>
                <a:cubicBezTo>
                  <a:pt x="77232" y="103598"/>
                  <a:pt x="74042" y="113507"/>
                  <a:pt x="66989" y="113507"/>
                </a:cubicBezTo>
                <a:cubicBezTo>
                  <a:pt x="62624" y="113507"/>
                  <a:pt x="61448" y="109813"/>
                  <a:pt x="61448" y="105279"/>
                </a:cubicBezTo>
                <a:cubicBezTo>
                  <a:pt x="61448" y="102086"/>
                  <a:pt x="61786" y="100575"/>
                  <a:pt x="62288" y="98392"/>
                </a:cubicBezTo>
                <a:lnTo>
                  <a:pt x="85627" y="5037"/>
                </a:lnTo>
                <a:moveTo>
                  <a:pt x="49864" y="95536"/>
                </a:moveTo>
                <a:cubicBezTo>
                  <a:pt x="48690" y="100239"/>
                  <a:pt x="44996" y="103598"/>
                  <a:pt x="41302" y="106790"/>
                </a:cubicBezTo>
                <a:cubicBezTo>
                  <a:pt x="39790" y="108132"/>
                  <a:pt x="33076" y="113507"/>
                  <a:pt x="25857" y="113507"/>
                </a:cubicBezTo>
                <a:cubicBezTo>
                  <a:pt x="19644" y="113507"/>
                  <a:pt x="13601" y="109142"/>
                  <a:pt x="13601" y="97216"/>
                </a:cubicBezTo>
                <a:cubicBezTo>
                  <a:pt x="13601" y="88314"/>
                  <a:pt x="18468" y="69838"/>
                  <a:pt x="22332" y="63118"/>
                </a:cubicBezTo>
                <a:cubicBezTo>
                  <a:pt x="30053" y="49682"/>
                  <a:pt x="38617" y="47163"/>
                  <a:pt x="43318" y="47163"/>
                </a:cubicBezTo>
                <a:cubicBezTo>
                  <a:pt x="55069" y="47163"/>
                  <a:pt x="58259" y="59926"/>
                  <a:pt x="58259" y="61776"/>
                </a:cubicBezTo>
                <a:cubicBezTo>
                  <a:pt x="58259" y="62447"/>
                  <a:pt x="57923" y="63623"/>
                  <a:pt x="57757" y="64128"/>
                </a:cubicBezTo>
                <a:lnTo>
                  <a:pt x="49864" y="95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′">
            <a:extLst xmlns:a="http://schemas.openxmlformats.org/drawingml/2006/main">
              <a:ext uri="{FF2B5EF4-FFF2-40B4-BE49-F238E27FC236}">
                <a16:creationId xmlns:a16="http://schemas.microsoft.com/office/drawing/2014/main" id="{7657342E-3F95-44A6-9BA9-FCA436CA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643" y="143987"/>
            <a:ext cx="33220" cy="62476"/>
          </a:xfrm>
          <a:custGeom xmlns:a="http://schemas.openxmlformats.org/drawingml/2006/main">
            <a:pathLst>
              <a:path w="33220" h="62476">
                <a:moveTo>
                  <a:pt x="32021" y="11272"/>
                </a:moveTo>
                <a:cubicBezTo>
                  <a:pt x="32140" y="11151"/>
                  <a:pt x="33220" y="8873"/>
                  <a:pt x="33220" y="7074"/>
                </a:cubicBezTo>
                <a:cubicBezTo>
                  <a:pt x="33220" y="2758"/>
                  <a:pt x="29382" y="0"/>
                  <a:pt x="25785" y="0"/>
                </a:cubicBezTo>
                <a:cubicBezTo>
                  <a:pt x="20868" y="0"/>
                  <a:pt x="19549" y="3716"/>
                  <a:pt x="18948" y="5515"/>
                </a:cubicBezTo>
                <a:lnTo>
                  <a:pt x="481" y="57440"/>
                </a:lnTo>
                <a:cubicBezTo>
                  <a:pt x="0" y="58878"/>
                  <a:pt x="0" y="59239"/>
                  <a:pt x="0" y="59360"/>
                </a:cubicBezTo>
                <a:cubicBezTo>
                  <a:pt x="0" y="61277"/>
                  <a:pt x="5038" y="62476"/>
                  <a:pt x="5157" y="62476"/>
                </a:cubicBezTo>
                <a:cubicBezTo>
                  <a:pt x="6236" y="62476"/>
                  <a:pt x="6476" y="61878"/>
                  <a:pt x="7197" y="60437"/>
                </a:cubicBezTo>
                <a:lnTo>
                  <a:pt x="32021" y="11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0CE7C-8494-43DB-97FE-08DC222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855" y="1058938"/>
            <a:ext cx="788967" cy="453624"/>
          </a:xfrm>
          <a:custGeom xmlns:a="http://schemas.openxmlformats.org/drawingml/2006/main">
            <a:pathLst>
              <a:path w="788967" h="453624">
                <a:moveTo>
                  <a:pt x="693027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357684"/>
                </a:lnTo>
                <a:cubicBezTo>
                  <a:pt x="0" y="410671"/>
                  <a:pt x="42953" y="453624"/>
                  <a:pt x="95940" y="453624"/>
                </a:cubicBezTo>
                <a:lnTo>
                  <a:pt x="693027" y="453624"/>
                </a:lnTo>
                <a:cubicBezTo>
                  <a:pt x="746014" y="453624"/>
                  <a:pt x="788967" y="410671"/>
                  <a:pt x="788967" y="357684"/>
                </a:cubicBezTo>
                <a:lnTo>
                  <a:pt x="788967" y="95940"/>
                </a:lnTo>
                <a:cubicBezTo>
                  <a:pt x="788967" y="42953"/>
                  <a:pt x="746014" y="0"/>
                  <a:pt x="693027" y="0"/>
                </a:cubicBezTo>
                <a:close/>
                <a:moveTo>
                  <a:pt x="0" y="453624"/>
                </a:moveTo>
              </a:path>
            </a:pathLst>
          </a:custGeom>
          <a:solidFill xmlns:a="http://schemas.openxmlformats.org/drawingml/2006/main">
            <a:srgbClr val="CC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EE281-4D51-43F0-B0A7-B05D9ABF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855" y="1058938"/>
            <a:ext cx="788967" cy="453624"/>
          </a:xfrm>
          <a:custGeom xmlns:a="http://schemas.openxmlformats.org/drawingml/2006/main">
            <a:pathLst>
              <a:path w="788967" h="453624" fill="none">
                <a:moveTo>
                  <a:pt x="693027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357684"/>
                </a:lnTo>
                <a:cubicBezTo>
                  <a:pt x="0" y="410671"/>
                  <a:pt x="42953" y="453624"/>
                  <a:pt x="95940" y="453624"/>
                </a:cubicBezTo>
                <a:lnTo>
                  <a:pt x="693027" y="453624"/>
                </a:lnTo>
                <a:cubicBezTo>
                  <a:pt x="746014" y="453624"/>
                  <a:pt x="788967" y="410671"/>
                  <a:pt x="788967" y="357684"/>
                </a:cubicBezTo>
                <a:lnTo>
                  <a:pt x="788967" y="95940"/>
                </a:lnTo>
                <a:cubicBezTo>
                  <a:pt x="788967" y="42953"/>
                  <a:pt x="746014" y="0"/>
                  <a:pt x="693027" y="0"/>
                </a:cubicBezTo>
                <a:close/>
                <a:moveTo>
                  <a:pt x="0" y="45362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66" name="Text v">
            <a:extLst xmlns:a="http://schemas.openxmlformats.org/drawingml/2006/main">
              <a:ext uri="{FF2B5EF4-FFF2-40B4-BE49-F238E27FC236}">
                <a16:creationId xmlns:a16="http://schemas.microsoft.com/office/drawing/2014/main" id="{68EA1F24-25B0-40E2-B468-8E086BE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928" y="1243337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⊤">
            <a:extLst xmlns:a="http://schemas.openxmlformats.org/drawingml/2006/main">
              <a:ext uri="{FF2B5EF4-FFF2-40B4-BE49-F238E27FC236}">
                <a16:creationId xmlns:a16="http://schemas.microsoft.com/office/drawing/2014/main" id="{BF03B427-4ABE-48F9-B8E7-5FABD045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006" y="1146306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∂F">
            <a:extLst xmlns:a="http://schemas.openxmlformats.org/drawingml/2006/main">
              <a:ext uri="{FF2B5EF4-FFF2-40B4-BE49-F238E27FC236}">
                <a16:creationId xmlns:a16="http://schemas.microsoft.com/office/drawing/2014/main" id="{48A6398F-B4C7-4811-B8AA-E7421454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849" y="1135636"/>
            <a:ext cx="241596" cy="123132"/>
          </a:xfrm>
          <a:custGeom xmlns:a="http://schemas.openxmlformats.org/drawingml/2006/main">
            <a:pathLst>
              <a:path w="241596" h="123132">
                <a:moveTo>
                  <a:pt x="78069" y="63083"/>
                </a:moveTo>
                <a:cubicBezTo>
                  <a:pt x="75718" y="53355"/>
                  <a:pt x="68163" y="43285"/>
                  <a:pt x="52382" y="43285"/>
                </a:cubicBezTo>
                <a:cubicBezTo>
                  <a:pt x="28877" y="43285"/>
                  <a:pt x="9402" y="60902"/>
                  <a:pt x="3356" y="75997"/>
                </a:cubicBezTo>
                <a:cubicBezTo>
                  <a:pt x="2349" y="78848"/>
                  <a:pt x="0" y="85724"/>
                  <a:pt x="0" y="92434"/>
                </a:cubicBezTo>
                <a:cubicBezTo>
                  <a:pt x="0" y="104008"/>
                  <a:pt x="9066" y="123132"/>
                  <a:pt x="35256" y="123132"/>
                </a:cubicBezTo>
                <a:cubicBezTo>
                  <a:pt x="78741" y="123132"/>
                  <a:pt x="96368" y="68952"/>
                  <a:pt x="96368" y="45132"/>
                </a:cubicBezTo>
                <a:cubicBezTo>
                  <a:pt x="96368" y="16378"/>
                  <a:pt x="77565" y="0"/>
                  <a:pt x="55069" y="0"/>
                </a:cubicBezTo>
                <a:cubicBezTo>
                  <a:pt x="27701" y="0"/>
                  <a:pt x="20146" y="21742"/>
                  <a:pt x="20146" y="26948"/>
                </a:cubicBezTo>
                <a:cubicBezTo>
                  <a:pt x="20146" y="28290"/>
                  <a:pt x="20987" y="32991"/>
                  <a:pt x="26861" y="32991"/>
                </a:cubicBezTo>
                <a:cubicBezTo>
                  <a:pt x="32738" y="32991"/>
                  <a:pt x="36263" y="27786"/>
                  <a:pt x="36263" y="23756"/>
                </a:cubicBezTo>
                <a:cubicBezTo>
                  <a:pt x="36263" y="19224"/>
                  <a:pt x="32907" y="17713"/>
                  <a:pt x="29717" y="17377"/>
                </a:cubicBezTo>
                <a:cubicBezTo>
                  <a:pt x="38110" y="4870"/>
                  <a:pt x="51877" y="4870"/>
                  <a:pt x="54731" y="4870"/>
                </a:cubicBezTo>
                <a:cubicBezTo>
                  <a:pt x="67325" y="4870"/>
                  <a:pt x="82266" y="12709"/>
                  <a:pt x="82266" y="36534"/>
                </a:cubicBezTo>
                <a:cubicBezTo>
                  <a:pt x="82266" y="43789"/>
                  <a:pt x="81428" y="49664"/>
                  <a:pt x="78238" y="63083"/>
                </a:cubicBezTo>
                <a:lnTo>
                  <a:pt x="78069" y="63083"/>
                </a:lnTo>
                <a:moveTo>
                  <a:pt x="35592" y="117760"/>
                </a:moveTo>
                <a:cubicBezTo>
                  <a:pt x="16621" y="117760"/>
                  <a:pt x="14438" y="103503"/>
                  <a:pt x="14438" y="98305"/>
                </a:cubicBezTo>
                <a:cubicBezTo>
                  <a:pt x="14438" y="91762"/>
                  <a:pt x="18970" y="75326"/>
                  <a:pt x="20651" y="71132"/>
                </a:cubicBezTo>
                <a:cubicBezTo>
                  <a:pt x="23671" y="63418"/>
                  <a:pt x="34083" y="47988"/>
                  <a:pt x="53053" y="47988"/>
                </a:cubicBezTo>
                <a:cubicBezTo>
                  <a:pt x="69339" y="47988"/>
                  <a:pt x="74711" y="60733"/>
                  <a:pt x="74711" y="70799"/>
                </a:cubicBezTo>
                <a:cubicBezTo>
                  <a:pt x="74711" y="82035"/>
                  <a:pt x="63797" y="117760"/>
                  <a:pt x="35592" y="117760"/>
                </a:cubicBezTo>
                <a:close/>
                <a:moveTo>
                  <a:pt x="160002" y="65890"/>
                </a:moveTo>
                <a:lnTo>
                  <a:pt x="177965" y="65890"/>
                </a:lnTo>
                <a:cubicBezTo>
                  <a:pt x="190726" y="65890"/>
                  <a:pt x="192909" y="67901"/>
                  <a:pt x="192909" y="73432"/>
                </a:cubicBezTo>
                <a:cubicBezTo>
                  <a:pt x="192909" y="75946"/>
                  <a:pt x="192909" y="76281"/>
                  <a:pt x="191733" y="80974"/>
                </a:cubicBezTo>
                <a:cubicBezTo>
                  <a:pt x="191397" y="81979"/>
                  <a:pt x="191231" y="82481"/>
                  <a:pt x="191231" y="82985"/>
                </a:cubicBezTo>
                <a:cubicBezTo>
                  <a:pt x="191231" y="84661"/>
                  <a:pt x="192404" y="85499"/>
                  <a:pt x="194085" y="85499"/>
                </a:cubicBezTo>
                <a:cubicBezTo>
                  <a:pt x="196267" y="85499"/>
                  <a:pt x="196434" y="84661"/>
                  <a:pt x="197274" y="81643"/>
                </a:cubicBezTo>
                <a:lnTo>
                  <a:pt x="206340" y="46069"/>
                </a:lnTo>
                <a:cubicBezTo>
                  <a:pt x="206507" y="45565"/>
                  <a:pt x="207012" y="43044"/>
                  <a:pt x="207012" y="42708"/>
                </a:cubicBezTo>
                <a:cubicBezTo>
                  <a:pt x="207012" y="41028"/>
                  <a:pt x="205836" y="40190"/>
                  <a:pt x="204158" y="40190"/>
                </a:cubicBezTo>
                <a:cubicBezTo>
                  <a:pt x="201806" y="40190"/>
                  <a:pt x="201639" y="41197"/>
                  <a:pt x="200799" y="44220"/>
                </a:cubicBezTo>
                <a:cubicBezTo>
                  <a:pt x="197441" y="57326"/>
                  <a:pt x="192573" y="59844"/>
                  <a:pt x="178301" y="59844"/>
                </a:cubicBezTo>
                <a:lnTo>
                  <a:pt x="161513" y="59844"/>
                </a:lnTo>
                <a:lnTo>
                  <a:pt x="172089" y="17677"/>
                </a:lnTo>
                <a:cubicBezTo>
                  <a:pt x="173434" y="12468"/>
                  <a:pt x="173600" y="11964"/>
                  <a:pt x="180653" y="11964"/>
                </a:cubicBezTo>
                <a:lnTo>
                  <a:pt x="206340" y="11964"/>
                </a:lnTo>
                <a:cubicBezTo>
                  <a:pt x="228669" y="11964"/>
                  <a:pt x="232868" y="17338"/>
                  <a:pt x="232868" y="31285"/>
                </a:cubicBezTo>
                <a:cubicBezTo>
                  <a:pt x="232868" y="36829"/>
                  <a:pt x="232194" y="40357"/>
                  <a:pt x="232194" y="41702"/>
                </a:cubicBezTo>
                <a:cubicBezTo>
                  <a:pt x="232194" y="43044"/>
                  <a:pt x="232699" y="44558"/>
                  <a:pt x="235051" y="44558"/>
                </a:cubicBezTo>
                <a:cubicBezTo>
                  <a:pt x="237569" y="44558"/>
                  <a:pt x="237736" y="43044"/>
                  <a:pt x="238071" y="40190"/>
                </a:cubicBezTo>
                <a:lnTo>
                  <a:pt x="241094" y="10957"/>
                </a:lnTo>
                <a:cubicBezTo>
                  <a:pt x="241596" y="5920"/>
                  <a:pt x="240423" y="5920"/>
                  <a:pt x="236224" y="5920"/>
                </a:cubicBezTo>
                <a:lnTo>
                  <a:pt x="146570" y="5920"/>
                </a:lnTo>
                <a:cubicBezTo>
                  <a:pt x="143381" y="5920"/>
                  <a:pt x="141198" y="5920"/>
                  <a:pt x="141198" y="9612"/>
                </a:cubicBezTo>
                <a:cubicBezTo>
                  <a:pt x="141198" y="11964"/>
                  <a:pt x="143212" y="11964"/>
                  <a:pt x="146570" y="11964"/>
                </a:cubicBezTo>
                <a:cubicBezTo>
                  <a:pt x="146739" y="11964"/>
                  <a:pt x="149929" y="11964"/>
                  <a:pt x="152949" y="12299"/>
                </a:cubicBezTo>
                <a:cubicBezTo>
                  <a:pt x="156477" y="12635"/>
                  <a:pt x="156812" y="12971"/>
                  <a:pt x="156812" y="14651"/>
                </a:cubicBezTo>
                <a:cubicBezTo>
                  <a:pt x="156812" y="15827"/>
                  <a:pt x="156308" y="17508"/>
                  <a:pt x="156141" y="18348"/>
                </a:cubicBezTo>
                <a:lnTo>
                  <a:pt x="134145" y="106111"/>
                </a:lnTo>
                <a:cubicBezTo>
                  <a:pt x="132467" y="112649"/>
                  <a:pt x="132298" y="113822"/>
                  <a:pt x="119205" y="113822"/>
                </a:cubicBezTo>
                <a:cubicBezTo>
                  <a:pt x="116348" y="113822"/>
                  <a:pt x="114166" y="113822"/>
                  <a:pt x="114166" y="117347"/>
                </a:cubicBezTo>
                <a:cubicBezTo>
                  <a:pt x="114166" y="119025"/>
                  <a:pt x="115341" y="119866"/>
                  <a:pt x="116853" y="119866"/>
                </a:cubicBezTo>
                <a:cubicBezTo>
                  <a:pt x="121723" y="119866"/>
                  <a:pt x="134145" y="119194"/>
                  <a:pt x="139015" y="119194"/>
                </a:cubicBezTo>
                <a:lnTo>
                  <a:pt x="151942" y="119361"/>
                </a:lnTo>
                <a:cubicBezTo>
                  <a:pt x="156308" y="119361"/>
                  <a:pt x="161009" y="119866"/>
                  <a:pt x="165205" y="119866"/>
                </a:cubicBezTo>
                <a:cubicBezTo>
                  <a:pt x="166381" y="119866"/>
                  <a:pt x="168899" y="119866"/>
                  <a:pt x="168899" y="116171"/>
                </a:cubicBezTo>
                <a:cubicBezTo>
                  <a:pt x="168899" y="113822"/>
                  <a:pt x="166886" y="113822"/>
                  <a:pt x="163025" y="113822"/>
                </a:cubicBezTo>
                <a:cubicBezTo>
                  <a:pt x="162687" y="113822"/>
                  <a:pt x="158490" y="113822"/>
                  <a:pt x="154294" y="113487"/>
                </a:cubicBezTo>
                <a:cubicBezTo>
                  <a:pt x="150766" y="113151"/>
                  <a:pt x="149088" y="112985"/>
                  <a:pt x="149088" y="110638"/>
                </a:cubicBezTo>
                <a:cubicBezTo>
                  <a:pt x="149088" y="109967"/>
                  <a:pt x="149088" y="109465"/>
                  <a:pt x="149593" y="107620"/>
                </a:cubicBezTo>
                <a:lnTo>
                  <a:pt x="160002" y="658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375AFC-DBA2-4A23-B6A3-CA46049F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774" y="1289964"/>
            <a:ext cx="260200" cy="10"/>
          </a:xfrm>
          <a:custGeom xmlns:a="http://schemas.openxmlformats.org/drawingml/2006/main">
            <a:pathLst>
              <a:path w="260200" h="1" fill="none">
                <a:moveTo>
                  <a:pt x="0" y="0"/>
                </a:moveTo>
                <a:lnTo>
                  <a:pt x="260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82" cap="flat">
            <a:solidFill>
              <a:srgbClr val="000000"/>
            </a:solidFill>
            <a:miter/>
          </a:ln>
        </p:spPr>
      </p:sp>
      <p:sp>
        <p:nvSpPr>
          <p:cNvPr id="70" name="Text ∂x">
            <a:extLst xmlns:a="http://schemas.openxmlformats.org/drawingml/2006/main">
              <a:ext uri="{FF2B5EF4-FFF2-40B4-BE49-F238E27FC236}">
                <a16:creationId xmlns:a16="http://schemas.microsoft.com/office/drawing/2014/main" id="{50E5A005-B2CC-4A43-B4B0-863CD0C5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7" y="1312777"/>
            <a:ext cx="211462" cy="123132"/>
          </a:xfrm>
          <a:custGeom xmlns:a="http://schemas.openxmlformats.org/drawingml/2006/main">
            <a:pathLst>
              <a:path w="211462" h="123132">
                <a:moveTo>
                  <a:pt x="78069" y="63083"/>
                </a:moveTo>
                <a:cubicBezTo>
                  <a:pt x="75718" y="53355"/>
                  <a:pt x="68163" y="43285"/>
                  <a:pt x="52382" y="43285"/>
                </a:cubicBezTo>
                <a:cubicBezTo>
                  <a:pt x="28877" y="43285"/>
                  <a:pt x="9402" y="60902"/>
                  <a:pt x="3356" y="75997"/>
                </a:cubicBezTo>
                <a:cubicBezTo>
                  <a:pt x="2349" y="78848"/>
                  <a:pt x="0" y="85724"/>
                  <a:pt x="0" y="92434"/>
                </a:cubicBezTo>
                <a:cubicBezTo>
                  <a:pt x="0" y="104008"/>
                  <a:pt x="9066" y="123132"/>
                  <a:pt x="35256" y="123132"/>
                </a:cubicBezTo>
                <a:cubicBezTo>
                  <a:pt x="78741" y="123132"/>
                  <a:pt x="96368" y="68952"/>
                  <a:pt x="96368" y="45132"/>
                </a:cubicBezTo>
                <a:cubicBezTo>
                  <a:pt x="96368" y="16378"/>
                  <a:pt x="77565" y="0"/>
                  <a:pt x="55069" y="0"/>
                </a:cubicBezTo>
                <a:cubicBezTo>
                  <a:pt x="27701" y="0"/>
                  <a:pt x="20146" y="21742"/>
                  <a:pt x="20146" y="26948"/>
                </a:cubicBezTo>
                <a:cubicBezTo>
                  <a:pt x="20146" y="28290"/>
                  <a:pt x="20987" y="32991"/>
                  <a:pt x="26861" y="32991"/>
                </a:cubicBezTo>
                <a:cubicBezTo>
                  <a:pt x="32738" y="32991"/>
                  <a:pt x="36263" y="27786"/>
                  <a:pt x="36263" y="23756"/>
                </a:cubicBezTo>
                <a:cubicBezTo>
                  <a:pt x="36263" y="19224"/>
                  <a:pt x="32907" y="17713"/>
                  <a:pt x="29717" y="17377"/>
                </a:cubicBezTo>
                <a:cubicBezTo>
                  <a:pt x="38110" y="4870"/>
                  <a:pt x="51877" y="4870"/>
                  <a:pt x="54731" y="4870"/>
                </a:cubicBezTo>
                <a:cubicBezTo>
                  <a:pt x="67325" y="4870"/>
                  <a:pt x="82266" y="12709"/>
                  <a:pt x="82266" y="36534"/>
                </a:cubicBezTo>
                <a:cubicBezTo>
                  <a:pt x="82266" y="43789"/>
                  <a:pt x="81428" y="49664"/>
                  <a:pt x="78238" y="63083"/>
                </a:cubicBezTo>
                <a:lnTo>
                  <a:pt x="78069" y="63083"/>
                </a:lnTo>
                <a:moveTo>
                  <a:pt x="35592" y="117760"/>
                </a:moveTo>
                <a:cubicBezTo>
                  <a:pt x="16621" y="117760"/>
                  <a:pt x="14438" y="103503"/>
                  <a:pt x="14438" y="98305"/>
                </a:cubicBezTo>
                <a:cubicBezTo>
                  <a:pt x="14438" y="91762"/>
                  <a:pt x="18970" y="75326"/>
                  <a:pt x="20651" y="71132"/>
                </a:cubicBezTo>
                <a:cubicBezTo>
                  <a:pt x="23671" y="63418"/>
                  <a:pt x="34083" y="47988"/>
                  <a:pt x="53053" y="47988"/>
                </a:cubicBezTo>
                <a:cubicBezTo>
                  <a:pt x="69339" y="47988"/>
                  <a:pt x="74711" y="60733"/>
                  <a:pt x="74711" y="70799"/>
                </a:cubicBezTo>
                <a:cubicBezTo>
                  <a:pt x="74711" y="82035"/>
                  <a:pt x="63797" y="117760"/>
                  <a:pt x="35592" y="117760"/>
                </a:cubicBezTo>
                <a:close/>
                <a:moveTo>
                  <a:pt x="168984" y="79191"/>
                </a:moveTo>
                <a:lnTo>
                  <a:pt x="192153" y="55833"/>
                </a:lnTo>
                <a:cubicBezTo>
                  <a:pt x="196183" y="54657"/>
                  <a:pt x="200548" y="54657"/>
                  <a:pt x="207768" y="54657"/>
                </a:cubicBezTo>
                <a:lnTo>
                  <a:pt x="207768" y="45252"/>
                </a:lnTo>
                <a:cubicBezTo>
                  <a:pt x="202395" y="45757"/>
                  <a:pt x="196854" y="45926"/>
                  <a:pt x="191482" y="45926"/>
                </a:cubicBezTo>
                <a:cubicBezTo>
                  <a:pt x="185774" y="45926"/>
                  <a:pt x="174190" y="45421"/>
                  <a:pt x="172847" y="45252"/>
                </a:cubicBezTo>
                <a:lnTo>
                  <a:pt x="172847" y="54657"/>
                </a:lnTo>
                <a:cubicBezTo>
                  <a:pt x="175030" y="54657"/>
                  <a:pt x="176203" y="54992"/>
                  <a:pt x="177379" y="55664"/>
                </a:cubicBezTo>
                <a:lnTo>
                  <a:pt x="161598" y="71629"/>
                </a:lnTo>
                <a:lnTo>
                  <a:pt x="145313" y="54657"/>
                </a:lnTo>
                <a:lnTo>
                  <a:pt x="149845" y="54657"/>
                </a:lnTo>
                <a:lnTo>
                  <a:pt x="149845" y="45252"/>
                </a:lnTo>
                <a:cubicBezTo>
                  <a:pt x="148838" y="45252"/>
                  <a:pt x="135575" y="45926"/>
                  <a:pt x="128522" y="45926"/>
                </a:cubicBezTo>
                <a:cubicBezTo>
                  <a:pt x="122143" y="45926"/>
                  <a:pt x="115931" y="45757"/>
                  <a:pt x="109549" y="45252"/>
                </a:cubicBezTo>
                <a:lnTo>
                  <a:pt x="109549" y="54657"/>
                </a:lnTo>
                <a:lnTo>
                  <a:pt x="122143" y="54657"/>
                </a:lnTo>
                <a:lnTo>
                  <a:pt x="149678" y="83393"/>
                </a:lnTo>
                <a:lnTo>
                  <a:pt x="125499" y="107764"/>
                </a:lnTo>
                <a:cubicBezTo>
                  <a:pt x="123317" y="109780"/>
                  <a:pt x="123150" y="109949"/>
                  <a:pt x="117945" y="110284"/>
                </a:cubicBezTo>
                <a:cubicBezTo>
                  <a:pt x="115260" y="110451"/>
                  <a:pt x="109383" y="110451"/>
                  <a:pt x="108543" y="110451"/>
                </a:cubicBezTo>
                <a:lnTo>
                  <a:pt x="108543" y="119853"/>
                </a:lnTo>
                <a:cubicBezTo>
                  <a:pt x="113915" y="119351"/>
                  <a:pt x="119456" y="119182"/>
                  <a:pt x="124828" y="119182"/>
                </a:cubicBezTo>
                <a:cubicBezTo>
                  <a:pt x="129363" y="119182"/>
                  <a:pt x="141283" y="119686"/>
                  <a:pt x="143466" y="119853"/>
                </a:cubicBezTo>
                <a:lnTo>
                  <a:pt x="143466" y="110451"/>
                </a:lnTo>
                <a:cubicBezTo>
                  <a:pt x="140778" y="110451"/>
                  <a:pt x="140107" y="110115"/>
                  <a:pt x="138931" y="109275"/>
                </a:cubicBezTo>
                <a:lnTo>
                  <a:pt x="157064" y="91124"/>
                </a:lnTo>
                <a:lnTo>
                  <a:pt x="175701" y="110451"/>
                </a:lnTo>
                <a:lnTo>
                  <a:pt x="171336" y="110451"/>
                </a:lnTo>
                <a:lnTo>
                  <a:pt x="171336" y="119853"/>
                </a:lnTo>
                <a:cubicBezTo>
                  <a:pt x="171502" y="119853"/>
                  <a:pt x="184934" y="119182"/>
                  <a:pt x="192658" y="119182"/>
                </a:cubicBezTo>
                <a:cubicBezTo>
                  <a:pt x="198870" y="119182"/>
                  <a:pt x="205249" y="119351"/>
                  <a:pt x="211462" y="119853"/>
                </a:cubicBezTo>
                <a:lnTo>
                  <a:pt x="211462" y="110451"/>
                </a:lnTo>
                <a:lnTo>
                  <a:pt x="199037" y="110451"/>
                </a:lnTo>
                <a:lnTo>
                  <a:pt x="168984" y="79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A146B-8F9B-4CB4-BBF0-9DF2A3AC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55" y="62220"/>
            <a:ext cx="1148766" cy="399735"/>
          </a:xfrm>
          <a:custGeom xmlns:a="http://schemas.openxmlformats.org/drawingml/2006/main">
            <a:pathLst>
              <a:path w="1148766" h="399735">
                <a:moveTo>
                  <a:pt x="1052826" y="0"/>
                </a:moveTo>
                <a:lnTo>
                  <a:pt x="95940" y="0"/>
                </a:lnTo>
                <a:cubicBezTo>
                  <a:pt x="42954" y="0"/>
                  <a:pt x="0" y="42953"/>
                  <a:pt x="0" y="95940"/>
                </a:cubicBezTo>
                <a:lnTo>
                  <a:pt x="0" y="303794"/>
                </a:lnTo>
                <a:cubicBezTo>
                  <a:pt x="0" y="356781"/>
                  <a:pt x="42954" y="399735"/>
                  <a:pt x="95940" y="399735"/>
                </a:cubicBezTo>
                <a:lnTo>
                  <a:pt x="1052826" y="399735"/>
                </a:lnTo>
                <a:cubicBezTo>
                  <a:pt x="1105812" y="399735"/>
                  <a:pt x="1148766" y="356781"/>
                  <a:pt x="1148766" y="303794"/>
                </a:cubicBezTo>
                <a:lnTo>
                  <a:pt x="1148766" y="95940"/>
                </a:lnTo>
                <a:cubicBezTo>
                  <a:pt x="1148766" y="42953"/>
                  <a:pt x="1105812" y="0"/>
                  <a:pt x="1052826" y="0"/>
                </a:cubicBezTo>
                <a:close/>
                <a:moveTo>
                  <a:pt x="0" y="399735"/>
                </a:moveTo>
              </a:path>
            </a:pathLst>
          </a:custGeom>
          <a:solidFill xmlns:a="http://schemas.openxmlformats.org/drawingml/2006/main">
            <a:srgbClr val="CC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62BA8-EDDA-476A-831E-D6D1B994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55" y="62220"/>
            <a:ext cx="1148766" cy="399735"/>
          </a:xfrm>
          <a:custGeom xmlns:a="http://schemas.openxmlformats.org/drawingml/2006/main">
            <a:pathLst>
              <a:path w="1148766" h="399735" fill="none">
                <a:moveTo>
                  <a:pt x="1052826" y="0"/>
                </a:moveTo>
                <a:lnTo>
                  <a:pt x="95940" y="0"/>
                </a:lnTo>
                <a:cubicBezTo>
                  <a:pt x="42954" y="0"/>
                  <a:pt x="0" y="42953"/>
                  <a:pt x="0" y="95940"/>
                </a:cubicBezTo>
                <a:lnTo>
                  <a:pt x="0" y="303794"/>
                </a:lnTo>
                <a:cubicBezTo>
                  <a:pt x="0" y="356781"/>
                  <a:pt x="42954" y="399735"/>
                  <a:pt x="95940" y="399735"/>
                </a:cubicBezTo>
                <a:lnTo>
                  <a:pt x="1052826" y="399735"/>
                </a:lnTo>
                <a:cubicBezTo>
                  <a:pt x="1105812" y="399735"/>
                  <a:pt x="1148766" y="356781"/>
                  <a:pt x="1148766" y="303794"/>
                </a:cubicBezTo>
                <a:lnTo>
                  <a:pt x="1148766" y="95940"/>
                </a:lnTo>
                <a:cubicBezTo>
                  <a:pt x="1148766" y="42953"/>
                  <a:pt x="1105812" y="0"/>
                  <a:pt x="1052826" y="0"/>
                </a:cubicBezTo>
                <a:close/>
                <a:moveTo>
                  <a:pt x="0" y="399735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73" name="Text y=F(x)">
            <a:extLst xmlns:a="http://schemas.openxmlformats.org/drawingml/2006/main">
              <a:ext uri="{FF2B5EF4-FFF2-40B4-BE49-F238E27FC236}">
                <a16:creationId xmlns:a16="http://schemas.microsoft.com/office/drawing/2014/main" id="{411950DF-A7B1-48F7-AF01-B28D794E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058" y="142177"/>
            <a:ext cx="959644" cy="239847"/>
          </a:xfrm>
          <a:custGeom xmlns:a="http://schemas.openxmlformats.org/drawingml/2006/main">
            <a:pathLst>
              <a:path w="959644" h="239847">
                <a:moveTo>
                  <a:pt x="116088" y="89628"/>
                </a:moveTo>
                <a:cubicBezTo>
                  <a:pt x="117768" y="86268"/>
                  <a:pt x="118485" y="84588"/>
                  <a:pt x="133834" y="84588"/>
                </a:cubicBezTo>
                <a:lnTo>
                  <a:pt x="133834" y="73313"/>
                </a:lnTo>
                <a:cubicBezTo>
                  <a:pt x="128081" y="73796"/>
                  <a:pt x="120886" y="74034"/>
                  <a:pt x="114888" y="74034"/>
                </a:cubicBezTo>
                <a:cubicBezTo>
                  <a:pt x="108893" y="74034"/>
                  <a:pt x="98100" y="73554"/>
                  <a:pt x="93061" y="73313"/>
                </a:cubicBezTo>
                <a:lnTo>
                  <a:pt x="93061" y="84588"/>
                </a:lnTo>
                <a:cubicBezTo>
                  <a:pt x="93540" y="84588"/>
                  <a:pt x="104336" y="84588"/>
                  <a:pt x="104336" y="87469"/>
                </a:cubicBezTo>
                <a:cubicBezTo>
                  <a:pt x="104336" y="87710"/>
                  <a:pt x="103374" y="90111"/>
                  <a:pt x="103136" y="90349"/>
                </a:cubicBezTo>
                <a:lnTo>
                  <a:pt x="75552" y="149407"/>
                </a:lnTo>
                <a:lnTo>
                  <a:pt x="45092" y="84588"/>
                </a:lnTo>
                <a:lnTo>
                  <a:pt x="58044" y="84588"/>
                </a:lnTo>
                <a:lnTo>
                  <a:pt x="58044" y="73313"/>
                </a:lnTo>
                <a:cubicBezTo>
                  <a:pt x="50128" y="73796"/>
                  <a:pt x="28543" y="74034"/>
                  <a:pt x="28305" y="74034"/>
                </a:cubicBezTo>
                <a:cubicBezTo>
                  <a:pt x="21589" y="74034"/>
                  <a:pt x="10793" y="73554"/>
                  <a:pt x="959" y="73313"/>
                </a:cubicBezTo>
                <a:lnTo>
                  <a:pt x="959" y="84588"/>
                </a:lnTo>
                <a:lnTo>
                  <a:pt x="16312" y="84588"/>
                </a:lnTo>
                <a:lnTo>
                  <a:pt x="61162" y="179896"/>
                </a:lnTo>
                <a:lnTo>
                  <a:pt x="55647" y="191421"/>
                </a:lnTo>
                <a:cubicBezTo>
                  <a:pt x="50369" y="202945"/>
                  <a:pt x="42695" y="219268"/>
                  <a:pt x="25666" y="219268"/>
                </a:cubicBezTo>
                <a:cubicBezTo>
                  <a:pt x="22306" y="219268"/>
                  <a:pt x="21827" y="219030"/>
                  <a:pt x="19909" y="218309"/>
                </a:cubicBezTo>
                <a:cubicBezTo>
                  <a:pt x="22068" y="217347"/>
                  <a:pt x="27584" y="213987"/>
                  <a:pt x="27584" y="205584"/>
                </a:cubicBezTo>
                <a:cubicBezTo>
                  <a:pt x="27584" y="197661"/>
                  <a:pt x="21827" y="191900"/>
                  <a:pt x="13673" y="191900"/>
                </a:cubicBezTo>
                <a:cubicBezTo>
                  <a:pt x="6957" y="191900"/>
                  <a:pt x="0" y="196460"/>
                  <a:pt x="0" y="205826"/>
                </a:cubicBezTo>
                <a:cubicBezTo>
                  <a:pt x="0" y="218068"/>
                  <a:pt x="11272" y="227901"/>
                  <a:pt x="25666" y="227901"/>
                </a:cubicBezTo>
                <a:cubicBezTo>
                  <a:pt x="44133" y="227901"/>
                  <a:pt x="58044" y="213028"/>
                  <a:pt x="64522" y="199344"/>
                </a:cubicBezTo>
                <a:lnTo>
                  <a:pt x="116088" y="89628"/>
                </a:lnTo>
                <a:close/>
                <a:moveTo>
                  <a:pt x="375523" y="101420"/>
                </a:moveTo>
                <a:cubicBezTo>
                  <a:pt x="379120" y="101420"/>
                  <a:pt x="383677" y="101420"/>
                  <a:pt x="383677" y="96625"/>
                </a:cubicBezTo>
                <a:cubicBezTo>
                  <a:pt x="383677" y="91827"/>
                  <a:pt x="379120" y="91827"/>
                  <a:pt x="375761" y="91827"/>
                </a:cubicBezTo>
                <a:lnTo>
                  <a:pt x="232093" y="91827"/>
                </a:lnTo>
                <a:cubicBezTo>
                  <a:pt x="228737" y="91827"/>
                  <a:pt x="224180" y="91827"/>
                  <a:pt x="224180" y="96625"/>
                </a:cubicBezTo>
                <a:cubicBezTo>
                  <a:pt x="224180" y="101420"/>
                  <a:pt x="228737" y="101420"/>
                  <a:pt x="232334" y="101420"/>
                </a:cubicBezTo>
                <a:lnTo>
                  <a:pt x="375523" y="101420"/>
                </a:lnTo>
                <a:moveTo>
                  <a:pt x="375761" y="148023"/>
                </a:moveTo>
                <a:cubicBezTo>
                  <a:pt x="379120" y="148023"/>
                  <a:pt x="383677" y="148023"/>
                  <a:pt x="383677" y="143225"/>
                </a:cubicBezTo>
                <a:cubicBezTo>
                  <a:pt x="383677" y="138427"/>
                  <a:pt x="379120" y="138427"/>
                  <a:pt x="375523" y="138427"/>
                </a:cubicBezTo>
                <a:lnTo>
                  <a:pt x="232334" y="138427"/>
                </a:lnTo>
                <a:cubicBezTo>
                  <a:pt x="228737" y="138427"/>
                  <a:pt x="224180" y="138427"/>
                  <a:pt x="224180" y="143225"/>
                </a:cubicBezTo>
                <a:cubicBezTo>
                  <a:pt x="224180" y="148023"/>
                  <a:pt x="228737" y="148023"/>
                  <a:pt x="232093" y="148023"/>
                </a:cubicBezTo>
                <a:lnTo>
                  <a:pt x="375761" y="148023"/>
                </a:lnTo>
                <a:close/>
                <a:moveTo>
                  <a:pt x="536591" y="102064"/>
                </a:moveTo>
                <a:lnTo>
                  <a:pt x="559856" y="102064"/>
                </a:lnTo>
                <a:cubicBezTo>
                  <a:pt x="577844" y="102064"/>
                  <a:pt x="579761" y="105896"/>
                  <a:pt x="579761" y="112838"/>
                </a:cubicBezTo>
                <a:cubicBezTo>
                  <a:pt x="579761" y="114514"/>
                  <a:pt x="579761" y="117387"/>
                  <a:pt x="578085" y="124568"/>
                </a:cubicBezTo>
                <a:cubicBezTo>
                  <a:pt x="577606" y="125764"/>
                  <a:pt x="577364" y="126723"/>
                  <a:pt x="577364" y="127203"/>
                </a:cubicBezTo>
                <a:cubicBezTo>
                  <a:pt x="577364" y="129117"/>
                  <a:pt x="578803" y="130076"/>
                  <a:pt x="580244" y="130076"/>
                </a:cubicBezTo>
                <a:cubicBezTo>
                  <a:pt x="582642" y="130076"/>
                  <a:pt x="582642" y="129358"/>
                  <a:pt x="583842" y="125047"/>
                </a:cubicBezTo>
                <a:lnTo>
                  <a:pt x="597032" y="73031"/>
                </a:lnTo>
                <a:cubicBezTo>
                  <a:pt x="597753" y="70392"/>
                  <a:pt x="597753" y="69913"/>
                  <a:pt x="597753" y="69192"/>
                </a:cubicBezTo>
                <a:cubicBezTo>
                  <a:pt x="597753" y="68712"/>
                  <a:pt x="597273" y="66553"/>
                  <a:pt x="594873" y="66553"/>
                </a:cubicBezTo>
                <a:cubicBezTo>
                  <a:pt x="592475" y="66553"/>
                  <a:pt x="592234" y="67753"/>
                  <a:pt x="591275" y="71592"/>
                </a:cubicBezTo>
                <a:cubicBezTo>
                  <a:pt x="586239" y="90309"/>
                  <a:pt x="580724" y="94627"/>
                  <a:pt x="560335" y="94627"/>
                </a:cubicBezTo>
                <a:lnTo>
                  <a:pt x="538508" y="94627"/>
                </a:lnTo>
                <a:lnTo>
                  <a:pt x="553861" y="33677"/>
                </a:lnTo>
                <a:cubicBezTo>
                  <a:pt x="556017" y="25278"/>
                  <a:pt x="556258" y="24319"/>
                  <a:pt x="566813" y="24319"/>
                </a:cubicBezTo>
                <a:lnTo>
                  <a:pt x="598470" y="24319"/>
                </a:lnTo>
                <a:cubicBezTo>
                  <a:pt x="627972" y="24319"/>
                  <a:pt x="633491" y="32235"/>
                  <a:pt x="633491" y="50713"/>
                </a:cubicBezTo>
                <a:cubicBezTo>
                  <a:pt x="633491" y="56232"/>
                  <a:pt x="633491" y="57195"/>
                  <a:pt x="632770" y="63673"/>
                </a:cubicBezTo>
                <a:cubicBezTo>
                  <a:pt x="632290" y="66791"/>
                  <a:pt x="632290" y="67274"/>
                  <a:pt x="632290" y="67991"/>
                </a:cubicBezTo>
                <a:cubicBezTo>
                  <a:pt x="632290" y="69192"/>
                  <a:pt x="633007" y="70871"/>
                  <a:pt x="635167" y="70871"/>
                </a:cubicBezTo>
                <a:cubicBezTo>
                  <a:pt x="637805" y="70871"/>
                  <a:pt x="638047" y="69433"/>
                  <a:pt x="638526" y="64873"/>
                </a:cubicBezTo>
                <a:lnTo>
                  <a:pt x="643324" y="23360"/>
                </a:lnTo>
                <a:cubicBezTo>
                  <a:pt x="644042" y="16883"/>
                  <a:pt x="642841" y="16883"/>
                  <a:pt x="636847" y="16883"/>
                </a:cubicBezTo>
                <a:lnTo>
                  <a:pt x="519320" y="16883"/>
                </a:lnTo>
                <a:cubicBezTo>
                  <a:pt x="514526" y="16883"/>
                  <a:pt x="512125" y="16883"/>
                  <a:pt x="512125" y="21680"/>
                </a:cubicBezTo>
                <a:cubicBezTo>
                  <a:pt x="512125" y="24319"/>
                  <a:pt x="514284" y="24319"/>
                  <a:pt x="518841" y="24319"/>
                </a:cubicBezTo>
                <a:cubicBezTo>
                  <a:pt x="527716" y="24319"/>
                  <a:pt x="534431" y="24319"/>
                  <a:pt x="534431" y="28638"/>
                </a:cubicBezTo>
                <a:cubicBezTo>
                  <a:pt x="534431" y="29597"/>
                  <a:pt x="534431" y="30076"/>
                  <a:pt x="533231" y="34398"/>
                </a:cubicBezTo>
                <a:lnTo>
                  <a:pt x="501574" y="161198"/>
                </a:lnTo>
                <a:cubicBezTo>
                  <a:pt x="499173" y="170538"/>
                  <a:pt x="498694" y="172452"/>
                  <a:pt x="479747" y="172452"/>
                </a:cubicBezTo>
                <a:cubicBezTo>
                  <a:pt x="475670" y="172452"/>
                  <a:pt x="473031" y="172452"/>
                  <a:pt x="473031" y="177009"/>
                </a:cubicBezTo>
                <a:cubicBezTo>
                  <a:pt x="473031" y="179885"/>
                  <a:pt x="475908" y="179885"/>
                  <a:pt x="476629" y="179885"/>
                </a:cubicBezTo>
                <a:cubicBezTo>
                  <a:pt x="483583" y="179885"/>
                  <a:pt x="501332" y="179168"/>
                  <a:pt x="508290" y="179168"/>
                </a:cubicBezTo>
                <a:cubicBezTo>
                  <a:pt x="516202" y="179168"/>
                  <a:pt x="536111" y="179885"/>
                  <a:pt x="544027" y="179885"/>
                </a:cubicBezTo>
                <a:cubicBezTo>
                  <a:pt x="546183" y="179885"/>
                  <a:pt x="549063" y="179885"/>
                  <a:pt x="549063" y="175329"/>
                </a:cubicBezTo>
                <a:cubicBezTo>
                  <a:pt x="549063" y="173411"/>
                  <a:pt x="547625" y="172932"/>
                  <a:pt x="547625" y="172690"/>
                </a:cubicBezTo>
                <a:cubicBezTo>
                  <a:pt x="546904" y="172452"/>
                  <a:pt x="546425" y="172452"/>
                  <a:pt x="540909" y="172452"/>
                </a:cubicBezTo>
                <a:cubicBezTo>
                  <a:pt x="535632" y="172452"/>
                  <a:pt x="534431" y="172452"/>
                  <a:pt x="528437" y="171973"/>
                </a:cubicBezTo>
                <a:cubicBezTo>
                  <a:pt x="521480" y="171255"/>
                  <a:pt x="520762" y="170297"/>
                  <a:pt x="520762" y="167186"/>
                </a:cubicBezTo>
                <a:cubicBezTo>
                  <a:pt x="520762" y="166706"/>
                  <a:pt x="520762" y="165268"/>
                  <a:pt x="521721" y="161678"/>
                </a:cubicBezTo>
                <a:lnTo>
                  <a:pt x="536591" y="102064"/>
                </a:lnTo>
                <a:close/>
                <a:moveTo>
                  <a:pt x="730874" y="237450"/>
                </a:moveTo>
                <a:cubicBezTo>
                  <a:pt x="730874" y="236732"/>
                  <a:pt x="730874" y="236249"/>
                  <a:pt x="726797" y="232172"/>
                </a:cubicBezTo>
                <a:cubicBezTo>
                  <a:pt x="696816" y="201954"/>
                  <a:pt x="689141" y="156620"/>
                  <a:pt x="689141" y="119923"/>
                </a:cubicBezTo>
                <a:cubicBezTo>
                  <a:pt x="689141" y="78191"/>
                  <a:pt x="698254" y="36459"/>
                  <a:pt x="727755" y="6478"/>
                </a:cubicBezTo>
                <a:cubicBezTo>
                  <a:pt x="730874" y="3601"/>
                  <a:pt x="730874" y="3118"/>
                  <a:pt x="730874" y="2401"/>
                </a:cubicBezTo>
                <a:cubicBezTo>
                  <a:pt x="730874" y="721"/>
                  <a:pt x="729915" y="0"/>
                  <a:pt x="728476" y="0"/>
                </a:cubicBezTo>
                <a:cubicBezTo>
                  <a:pt x="726076" y="0"/>
                  <a:pt x="704490" y="16312"/>
                  <a:pt x="690338" y="46772"/>
                </a:cubicBezTo>
                <a:cubicBezTo>
                  <a:pt x="678107" y="73155"/>
                  <a:pt x="675230" y="99776"/>
                  <a:pt x="675230" y="119923"/>
                </a:cubicBezTo>
                <a:cubicBezTo>
                  <a:pt x="675230" y="138632"/>
                  <a:pt x="677865" y="167654"/>
                  <a:pt x="691059" y="194758"/>
                </a:cubicBezTo>
                <a:cubicBezTo>
                  <a:pt x="705449" y="224260"/>
                  <a:pt x="726076" y="239847"/>
                  <a:pt x="728476" y="239847"/>
                </a:cubicBezTo>
                <a:cubicBezTo>
                  <a:pt x="729915" y="239847"/>
                  <a:pt x="730874" y="239130"/>
                  <a:pt x="730874" y="237450"/>
                </a:cubicBezTo>
                <a:close/>
                <a:moveTo>
                  <a:pt x="827736" y="120838"/>
                </a:moveTo>
                <a:lnTo>
                  <a:pt x="855800" y="89628"/>
                </a:lnTo>
                <a:cubicBezTo>
                  <a:pt x="858918" y="86268"/>
                  <a:pt x="860356" y="84588"/>
                  <a:pt x="880262" y="84588"/>
                </a:cubicBezTo>
                <a:lnTo>
                  <a:pt x="880262" y="73313"/>
                </a:lnTo>
                <a:cubicBezTo>
                  <a:pt x="871870" y="73796"/>
                  <a:pt x="859397" y="74034"/>
                  <a:pt x="858197" y="74034"/>
                </a:cubicBezTo>
                <a:cubicBezTo>
                  <a:pt x="852202" y="74034"/>
                  <a:pt x="840209" y="73554"/>
                  <a:pt x="833493" y="73313"/>
                </a:cubicBezTo>
                <a:lnTo>
                  <a:pt x="833493" y="84588"/>
                </a:lnTo>
                <a:cubicBezTo>
                  <a:pt x="836849" y="84588"/>
                  <a:pt x="839730" y="85068"/>
                  <a:pt x="842606" y="86748"/>
                </a:cubicBezTo>
                <a:cubicBezTo>
                  <a:pt x="841647" y="88190"/>
                  <a:pt x="841647" y="88669"/>
                  <a:pt x="840688" y="89628"/>
                </a:cubicBezTo>
                <a:lnTo>
                  <a:pt x="820541" y="112198"/>
                </a:lnTo>
                <a:lnTo>
                  <a:pt x="797035" y="84588"/>
                </a:lnTo>
                <a:lnTo>
                  <a:pt x="806631" y="84588"/>
                </a:lnTo>
                <a:lnTo>
                  <a:pt x="806631" y="73313"/>
                </a:lnTo>
                <a:cubicBezTo>
                  <a:pt x="800394" y="73554"/>
                  <a:pt x="785283" y="74034"/>
                  <a:pt x="777609" y="74034"/>
                </a:cubicBezTo>
                <a:cubicBezTo>
                  <a:pt x="769934" y="74034"/>
                  <a:pt x="759141" y="73554"/>
                  <a:pt x="751225" y="73313"/>
                </a:cubicBezTo>
                <a:lnTo>
                  <a:pt x="751225" y="84588"/>
                </a:lnTo>
                <a:lnTo>
                  <a:pt x="768254" y="84588"/>
                </a:lnTo>
                <a:lnTo>
                  <a:pt x="805672" y="128762"/>
                </a:lnTo>
                <a:lnTo>
                  <a:pt x="774249" y="164053"/>
                </a:lnTo>
                <a:cubicBezTo>
                  <a:pt x="770172" y="168613"/>
                  <a:pt x="761539" y="168613"/>
                  <a:pt x="750025" y="168613"/>
                </a:cubicBezTo>
                <a:lnTo>
                  <a:pt x="750025" y="179885"/>
                </a:lnTo>
                <a:cubicBezTo>
                  <a:pt x="758420" y="179406"/>
                  <a:pt x="770893" y="179168"/>
                  <a:pt x="772093" y="179168"/>
                </a:cubicBezTo>
                <a:cubicBezTo>
                  <a:pt x="778088" y="179168"/>
                  <a:pt x="791999" y="179647"/>
                  <a:pt x="796797" y="179885"/>
                </a:cubicBezTo>
                <a:lnTo>
                  <a:pt x="796797" y="168613"/>
                </a:lnTo>
                <a:cubicBezTo>
                  <a:pt x="792478" y="168613"/>
                  <a:pt x="787922" y="167413"/>
                  <a:pt x="787922" y="165974"/>
                </a:cubicBezTo>
                <a:cubicBezTo>
                  <a:pt x="787922" y="165733"/>
                  <a:pt x="787922" y="165495"/>
                  <a:pt x="789602" y="163574"/>
                </a:cubicBezTo>
                <a:lnTo>
                  <a:pt x="812867" y="137402"/>
                </a:lnTo>
                <a:lnTo>
                  <a:pt x="839250" y="168613"/>
                </a:lnTo>
                <a:lnTo>
                  <a:pt x="829896" y="168613"/>
                </a:lnTo>
                <a:lnTo>
                  <a:pt x="829896" y="179885"/>
                </a:lnTo>
                <a:cubicBezTo>
                  <a:pt x="836132" y="179647"/>
                  <a:pt x="850760" y="179168"/>
                  <a:pt x="858676" y="179168"/>
                </a:cubicBezTo>
                <a:cubicBezTo>
                  <a:pt x="866351" y="179168"/>
                  <a:pt x="877143" y="179647"/>
                  <a:pt x="885060" y="179885"/>
                </a:cubicBezTo>
                <a:lnTo>
                  <a:pt x="885060" y="168613"/>
                </a:lnTo>
                <a:lnTo>
                  <a:pt x="868031" y="168613"/>
                </a:lnTo>
                <a:lnTo>
                  <a:pt x="827736" y="120838"/>
                </a:lnTo>
                <a:close/>
                <a:moveTo>
                  <a:pt x="959644" y="119923"/>
                </a:moveTo>
                <a:cubicBezTo>
                  <a:pt x="959644" y="101218"/>
                  <a:pt x="957009" y="72196"/>
                  <a:pt x="943815" y="45092"/>
                </a:cubicBezTo>
                <a:cubicBezTo>
                  <a:pt x="929425" y="15591"/>
                  <a:pt x="908799" y="0"/>
                  <a:pt x="906398" y="0"/>
                </a:cubicBezTo>
                <a:cubicBezTo>
                  <a:pt x="904959" y="0"/>
                  <a:pt x="904001" y="963"/>
                  <a:pt x="904001" y="2401"/>
                </a:cubicBezTo>
                <a:cubicBezTo>
                  <a:pt x="904001" y="3118"/>
                  <a:pt x="904001" y="3601"/>
                  <a:pt x="908557" y="7916"/>
                </a:cubicBezTo>
                <a:cubicBezTo>
                  <a:pt x="932064" y="31661"/>
                  <a:pt x="945733" y="69796"/>
                  <a:pt x="945733" y="119923"/>
                </a:cubicBezTo>
                <a:cubicBezTo>
                  <a:pt x="945733" y="160938"/>
                  <a:pt x="936862" y="203150"/>
                  <a:pt x="907119" y="233373"/>
                </a:cubicBezTo>
                <a:cubicBezTo>
                  <a:pt x="904001" y="236249"/>
                  <a:pt x="904001" y="236732"/>
                  <a:pt x="904001" y="237450"/>
                </a:cubicBezTo>
                <a:cubicBezTo>
                  <a:pt x="904001" y="238888"/>
                  <a:pt x="904959" y="239847"/>
                  <a:pt x="906398" y="239847"/>
                </a:cubicBezTo>
                <a:cubicBezTo>
                  <a:pt x="908799" y="239847"/>
                  <a:pt x="930384" y="223539"/>
                  <a:pt x="944536" y="193079"/>
                </a:cubicBezTo>
                <a:cubicBezTo>
                  <a:pt x="956767" y="166695"/>
                  <a:pt x="959644" y="140070"/>
                  <a:pt x="959644" y="1199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E24D2-D1DC-46A2-8F97-59EAE711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67" y="80876"/>
            <a:ext cx="682441" cy="362424"/>
          </a:xfrm>
          <a:custGeom xmlns:a="http://schemas.openxmlformats.org/drawingml/2006/main">
            <a:pathLst>
              <a:path w="682441" h="362424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EDAB2-5871-410A-89E2-66E60A2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67" y="80876"/>
            <a:ext cx="682441" cy="362424"/>
          </a:xfrm>
          <a:custGeom xmlns:a="http://schemas.openxmlformats.org/drawingml/2006/main">
            <a:pathLst>
              <a:path w="682441" h="362424" fill="none">
                <a:moveTo>
                  <a:pt x="586501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66483"/>
                </a:lnTo>
                <a:cubicBezTo>
                  <a:pt x="0" y="319471"/>
                  <a:pt x="42953" y="362424"/>
                  <a:pt x="95940" y="362424"/>
                </a:cubicBezTo>
                <a:lnTo>
                  <a:pt x="586501" y="362424"/>
                </a:lnTo>
                <a:cubicBezTo>
                  <a:pt x="639488" y="362424"/>
                  <a:pt x="682441" y="319471"/>
                  <a:pt x="682441" y="266483"/>
                </a:cubicBezTo>
                <a:lnTo>
                  <a:pt x="682441" y="95940"/>
                </a:lnTo>
                <a:cubicBezTo>
                  <a:pt x="682441" y="42953"/>
                  <a:pt x="639488" y="0"/>
                  <a:pt x="586501" y="0"/>
                </a:cubicBezTo>
                <a:close/>
                <a:moveTo>
                  <a:pt x="0" y="36242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76" name="Text θ">
            <a:extLst xmlns:a="http://schemas.openxmlformats.org/drawingml/2006/main">
              <a:ext uri="{FF2B5EF4-FFF2-40B4-BE49-F238E27FC236}">
                <a16:creationId xmlns:a16="http://schemas.microsoft.com/office/drawing/2014/main" id="{9A8E2FA9-6805-4931-8416-D0841F4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604" y="158297"/>
            <a:ext cx="99055" cy="171687"/>
          </a:xfrm>
          <a:custGeom xmlns:a="http://schemas.openxmlformats.org/drawingml/2006/main">
            <a:pathLst>
              <a:path w="99055" h="171687">
                <a:moveTo>
                  <a:pt x="99055" y="49143"/>
                </a:moveTo>
                <a:cubicBezTo>
                  <a:pt x="99055" y="33322"/>
                  <a:pt x="94741" y="0"/>
                  <a:pt x="70275" y="0"/>
                </a:cubicBezTo>
                <a:cubicBezTo>
                  <a:pt x="36938" y="0"/>
                  <a:pt x="0" y="67600"/>
                  <a:pt x="0" y="122518"/>
                </a:cubicBezTo>
                <a:cubicBezTo>
                  <a:pt x="0" y="145066"/>
                  <a:pt x="6957" y="171687"/>
                  <a:pt x="28780" y="171687"/>
                </a:cubicBezTo>
                <a:cubicBezTo>
                  <a:pt x="62600" y="171687"/>
                  <a:pt x="99055" y="102847"/>
                  <a:pt x="99055" y="49143"/>
                </a:cubicBezTo>
                <a:moveTo>
                  <a:pt x="25424" y="81979"/>
                </a:moveTo>
                <a:cubicBezTo>
                  <a:pt x="29501" y="66641"/>
                  <a:pt x="34299" y="47464"/>
                  <a:pt x="43892" y="30446"/>
                </a:cubicBezTo>
                <a:cubicBezTo>
                  <a:pt x="50369" y="18701"/>
                  <a:pt x="59241" y="5277"/>
                  <a:pt x="70037" y="5277"/>
                </a:cubicBezTo>
                <a:cubicBezTo>
                  <a:pt x="81789" y="5277"/>
                  <a:pt x="83227" y="20619"/>
                  <a:pt x="83227" y="34281"/>
                </a:cubicBezTo>
                <a:cubicBezTo>
                  <a:pt x="83227" y="46025"/>
                  <a:pt x="81309" y="58253"/>
                  <a:pt x="75552" y="81979"/>
                </a:cubicBezTo>
                <a:lnTo>
                  <a:pt x="25424" y="81979"/>
                </a:lnTo>
                <a:moveTo>
                  <a:pt x="73393" y="89657"/>
                </a:moveTo>
                <a:cubicBezTo>
                  <a:pt x="70754" y="100688"/>
                  <a:pt x="65719" y="121076"/>
                  <a:pt x="56606" y="138347"/>
                </a:cubicBezTo>
                <a:cubicBezTo>
                  <a:pt x="48210" y="154658"/>
                  <a:pt x="39094" y="166413"/>
                  <a:pt x="28780" y="166413"/>
                </a:cubicBezTo>
                <a:cubicBezTo>
                  <a:pt x="20868" y="166413"/>
                  <a:pt x="15829" y="159456"/>
                  <a:pt x="15829" y="137150"/>
                </a:cubicBezTo>
                <a:cubicBezTo>
                  <a:pt x="15829" y="127075"/>
                  <a:pt x="17270" y="113164"/>
                  <a:pt x="23507" y="89657"/>
                </a:cubicBezTo>
                <a:lnTo>
                  <a:pt x="73393" y="89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4">
            <a:extLst xmlns:a="http://schemas.openxmlformats.org/drawingml/2006/main">
              <a:ext uri="{FF2B5EF4-FFF2-40B4-BE49-F238E27FC236}">
                <a16:creationId xmlns:a16="http://schemas.microsoft.com/office/drawing/2014/main" id="{E81EA097-D051-4802-978A-C17F5F9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75" y="250244"/>
            <a:ext cx="82268" cy="113131"/>
          </a:xfrm>
          <a:custGeom xmlns:a="http://schemas.openxmlformats.org/drawingml/2006/main">
            <a:pathLst>
              <a:path w="82268" h="113131">
                <a:moveTo>
                  <a:pt x="82268" y="85586"/>
                </a:moveTo>
                <a:lnTo>
                  <a:pt x="82268" y="79542"/>
                </a:lnTo>
                <a:lnTo>
                  <a:pt x="63633" y="79542"/>
                </a:lnTo>
                <a:lnTo>
                  <a:pt x="63633" y="4701"/>
                </a:lnTo>
                <a:cubicBezTo>
                  <a:pt x="63633" y="1176"/>
                  <a:pt x="63633" y="0"/>
                  <a:pt x="59939" y="0"/>
                </a:cubicBezTo>
                <a:cubicBezTo>
                  <a:pt x="57923" y="0"/>
                  <a:pt x="57252" y="0"/>
                  <a:pt x="55574" y="2352"/>
                </a:cubicBezTo>
                <a:lnTo>
                  <a:pt x="0" y="79542"/>
                </a:lnTo>
                <a:lnTo>
                  <a:pt x="0" y="85586"/>
                </a:lnTo>
                <a:lnTo>
                  <a:pt x="49361" y="85586"/>
                </a:lnTo>
                <a:lnTo>
                  <a:pt x="49361" y="99361"/>
                </a:lnTo>
                <a:cubicBezTo>
                  <a:pt x="49361" y="105071"/>
                  <a:pt x="49361" y="107087"/>
                  <a:pt x="35763" y="107087"/>
                </a:cubicBezTo>
                <a:lnTo>
                  <a:pt x="31229" y="107087"/>
                </a:lnTo>
                <a:lnTo>
                  <a:pt x="31229" y="113131"/>
                </a:lnTo>
                <a:cubicBezTo>
                  <a:pt x="39624" y="112795"/>
                  <a:pt x="50368" y="112459"/>
                  <a:pt x="56414" y="112459"/>
                </a:cubicBezTo>
                <a:cubicBezTo>
                  <a:pt x="62624" y="112459"/>
                  <a:pt x="73371" y="112795"/>
                  <a:pt x="81766" y="113131"/>
                </a:cubicBezTo>
                <a:lnTo>
                  <a:pt x="81766" y="107087"/>
                </a:lnTo>
                <a:lnTo>
                  <a:pt x="77232" y="107087"/>
                </a:lnTo>
                <a:cubicBezTo>
                  <a:pt x="63633" y="107087"/>
                  <a:pt x="63633" y="105071"/>
                  <a:pt x="63633" y="99361"/>
                </a:cubicBezTo>
                <a:lnTo>
                  <a:pt x="63633" y="85586"/>
                </a:lnTo>
                <a:lnTo>
                  <a:pt x="82268" y="85586"/>
                </a:lnTo>
                <a:moveTo>
                  <a:pt x="50537" y="18125"/>
                </a:moveTo>
                <a:lnTo>
                  <a:pt x="50537" y="79542"/>
                </a:lnTo>
                <a:lnTo>
                  <a:pt x="6212" y="79542"/>
                </a:lnTo>
                <a:lnTo>
                  <a:pt x="50537" y="18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C846B-0285-43E3-9154-EE19594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637" y="2122965"/>
            <a:ext cx="1049403" cy="372894"/>
          </a:xfrm>
          <a:custGeom xmlns:a="http://schemas.openxmlformats.org/drawingml/2006/main">
            <a:pathLst>
              <a:path w="1049403" h="372894">
                <a:moveTo>
                  <a:pt x="953463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76954"/>
                </a:lnTo>
                <a:cubicBezTo>
                  <a:pt x="0" y="329941"/>
                  <a:pt x="42953" y="372894"/>
                  <a:pt x="95940" y="372894"/>
                </a:cubicBezTo>
                <a:lnTo>
                  <a:pt x="953463" y="372894"/>
                </a:lnTo>
                <a:cubicBezTo>
                  <a:pt x="1006450" y="372894"/>
                  <a:pt x="1049403" y="329941"/>
                  <a:pt x="1049403" y="276954"/>
                </a:cubicBezTo>
                <a:lnTo>
                  <a:pt x="1049403" y="95940"/>
                </a:lnTo>
                <a:cubicBezTo>
                  <a:pt x="1049403" y="42953"/>
                  <a:pt x="1006450" y="0"/>
                  <a:pt x="953463" y="0"/>
                </a:cubicBezTo>
                <a:close/>
                <a:moveTo>
                  <a:pt x="0" y="372894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262CC-A0C7-4922-9ECF-032E8120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637" y="2122965"/>
            <a:ext cx="1049403" cy="372894"/>
          </a:xfrm>
          <a:custGeom xmlns:a="http://schemas.openxmlformats.org/drawingml/2006/main">
            <a:pathLst>
              <a:path w="1049403" h="372894" fill="none">
                <a:moveTo>
                  <a:pt x="953463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276954"/>
                </a:lnTo>
                <a:cubicBezTo>
                  <a:pt x="0" y="329941"/>
                  <a:pt x="42953" y="372894"/>
                  <a:pt x="95940" y="372894"/>
                </a:cubicBezTo>
                <a:lnTo>
                  <a:pt x="953463" y="372894"/>
                </a:lnTo>
                <a:cubicBezTo>
                  <a:pt x="1006450" y="372894"/>
                  <a:pt x="1049403" y="329941"/>
                  <a:pt x="1049403" y="276954"/>
                </a:cubicBezTo>
                <a:lnTo>
                  <a:pt x="1049403" y="95940"/>
                </a:lnTo>
                <a:cubicBezTo>
                  <a:pt x="1049403" y="42953"/>
                  <a:pt x="1006450" y="0"/>
                  <a:pt x="953463" y="0"/>
                </a:cubicBezTo>
                <a:close/>
                <a:moveTo>
                  <a:pt x="0" y="372894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80" name="Text ˜">
            <a:extLst xmlns:a="http://schemas.openxmlformats.org/drawingml/2006/main">
              <a:ext uri="{FF2B5EF4-FFF2-40B4-BE49-F238E27FC236}">
                <a16:creationId xmlns:a16="http://schemas.microsoft.com/office/drawing/2014/main" id="{B4ED0775-07F7-4B34-8026-41A01BF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115" y="2242993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v">
            <a:extLst xmlns:a="http://schemas.openxmlformats.org/drawingml/2006/main">
              <a:ext uri="{FF2B5EF4-FFF2-40B4-BE49-F238E27FC236}">
                <a16:creationId xmlns:a16="http://schemas.microsoft.com/office/drawing/2014/main" id="{154200F0-0552-45C0-8376-5C9132BB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08" y="2299952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⊤">
            <a:extLst xmlns:a="http://schemas.openxmlformats.org/drawingml/2006/main">
              <a:ext uri="{FF2B5EF4-FFF2-40B4-BE49-F238E27FC236}">
                <a16:creationId xmlns:a16="http://schemas.microsoft.com/office/drawing/2014/main" id="{4E35FE09-96AE-4CC1-9DBF-EB280ADC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810" y="2202921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∈R">
            <a:extLst xmlns:a="http://schemas.openxmlformats.org/drawingml/2006/main">
              <a:ext uri="{FF2B5EF4-FFF2-40B4-BE49-F238E27FC236}">
                <a16:creationId xmlns:a16="http://schemas.microsoft.com/office/drawing/2014/main" id="{2FC2D45B-9F78-4328-B806-5B0B6D6D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306" y="2242334"/>
            <a:ext cx="375222" cy="173788"/>
          </a:xfrm>
          <a:custGeom xmlns:a="http://schemas.openxmlformats.org/drawingml/2006/main">
            <a:pathLst>
              <a:path w="375222" h="173788">
                <a:moveTo>
                  <a:pt x="111528" y="108915"/>
                </a:moveTo>
                <a:cubicBezTo>
                  <a:pt x="115605" y="108915"/>
                  <a:pt x="119923" y="108915"/>
                  <a:pt x="119923" y="104121"/>
                </a:cubicBezTo>
                <a:cubicBezTo>
                  <a:pt x="119923" y="99323"/>
                  <a:pt x="115605" y="99323"/>
                  <a:pt x="111528" y="99323"/>
                </a:cubicBezTo>
                <a:lnTo>
                  <a:pt x="9834" y="99323"/>
                </a:lnTo>
                <a:cubicBezTo>
                  <a:pt x="12710" y="67248"/>
                  <a:pt x="40294" y="44269"/>
                  <a:pt x="74114" y="44269"/>
                </a:cubicBezTo>
                <a:lnTo>
                  <a:pt x="111528" y="44269"/>
                </a:lnTo>
                <a:cubicBezTo>
                  <a:pt x="115605" y="44269"/>
                  <a:pt x="119923" y="44269"/>
                  <a:pt x="119923" y="39474"/>
                </a:cubicBezTo>
                <a:cubicBezTo>
                  <a:pt x="119923" y="34676"/>
                  <a:pt x="115605" y="34676"/>
                  <a:pt x="111528" y="34676"/>
                </a:cubicBezTo>
                <a:lnTo>
                  <a:pt x="73635" y="34676"/>
                </a:lnTo>
                <a:cubicBezTo>
                  <a:pt x="32620" y="34676"/>
                  <a:pt x="0" y="65814"/>
                  <a:pt x="0" y="104121"/>
                </a:cubicBezTo>
                <a:cubicBezTo>
                  <a:pt x="0" y="142563"/>
                  <a:pt x="32620" y="173788"/>
                  <a:pt x="73635" y="173788"/>
                </a:cubicBezTo>
                <a:lnTo>
                  <a:pt x="111528" y="173788"/>
                </a:lnTo>
                <a:cubicBezTo>
                  <a:pt x="115605" y="173788"/>
                  <a:pt x="119923" y="173788"/>
                  <a:pt x="119923" y="168990"/>
                </a:cubicBezTo>
                <a:cubicBezTo>
                  <a:pt x="119923" y="164192"/>
                  <a:pt x="115605" y="164192"/>
                  <a:pt x="111528" y="164192"/>
                </a:cubicBezTo>
                <a:lnTo>
                  <a:pt x="74114" y="164192"/>
                </a:lnTo>
                <a:cubicBezTo>
                  <a:pt x="40294" y="164192"/>
                  <a:pt x="12710" y="141121"/>
                  <a:pt x="9834" y="108915"/>
                </a:cubicBezTo>
                <a:lnTo>
                  <a:pt x="111528" y="108915"/>
                </a:lnTo>
                <a:close/>
                <a:moveTo>
                  <a:pt x="270889" y="88969"/>
                </a:moveTo>
                <a:lnTo>
                  <a:pt x="279523" y="88969"/>
                </a:lnTo>
                <a:lnTo>
                  <a:pt x="315502" y="144543"/>
                </a:lnTo>
                <a:cubicBezTo>
                  <a:pt x="317899" y="148374"/>
                  <a:pt x="323656" y="157718"/>
                  <a:pt x="326295" y="161315"/>
                </a:cubicBezTo>
                <a:cubicBezTo>
                  <a:pt x="327975" y="164192"/>
                  <a:pt x="328692" y="164192"/>
                  <a:pt x="334211" y="164192"/>
                </a:cubicBezTo>
                <a:lnTo>
                  <a:pt x="367310" y="164192"/>
                </a:lnTo>
                <a:cubicBezTo>
                  <a:pt x="371625" y="164192"/>
                  <a:pt x="375222" y="164192"/>
                  <a:pt x="375222" y="159877"/>
                </a:cubicBezTo>
                <a:cubicBezTo>
                  <a:pt x="375222" y="157959"/>
                  <a:pt x="373784" y="156280"/>
                  <a:pt x="371625" y="155800"/>
                </a:cubicBezTo>
                <a:cubicBezTo>
                  <a:pt x="362753" y="153882"/>
                  <a:pt x="350998" y="138072"/>
                  <a:pt x="345241" y="130409"/>
                </a:cubicBezTo>
                <a:cubicBezTo>
                  <a:pt x="343565" y="128015"/>
                  <a:pt x="331572" y="112205"/>
                  <a:pt x="315502" y="86330"/>
                </a:cubicBezTo>
                <a:cubicBezTo>
                  <a:pt x="336849" y="82495"/>
                  <a:pt x="357476" y="73382"/>
                  <a:pt x="357476" y="44847"/>
                </a:cubicBezTo>
                <a:cubicBezTo>
                  <a:pt x="357476" y="11514"/>
                  <a:pt x="322218" y="0"/>
                  <a:pt x="293917" y="0"/>
                </a:cubicBezTo>
                <a:lnTo>
                  <a:pt x="218602" y="0"/>
                </a:lnTo>
                <a:cubicBezTo>
                  <a:pt x="214287" y="0"/>
                  <a:pt x="210448" y="0"/>
                  <a:pt x="210448" y="4319"/>
                </a:cubicBezTo>
                <a:cubicBezTo>
                  <a:pt x="210448" y="8396"/>
                  <a:pt x="215005" y="8396"/>
                  <a:pt x="216926" y="8396"/>
                </a:cubicBezTo>
                <a:cubicBezTo>
                  <a:pt x="230595" y="8396"/>
                  <a:pt x="231796" y="10075"/>
                  <a:pt x="231796" y="22065"/>
                </a:cubicBezTo>
                <a:lnTo>
                  <a:pt x="231796" y="142146"/>
                </a:lnTo>
                <a:cubicBezTo>
                  <a:pt x="231796" y="154124"/>
                  <a:pt x="230595" y="155800"/>
                  <a:pt x="216926" y="155800"/>
                </a:cubicBezTo>
                <a:cubicBezTo>
                  <a:pt x="215005" y="155800"/>
                  <a:pt x="210448" y="155800"/>
                  <a:pt x="210448" y="159877"/>
                </a:cubicBezTo>
                <a:cubicBezTo>
                  <a:pt x="210448" y="164192"/>
                  <a:pt x="214287" y="164192"/>
                  <a:pt x="218602" y="164192"/>
                </a:cubicBezTo>
                <a:lnTo>
                  <a:pt x="284321" y="164192"/>
                </a:lnTo>
                <a:cubicBezTo>
                  <a:pt x="288639" y="164192"/>
                  <a:pt x="292237" y="164192"/>
                  <a:pt x="292237" y="159877"/>
                </a:cubicBezTo>
                <a:cubicBezTo>
                  <a:pt x="292237" y="155800"/>
                  <a:pt x="288160" y="155800"/>
                  <a:pt x="285521" y="155800"/>
                </a:cubicBezTo>
                <a:cubicBezTo>
                  <a:pt x="271848" y="155800"/>
                  <a:pt x="270889" y="153882"/>
                  <a:pt x="270889" y="142146"/>
                </a:cubicBezTo>
                <a:lnTo>
                  <a:pt x="270889" y="88969"/>
                </a:lnTo>
                <a:moveTo>
                  <a:pt x="317182" y="77218"/>
                </a:moveTo>
                <a:cubicBezTo>
                  <a:pt x="323898" y="68346"/>
                  <a:pt x="324615" y="55636"/>
                  <a:pt x="324615" y="45085"/>
                </a:cubicBezTo>
                <a:cubicBezTo>
                  <a:pt x="324615" y="33575"/>
                  <a:pt x="323177" y="20864"/>
                  <a:pt x="315502" y="11034"/>
                </a:cubicBezTo>
                <a:cubicBezTo>
                  <a:pt x="325336" y="13193"/>
                  <a:pt x="349080" y="20626"/>
                  <a:pt x="349080" y="44847"/>
                </a:cubicBezTo>
                <a:cubicBezTo>
                  <a:pt x="349080" y="60434"/>
                  <a:pt x="341885" y="72661"/>
                  <a:pt x="317182" y="77218"/>
                </a:cubicBezTo>
                <a:moveTo>
                  <a:pt x="270889" y="21344"/>
                </a:moveTo>
                <a:cubicBezTo>
                  <a:pt x="270889" y="16308"/>
                  <a:pt x="270889" y="8396"/>
                  <a:pt x="285759" y="8396"/>
                </a:cubicBezTo>
                <a:cubicBezTo>
                  <a:pt x="306148" y="8396"/>
                  <a:pt x="316223" y="16791"/>
                  <a:pt x="316223" y="45085"/>
                </a:cubicBezTo>
                <a:cubicBezTo>
                  <a:pt x="316223" y="76021"/>
                  <a:pt x="308786" y="80574"/>
                  <a:pt x="270889" y="80574"/>
                </a:cubicBezTo>
                <a:lnTo>
                  <a:pt x="270889" y="21344"/>
                </a:lnTo>
                <a:moveTo>
                  <a:pt x="238270" y="155800"/>
                </a:moveTo>
                <a:cubicBezTo>
                  <a:pt x="240191" y="151489"/>
                  <a:pt x="240191" y="144781"/>
                  <a:pt x="240191" y="142625"/>
                </a:cubicBezTo>
                <a:lnTo>
                  <a:pt x="240191" y="21585"/>
                </a:lnTo>
                <a:cubicBezTo>
                  <a:pt x="240191" y="19188"/>
                  <a:pt x="240191" y="12714"/>
                  <a:pt x="238270" y="8396"/>
                </a:cubicBezTo>
                <a:lnTo>
                  <a:pt x="265612" y="8396"/>
                </a:lnTo>
                <a:cubicBezTo>
                  <a:pt x="262494" y="12235"/>
                  <a:pt x="262494" y="17029"/>
                  <a:pt x="262494" y="20626"/>
                </a:cubicBezTo>
                <a:lnTo>
                  <a:pt x="262494" y="142625"/>
                </a:lnTo>
                <a:cubicBezTo>
                  <a:pt x="262494" y="145018"/>
                  <a:pt x="262494" y="151489"/>
                  <a:pt x="264415" y="155800"/>
                </a:cubicBezTo>
                <a:lnTo>
                  <a:pt x="238270" y="155800"/>
                </a:lnTo>
                <a:moveTo>
                  <a:pt x="289357" y="88969"/>
                </a:moveTo>
                <a:cubicBezTo>
                  <a:pt x="291036" y="88731"/>
                  <a:pt x="291995" y="88490"/>
                  <a:pt x="293917" y="88490"/>
                </a:cubicBezTo>
                <a:cubicBezTo>
                  <a:pt x="297514" y="88490"/>
                  <a:pt x="302788" y="88010"/>
                  <a:pt x="306389" y="87531"/>
                </a:cubicBezTo>
                <a:cubicBezTo>
                  <a:pt x="309987" y="93280"/>
                  <a:pt x="335887" y="135917"/>
                  <a:pt x="355796" y="155800"/>
                </a:cubicBezTo>
                <a:lnTo>
                  <a:pt x="332531" y="155800"/>
                </a:lnTo>
                <a:lnTo>
                  <a:pt x="289357" y="889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d">
            <a:extLst xmlns:a="http://schemas.openxmlformats.org/drawingml/2006/main">
              <a:ext uri="{FF2B5EF4-FFF2-40B4-BE49-F238E27FC236}">
                <a16:creationId xmlns:a16="http://schemas.microsoft.com/office/drawing/2014/main" id="{FD1FA337-8C9F-480E-8575-A41EA226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77" y="2202927"/>
            <a:ext cx="86298" cy="118208"/>
          </a:xfrm>
          <a:custGeom xmlns:a="http://schemas.openxmlformats.org/drawingml/2006/main">
            <a:pathLst>
              <a:path w="86298" h="118208">
                <a:moveTo>
                  <a:pt x="85627" y="5037"/>
                </a:moveTo>
                <a:cubicBezTo>
                  <a:pt x="85793" y="4701"/>
                  <a:pt x="86298" y="2518"/>
                  <a:pt x="86298" y="2352"/>
                </a:cubicBezTo>
                <a:cubicBezTo>
                  <a:pt x="86298" y="1511"/>
                  <a:pt x="85627" y="0"/>
                  <a:pt x="83611" y="0"/>
                </a:cubicBezTo>
                <a:cubicBezTo>
                  <a:pt x="80252" y="0"/>
                  <a:pt x="66318" y="1342"/>
                  <a:pt x="62122" y="1678"/>
                </a:cubicBezTo>
                <a:cubicBezTo>
                  <a:pt x="60777" y="1847"/>
                  <a:pt x="58428" y="2014"/>
                  <a:pt x="58428" y="5541"/>
                </a:cubicBezTo>
                <a:cubicBezTo>
                  <a:pt x="58428" y="7890"/>
                  <a:pt x="60777" y="7890"/>
                  <a:pt x="62793" y="7890"/>
                </a:cubicBezTo>
                <a:cubicBezTo>
                  <a:pt x="70850" y="7890"/>
                  <a:pt x="70850" y="9066"/>
                  <a:pt x="70850" y="10409"/>
                </a:cubicBezTo>
                <a:cubicBezTo>
                  <a:pt x="70850" y="11582"/>
                  <a:pt x="70514" y="12589"/>
                  <a:pt x="70179" y="14100"/>
                </a:cubicBezTo>
                <a:lnTo>
                  <a:pt x="60610" y="52369"/>
                </a:lnTo>
                <a:cubicBezTo>
                  <a:pt x="57083" y="46825"/>
                  <a:pt x="51375" y="42460"/>
                  <a:pt x="43318" y="42460"/>
                </a:cubicBezTo>
                <a:cubicBezTo>
                  <a:pt x="21827" y="42460"/>
                  <a:pt x="0" y="66141"/>
                  <a:pt x="0" y="90330"/>
                </a:cubicBezTo>
                <a:cubicBezTo>
                  <a:pt x="0" y="106621"/>
                  <a:pt x="10913" y="118208"/>
                  <a:pt x="25352" y="118208"/>
                </a:cubicBezTo>
                <a:cubicBezTo>
                  <a:pt x="34418" y="118208"/>
                  <a:pt x="42478" y="113005"/>
                  <a:pt x="49192" y="106454"/>
                </a:cubicBezTo>
                <a:cubicBezTo>
                  <a:pt x="52382" y="116530"/>
                  <a:pt x="62122" y="118208"/>
                  <a:pt x="66487" y="118208"/>
                </a:cubicBezTo>
                <a:cubicBezTo>
                  <a:pt x="72531" y="118208"/>
                  <a:pt x="76727" y="114517"/>
                  <a:pt x="79750" y="109308"/>
                </a:cubicBezTo>
                <a:cubicBezTo>
                  <a:pt x="83444" y="102758"/>
                  <a:pt x="85627" y="93184"/>
                  <a:pt x="85627" y="92513"/>
                </a:cubicBezTo>
                <a:cubicBezTo>
                  <a:pt x="85627" y="90330"/>
                  <a:pt x="83444" y="90330"/>
                  <a:pt x="82939" y="90330"/>
                </a:cubicBezTo>
                <a:cubicBezTo>
                  <a:pt x="80590" y="90330"/>
                  <a:pt x="80421" y="91001"/>
                  <a:pt x="79245" y="95536"/>
                </a:cubicBezTo>
                <a:cubicBezTo>
                  <a:pt x="77232" y="103598"/>
                  <a:pt x="74042" y="113507"/>
                  <a:pt x="66989" y="113507"/>
                </a:cubicBezTo>
                <a:cubicBezTo>
                  <a:pt x="62624" y="113507"/>
                  <a:pt x="61448" y="109813"/>
                  <a:pt x="61448" y="105279"/>
                </a:cubicBezTo>
                <a:cubicBezTo>
                  <a:pt x="61448" y="102086"/>
                  <a:pt x="61786" y="100575"/>
                  <a:pt x="62288" y="98392"/>
                </a:cubicBezTo>
                <a:lnTo>
                  <a:pt x="85627" y="5037"/>
                </a:lnTo>
                <a:moveTo>
                  <a:pt x="49864" y="95536"/>
                </a:moveTo>
                <a:cubicBezTo>
                  <a:pt x="48690" y="100239"/>
                  <a:pt x="44996" y="103598"/>
                  <a:pt x="41302" y="106790"/>
                </a:cubicBezTo>
                <a:cubicBezTo>
                  <a:pt x="39790" y="108132"/>
                  <a:pt x="33076" y="113507"/>
                  <a:pt x="25857" y="113507"/>
                </a:cubicBezTo>
                <a:cubicBezTo>
                  <a:pt x="19644" y="113507"/>
                  <a:pt x="13601" y="109142"/>
                  <a:pt x="13601" y="97216"/>
                </a:cubicBezTo>
                <a:cubicBezTo>
                  <a:pt x="13601" y="88314"/>
                  <a:pt x="18468" y="69838"/>
                  <a:pt x="22332" y="63118"/>
                </a:cubicBezTo>
                <a:cubicBezTo>
                  <a:pt x="30053" y="49682"/>
                  <a:pt x="38617" y="47163"/>
                  <a:pt x="43318" y="47163"/>
                </a:cubicBezTo>
                <a:cubicBezTo>
                  <a:pt x="55069" y="47163"/>
                  <a:pt x="58259" y="59926"/>
                  <a:pt x="58259" y="61776"/>
                </a:cubicBezTo>
                <a:cubicBezTo>
                  <a:pt x="58259" y="62447"/>
                  <a:pt x="57923" y="63623"/>
                  <a:pt x="57757" y="64128"/>
                </a:cubicBezTo>
                <a:lnTo>
                  <a:pt x="49864" y="95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5C707-343F-4948-8309-59031925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234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3A94C-92A5-451B-B3C9-2A0F1741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234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87" name="Text ˜">
            <a:extLst xmlns:a="http://schemas.openxmlformats.org/drawingml/2006/main">
              <a:ext uri="{FF2B5EF4-FFF2-40B4-BE49-F238E27FC236}">
                <a16:creationId xmlns:a16="http://schemas.microsoft.com/office/drawing/2014/main" id="{8023F6CA-B0B3-4D8C-94E6-16AF5E7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359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v">
            <a:extLst xmlns:a="http://schemas.openxmlformats.org/drawingml/2006/main">
              <a:ext uri="{FF2B5EF4-FFF2-40B4-BE49-F238E27FC236}">
                <a16:creationId xmlns:a16="http://schemas.microsoft.com/office/drawing/2014/main" id="{B988D354-A01B-4D44-8AA2-E919FAA2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928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⊤">
            <a:extLst xmlns:a="http://schemas.openxmlformats.org/drawingml/2006/main">
              <a:ext uri="{FF2B5EF4-FFF2-40B4-BE49-F238E27FC236}">
                <a16:creationId xmlns:a16="http://schemas.microsoft.com/office/drawing/2014/main" id="{056933DB-6C12-44C5-8309-51697AAC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030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1">
            <a:extLst xmlns:a="http://schemas.openxmlformats.org/drawingml/2006/main">
              <a:ext uri="{FF2B5EF4-FFF2-40B4-BE49-F238E27FC236}">
                <a16:creationId xmlns:a16="http://schemas.microsoft.com/office/drawing/2014/main" id="{17623846-3C56-4A73-AECE-189FE130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575" y="2329484"/>
            <a:ext cx="61113" cy="111491"/>
          </a:xfrm>
          <a:custGeom xmlns:a="http://schemas.openxmlformats.org/drawingml/2006/main">
            <a:pathLst>
              <a:path w="61113" h="111491">
                <a:moveTo>
                  <a:pt x="37943" y="4691"/>
                </a:moveTo>
                <a:cubicBezTo>
                  <a:pt x="37943" y="169"/>
                  <a:pt x="37608" y="0"/>
                  <a:pt x="32907" y="0"/>
                </a:cubicBezTo>
                <a:cubicBezTo>
                  <a:pt x="22162" y="10514"/>
                  <a:pt x="6884" y="10680"/>
                  <a:pt x="0" y="10680"/>
                </a:cubicBezTo>
                <a:lnTo>
                  <a:pt x="0" y="16724"/>
                </a:lnTo>
                <a:cubicBezTo>
                  <a:pt x="4030" y="16724"/>
                  <a:pt x="15110" y="16724"/>
                  <a:pt x="24345" y="12023"/>
                </a:cubicBezTo>
                <a:lnTo>
                  <a:pt x="24345" y="97719"/>
                </a:lnTo>
                <a:cubicBezTo>
                  <a:pt x="24345" y="103265"/>
                  <a:pt x="24345" y="105448"/>
                  <a:pt x="7555" y="105448"/>
                </a:cubicBezTo>
                <a:lnTo>
                  <a:pt x="1176" y="105448"/>
                </a:lnTo>
                <a:lnTo>
                  <a:pt x="1176" y="111491"/>
                </a:lnTo>
                <a:cubicBezTo>
                  <a:pt x="4196" y="111324"/>
                  <a:pt x="24847" y="110820"/>
                  <a:pt x="31060" y="110820"/>
                </a:cubicBezTo>
                <a:cubicBezTo>
                  <a:pt x="36265" y="110820"/>
                  <a:pt x="57418" y="111324"/>
                  <a:pt x="61113" y="111491"/>
                </a:cubicBezTo>
                <a:lnTo>
                  <a:pt x="61113" y="105448"/>
                </a:lnTo>
                <a:lnTo>
                  <a:pt x="54734" y="105448"/>
                </a:lnTo>
                <a:cubicBezTo>
                  <a:pt x="37943" y="105448"/>
                  <a:pt x="37943" y="103265"/>
                  <a:pt x="37943" y="97719"/>
                </a:cubicBezTo>
                <a:lnTo>
                  <a:pt x="37943" y="4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D2A18-72BA-413B-AC4C-507FED5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350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6623C2-390F-4384-A795-3FE7F15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350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93" name="Text ˜">
            <a:extLst xmlns:a="http://schemas.openxmlformats.org/drawingml/2006/main">
              <a:ext uri="{FF2B5EF4-FFF2-40B4-BE49-F238E27FC236}">
                <a16:creationId xmlns:a16="http://schemas.microsoft.com/office/drawing/2014/main" id="{073ED75A-1B48-4BA2-995A-E183E9C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490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v">
            <a:extLst xmlns:a="http://schemas.openxmlformats.org/drawingml/2006/main">
              <a:ext uri="{FF2B5EF4-FFF2-40B4-BE49-F238E27FC236}">
                <a16:creationId xmlns:a16="http://schemas.microsoft.com/office/drawing/2014/main" id="{83FE1290-4077-4E73-86B5-61D4D2A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059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⊤">
            <a:extLst xmlns:a="http://schemas.openxmlformats.org/drawingml/2006/main">
              <a:ext uri="{FF2B5EF4-FFF2-40B4-BE49-F238E27FC236}">
                <a16:creationId xmlns:a16="http://schemas.microsoft.com/office/drawing/2014/main" id="{AAB9C146-5B02-4300-A4E2-04E280D4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161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2">
            <a:extLst xmlns:a="http://schemas.openxmlformats.org/drawingml/2006/main">
              <a:ext uri="{FF2B5EF4-FFF2-40B4-BE49-F238E27FC236}">
                <a16:creationId xmlns:a16="http://schemas.microsoft.com/office/drawing/2014/main" id="{0E25DA5A-36B9-4245-95A7-801F2AE9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982" y="2329484"/>
            <a:ext cx="74209" cy="111491"/>
          </a:xfrm>
          <a:custGeom xmlns:a="http://schemas.openxmlformats.org/drawingml/2006/main">
            <a:pathLst>
              <a:path w="74209" h="111491">
                <a:moveTo>
                  <a:pt x="74209" y="80928"/>
                </a:moveTo>
                <a:lnTo>
                  <a:pt x="68501" y="80928"/>
                </a:lnTo>
                <a:cubicBezTo>
                  <a:pt x="67996" y="84625"/>
                  <a:pt x="66318" y="94534"/>
                  <a:pt x="64136" y="96215"/>
                </a:cubicBezTo>
                <a:cubicBezTo>
                  <a:pt x="62793" y="97222"/>
                  <a:pt x="49866" y="97222"/>
                  <a:pt x="47514" y="97222"/>
                </a:cubicBezTo>
                <a:lnTo>
                  <a:pt x="16621" y="97222"/>
                </a:lnTo>
                <a:cubicBezTo>
                  <a:pt x="34252" y="81600"/>
                  <a:pt x="40126" y="76899"/>
                  <a:pt x="50202" y="69003"/>
                </a:cubicBezTo>
                <a:cubicBezTo>
                  <a:pt x="62624" y="59094"/>
                  <a:pt x="74209" y="48680"/>
                  <a:pt x="74209" y="32725"/>
                </a:cubicBezTo>
                <a:cubicBezTo>
                  <a:pt x="74209" y="12420"/>
                  <a:pt x="56412" y="0"/>
                  <a:pt x="34923" y="0"/>
                </a:cubicBezTo>
                <a:cubicBezTo>
                  <a:pt x="14103" y="0"/>
                  <a:pt x="0" y="14600"/>
                  <a:pt x="0" y="30037"/>
                </a:cubicBezTo>
                <a:cubicBezTo>
                  <a:pt x="0" y="38602"/>
                  <a:pt x="7219" y="39439"/>
                  <a:pt x="8900" y="39439"/>
                </a:cubicBezTo>
                <a:cubicBezTo>
                  <a:pt x="12930" y="39439"/>
                  <a:pt x="17797" y="36586"/>
                  <a:pt x="17797" y="30542"/>
                </a:cubicBezTo>
                <a:cubicBezTo>
                  <a:pt x="17797" y="27519"/>
                  <a:pt x="16621" y="21642"/>
                  <a:pt x="7890" y="21642"/>
                </a:cubicBezTo>
                <a:cubicBezTo>
                  <a:pt x="13096" y="9735"/>
                  <a:pt x="24514" y="6046"/>
                  <a:pt x="32405" y="6046"/>
                </a:cubicBezTo>
                <a:cubicBezTo>
                  <a:pt x="49192" y="6046"/>
                  <a:pt x="57923" y="19127"/>
                  <a:pt x="57923" y="32725"/>
                </a:cubicBezTo>
                <a:cubicBezTo>
                  <a:pt x="57923" y="47335"/>
                  <a:pt x="47514" y="58925"/>
                  <a:pt x="42142" y="64971"/>
                </a:cubicBezTo>
                <a:lnTo>
                  <a:pt x="1681" y="104946"/>
                </a:lnTo>
                <a:cubicBezTo>
                  <a:pt x="0" y="106454"/>
                  <a:pt x="0" y="106790"/>
                  <a:pt x="0" y="111491"/>
                </a:cubicBezTo>
                <a:lnTo>
                  <a:pt x="69172" y="111491"/>
                </a:lnTo>
                <a:lnTo>
                  <a:pt x="74209" y="809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FC285-7846-4055-BE86-0B4950D5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67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2B6D4-C156-41DE-A866-23A8E90B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67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99" name="Text ˜">
            <a:extLst xmlns:a="http://schemas.openxmlformats.org/drawingml/2006/main">
              <a:ext uri="{FF2B5EF4-FFF2-40B4-BE49-F238E27FC236}">
                <a16:creationId xmlns:a16="http://schemas.microsoft.com/office/drawing/2014/main" id="{68EA99C5-AD7F-4BD0-8B65-3BFB944B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622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v">
            <a:extLst xmlns:a="http://schemas.openxmlformats.org/drawingml/2006/main">
              <a:ext uri="{FF2B5EF4-FFF2-40B4-BE49-F238E27FC236}">
                <a16:creationId xmlns:a16="http://schemas.microsoft.com/office/drawing/2014/main" id="{CA97364B-150C-467B-AC9E-EB18E2E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216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⊤">
            <a:extLst xmlns:a="http://schemas.openxmlformats.org/drawingml/2006/main">
              <a:ext uri="{FF2B5EF4-FFF2-40B4-BE49-F238E27FC236}">
                <a16:creationId xmlns:a16="http://schemas.microsoft.com/office/drawing/2014/main" id="{C276B5DD-24B9-4630-AC86-38BD580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294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3">
            <a:extLst xmlns:a="http://schemas.openxmlformats.org/drawingml/2006/main">
              <a:ext uri="{FF2B5EF4-FFF2-40B4-BE49-F238E27FC236}">
                <a16:creationId xmlns:a16="http://schemas.microsoft.com/office/drawing/2014/main" id="{1759B21A-2442-42A0-A9EA-BFEDFC2D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602" y="2329484"/>
            <a:ext cx="77232" cy="114770"/>
          </a:xfrm>
          <a:custGeom xmlns:a="http://schemas.openxmlformats.org/drawingml/2006/main">
            <a:pathLst>
              <a:path w="77232" h="114770">
                <a:moveTo>
                  <a:pt x="36770" y="55366"/>
                </a:moveTo>
                <a:cubicBezTo>
                  <a:pt x="49866" y="55366"/>
                  <a:pt x="59268" y="64428"/>
                  <a:pt x="59268" y="82386"/>
                </a:cubicBezTo>
                <a:cubicBezTo>
                  <a:pt x="59268" y="103196"/>
                  <a:pt x="47179" y="109398"/>
                  <a:pt x="37441" y="109398"/>
                </a:cubicBezTo>
                <a:cubicBezTo>
                  <a:pt x="30727" y="109398"/>
                  <a:pt x="15950" y="107556"/>
                  <a:pt x="8900" y="97665"/>
                </a:cubicBezTo>
                <a:cubicBezTo>
                  <a:pt x="16790" y="97329"/>
                  <a:pt x="18637" y="91788"/>
                  <a:pt x="18637" y="88263"/>
                </a:cubicBezTo>
                <a:cubicBezTo>
                  <a:pt x="18637" y="82891"/>
                  <a:pt x="14608" y="79027"/>
                  <a:pt x="9402" y="79027"/>
                </a:cubicBezTo>
                <a:cubicBezTo>
                  <a:pt x="4701" y="79027"/>
                  <a:pt x="0" y="81884"/>
                  <a:pt x="0" y="88768"/>
                </a:cubicBezTo>
                <a:cubicBezTo>
                  <a:pt x="0" y="104538"/>
                  <a:pt x="17461" y="114770"/>
                  <a:pt x="37777" y="114770"/>
                </a:cubicBezTo>
                <a:cubicBezTo>
                  <a:pt x="61115" y="114770"/>
                  <a:pt x="77232" y="99174"/>
                  <a:pt x="77232" y="82386"/>
                </a:cubicBezTo>
                <a:cubicBezTo>
                  <a:pt x="77232" y="69295"/>
                  <a:pt x="66487" y="56204"/>
                  <a:pt x="48019" y="52343"/>
                </a:cubicBezTo>
                <a:cubicBezTo>
                  <a:pt x="65647" y="45972"/>
                  <a:pt x="72026" y="33406"/>
                  <a:pt x="72026" y="23167"/>
                </a:cubicBezTo>
                <a:cubicBezTo>
                  <a:pt x="72026" y="9907"/>
                  <a:pt x="56750" y="0"/>
                  <a:pt x="38112" y="0"/>
                </a:cubicBezTo>
                <a:cubicBezTo>
                  <a:pt x="19478" y="0"/>
                  <a:pt x="5206" y="9066"/>
                  <a:pt x="5206" y="22495"/>
                </a:cubicBezTo>
                <a:cubicBezTo>
                  <a:pt x="5206" y="28206"/>
                  <a:pt x="8900" y="31395"/>
                  <a:pt x="13936" y="31395"/>
                </a:cubicBezTo>
                <a:cubicBezTo>
                  <a:pt x="19142" y="31395"/>
                  <a:pt x="22498" y="27532"/>
                  <a:pt x="22498" y="22831"/>
                </a:cubicBezTo>
                <a:cubicBezTo>
                  <a:pt x="22498" y="17964"/>
                  <a:pt x="19142" y="14438"/>
                  <a:pt x="13936" y="14100"/>
                </a:cubicBezTo>
                <a:cubicBezTo>
                  <a:pt x="19813" y="6717"/>
                  <a:pt x="31398" y="4870"/>
                  <a:pt x="37610" y="4870"/>
                </a:cubicBezTo>
                <a:cubicBezTo>
                  <a:pt x="45165" y="4870"/>
                  <a:pt x="55740" y="8562"/>
                  <a:pt x="55740" y="23167"/>
                </a:cubicBezTo>
                <a:cubicBezTo>
                  <a:pt x="55740" y="30219"/>
                  <a:pt x="53391" y="37931"/>
                  <a:pt x="49026" y="43123"/>
                </a:cubicBezTo>
                <a:cubicBezTo>
                  <a:pt x="43485" y="49492"/>
                  <a:pt x="38784" y="49825"/>
                  <a:pt x="30388" y="50330"/>
                </a:cubicBezTo>
                <a:cubicBezTo>
                  <a:pt x="26192" y="50663"/>
                  <a:pt x="25857" y="50663"/>
                  <a:pt x="25016" y="50832"/>
                </a:cubicBezTo>
                <a:cubicBezTo>
                  <a:pt x="24681" y="50832"/>
                  <a:pt x="23338" y="51168"/>
                  <a:pt x="23338" y="53015"/>
                </a:cubicBezTo>
                <a:cubicBezTo>
                  <a:pt x="23338" y="55366"/>
                  <a:pt x="24850" y="55366"/>
                  <a:pt x="27704" y="55366"/>
                </a:cubicBezTo>
                <a:lnTo>
                  <a:pt x="36770" y="55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CEE49-FAF5-4351-BE9F-D43F417E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669E2-97BB-4FB4-BABC-9ABE00D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583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05" name="Text ˜">
            <a:extLst xmlns:a="http://schemas.openxmlformats.org/drawingml/2006/main">
              <a:ext uri="{FF2B5EF4-FFF2-40B4-BE49-F238E27FC236}">
                <a16:creationId xmlns:a16="http://schemas.microsoft.com/office/drawing/2014/main" id="{FE529EAA-6EB3-4A55-8EB1-75918603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754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v">
            <a:extLst xmlns:a="http://schemas.openxmlformats.org/drawingml/2006/main">
              <a:ext uri="{FF2B5EF4-FFF2-40B4-BE49-F238E27FC236}">
                <a16:creationId xmlns:a16="http://schemas.microsoft.com/office/drawing/2014/main" id="{F39C5D8E-6C3D-456C-AEBB-FAEC241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347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⊤">
            <a:extLst xmlns:a="http://schemas.openxmlformats.org/drawingml/2006/main">
              <a:ext uri="{FF2B5EF4-FFF2-40B4-BE49-F238E27FC236}">
                <a16:creationId xmlns:a16="http://schemas.microsoft.com/office/drawing/2014/main" id="{DF88C440-E8AC-45E4-9184-75853F7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449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4">
            <a:extLst xmlns:a="http://schemas.openxmlformats.org/drawingml/2006/main">
              <a:ext uri="{FF2B5EF4-FFF2-40B4-BE49-F238E27FC236}">
                <a16:creationId xmlns:a16="http://schemas.microsoft.com/office/drawing/2014/main" id="{E330651D-CAD8-49ED-8C70-3B7A46D4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216" y="2327845"/>
            <a:ext cx="82268" cy="113131"/>
          </a:xfrm>
          <a:custGeom xmlns:a="http://schemas.openxmlformats.org/drawingml/2006/main">
            <a:pathLst>
              <a:path w="82268" h="113131">
                <a:moveTo>
                  <a:pt x="82268" y="85586"/>
                </a:moveTo>
                <a:lnTo>
                  <a:pt x="82268" y="79542"/>
                </a:lnTo>
                <a:lnTo>
                  <a:pt x="63633" y="79542"/>
                </a:lnTo>
                <a:lnTo>
                  <a:pt x="63633" y="4701"/>
                </a:lnTo>
                <a:cubicBezTo>
                  <a:pt x="63633" y="1176"/>
                  <a:pt x="63633" y="0"/>
                  <a:pt x="59939" y="0"/>
                </a:cubicBezTo>
                <a:cubicBezTo>
                  <a:pt x="57923" y="0"/>
                  <a:pt x="57252" y="0"/>
                  <a:pt x="55574" y="2352"/>
                </a:cubicBezTo>
                <a:lnTo>
                  <a:pt x="0" y="79542"/>
                </a:lnTo>
                <a:lnTo>
                  <a:pt x="0" y="85586"/>
                </a:lnTo>
                <a:lnTo>
                  <a:pt x="49361" y="85586"/>
                </a:lnTo>
                <a:lnTo>
                  <a:pt x="49361" y="99361"/>
                </a:lnTo>
                <a:cubicBezTo>
                  <a:pt x="49361" y="105071"/>
                  <a:pt x="49361" y="107087"/>
                  <a:pt x="35763" y="107087"/>
                </a:cubicBezTo>
                <a:lnTo>
                  <a:pt x="31229" y="107087"/>
                </a:lnTo>
                <a:lnTo>
                  <a:pt x="31229" y="113131"/>
                </a:lnTo>
                <a:cubicBezTo>
                  <a:pt x="39624" y="112795"/>
                  <a:pt x="50368" y="112459"/>
                  <a:pt x="56414" y="112459"/>
                </a:cubicBezTo>
                <a:cubicBezTo>
                  <a:pt x="62624" y="112459"/>
                  <a:pt x="73371" y="112795"/>
                  <a:pt x="81766" y="113131"/>
                </a:cubicBezTo>
                <a:lnTo>
                  <a:pt x="81766" y="107087"/>
                </a:lnTo>
                <a:lnTo>
                  <a:pt x="77232" y="107087"/>
                </a:lnTo>
                <a:cubicBezTo>
                  <a:pt x="63633" y="107087"/>
                  <a:pt x="63633" y="105071"/>
                  <a:pt x="63633" y="99361"/>
                </a:cubicBezTo>
                <a:lnTo>
                  <a:pt x="63633" y="85586"/>
                </a:lnTo>
                <a:lnTo>
                  <a:pt x="82268" y="85586"/>
                </a:lnTo>
                <a:moveTo>
                  <a:pt x="50537" y="18125"/>
                </a:moveTo>
                <a:lnTo>
                  <a:pt x="50537" y="79542"/>
                </a:lnTo>
                <a:lnTo>
                  <a:pt x="6212" y="79542"/>
                </a:lnTo>
                <a:lnTo>
                  <a:pt x="50537" y="181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0F6C1-9DA5-4842-9203-A18B8681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068B2-3716-4495-B7FE-1BA62082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700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11" name="Text ˜">
            <a:extLst xmlns:a="http://schemas.openxmlformats.org/drawingml/2006/main">
              <a:ext uri="{FF2B5EF4-FFF2-40B4-BE49-F238E27FC236}">
                <a16:creationId xmlns:a16="http://schemas.microsoft.com/office/drawing/2014/main" id="{19257243-6C43-4735-8DC5-1FBBFE7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886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v">
            <a:extLst xmlns:a="http://schemas.openxmlformats.org/drawingml/2006/main">
              <a:ext uri="{FF2B5EF4-FFF2-40B4-BE49-F238E27FC236}">
                <a16:creationId xmlns:a16="http://schemas.microsoft.com/office/drawing/2014/main" id="{437572A5-923F-4E8D-8FDA-204F2FCF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79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⊤">
            <a:extLst xmlns:a="http://schemas.openxmlformats.org/drawingml/2006/main">
              <a:ext uri="{FF2B5EF4-FFF2-40B4-BE49-F238E27FC236}">
                <a16:creationId xmlns:a16="http://schemas.microsoft.com/office/drawing/2014/main" id="{2A21F505-C316-4AEF-AD9E-3D0C80E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581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5">
            <a:extLst xmlns:a="http://schemas.openxmlformats.org/drawingml/2006/main">
              <a:ext uri="{FF2B5EF4-FFF2-40B4-BE49-F238E27FC236}">
                <a16:creationId xmlns:a16="http://schemas.microsoft.com/office/drawing/2014/main" id="{F4CE62F8-7ABA-4667-BE1B-8C957075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402" y="2329359"/>
            <a:ext cx="74209" cy="114896"/>
          </a:xfrm>
          <a:custGeom xmlns:a="http://schemas.openxmlformats.org/drawingml/2006/main">
            <a:pathLst>
              <a:path w="74209" h="114896">
                <a:moveTo>
                  <a:pt x="15448" y="17797"/>
                </a:moveTo>
                <a:cubicBezTo>
                  <a:pt x="24010" y="19980"/>
                  <a:pt x="29046" y="19980"/>
                  <a:pt x="31733" y="19980"/>
                </a:cubicBezTo>
                <a:cubicBezTo>
                  <a:pt x="53893" y="19980"/>
                  <a:pt x="66989" y="4870"/>
                  <a:pt x="66989" y="2352"/>
                </a:cubicBezTo>
                <a:cubicBezTo>
                  <a:pt x="66989" y="505"/>
                  <a:pt x="65814" y="0"/>
                  <a:pt x="64976" y="0"/>
                </a:cubicBezTo>
                <a:cubicBezTo>
                  <a:pt x="64640" y="0"/>
                  <a:pt x="64305" y="0"/>
                  <a:pt x="63631" y="505"/>
                </a:cubicBezTo>
                <a:cubicBezTo>
                  <a:pt x="59604" y="2016"/>
                  <a:pt x="50704" y="5372"/>
                  <a:pt x="38281" y="5372"/>
                </a:cubicBezTo>
                <a:cubicBezTo>
                  <a:pt x="33581" y="5372"/>
                  <a:pt x="24681" y="5037"/>
                  <a:pt x="13767" y="840"/>
                </a:cubicBezTo>
                <a:cubicBezTo>
                  <a:pt x="12089" y="0"/>
                  <a:pt x="11754" y="0"/>
                  <a:pt x="11585" y="0"/>
                </a:cubicBezTo>
                <a:cubicBezTo>
                  <a:pt x="9402" y="0"/>
                  <a:pt x="9402" y="1847"/>
                  <a:pt x="9402" y="4534"/>
                </a:cubicBezTo>
                <a:lnTo>
                  <a:pt x="9402" y="54111"/>
                </a:lnTo>
                <a:cubicBezTo>
                  <a:pt x="9402" y="56970"/>
                  <a:pt x="9402" y="58989"/>
                  <a:pt x="12089" y="58989"/>
                </a:cubicBezTo>
                <a:cubicBezTo>
                  <a:pt x="13601" y="58989"/>
                  <a:pt x="13767" y="58653"/>
                  <a:pt x="15448" y="56634"/>
                </a:cubicBezTo>
                <a:cubicBezTo>
                  <a:pt x="22667" y="47381"/>
                  <a:pt x="32907" y="46034"/>
                  <a:pt x="38784" y="46034"/>
                </a:cubicBezTo>
                <a:cubicBezTo>
                  <a:pt x="48857" y="46034"/>
                  <a:pt x="53391" y="54111"/>
                  <a:pt x="54229" y="55456"/>
                </a:cubicBezTo>
                <a:cubicBezTo>
                  <a:pt x="57252" y="61008"/>
                  <a:pt x="58259" y="67402"/>
                  <a:pt x="58259" y="77157"/>
                </a:cubicBezTo>
                <a:cubicBezTo>
                  <a:pt x="58259" y="82194"/>
                  <a:pt x="58259" y="92098"/>
                  <a:pt x="53222" y="99471"/>
                </a:cubicBezTo>
                <a:cubicBezTo>
                  <a:pt x="49026" y="105504"/>
                  <a:pt x="41807" y="109524"/>
                  <a:pt x="33581" y="109524"/>
                </a:cubicBezTo>
                <a:cubicBezTo>
                  <a:pt x="22667" y="109524"/>
                  <a:pt x="11418" y="103493"/>
                  <a:pt x="7219" y="92434"/>
                </a:cubicBezTo>
                <a:cubicBezTo>
                  <a:pt x="13601" y="92938"/>
                  <a:pt x="16790" y="88742"/>
                  <a:pt x="16790" y="84207"/>
                </a:cubicBezTo>
                <a:cubicBezTo>
                  <a:pt x="16790" y="76988"/>
                  <a:pt x="10578" y="75646"/>
                  <a:pt x="8395" y="75646"/>
                </a:cubicBezTo>
                <a:cubicBezTo>
                  <a:pt x="8060" y="75646"/>
                  <a:pt x="0" y="75646"/>
                  <a:pt x="0" y="84712"/>
                </a:cubicBezTo>
                <a:cubicBezTo>
                  <a:pt x="0" y="99806"/>
                  <a:pt x="13767" y="114896"/>
                  <a:pt x="33916" y="114896"/>
                </a:cubicBezTo>
                <a:cubicBezTo>
                  <a:pt x="55405" y="114896"/>
                  <a:pt x="74209" y="98969"/>
                  <a:pt x="74209" y="77829"/>
                </a:cubicBezTo>
                <a:cubicBezTo>
                  <a:pt x="74209" y="58822"/>
                  <a:pt x="59770" y="41333"/>
                  <a:pt x="38953" y="41333"/>
                </a:cubicBezTo>
                <a:cubicBezTo>
                  <a:pt x="31564" y="41333"/>
                  <a:pt x="22834" y="43180"/>
                  <a:pt x="15448" y="49569"/>
                </a:cubicBezTo>
                <a:lnTo>
                  <a:pt x="15448" y="17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A05DA-C28E-4875-B436-C6F25735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816" y="2097887"/>
            <a:ext cx="682441" cy="423050"/>
          </a:xfrm>
          <a:custGeom xmlns:a="http://schemas.openxmlformats.org/drawingml/2006/main">
            <a:pathLst>
              <a:path w="682441" h="423050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solidFill xmlns:a="http://schemas.openxmlformats.org/drawingml/2006/main">
            <a:srgbClr val="FF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9CC4D-A772-4CA9-805B-C12EC8BB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816" y="2097887"/>
            <a:ext cx="682441" cy="423050"/>
          </a:xfrm>
          <a:custGeom xmlns:a="http://schemas.openxmlformats.org/drawingml/2006/main">
            <a:pathLst>
              <a:path w="682441" h="423050" fill="none">
                <a:moveTo>
                  <a:pt x="0" y="423050"/>
                </a:moveTo>
                <a:lnTo>
                  <a:pt x="682441" y="423050"/>
                </a:lnTo>
                <a:lnTo>
                  <a:pt x="682441" y="0"/>
                </a:lnTo>
                <a:lnTo>
                  <a:pt x="0" y="0"/>
                </a:lnTo>
                <a:lnTo>
                  <a:pt x="0" y="423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17" name="Text ˜">
            <a:extLst xmlns:a="http://schemas.openxmlformats.org/drawingml/2006/main">
              <a:ext uri="{FF2B5EF4-FFF2-40B4-BE49-F238E27FC236}">
                <a16:creationId xmlns:a16="http://schemas.microsoft.com/office/drawing/2014/main" id="{426F239B-2E8D-4415-9F09-3ED0086B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017" y="2217906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v">
            <a:extLst xmlns:a="http://schemas.openxmlformats.org/drawingml/2006/main">
              <a:ext uri="{FF2B5EF4-FFF2-40B4-BE49-F238E27FC236}">
                <a16:creationId xmlns:a16="http://schemas.microsoft.com/office/drawing/2014/main" id="{D3D0E8CB-BCEA-4D9E-B8C5-77E9465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11" y="2274890"/>
            <a:ext cx="132875" cy="107509"/>
          </a:xfrm>
          <a:custGeom xmlns:a="http://schemas.openxmlformats.org/drawingml/2006/main">
            <a:pathLst>
              <a:path w="132875" h="107509">
                <a:moveTo>
                  <a:pt x="115129" y="16315"/>
                </a:moveTo>
                <a:cubicBezTo>
                  <a:pt x="116567" y="12956"/>
                  <a:pt x="117526" y="11276"/>
                  <a:pt x="132875" y="11276"/>
                </a:cubicBezTo>
                <a:lnTo>
                  <a:pt x="132875" y="0"/>
                </a:lnTo>
                <a:cubicBezTo>
                  <a:pt x="126881" y="483"/>
                  <a:pt x="119927" y="721"/>
                  <a:pt x="113929" y="721"/>
                </a:cubicBezTo>
                <a:cubicBezTo>
                  <a:pt x="107934" y="721"/>
                  <a:pt x="97141" y="242"/>
                  <a:pt x="92102" y="0"/>
                </a:cubicBezTo>
                <a:lnTo>
                  <a:pt x="92102" y="11276"/>
                </a:lnTo>
                <a:cubicBezTo>
                  <a:pt x="96662" y="11276"/>
                  <a:pt x="103615" y="11993"/>
                  <a:pt x="103615" y="13914"/>
                </a:cubicBezTo>
                <a:cubicBezTo>
                  <a:pt x="103615" y="14152"/>
                  <a:pt x="103378" y="14635"/>
                  <a:pt x="102415" y="16795"/>
                </a:cubicBezTo>
                <a:lnTo>
                  <a:pt x="74593" y="76793"/>
                </a:lnTo>
                <a:lnTo>
                  <a:pt x="44133" y="11276"/>
                </a:lnTo>
                <a:lnTo>
                  <a:pt x="57085" y="11276"/>
                </a:lnTo>
                <a:lnTo>
                  <a:pt x="57085" y="0"/>
                </a:lnTo>
                <a:cubicBezTo>
                  <a:pt x="49169" y="483"/>
                  <a:pt x="27584" y="721"/>
                  <a:pt x="27346" y="721"/>
                </a:cubicBezTo>
                <a:cubicBezTo>
                  <a:pt x="20630" y="721"/>
                  <a:pt x="9834" y="242"/>
                  <a:pt x="0" y="0"/>
                </a:cubicBezTo>
                <a:lnTo>
                  <a:pt x="0" y="11276"/>
                </a:lnTo>
                <a:lnTo>
                  <a:pt x="15353" y="11276"/>
                </a:lnTo>
                <a:lnTo>
                  <a:pt x="57327" y="101515"/>
                </a:lnTo>
                <a:cubicBezTo>
                  <a:pt x="60203" y="107509"/>
                  <a:pt x="63321" y="107509"/>
                  <a:pt x="66440" y="107509"/>
                </a:cubicBezTo>
                <a:cubicBezTo>
                  <a:pt x="70516" y="107509"/>
                  <a:pt x="72914" y="106792"/>
                  <a:pt x="75314" y="101756"/>
                </a:cubicBezTo>
                <a:lnTo>
                  <a:pt x="115129" y="163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⊤">
            <a:extLst xmlns:a="http://schemas.openxmlformats.org/drawingml/2006/main">
              <a:ext uri="{FF2B5EF4-FFF2-40B4-BE49-F238E27FC236}">
                <a16:creationId xmlns:a16="http://schemas.microsoft.com/office/drawing/2014/main" id="{834D88C1-C787-464F-8B01-DC7D9D48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713" y="2177834"/>
            <a:ext cx="124072" cy="116574"/>
          </a:xfrm>
          <a:custGeom xmlns:a="http://schemas.openxmlformats.org/drawingml/2006/main">
            <a:pathLst>
              <a:path w="124072" h="116574">
                <a:moveTo>
                  <a:pt x="66149" y="8229"/>
                </a:moveTo>
                <a:lnTo>
                  <a:pt x="117358" y="8229"/>
                </a:lnTo>
                <a:cubicBezTo>
                  <a:pt x="120042" y="8229"/>
                  <a:pt x="124072" y="8229"/>
                  <a:pt x="124072" y="4199"/>
                </a:cubicBezTo>
                <a:cubicBezTo>
                  <a:pt x="124072" y="0"/>
                  <a:pt x="120211" y="0"/>
                  <a:pt x="117358" y="0"/>
                </a:cubicBezTo>
                <a:lnTo>
                  <a:pt x="6715" y="0"/>
                </a:lnTo>
                <a:cubicBezTo>
                  <a:pt x="4196" y="0"/>
                  <a:pt x="0" y="0"/>
                  <a:pt x="0" y="4030"/>
                </a:cubicBezTo>
                <a:cubicBezTo>
                  <a:pt x="0" y="8229"/>
                  <a:pt x="3861" y="8229"/>
                  <a:pt x="6715" y="8229"/>
                </a:cubicBezTo>
                <a:lnTo>
                  <a:pt x="57923" y="8229"/>
                </a:lnTo>
                <a:lnTo>
                  <a:pt x="57923" y="110026"/>
                </a:lnTo>
                <a:cubicBezTo>
                  <a:pt x="57923" y="112713"/>
                  <a:pt x="57923" y="116574"/>
                  <a:pt x="62119" y="116574"/>
                </a:cubicBezTo>
                <a:cubicBezTo>
                  <a:pt x="66149" y="116574"/>
                  <a:pt x="66149" y="112546"/>
                  <a:pt x="66149" y="110026"/>
                </a:cubicBezTo>
                <a:lnTo>
                  <a:pt x="66149" y="82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6">
            <a:extLst xmlns:a="http://schemas.openxmlformats.org/drawingml/2006/main">
              <a:ext uri="{FF2B5EF4-FFF2-40B4-BE49-F238E27FC236}">
                <a16:creationId xmlns:a16="http://schemas.microsoft.com/office/drawing/2014/main" id="{D1A5152F-1773-4858-8506-09DB6AC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022" y="2329508"/>
            <a:ext cx="77232" cy="114770"/>
          </a:xfrm>
          <a:custGeom xmlns:a="http://schemas.openxmlformats.org/drawingml/2006/main">
            <a:pathLst>
              <a:path w="77232" h="114770">
                <a:moveTo>
                  <a:pt x="16119" y="56514"/>
                </a:moveTo>
                <a:cubicBezTo>
                  <a:pt x="16119" y="42747"/>
                  <a:pt x="17295" y="30394"/>
                  <a:pt x="23674" y="20180"/>
                </a:cubicBezTo>
                <a:cubicBezTo>
                  <a:pt x="29382" y="11113"/>
                  <a:pt x="38448" y="4870"/>
                  <a:pt x="49195" y="4870"/>
                </a:cubicBezTo>
                <a:cubicBezTo>
                  <a:pt x="54231" y="4870"/>
                  <a:pt x="60946" y="6220"/>
                  <a:pt x="64305" y="10778"/>
                </a:cubicBezTo>
                <a:cubicBezTo>
                  <a:pt x="60106" y="11113"/>
                  <a:pt x="56581" y="13967"/>
                  <a:pt x="56581" y="18835"/>
                </a:cubicBezTo>
                <a:cubicBezTo>
                  <a:pt x="56581" y="23033"/>
                  <a:pt x="59435" y="26725"/>
                  <a:pt x="64471" y="26725"/>
                </a:cubicBezTo>
                <a:cubicBezTo>
                  <a:pt x="69508" y="26725"/>
                  <a:pt x="72531" y="23369"/>
                  <a:pt x="72531" y="18499"/>
                </a:cubicBezTo>
                <a:cubicBezTo>
                  <a:pt x="72531" y="8751"/>
                  <a:pt x="65480" y="0"/>
                  <a:pt x="48857" y="0"/>
                </a:cubicBezTo>
                <a:cubicBezTo>
                  <a:pt x="24681" y="0"/>
                  <a:pt x="0" y="22193"/>
                  <a:pt x="0" y="58192"/>
                </a:cubicBezTo>
                <a:cubicBezTo>
                  <a:pt x="0" y="101677"/>
                  <a:pt x="20484" y="114770"/>
                  <a:pt x="38953" y="114770"/>
                </a:cubicBezTo>
                <a:cubicBezTo>
                  <a:pt x="59435" y="114770"/>
                  <a:pt x="77232" y="99158"/>
                  <a:pt x="77232" y="77165"/>
                </a:cubicBezTo>
                <a:cubicBezTo>
                  <a:pt x="77232" y="55843"/>
                  <a:pt x="60275" y="40059"/>
                  <a:pt x="40631" y="40059"/>
                </a:cubicBezTo>
                <a:cubicBezTo>
                  <a:pt x="27199" y="40059"/>
                  <a:pt x="19813" y="48959"/>
                  <a:pt x="16119" y="56514"/>
                </a:cubicBezTo>
                <a:moveTo>
                  <a:pt x="38953" y="109398"/>
                </a:moveTo>
                <a:cubicBezTo>
                  <a:pt x="30558" y="109398"/>
                  <a:pt x="24010" y="104530"/>
                  <a:pt x="20484" y="97142"/>
                </a:cubicBezTo>
                <a:cubicBezTo>
                  <a:pt x="17966" y="92106"/>
                  <a:pt x="16624" y="83713"/>
                  <a:pt x="16624" y="73640"/>
                </a:cubicBezTo>
                <a:cubicBezTo>
                  <a:pt x="16624" y="57354"/>
                  <a:pt x="26361" y="44760"/>
                  <a:pt x="39793" y="44760"/>
                </a:cubicBezTo>
                <a:cubicBezTo>
                  <a:pt x="47514" y="44760"/>
                  <a:pt x="52720" y="47783"/>
                  <a:pt x="56916" y="53996"/>
                </a:cubicBezTo>
                <a:cubicBezTo>
                  <a:pt x="60946" y="60375"/>
                  <a:pt x="61115" y="67427"/>
                  <a:pt x="61115" y="77165"/>
                </a:cubicBezTo>
                <a:cubicBezTo>
                  <a:pt x="61115" y="86733"/>
                  <a:pt x="61115" y="93786"/>
                  <a:pt x="56581" y="100332"/>
                </a:cubicBezTo>
                <a:cubicBezTo>
                  <a:pt x="52551" y="106208"/>
                  <a:pt x="47179" y="109398"/>
                  <a:pt x="38953" y="1093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94B97-BFCB-485B-A70F-189E69B7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04" y="2039728"/>
            <a:ext cx="1271498" cy="539369"/>
          </a:xfrm>
          <a:custGeom xmlns:a="http://schemas.openxmlformats.org/drawingml/2006/main">
            <a:pathLst>
              <a:path w="1271498" h="539369">
                <a:moveTo>
                  <a:pt x="1175558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443428"/>
                </a:lnTo>
                <a:cubicBezTo>
                  <a:pt x="0" y="496415"/>
                  <a:pt x="42953" y="539369"/>
                  <a:pt x="95940" y="539369"/>
                </a:cubicBezTo>
                <a:lnTo>
                  <a:pt x="1175558" y="539369"/>
                </a:lnTo>
                <a:cubicBezTo>
                  <a:pt x="1228545" y="539369"/>
                  <a:pt x="1271498" y="496415"/>
                  <a:pt x="1271498" y="443428"/>
                </a:cubicBezTo>
                <a:lnTo>
                  <a:pt x="1271498" y="95940"/>
                </a:lnTo>
                <a:cubicBezTo>
                  <a:pt x="1271498" y="42953"/>
                  <a:pt x="1228545" y="0"/>
                  <a:pt x="1175558" y="0"/>
                </a:cubicBezTo>
                <a:close/>
                <a:moveTo>
                  <a:pt x="0" y="539369"/>
                </a:moveTo>
              </a:path>
            </a:pathLst>
          </a:custGeom>
          <a:solidFill xmlns:a="http://schemas.openxmlformats.org/drawingml/2006/main">
            <a:srgbClr val="CC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6C83E-AB70-4167-B14D-F024DC6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04" y="2039728"/>
            <a:ext cx="1271498" cy="539369"/>
          </a:xfrm>
          <a:custGeom xmlns:a="http://schemas.openxmlformats.org/drawingml/2006/main">
            <a:pathLst>
              <a:path w="1271498" h="539369" fill="none">
                <a:moveTo>
                  <a:pt x="1175558" y="0"/>
                </a:moveTo>
                <a:lnTo>
                  <a:pt x="95940" y="0"/>
                </a:lnTo>
                <a:cubicBezTo>
                  <a:pt x="42953" y="0"/>
                  <a:pt x="0" y="42953"/>
                  <a:pt x="0" y="95940"/>
                </a:cubicBezTo>
                <a:lnTo>
                  <a:pt x="0" y="443428"/>
                </a:lnTo>
                <a:cubicBezTo>
                  <a:pt x="0" y="496415"/>
                  <a:pt x="42953" y="539369"/>
                  <a:pt x="95940" y="539369"/>
                </a:cubicBezTo>
                <a:lnTo>
                  <a:pt x="1175558" y="539369"/>
                </a:lnTo>
                <a:cubicBezTo>
                  <a:pt x="1228545" y="539369"/>
                  <a:pt x="1271498" y="496415"/>
                  <a:pt x="1271498" y="443428"/>
                </a:cubicBezTo>
                <a:lnTo>
                  <a:pt x="1271498" y="95940"/>
                </a:lnTo>
                <a:cubicBezTo>
                  <a:pt x="1271498" y="42953"/>
                  <a:pt x="1228545" y="0"/>
                  <a:pt x="1175558" y="0"/>
                </a:cubicBezTo>
                <a:close/>
                <a:moveTo>
                  <a:pt x="0" y="539369"/>
                </a:moveTo>
              </a:path>
            </a:pathLst>
          </a:custGeom>
          <a:noFill xmlns:a="http://schemas.openxmlformats.org/drawingml/2006/main"/>
          <a:ln xmlns:a="http://schemas.openxmlformats.org/drawingml/2006/main" w="19188" cap="flat">
            <a:solidFill>
              <a:srgbClr val="000000"/>
            </a:solidFill>
            <a:miter/>
          </a:ln>
        </p:spPr>
      </p:sp>
      <p:sp>
        <p:nvSpPr>
          <p:cNvPr id="123" name="Text ∂">
            <a:extLst xmlns:a="http://schemas.openxmlformats.org/drawingml/2006/main">
              <a:ext uri="{FF2B5EF4-FFF2-40B4-BE49-F238E27FC236}">
                <a16:creationId xmlns:a16="http://schemas.microsoft.com/office/drawing/2014/main" id="{8B30D5BE-F57D-41F1-95EF-E689933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74" y="2149469"/>
            <a:ext cx="96368" cy="123132"/>
          </a:xfrm>
          <a:custGeom xmlns:a="http://schemas.openxmlformats.org/drawingml/2006/main">
            <a:pathLst>
              <a:path w="96368" h="123132">
                <a:moveTo>
                  <a:pt x="78069" y="63083"/>
                </a:moveTo>
                <a:cubicBezTo>
                  <a:pt x="75718" y="53355"/>
                  <a:pt x="68163" y="43285"/>
                  <a:pt x="52382" y="43285"/>
                </a:cubicBezTo>
                <a:cubicBezTo>
                  <a:pt x="28877" y="43285"/>
                  <a:pt x="9402" y="60902"/>
                  <a:pt x="3356" y="75997"/>
                </a:cubicBezTo>
                <a:cubicBezTo>
                  <a:pt x="2349" y="78848"/>
                  <a:pt x="0" y="85724"/>
                  <a:pt x="0" y="92434"/>
                </a:cubicBezTo>
                <a:cubicBezTo>
                  <a:pt x="0" y="104008"/>
                  <a:pt x="9066" y="123132"/>
                  <a:pt x="35256" y="123132"/>
                </a:cubicBezTo>
                <a:cubicBezTo>
                  <a:pt x="78741" y="123132"/>
                  <a:pt x="96368" y="68952"/>
                  <a:pt x="96368" y="45132"/>
                </a:cubicBezTo>
                <a:cubicBezTo>
                  <a:pt x="96368" y="16378"/>
                  <a:pt x="77565" y="0"/>
                  <a:pt x="55069" y="0"/>
                </a:cubicBezTo>
                <a:cubicBezTo>
                  <a:pt x="27701" y="0"/>
                  <a:pt x="20146" y="21742"/>
                  <a:pt x="20146" y="26948"/>
                </a:cubicBezTo>
                <a:cubicBezTo>
                  <a:pt x="20146" y="28290"/>
                  <a:pt x="20987" y="32991"/>
                  <a:pt x="26861" y="32991"/>
                </a:cubicBezTo>
                <a:cubicBezTo>
                  <a:pt x="32738" y="32991"/>
                  <a:pt x="36263" y="27786"/>
                  <a:pt x="36263" y="23756"/>
                </a:cubicBezTo>
                <a:cubicBezTo>
                  <a:pt x="36263" y="19224"/>
                  <a:pt x="32907" y="17713"/>
                  <a:pt x="29717" y="17377"/>
                </a:cubicBezTo>
                <a:cubicBezTo>
                  <a:pt x="38110" y="4870"/>
                  <a:pt x="51877" y="4870"/>
                  <a:pt x="54731" y="4870"/>
                </a:cubicBezTo>
                <a:cubicBezTo>
                  <a:pt x="67325" y="4870"/>
                  <a:pt x="82266" y="12709"/>
                  <a:pt x="82266" y="36534"/>
                </a:cubicBezTo>
                <a:cubicBezTo>
                  <a:pt x="82266" y="43789"/>
                  <a:pt x="81428" y="49664"/>
                  <a:pt x="78238" y="63083"/>
                </a:cubicBezTo>
                <a:lnTo>
                  <a:pt x="78069" y="63083"/>
                </a:lnTo>
                <a:moveTo>
                  <a:pt x="35592" y="117760"/>
                </a:moveTo>
                <a:cubicBezTo>
                  <a:pt x="16621" y="117760"/>
                  <a:pt x="14438" y="103503"/>
                  <a:pt x="14438" y="98305"/>
                </a:cubicBezTo>
                <a:cubicBezTo>
                  <a:pt x="14438" y="91762"/>
                  <a:pt x="18970" y="75326"/>
                  <a:pt x="20651" y="71132"/>
                </a:cubicBezTo>
                <a:cubicBezTo>
                  <a:pt x="23671" y="63418"/>
                  <a:pt x="34083" y="47988"/>
                  <a:pt x="53053" y="47988"/>
                </a:cubicBezTo>
                <a:cubicBezTo>
                  <a:pt x="69339" y="47988"/>
                  <a:pt x="74711" y="60733"/>
                  <a:pt x="74711" y="70799"/>
                </a:cubicBezTo>
                <a:cubicBezTo>
                  <a:pt x="74711" y="82035"/>
                  <a:pt x="63797" y="117760"/>
                  <a:pt x="35592" y="117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2">
            <a:extLst xmlns:a="http://schemas.openxmlformats.org/drawingml/2006/main">
              <a:ext uri="{FF2B5EF4-FFF2-40B4-BE49-F238E27FC236}">
                <a16:creationId xmlns:a16="http://schemas.microsoft.com/office/drawing/2014/main" id="{3FE2B8F0-6016-42E8-A58A-FBF463C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754" y="2117083"/>
            <a:ext cx="59722" cy="79871"/>
          </a:xfrm>
          <a:custGeom xmlns:a="http://schemas.openxmlformats.org/drawingml/2006/main">
            <a:pathLst>
              <a:path w="59722" h="79871">
                <a:moveTo>
                  <a:pt x="59722" y="56730"/>
                </a:moveTo>
                <a:lnTo>
                  <a:pt x="54686" y="56730"/>
                </a:lnTo>
                <a:cubicBezTo>
                  <a:pt x="54326" y="59008"/>
                  <a:pt x="53127" y="66441"/>
                  <a:pt x="51208" y="67640"/>
                </a:cubicBezTo>
                <a:cubicBezTo>
                  <a:pt x="50249" y="68359"/>
                  <a:pt x="40175" y="68359"/>
                  <a:pt x="38376" y="68359"/>
                </a:cubicBezTo>
                <a:lnTo>
                  <a:pt x="14871" y="68359"/>
                </a:lnTo>
                <a:cubicBezTo>
                  <a:pt x="22786" y="62485"/>
                  <a:pt x="31661" y="55771"/>
                  <a:pt x="38856" y="50977"/>
                </a:cubicBezTo>
                <a:cubicBezTo>
                  <a:pt x="49648" y="43544"/>
                  <a:pt x="59722" y="36590"/>
                  <a:pt x="59722" y="23882"/>
                </a:cubicBezTo>
                <a:cubicBezTo>
                  <a:pt x="59722" y="8522"/>
                  <a:pt x="45211" y="0"/>
                  <a:pt x="28063" y="0"/>
                </a:cubicBezTo>
                <a:cubicBezTo>
                  <a:pt x="11872" y="0"/>
                  <a:pt x="0" y="9362"/>
                  <a:pt x="0" y="21124"/>
                </a:cubicBezTo>
                <a:cubicBezTo>
                  <a:pt x="0" y="27360"/>
                  <a:pt x="5277" y="28440"/>
                  <a:pt x="6955" y="28440"/>
                </a:cubicBezTo>
                <a:cubicBezTo>
                  <a:pt x="10194" y="28440"/>
                  <a:pt x="14032" y="26281"/>
                  <a:pt x="14032" y="21364"/>
                </a:cubicBezTo>
                <a:cubicBezTo>
                  <a:pt x="14032" y="17047"/>
                  <a:pt x="10913" y="14648"/>
                  <a:pt x="7195" y="14288"/>
                </a:cubicBezTo>
                <a:cubicBezTo>
                  <a:pt x="10553" y="8882"/>
                  <a:pt x="17510" y="5277"/>
                  <a:pt x="25543" y="5277"/>
                </a:cubicBezTo>
                <a:cubicBezTo>
                  <a:pt x="37176" y="5277"/>
                  <a:pt x="46891" y="12246"/>
                  <a:pt x="46891" y="24003"/>
                </a:cubicBezTo>
                <a:cubicBezTo>
                  <a:pt x="46891" y="34074"/>
                  <a:pt x="39935" y="41745"/>
                  <a:pt x="30702" y="49539"/>
                </a:cubicBezTo>
                <a:lnTo>
                  <a:pt x="1440" y="74356"/>
                </a:lnTo>
                <a:cubicBezTo>
                  <a:pt x="240" y="75435"/>
                  <a:pt x="121" y="75435"/>
                  <a:pt x="0" y="76273"/>
                </a:cubicBezTo>
                <a:lnTo>
                  <a:pt x="0" y="79871"/>
                </a:lnTo>
                <a:lnTo>
                  <a:pt x="55766" y="79871"/>
                </a:lnTo>
                <a:lnTo>
                  <a:pt x="59722" y="56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F">
            <a:extLst xmlns:a="http://schemas.openxmlformats.org/drawingml/2006/main">
              <a:ext uri="{FF2B5EF4-FFF2-40B4-BE49-F238E27FC236}">
                <a16:creationId xmlns:a16="http://schemas.microsoft.com/office/drawing/2014/main" id="{ED7EA9DD-05C4-44B1-BD56-048F813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52" y="2155390"/>
            <a:ext cx="127431" cy="113945"/>
          </a:xfrm>
          <a:custGeom xmlns:a="http://schemas.openxmlformats.org/drawingml/2006/main">
            <a:pathLst>
              <a:path w="127431" h="113945">
                <a:moveTo>
                  <a:pt x="45836" y="59970"/>
                </a:moveTo>
                <a:lnTo>
                  <a:pt x="63800" y="59970"/>
                </a:lnTo>
                <a:cubicBezTo>
                  <a:pt x="76560" y="59970"/>
                  <a:pt x="78743" y="61981"/>
                  <a:pt x="78743" y="67512"/>
                </a:cubicBezTo>
                <a:cubicBezTo>
                  <a:pt x="78743" y="70025"/>
                  <a:pt x="78743" y="70361"/>
                  <a:pt x="77567" y="75054"/>
                </a:cubicBezTo>
                <a:cubicBezTo>
                  <a:pt x="77232" y="76058"/>
                  <a:pt x="77065" y="76560"/>
                  <a:pt x="77065" y="77065"/>
                </a:cubicBezTo>
                <a:cubicBezTo>
                  <a:pt x="77065" y="78741"/>
                  <a:pt x="78238" y="79578"/>
                  <a:pt x="79919" y="79578"/>
                </a:cubicBezTo>
                <a:cubicBezTo>
                  <a:pt x="82102" y="79578"/>
                  <a:pt x="82268" y="78741"/>
                  <a:pt x="83108" y="75723"/>
                </a:cubicBezTo>
                <a:lnTo>
                  <a:pt x="92175" y="40149"/>
                </a:lnTo>
                <a:cubicBezTo>
                  <a:pt x="92341" y="39644"/>
                  <a:pt x="92846" y="37124"/>
                  <a:pt x="92846" y="36788"/>
                </a:cubicBezTo>
                <a:cubicBezTo>
                  <a:pt x="92846" y="35107"/>
                  <a:pt x="91670" y="34270"/>
                  <a:pt x="89992" y="34270"/>
                </a:cubicBezTo>
                <a:cubicBezTo>
                  <a:pt x="87640" y="34270"/>
                  <a:pt x="87474" y="35276"/>
                  <a:pt x="86634" y="38299"/>
                </a:cubicBezTo>
                <a:cubicBezTo>
                  <a:pt x="83275" y="51406"/>
                  <a:pt x="78407" y="53924"/>
                  <a:pt x="64136" y="53924"/>
                </a:cubicBezTo>
                <a:lnTo>
                  <a:pt x="47348" y="53924"/>
                </a:lnTo>
                <a:lnTo>
                  <a:pt x="57923" y="11756"/>
                </a:lnTo>
                <a:cubicBezTo>
                  <a:pt x="59268" y="6548"/>
                  <a:pt x="59435" y="6043"/>
                  <a:pt x="66487" y="6043"/>
                </a:cubicBezTo>
                <a:lnTo>
                  <a:pt x="92175" y="6043"/>
                </a:lnTo>
                <a:cubicBezTo>
                  <a:pt x="114504" y="6043"/>
                  <a:pt x="118703" y="11418"/>
                  <a:pt x="118703" y="25365"/>
                </a:cubicBezTo>
                <a:cubicBezTo>
                  <a:pt x="118703" y="30909"/>
                  <a:pt x="118029" y="34436"/>
                  <a:pt x="118029" y="35781"/>
                </a:cubicBezTo>
                <a:cubicBezTo>
                  <a:pt x="118029" y="37124"/>
                  <a:pt x="118533" y="38638"/>
                  <a:pt x="120885" y="38638"/>
                </a:cubicBezTo>
                <a:cubicBezTo>
                  <a:pt x="123404" y="38638"/>
                  <a:pt x="123570" y="37124"/>
                  <a:pt x="123906" y="34270"/>
                </a:cubicBezTo>
                <a:lnTo>
                  <a:pt x="126929" y="5037"/>
                </a:lnTo>
                <a:cubicBezTo>
                  <a:pt x="127431" y="0"/>
                  <a:pt x="126257" y="0"/>
                  <a:pt x="122059" y="0"/>
                </a:cubicBezTo>
                <a:lnTo>
                  <a:pt x="32405" y="0"/>
                </a:lnTo>
                <a:cubicBezTo>
                  <a:pt x="29215" y="0"/>
                  <a:pt x="27032" y="0"/>
                  <a:pt x="27032" y="3692"/>
                </a:cubicBezTo>
                <a:cubicBezTo>
                  <a:pt x="27032" y="6043"/>
                  <a:pt x="29046" y="6043"/>
                  <a:pt x="32405" y="6043"/>
                </a:cubicBezTo>
                <a:cubicBezTo>
                  <a:pt x="32574" y="6043"/>
                  <a:pt x="35763" y="6043"/>
                  <a:pt x="38784" y="6379"/>
                </a:cubicBezTo>
                <a:cubicBezTo>
                  <a:pt x="42311" y="6715"/>
                  <a:pt x="42647" y="7050"/>
                  <a:pt x="42647" y="8731"/>
                </a:cubicBezTo>
                <a:cubicBezTo>
                  <a:pt x="42647" y="9907"/>
                  <a:pt x="42142" y="11587"/>
                  <a:pt x="41976" y="12427"/>
                </a:cubicBezTo>
                <a:lnTo>
                  <a:pt x="19980" y="100191"/>
                </a:lnTo>
                <a:cubicBezTo>
                  <a:pt x="18302" y="106729"/>
                  <a:pt x="18133" y="107902"/>
                  <a:pt x="5039" y="107902"/>
                </a:cubicBezTo>
                <a:cubicBezTo>
                  <a:pt x="2183" y="107902"/>
                  <a:pt x="0" y="107902"/>
                  <a:pt x="0" y="111427"/>
                </a:cubicBezTo>
                <a:cubicBezTo>
                  <a:pt x="0" y="113105"/>
                  <a:pt x="1176" y="113945"/>
                  <a:pt x="2687" y="113945"/>
                </a:cubicBezTo>
                <a:cubicBezTo>
                  <a:pt x="7557" y="113945"/>
                  <a:pt x="19980" y="113274"/>
                  <a:pt x="24850" y="113274"/>
                </a:cubicBezTo>
                <a:lnTo>
                  <a:pt x="37777" y="113441"/>
                </a:lnTo>
                <a:cubicBezTo>
                  <a:pt x="42142" y="113441"/>
                  <a:pt x="46843" y="113945"/>
                  <a:pt x="51039" y="113945"/>
                </a:cubicBezTo>
                <a:cubicBezTo>
                  <a:pt x="52215" y="113945"/>
                  <a:pt x="54734" y="113945"/>
                  <a:pt x="54734" y="110251"/>
                </a:cubicBezTo>
                <a:cubicBezTo>
                  <a:pt x="54734" y="107902"/>
                  <a:pt x="52720" y="107902"/>
                  <a:pt x="48859" y="107902"/>
                </a:cubicBezTo>
                <a:cubicBezTo>
                  <a:pt x="48521" y="107902"/>
                  <a:pt x="44325" y="107902"/>
                  <a:pt x="40129" y="107566"/>
                </a:cubicBezTo>
                <a:cubicBezTo>
                  <a:pt x="36601" y="107231"/>
                  <a:pt x="34923" y="107064"/>
                  <a:pt x="34923" y="104717"/>
                </a:cubicBezTo>
                <a:cubicBezTo>
                  <a:pt x="34923" y="104046"/>
                  <a:pt x="34923" y="103544"/>
                  <a:pt x="35428" y="101700"/>
                </a:cubicBezTo>
                <a:lnTo>
                  <a:pt x="45836" y="599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d">
            <a:extLst xmlns:a="http://schemas.openxmlformats.org/drawingml/2006/main">
              <a:ext uri="{FF2B5EF4-FFF2-40B4-BE49-F238E27FC236}">
                <a16:creationId xmlns:a16="http://schemas.microsoft.com/office/drawing/2014/main" id="{DF751ACC-6CBE-4957-A141-176EAD1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6" y="2211502"/>
            <a:ext cx="69435" cy="84555"/>
          </a:xfrm>
          <a:custGeom xmlns:a="http://schemas.openxmlformats.org/drawingml/2006/main">
            <a:pathLst>
              <a:path w="69435" h="84555">
                <a:moveTo>
                  <a:pt x="66796" y="4558"/>
                </a:moveTo>
                <a:cubicBezTo>
                  <a:pt x="67278" y="2878"/>
                  <a:pt x="67278" y="2639"/>
                  <a:pt x="67278" y="2040"/>
                </a:cubicBezTo>
                <a:cubicBezTo>
                  <a:pt x="67278" y="0"/>
                  <a:pt x="65479" y="0"/>
                  <a:pt x="63559" y="121"/>
                </a:cubicBezTo>
                <a:lnTo>
                  <a:pt x="48809" y="1200"/>
                </a:lnTo>
                <a:cubicBezTo>
                  <a:pt x="46770" y="1319"/>
                  <a:pt x="46530" y="1440"/>
                  <a:pt x="45930" y="1920"/>
                </a:cubicBezTo>
                <a:cubicBezTo>
                  <a:pt x="45451" y="2520"/>
                  <a:pt x="45090" y="3958"/>
                  <a:pt x="45090" y="4677"/>
                </a:cubicBezTo>
                <a:cubicBezTo>
                  <a:pt x="45090" y="6718"/>
                  <a:pt x="47010" y="6718"/>
                  <a:pt x="48688" y="6718"/>
                </a:cubicBezTo>
                <a:cubicBezTo>
                  <a:pt x="48809" y="6718"/>
                  <a:pt x="50968" y="6718"/>
                  <a:pt x="52767" y="6957"/>
                </a:cubicBezTo>
                <a:cubicBezTo>
                  <a:pt x="55045" y="7197"/>
                  <a:pt x="55164" y="7556"/>
                  <a:pt x="55164" y="8514"/>
                </a:cubicBezTo>
                <a:cubicBezTo>
                  <a:pt x="55164" y="9115"/>
                  <a:pt x="54205" y="12712"/>
                  <a:pt x="53725" y="14870"/>
                </a:cubicBezTo>
                <a:lnTo>
                  <a:pt x="48089" y="37412"/>
                </a:lnTo>
                <a:cubicBezTo>
                  <a:pt x="45811" y="34294"/>
                  <a:pt x="41253" y="30215"/>
                  <a:pt x="33697" y="30215"/>
                </a:cubicBezTo>
                <a:cubicBezTo>
                  <a:pt x="16789" y="30215"/>
                  <a:pt x="0" y="46649"/>
                  <a:pt x="0" y="63684"/>
                </a:cubicBezTo>
                <a:cubicBezTo>
                  <a:pt x="0" y="75920"/>
                  <a:pt x="8994" y="84555"/>
                  <a:pt x="20987" y="84555"/>
                </a:cubicBezTo>
                <a:cubicBezTo>
                  <a:pt x="30821" y="84555"/>
                  <a:pt x="38495" y="77600"/>
                  <a:pt x="39934" y="76160"/>
                </a:cubicBezTo>
                <a:cubicBezTo>
                  <a:pt x="42093" y="82037"/>
                  <a:pt x="48688" y="84555"/>
                  <a:pt x="54086" y="84555"/>
                </a:cubicBezTo>
                <a:cubicBezTo>
                  <a:pt x="58882" y="84555"/>
                  <a:pt x="62121" y="81798"/>
                  <a:pt x="64639" y="77840"/>
                </a:cubicBezTo>
                <a:cubicBezTo>
                  <a:pt x="67757" y="73161"/>
                  <a:pt x="69435" y="66804"/>
                  <a:pt x="69435" y="65964"/>
                </a:cubicBezTo>
                <a:cubicBezTo>
                  <a:pt x="69435" y="64284"/>
                  <a:pt x="67397" y="64284"/>
                  <a:pt x="66917" y="64284"/>
                </a:cubicBezTo>
                <a:cubicBezTo>
                  <a:pt x="64758" y="64284"/>
                  <a:pt x="64639" y="65003"/>
                  <a:pt x="64039" y="66923"/>
                </a:cubicBezTo>
                <a:cubicBezTo>
                  <a:pt x="61879" y="75801"/>
                  <a:pt x="58761" y="80478"/>
                  <a:pt x="54565" y="80478"/>
                </a:cubicBezTo>
                <a:cubicBezTo>
                  <a:pt x="51208" y="80478"/>
                  <a:pt x="49767" y="77840"/>
                  <a:pt x="49767" y="74121"/>
                </a:cubicBezTo>
                <a:cubicBezTo>
                  <a:pt x="49767" y="72802"/>
                  <a:pt x="49888" y="71481"/>
                  <a:pt x="50247" y="70282"/>
                </a:cubicBezTo>
                <a:lnTo>
                  <a:pt x="66796" y="4558"/>
                </a:lnTo>
                <a:moveTo>
                  <a:pt x="40655" y="67283"/>
                </a:moveTo>
                <a:cubicBezTo>
                  <a:pt x="40173" y="69082"/>
                  <a:pt x="40173" y="69322"/>
                  <a:pt x="38016" y="71722"/>
                </a:cubicBezTo>
                <a:cubicBezTo>
                  <a:pt x="33578" y="76760"/>
                  <a:pt x="27342" y="80478"/>
                  <a:pt x="21346" y="80478"/>
                </a:cubicBezTo>
                <a:cubicBezTo>
                  <a:pt x="17148" y="80478"/>
                  <a:pt x="10793" y="78200"/>
                  <a:pt x="10793" y="68242"/>
                </a:cubicBezTo>
                <a:cubicBezTo>
                  <a:pt x="10793" y="62725"/>
                  <a:pt x="13671" y="50128"/>
                  <a:pt x="17869" y="43890"/>
                </a:cubicBezTo>
                <a:cubicBezTo>
                  <a:pt x="22546" y="37293"/>
                  <a:pt x="28662" y="34294"/>
                  <a:pt x="33697" y="34294"/>
                </a:cubicBezTo>
                <a:cubicBezTo>
                  <a:pt x="39096" y="34294"/>
                  <a:pt x="44252" y="37533"/>
                  <a:pt x="46170" y="44730"/>
                </a:cubicBezTo>
                <a:lnTo>
                  <a:pt x="40655" y="67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297CD-FF53-4F6F-9434-916BB13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33" y="2309166"/>
            <a:ext cx="608609" cy="10"/>
          </a:xfrm>
          <a:custGeom xmlns:a="http://schemas.openxmlformats.org/drawingml/2006/main">
            <a:pathLst>
              <a:path w="608609" h="1" fill="none">
                <a:moveTo>
                  <a:pt x="0" y="0"/>
                </a:moveTo>
                <a:lnTo>
                  <a:pt x="6086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82" cap="flat">
            <a:solidFill>
              <a:srgbClr val="000000"/>
            </a:solidFill>
            <a:miter/>
          </a:ln>
        </p:spPr>
      </p:sp>
      <p:sp>
        <p:nvSpPr>
          <p:cNvPr id="128" name="Text ∂x">
            <a:extLst xmlns:a="http://schemas.openxmlformats.org/drawingml/2006/main">
              <a:ext uri="{FF2B5EF4-FFF2-40B4-BE49-F238E27FC236}">
                <a16:creationId xmlns:a16="http://schemas.microsoft.com/office/drawing/2014/main" id="{40F657FA-6B36-4A80-B89E-21545643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06" y="2331980"/>
            <a:ext cx="200630" cy="123132"/>
          </a:xfrm>
          <a:custGeom xmlns:a="http://schemas.openxmlformats.org/drawingml/2006/main">
            <a:pathLst>
              <a:path w="200630" h="123132">
                <a:moveTo>
                  <a:pt x="78069" y="63083"/>
                </a:moveTo>
                <a:cubicBezTo>
                  <a:pt x="75718" y="53355"/>
                  <a:pt x="68163" y="43285"/>
                  <a:pt x="52382" y="43285"/>
                </a:cubicBezTo>
                <a:cubicBezTo>
                  <a:pt x="28877" y="43285"/>
                  <a:pt x="9402" y="60902"/>
                  <a:pt x="3356" y="75997"/>
                </a:cubicBezTo>
                <a:cubicBezTo>
                  <a:pt x="2349" y="78848"/>
                  <a:pt x="0" y="85724"/>
                  <a:pt x="0" y="92434"/>
                </a:cubicBezTo>
                <a:cubicBezTo>
                  <a:pt x="0" y="104008"/>
                  <a:pt x="9066" y="123132"/>
                  <a:pt x="35256" y="123132"/>
                </a:cubicBezTo>
                <a:cubicBezTo>
                  <a:pt x="78741" y="123132"/>
                  <a:pt x="96368" y="68952"/>
                  <a:pt x="96368" y="45132"/>
                </a:cubicBezTo>
                <a:cubicBezTo>
                  <a:pt x="96368" y="16378"/>
                  <a:pt x="77565" y="0"/>
                  <a:pt x="55069" y="0"/>
                </a:cubicBezTo>
                <a:cubicBezTo>
                  <a:pt x="27701" y="0"/>
                  <a:pt x="20146" y="21742"/>
                  <a:pt x="20146" y="26948"/>
                </a:cubicBezTo>
                <a:cubicBezTo>
                  <a:pt x="20146" y="28290"/>
                  <a:pt x="20987" y="32991"/>
                  <a:pt x="26861" y="32991"/>
                </a:cubicBezTo>
                <a:cubicBezTo>
                  <a:pt x="32738" y="32991"/>
                  <a:pt x="36263" y="27786"/>
                  <a:pt x="36263" y="23756"/>
                </a:cubicBezTo>
                <a:cubicBezTo>
                  <a:pt x="36263" y="19224"/>
                  <a:pt x="32907" y="17713"/>
                  <a:pt x="29717" y="17377"/>
                </a:cubicBezTo>
                <a:cubicBezTo>
                  <a:pt x="38110" y="4870"/>
                  <a:pt x="51877" y="4870"/>
                  <a:pt x="54731" y="4870"/>
                </a:cubicBezTo>
                <a:cubicBezTo>
                  <a:pt x="67325" y="4870"/>
                  <a:pt x="82266" y="12709"/>
                  <a:pt x="82266" y="36534"/>
                </a:cubicBezTo>
                <a:cubicBezTo>
                  <a:pt x="82266" y="43789"/>
                  <a:pt x="81428" y="49664"/>
                  <a:pt x="78238" y="63083"/>
                </a:cubicBezTo>
                <a:lnTo>
                  <a:pt x="78069" y="63083"/>
                </a:lnTo>
                <a:moveTo>
                  <a:pt x="35592" y="117760"/>
                </a:moveTo>
                <a:cubicBezTo>
                  <a:pt x="16621" y="117760"/>
                  <a:pt x="14438" y="103503"/>
                  <a:pt x="14438" y="98305"/>
                </a:cubicBezTo>
                <a:cubicBezTo>
                  <a:pt x="14438" y="91762"/>
                  <a:pt x="18970" y="75326"/>
                  <a:pt x="20651" y="71132"/>
                </a:cubicBezTo>
                <a:cubicBezTo>
                  <a:pt x="23671" y="63418"/>
                  <a:pt x="34083" y="47988"/>
                  <a:pt x="53053" y="47988"/>
                </a:cubicBezTo>
                <a:cubicBezTo>
                  <a:pt x="69339" y="47988"/>
                  <a:pt x="74711" y="60733"/>
                  <a:pt x="74711" y="70799"/>
                </a:cubicBezTo>
                <a:cubicBezTo>
                  <a:pt x="74711" y="82035"/>
                  <a:pt x="63797" y="117760"/>
                  <a:pt x="35592" y="117760"/>
                </a:cubicBezTo>
                <a:close/>
                <a:moveTo>
                  <a:pt x="144555" y="102053"/>
                </a:moveTo>
                <a:cubicBezTo>
                  <a:pt x="142877" y="107761"/>
                  <a:pt x="137335" y="116791"/>
                  <a:pt x="128774" y="116791"/>
                </a:cubicBezTo>
                <a:cubicBezTo>
                  <a:pt x="128269" y="116791"/>
                  <a:pt x="123232" y="116791"/>
                  <a:pt x="119707" y="114455"/>
                </a:cubicBezTo>
                <a:cubicBezTo>
                  <a:pt x="126591" y="112283"/>
                  <a:pt x="127093" y="106252"/>
                  <a:pt x="127093" y="105243"/>
                </a:cubicBezTo>
                <a:cubicBezTo>
                  <a:pt x="127093" y="101551"/>
                  <a:pt x="124239" y="99030"/>
                  <a:pt x="120378" y="99030"/>
                </a:cubicBezTo>
                <a:cubicBezTo>
                  <a:pt x="115678" y="99030"/>
                  <a:pt x="110807" y="103060"/>
                  <a:pt x="110807" y="109272"/>
                </a:cubicBezTo>
                <a:cubicBezTo>
                  <a:pt x="110807" y="117632"/>
                  <a:pt x="120209" y="121492"/>
                  <a:pt x="128438" y="121492"/>
                </a:cubicBezTo>
                <a:cubicBezTo>
                  <a:pt x="136159" y="121492"/>
                  <a:pt x="143043" y="116625"/>
                  <a:pt x="147242" y="109608"/>
                </a:cubicBezTo>
                <a:cubicBezTo>
                  <a:pt x="151269" y="118472"/>
                  <a:pt x="160504" y="121492"/>
                  <a:pt x="167219" y="121492"/>
                </a:cubicBezTo>
                <a:cubicBezTo>
                  <a:pt x="186528" y="121492"/>
                  <a:pt x="196770" y="100542"/>
                  <a:pt x="196770" y="95836"/>
                </a:cubicBezTo>
                <a:cubicBezTo>
                  <a:pt x="196770" y="93648"/>
                  <a:pt x="194587" y="93648"/>
                  <a:pt x="194082" y="93648"/>
                </a:cubicBezTo>
                <a:cubicBezTo>
                  <a:pt x="191733" y="93648"/>
                  <a:pt x="191564" y="94488"/>
                  <a:pt x="190893" y="96507"/>
                </a:cubicBezTo>
                <a:cubicBezTo>
                  <a:pt x="187368" y="108097"/>
                  <a:pt x="177295" y="116791"/>
                  <a:pt x="167893" y="116791"/>
                </a:cubicBezTo>
                <a:cubicBezTo>
                  <a:pt x="161176" y="116791"/>
                  <a:pt x="157651" y="112283"/>
                  <a:pt x="157651" y="105914"/>
                </a:cubicBezTo>
                <a:cubicBezTo>
                  <a:pt x="157651" y="101551"/>
                  <a:pt x="161680" y="86244"/>
                  <a:pt x="166381" y="67571"/>
                </a:cubicBezTo>
                <a:cubicBezTo>
                  <a:pt x="169737" y="54641"/>
                  <a:pt x="177295" y="50448"/>
                  <a:pt x="182833" y="50448"/>
                </a:cubicBezTo>
                <a:cubicBezTo>
                  <a:pt x="183169" y="50448"/>
                  <a:pt x="188375" y="50448"/>
                  <a:pt x="191900" y="52794"/>
                </a:cubicBezTo>
                <a:cubicBezTo>
                  <a:pt x="186528" y="54306"/>
                  <a:pt x="184514" y="59007"/>
                  <a:pt x="184514" y="62030"/>
                </a:cubicBezTo>
                <a:cubicBezTo>
                  <a:pt x="184514" y="65724"/>
                  <a:pt x="187368" y="68242"/>
                  <a:pt x="191229" y="68242"/>
                </a:cubicBezTo>
                <a:cubicBezTo>
                  <a:pt x="195089" y="68242"/>
                  <a:pt x="200630" y="65053"/>
                  <a:pt x="200630" y="58000"/>
                </a:cubicBezTo>
                <a:cubicBezTo>
                  <a:pt x="200630" y="48601"/>
                  <a:pt x="189886" y="45744"/>
                  <a:pt x="183169" y="45744"/>
                </a:cubicBezTo>
                <a:cubicBezTo>
                  <a:pt x="174776" y="45744"/>
                  <a:pt x="168059" y="51285"/>
                  <a:pt x="164365" y="57664"/>
                </a:cubicBezTo>
                <a:cubicBezTo>
                  <a:pt x="161345" y="50783"/>
                  <a:pt x="153621" y="45744"/>
                  <a:pt x="144219" y="45744"/>
                </a:cubicBezTo>
                <a:cubicBezTo>
                  <a:pt x="125415" y="45744"/>
                  <a:pt x="114671" y="66395"/>
                  <a:pt x="114671" y="71439"/>
                </a:cubicBezTo>
                <a:cubicBezTo>
                  <a:pt x="114671" y="73625"/>
                  <a:pt x="117020" y="73625"/>
                  <a:pt x="117525" y="73625"/>
                </a:cubicBezTo>
                <a:cubicBezTo>
                  <a:pt x="119707" y="73625"/>
                  <a:pt x="119874" y="72953"/>
                  <a:pt x="120714" y="70766"/>
                </a:cubicBezTo>
                <a:cubicBezTo>
                  <a:pt x="124910" y="57664"/>
                  <a:pt x="135488" y="50448"/>
                  <a:pt x="143714" y="50448"/>
                </a:cubicBezTo>
                <a:cubicBezTo>
                  <a:pt x="149255" y="50448"/>
                  <a:pt x="153787" y="53468"/>
                  <a:pt x="153787" y="61525"/>
                </a:cubicBezTo>
                <a:cubicBezTo>
                  <a:pt x="153787" y="64884"/>
                  <a:pt x="151774" y="73289"/>
                  <a:pt x="150262" y="79010"/>
                </a:cubicBezTo>
                <a:lnTo>
                  <a:pt x="144555" y="102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i">
            <a:extLst xmlns:a="http://schemas.openxmlformats.org/drawingml/2006/main">
              <a:ext uri="{FF2B5EF4-FFF2-40B4-BE49-F238E27FC236}">
                <a16:creationId xmlns:a16="http://schemas.microsoft.com/office/drawing/2014/main" id="{64DD84C9-9785-410F-90D7-EEA022E6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81" y="2395792"/>
            <a:ext cx="42214" cy="81331"/>
          </a:xfrm>
          <a:custGeom xmlns:a="http://schemas.openxmlformats.org/drawingml/2006/main">
            <a:pathLst>
              <a:path w="42214" h="81331">
                <a:moveTo>
                  <a:pt x="36578" y="5157"/>
                </a:moveTo>
                <a:cubicBezTo>
                  <a:pt x="36578" y="2278"/>
                  <a:pt x="34418" y="0"/>
                  <a:pt x="31300" y="0"/>
                </a:cubicBezTo>
                <a:cubicBezTo>
                  <a:pt x="27942" y="0"/>
                  <a:pt x="23986" y="3239"/>
                  <a:pt x="23986" y="7195"/>
                </a:cubicBezTo>
                <a:cubicBezTo>
                  <a:pt x="23986" y="10553"/>
                  <a:pt x="26623" y="12352"/>
                  <a:pt x="29143" y="12352"/>
                </a:cubicBezTo>
                <a:cubicBezTo>
                  <a:pt x="33099" y="12352"/>
                  <a:pt x="36578" y="8754"/>
                  <a:pt x="36578" y="5157"/>
                </a:cubicBezTo>
                <a:moveTo>
                  <a:pt x="42214" y="62739"/>
                </a:moveTo>
                <a:cubicBezTo>
                  <a:pt x="42214" y="61060"/>
                  <a:pt x="40175" y="61060"/>
                  <a:pt x="39696" y="61060"/>
                </a:cubicBezTo>
                <a:cubicBezTo>
                  <a:pt x="37657" y="61060"/>
                  <a:pt x="37536" y="61539"/>
                  <a:pt x="36817" y="63819"/>
                </a:cubicBezTo>
                <a:cubicBezTo>
                  <a:pt x="34779" y="70416"/>
                  <a:pt x="29382" y="77254"/>
                  <a:pt x="23386" y="77254"/>
                </a:cubicBezTo>
                <a:cubicBezTo>
                  <a:pt x="20628" y="77254"/>
                  <a:pt x="19788" y="75335"/>
                  <a:pt x="19788" y="72696"/>
                </a:cubicBezTo>
                <a:cubicBezTo>
                  <a:pt x="19788" y="70176"/>
                  <a:pt x="20387" y="68857"/>
                  <a:pt x="21347" y="66579"/>
                </a:cubicBezTo>
                <a:cubicBezTo>
                  <a:pt x="22306" y="64178"/>
                  <a:pt x="23265" y="61779"/>
                  <a:pt x="23865" y="60101"/>
                </a:cubicBezTo>
                <a:cubicBezTo>
                  <a:pt x="24345" y="59019"/>
                  <a:pt x="29022" y="47864"/>
                  <a:pt x="30702" y="43546"/>
                </a:cubicBezTo>
                <a:cubicBezTo>
                  <a:pt x="31661" y="41145"/>
                  <a:pt x="32380" y="39586"/>
                  <a:pt x="32380" y="37547"/>
                </a:cubicBezTo>
                <a:cubicBezTo>
                  <a:pt x="32380" y="31789"/>
                  <a:pt x="26863" y="26991"/>
                  <a:pt x="19309" y="26991"/>
                </a:cubicBezTo>
                <a:cubicBezTo>
                  <a:pt x="6716" y="26991"/>
                  <a:pt x="0" y="42345"/>
                  <a:pt x="0" y="45584"/>
                </a:cubicBezTo>
                <a:cubicBezTo>
                  <a:pt x="0" y="47264"/>
                  <a:pt x="1920" y="47264"/>
                  <a:pt x="2520" y="47264"/>
                </a:cubicBezTo>
                <a:cubicBezTo>
                  <a:pt x="4558" y="47264"/>
                  <a:pt x="4677" y="46664"/>
                  <a:pt x="5277" y="44865"/>
                </a:cubicBezTo>
                <a:cubicBezTo>
                  <a:pt x="7916" y="36347"/>
                  <a:pt x="13671" y="31070"/>
                  <a:pt x="18828" y="31070"/>
                </a:cubicBezTo>
                <a:cubicBezTo>
                  <a:pt x="21108" y="31070"/>
                  <a:pt x="22427" y="32389"/>
                  <a:pt x="22427" y="35628"/>
                </a:cubicBezTo>
                <a:cubicBezTo>
                  <a:pt x="22427" y="36107"/>
                  <a:pt x="22427" y="37666"/>
                  <a:pt x="21706" y="39946"/>
                </a:cubicBezTo>
                <a:cubicBezTo>
                  <a:pt x="20868" y="42106"/>
                  <a:pt x="15470" y="54942"/>
                  <a:pt x="13792" y="59019"/>
                </a:cubicBezTo>
                <a:cubicBezTo>
                  <a:pt x="12952" y="61060"/>
                  <a:pt x="12952" y="61299"/>
                  <a:pt x="11153" y="65378"/>
                </a:cubicBezTo>
                <a:cubicBezTo>
                  <a:pt x="10553" y="67058"/>
                  <a:pt x="9834" y="68738"/>
                  <a:pt x="9834" y="70776"/>
                </a:cubicBezTo>
                <a:cubicBezTo>
                  <a:pt x="9834" y="77014"/>
                  <a:pt x="15711" y="81331"/>
                  <a:pt x="22907" y="81331"/>
                </a:cubicBezTo>
                <a:cubicBezTo>
                  <a:pt x="35498" y="81331"/>
                  <a:pt x="42214" y="65739"/>
                  <a:pt x="42214" y="62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∂x">
            <a:extLst xmlns:a="http://schemas.openxmlformats.org/drawingml/2006/main">
              <a:ext uri="{FF2B5EF4-FFF2-40B4-BE49-F238E27FC236}">
                <a16:creationId xmlns:a16="http://schemas.microsoft.com/office/drawing/2014/main" id="{CBEBE53F-340D-410E-B300-88385E6D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22" y="2331980"/>
            <a:ext cx="200462" cy="123132"/>
          </a:xfrm>
          <a:custGeom xmlns:a="http://schemas.openxmlformats.org/drawingml/2006/main">
            <a:pathLst>
              <a:path w="200462" h="123132">
                <a:moveTo>
                  <a:pt x="78069" y="63083"/>
                </a:moveTo>
                <a:cubicBezTo>
                  <a:pt x="75718" y="53355"/>
                  <a:pt x="68163" y="43285"/>
                  <a:pt x="52382" y="43285"/>
                </a:cubicBezTo>
                <a:cubicBezTo>
                  <a:pt x="28877" y="43285"/>
                  <a:pt x="9402" y="60902"/>
                  <a:pt x="3356" y="75997"/>
                </a:cubicBezTo>
                <a:cubicBezTo>
                  <a:pt x="2349" y="78848"/>
                  <a:pt x="0" y="85724"/>
                  <a:pt x="0" y="92434"/>
                </a:cubicBezTo>
                <a:cubicBezTo>
                  <a:pt x="0" y="104008"/>
                  <a:pt x="9066" y="123132"/>
                  <a:pt x="35256" y="123132"/>
                </a:cubicBezTo>
                <a:cubicBezTo>
                  <a:pt x="78741" y="123132"/>
                  <a:pt x="96368" y="68952"/>
                  <a:pt x="96368" y="45132"/>
                </a:cubicBezTo>
                <a:cubicBezTo>
                  <a:pt x="96368" y="16378"/>
                  <a:pt x="77565" y="0"/>
                  <a:pt x="55069" y="0"/>
                </a:cubicBezTo>
                <a:cubicBezTo>
                  <a:pt x="27701" y="0"/>
                  <a:pt x="20146" y="21742"/>
                  <a:pt x="20146" y="26948"/>
                </a:cubicBezTo>
                <a:cubicBezTo>
                  <a:pt x="20146" y="28290"/>
                  <a:pt x="20987" y="32991"/>
                  <a:pt x="26861" y="32991"/>
                </a:cubicBezTo>
                <a:cubicBezTo>
                  <a:pt x="32738" y="32991"/>
                  <a:pt x="36263" y="27786"/>
                  <a:pt x="36263" y="23756"/>
                </a:cubicBezTo>
                <a:cubicBezTo>
                  <a:pt x="36263" y="19224"/>
                  <a:pt x="32907" y="17713"/>
                  <a:pt x="29717" y="17377"/>
                </a:cubicBezTo>
                <a:cubicBezTo>
                  <a:pt x="38110" y="4870"/>
                  <a:pt x="51877" y="4870"/>
                  <a:pt x="54731" y="4870"/>
                </a:cubicBezTo>
                <a:cubicBezTo>
                  <a:pt x="67325" y="4870"/>
                  <a:pt x="82266" y="12709"/>
                  <a:pt x="82266" y="36534"/>
                </a:cubicBezTo>
                <a:cubicBezTo>
                  <a:pt x="82266" y="43789"/>
                  <a:pt x="81428" y="49664"/>
                  <a:pt x="78238" y="63083"/>
                </a:cubicBezTo>
                <a:lnTo>
                  <a:pt x="78069" y="63083"/>
                </a:lnTo>
                <a:moveTo>
                  <a:pt x="35592" y="117760"/>
                </a:moveTo>
                <a:cubicBezTo>
                  <a:pt x="16621" y="117760"/>
                  <a:pt x="14438" y="103503"/>
                  <a:pt x="14438" y="98305"/>
                </a:cubicBezTo>
                <a:cubicBezTo>
                  <a:pt x="14438" y="91762"/>
                  <a:pt x="18970" y="75326"/>
                  <a:pt x="20651" y="71132"/>
                </a:cubicBezTo>
                <a:cubicBezTo>
                  <a:pt x="23671" y="63418"/>
                  <a:pt x="34083" y="47988"/>
                  <a:pt x="53053" y="47988"/>
                </a:cubicBezTo>
                <a:cubicBezTo>
                  <a:pt x="69339" y="47988"/>
                  <a:pt x="74711" y="60733"/>
                  <a:pt x="74711" y="70799"/>
                </a:cubicBezTo>
                <a:cubicBezTo>
                  <a:pt x="74711" y="82035"/>
                  <a:pt x="63797" y="117760"/>
                  <a:pt x="35592" y="117760"/>
                </a:cubicBezTo>
                <a:close/>
                <a:moveTo>
                  <a:pt x="144386" y="102053"/>
                </a:moveTo>
                <a:cubicBezTo>
                  <a:pt x="142708" y="107761"/>
                  <a:pt x="137167" y="116791"/>
                  <a:pt x="128606" y="116791"/>
                </a:cubicBezTo>
                <a:cubicBezTo>
                  <a:pt x="128101" y="116791"/>
                  <a:pt x="123064" y="116791"/>
                  <a:pt x="119539" y="114455"/>
                </a:cubicBezTo>
                <a:cubicBezTo>
                  <a:pt x="126423" y="112283"/>
                  <a:pt x="126925" y="106252"/>
                  <a:pt x="126925" y="105243"/>
                </a:cubicBezTo>
                <a:cubicBezTo>
                  <a:pt x="126925" y="101551"/>
                  <a:pt x="124071" y="99030"/>
                  <a:pt x="120210" y="99030"/>
                </a:cubicBezTo>
                <a:cubicBezTo>
                  <a:pt x="115509" y="99030"/>
                  <a:pt x="110639" y="103060"/>
                  <a:pt x="110639" y="109272"/>
                </a:cubicBezTo>
                <a:cubicBezTo>
                  <a:pt x="110639" y="117632"/>
                  <a:pt x="120041" y="121492"/>
                  <a:pt x="128270" y="121492"/>
                </a:cubicBezTo>
                <a:cubicBezTo>
                  <a:pt x="135991" y="121492"/>
                  <a:pt x="142875" y="116625"/>
                  <a:pt x="147074" y="109608"/>
                </a:cubicBezTo>
                <a:cubicBezTo>
                  <a:pt x="151101" y="118472"/>
                  <a:pt x="160336" y="121492"/>
                  <a:pt x="167051" y="121492"/>
                </a:cubicBezTo>
                <a:cubicBezTo>
                  <a:pt x="186360" y="121492"/>
                  <a:pt x="196602" y="100542"/>
                  <a:pt x="196602" y="95836"/>
                </a:cubicBezTo>
                <a:cubicBezTo>
                  <a:pt x="196602" y="93648"/>
                  <a:pt x="194419" y="93648"/>
                  <a:pt x="193914" y="93648"/>
                </a:cubicBezTo>
                <a:cubicBezTo>
                  <a:pt x="191565" y="93648"/>
                  <a:pt x="191396" y="94488"/>
                  <a:pt x="190725" y="96507"/>
                </a:cubicBezTo>
                <a:cubicBezTo>
                  <a:pt x="187200" y="108097"/>
                  <a:pt x="177127" y="116791"/>
                  <a:pt x="167725" y="116791"/>
                </a:cubicBezTo>
                <a:cubicBezTo>
                  <a:pt x="161008" y="116791"/>
                  <a:pt x="157483" y="112283"/>
                  <a:pt x="157483" y="105914"/>
                </a:cubicBezTo>
                <a:cubicBezTo>
                  <a:pt x="157483" y="101551"/>
                  <a:pt x="161512" y="86244"/>
                  <a:pt x="166213" y="67571"/>
                </a:cubicBezTo>
                <a:cubicBezTo>
                  <a:pt x="169569" y="54641"/>
                  <a:pt x="177127" y="50448"/>
                  <a:pt x="182665" y="50448"/>
                </a:cubicBezTo>
                <a:cubicBezTo>
                  <a:pt x="183001" y="50448"/>
                  <a:pt x="188207" y="50448"/>
                  <a:pt x="191732" y="52794"/>
                </a:cubicBezTo>
                <a:cubicBezTo>
                  <a:pt x="186360" y="54306"/>
                  <a:pt x="184346" y="59007"/>
                  <a:pt x="184346" y="62030"/>
                </a:cubicBezTo>
                <a:cubicBezTo>
                  <a:pt x="184346" y="65724"/>
                  <a:pt x="187200" y="68242"/>
                  <a:pt x="191060" y="68242"/>
                </a:cubicBezTo>
                <a:cubicBezTo>
                  <a:pt x="194921" y="68242"/>
                  <a:pt x="200462" y="65053"/>
                  <a:pt x="200462" y="58000"/>
                </a:cubicBezTo>
                <a:cubicBezTo>
                  <a:pt x="200462" y="48601"/>
                  <a:pt x="189718" y="45744"/>
                  <a:pt x="183001" y="45744"/>
                </a:cubicBezTo>
                <a:cubicBezTo>
                  <a:pt x="174608" y="45744"/>
                  <a:pt x="167891" y="51285"/>
                  <a:pt x="164197" y="57664"/>
                </a:cubicBezTo>
                <a:cubicBezTo>
                  <a:pt x="161177" y="50783"/>
                  <a:pt x="153453" y="45744"/>
                  <a:pt x="144051" y="45744"/>
                </a:cubicBezTo>
                <a:cubicBezTo>
                  <a:pt x="125247" y="45744"/>
                  <a:pt x="114503" y="66395"/>
                  <a:pt x="114503" y="71439"/>
                </a:cubicBezTo>
                <a:cubicBezTo>
                  <a:pt x="114503" y="73625"/>
                  <a:pt x="116852" y="73625"/>
                  <a:pt x="117357" y="73625"/>
                </a:cubicBezTo>
                <a:cubicBezTo>
                  <a:pt x="119539" y="73625"/>
                  <a:pt x="119706" y="72953"/>
                  <a:pt x="120546" y="70766"/>
                </a:cubicBezTo>
                <a:cubicBezTo>
                  <a:pt x="124742" y="57664"/>
                  <a:pt x="135320" y="50448"/>
                  <a:pt x="143546" y="50448"/>
                </a:cubicBezTo>
                <a:cubicBezTo>
                  <a:pt x="149087" y="50448"/>
                  <a:pt x="153619" y="53468"/>
                  <a:pt x="153619" y="61525"/>
                </a:cubicBezTo>
                <a:cubicBezTo>
                  <a:pt x="153619" y="64884"/>
                  <a:pt x="151606" y="73289"/>
                  <a:pt x="150094" y="79010"/>
                </a:cubicBezTo>
                <a:lnTo>
                  <a:pt x="144386" y="1020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j">
            <a:extLst xmlns:a="http://schemas.openxmlformats.org/drawingml/2006/main">
              <a:ext uri="{FF2B5EF4-FFF2-40B4-BE49-F238E27FC236}">
                <a16:creationId xmlns:a16="http://schemas.microsoft.com/office/drawing/2014/main" id="{D827CB32-F276-4AB4-8896-330E277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596" y="2395792"/>
            <a:ext cx="56725" cy="104637"/>
          </a:xfrm>
          <a:custGeom xmlns:a="http://schemas.openxmlformats.org/drawingml/2006/main">
            <a:pathLst>
              <a:path w="56725" h="104637">
                <a:moveTo>
                  <a:pt x="56725" y="5157"/>
                </a:moveTo>
                <a:cubicBezTo>
                  <a:pt x="56725" y="2399"/>
                  <a:pt x="54686" y="0"/>
                  <a:pt x="51447" y="0"/>
                </a:cubicBezTo>
                <a:cubicBezTo>
                  <a:pt x="47731" y="0"/>
                  <a:pt x="44012" y="3598"/>
                  <a:pt x="44012" y="7195"/>
                </a:cubicBezTo>
                <a:cubicBezTo>
                  <a:pt x="44012" y="10074"/>
                  <a:pt x="46291" y="12352"/>
                  <a:pt x="49290" y="12352"/>
                </a:cubicBezTo>
                <a:cubicBezTo>
                  <a:pt x="53367" y="12352"/>
                  <a:pt x="56725" y="8514"/>
                  <a:pt x="56725" y="5157"/>
                </a:cubicBezTo>
                <a:moveTo>
                  <a:pt x="30581" y="85434"/>
                </a:moveTo>
                <a:cubicBezTo>
                  <a:pt x="28303" y="94550"/>
                  <a:pt x="20747" y="100556"/>
                  <a:pt x="13431" y="100556"/>
                </a:cubicBezTo>
                <a:cubicBezTo>
                  <a:pt x="11393" y="100556"/>
                  <a:pt x="10074" y="100186"/>
                  <a:pt x="9115" y="99947"/>
                </a:cubicBezTo>
                <a:cubicBezTo>
                  <a:pt x="11993" y="98269"/>
                  <a:pt x="12833" y="95150"/>
                  <a:pt x="12833" y="93591"/>
                </a:cubicBezTo>
                <a:cubicBezTo>
                  <a:pt x="12833" y="91553"/>
                  <a:pt x="11393" y="88674"/>
                  <a:pt x="7437" y="88674"/>
                </a:cubicBezTo>
                <a:cubicBezTo>
                  <a:pt x="3358" y="88674"/>
                  <a:pt x="0" y="92393"/>
                  <a:pt x="0" y="96349"/>
                </a:cubicBezTo>
                <a:cubicBezTo>
                  <a:pt x="0" y="101520"/>
                  <a:pt x="5396" y="104637"/>
                  <a:pt x="13552" y="104637"/>
                </a:cubicBezTo>
                <a:cubicBezTo>
                  <a:pt x="21706" y="104637"/>
                  <a:pt x="37297" y="100433"/>
                  <a:pt x="41015" y="85554"/>
                </a:cubicBezTo>
                <a:lnTo>
                  <a:pt x="51808" y="42591"/>
                </a:lnTo>
                <a:cubicBezTo>
                  <a:pt x="52047" y="41390"/>
                  <a:pt x="52408" y="40311"/>
                  <a:pt x="52408" y="38631"/>
                </a:cubicBezTo>
                <a:cubicBezTo>
                  <a:pt x="52408" y="31789"/>
                  <a:pt x="46051" y="26991"/>
                  <a:pt x="37657" y="26991"/>
                </a:cubicBezTo>
                <a:cubicBezTo>
                  <a:pt x="23146" y="26991"/>
                  <a:pt x="14271" y="43191"/>
                  <a:pt x="14271" y="45590"/>
                </a:cubicBezTo>
                <a:cubicBezTo>
                  <a:pt x="14271" y="47271"/>
                  <a:pt x="16191" y="47271"/>
                  <a:pt x="16789" y="47271"/>
                </a:cubicBezTo>
                <a:cubicBezTo>
                  <a:pt x="18588" y="47271"/>
                  <a:pt x="18830" y="46790"/>
                  <a:pt x="19428" y="45590"/>
                </a:cubicBezTo>
                <a:cubicBezTo>
                  <a:pt x="24945" y="33829"/>
                  <a:pt x="33099" y="31070"/>
                  <a:pt x="37178" y="31070"/>
                </a:cubicBezTo>
                <a:cubicBezTo>
                  <a:pt x="41974" y="31070"/>
                  <a:pt x="42214" y="35390"/>
                  <a:pt x="42214" y="37430"/>
                </a:cubicBezTo>
                <a:cubicBezTo>
                  <a:pt x="42214" y="39110"/>
                  <a:pt x="42095" y="39590"/>
                  <a:pt x="41853" y="40550"/>
                </a:cubicBezTo>
                <a:lnTo>
                  <a:pt x="30581" y="85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v">
            <a:extLst xmlns:a="http://schemas.openxmlformats.org/drawingml/2006/main">
              <a:ext uri="{FF2B5EF4-FFF2-40B4-BE49-F238E27FC236}">
                <a16:creationId xmlns:a16="http://schemas.microsoft.com/office/drawing/2014/main" id="{CA7D5BD6-CCFB-4C49-B77E-5036002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89" y="2263031"/>
            <a:ext cx="105292" cy="108681"/>
          </a:xfrm>
          <a:custGeom xmlns:a="http://schemas.openxmlformats.org/drawingml/2006/main">
            <a:pathLst>
              <a:path w="105292" h="108681">
                <a:moveTo>
                  <a:pt x="105292" y="16795"/>
                </a:moveTo>
                <a:cubicBezTo>
                  <a:pt x="105292" y="3839"/>
                  <a:pt x="99055" y="0"/>
                  <a:pt x="94741" y="0"/>
                </a:cubicBezTo>
                <a:cubicBezTo>
                  <a:pt x="88742" y="0"/>
                  <a:pt x="82989" y="6240"/>
                  <a:pt x="82989" y="11517"/>
                </a:cubicBezTo>
                <a:cubicBezTo>
                  <a:pt x="82989" y="14635"/>
                  <a:pt x="84186" y="16074"/>
                  <a:pt x="86824" y="18716"/>
                </a:cubicBezTo>
                <a:cubicBezTo>
                  <a:pt x="91860" y="23514"/>
                  <a:pt x="94978" y="29750"/>
                  <a:pt x="94978" y="38387"/>
                </a:cubicBezTo>
                <a:cubicBezTo>
                  <a:pt x="94978" y="48463"/>
                  <a:pt x="80350" y="103407"/>
                  <a:pt x="52287" y="103407"/>
                </a:cubicBezTo>
                <a:cubicBezTo>
                  <a:pt x="40056" y="103407"/>
                  <a:pt x="34537" y="95008"/>
                  <a:pt x="34537" y="82532"/>
                </a:cubicBezTo>
                <a:cubicBezTo>
                  <a:pt x="34537" y="69096"/>
                  <a:pt x="41015" y="51584"/>
                  <a:pt x="48448" y="31672"/>
                </a:cubicBezTo>
                <a:cubicBezTo>
                  <a:pt x="50128" y="27591"/>
                  <a:pt x="51328" y="24231"/>
                  <a:pt x="51328" y="19675"/>
                </a:cubicBezTo>
                <a:cubicBezTo>
                  <a:pt x="51328" y="8879"/>
                  <a:pt x="43654" y="0"/>
                  <a:pt x="31661" y="0"/>
                </a:cubicBezTo>
                <a:cubicBezTo>
                  <a:pt x="9113" y="0"/>
                  <a:pt x="0" y="34790"/>
                  <a:pt x="0" y="36949"/>
                </a:cubicBezTo>
                <a:cubicBezTo>
                  <a:pt x="0" y="39346"/>
                  <a:pt x="2397" y="39346"/>
                  <a:pt x="2877" y="39346"/>
                </a:cubicBezTo>
                <a:cubicBezTo>
                  <a:pt x="5277" y="39346"/>
                  <a:pt x="5515" y="38867"/>
                  <a:pt x="6716" y="35028"/>
                </a:cubicBezTo>
                <a:cubicBezTo>
                  <a:pt x="13673" y="10796"/>
                  <a:pt x="23986" y="5277"/>
                  <a:pt x="30940" y="5277"/>
                </a:cubicBezTo>
                <a:cubicBezTo>
                  <a:pt x="32857" y="5277"/>
                  <a:pt x="36938" y="5277"/>
                  <a:pt x="36938" y="12956"/>
                </a:cubicBezTo>
                <a:cubicBezTo>
                  <a:pt x="36938" y="18954"/>
                  <a:pt x="34537" y="25432"/>
                  <a:pt x="32857" y="29750"/>
                </a:cubicBezTo>
                <a:cubicBezTo>
                  <a:pt x="22306" y="57583"/>
                  <a:pt x="19188" y="68617"/>
                  <a:pt x="19188" y="78934"/>
                </a:cubicBezTo>
                <a:cubicBezTo>
                  <a:pt x="19188" y="104845"/>
                  <a:pt x="40294" y="108681"/>
                  <a:pt x="51328" y="108681"/>
                </a:cubicBezTo>
                <a:cubicBezTo>
                  <a:pt x="91622" y="108681"/>
                  <a:pt x="105292" y="29271"/>
                  <a:pt x="105292" y="167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d">
            <a:extLst xmlns:a="http://schemas.openxmlformats.org/drawingml/2006/main">
              <a:ext uri="{FF2B5EF4-FFF2-40B4-BE49-F238E27FC236}">
                <a16:creationId xmlns:a16="http://schemas.microsoft.com/office/drawing/2014/main" id="{A262CF72-B1BC-42AB-9F20-1C09E21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032" y="2288535"/>
            <a:ext cx="86298" cy="118208"/>
          </a:xfrm>
          <a:custGeom xmlns:a="http://schemas.openxmlformats.org/drawingml/2006/main">
            <a:pathLst>
              <a:path w="86298" h="118208">
                <a:moveTo>
                  <a:pt x="85627" y="5037"/>
                </a:moveTo>
                <a:cubicBezTo>
                  <a:pt x="85793" y="4701"/>
                  <a:pt x="86298" y="2518"/>
                  <a:pt x="86298" y="2352"/>
                </a:cubicBezTo>
                <a:cubicBezTo>
                  <a:pt x="86298" y="1511"/>
                  <a:pt x="85627" y="0"/>
                  <a:pt x="83611" y="0"/>
                </a:cubicBezTo>
                <a:cubicBezTo>
                  <a:pt x="80252" y="0"/>
                  <a:pt x="66318" y="1342"/>
                  <a:pt x="62122" y="1678"/>
                </a:cubicBezTo>
                <a:cubicBezTo>
                  <a:pt x="60777" y="1847"/>
                  <a:pt x="58428" y="2014"/>
                  <a:pt x="58428" y="5541"/>
                </a:cubicBezTo>
                <a:cubicBezTo>
                  <a:pt x="58428" y="7890"/>
                  <a:pt x="60777" y="7890"/>
                  <a:pt x="62793" y="7890"/>
                </a:cubicBezTo>
                <a:cubicBezTo>
                  <a:pt x="70850" y="7890"/>
                  <a:pt x="70850" y="9066"/>
                  <a:pt x="70850" y="10409"/>
                </a:cubicBezTo>
                <a:cubicBezTo>
                  <a:pt x="70850" y="11582"/>
                  <a:pt x="70514" y="12589"/>
                  <a:pt x="70179" y="14100"/>
                </a:cubicBezTo>
                <a:lnTo>
                  <a:pt x="60610" y="52369"/>
                </a:lnTo>
                <a:cubicBezTo>
                  <a:pt x="57083" y="46825"/>
                  <a:pt x="51375" y="42460"/>
                  <a:pt x="43318" y="42460"/>
                </a:cubicBezTo>
                <a:cubicBezTo>
                  <a:pt x="21827" y="42460"/>
                  <a:pt x="0" y="66141"/>
                  <a:pt x="0" y="90330"/>
                </a:cubicBezTo>
                <a:cubicBezTo>
                  <a:pt x="0" y="106621"/>
                  <a:pt x="10913" y="118208"/>
                  <a:pt x="25352" y="118208"/>
                </a:cubicBezTo>
                <a:cubicBezTo>
                  <a:pt x="34418" y="118208"/>
                  <a:pt x="42478" y="113005"/>
                  <a:pt x="49192" y="106454"/>
                </a:cubicBezTo>
                <a:cubicBezTo>
                  <a:pt x="52382" y="116530"/>
                  <a:pt x="62122" y="118208"/>
                  <a:pt x="66487" y="118208"/>
                </a:cubicBezTo>
                <a:cubicBezTo>
                  <a:pt x="72531" y="118208"/>
                  <a:pt x="76727" y="114517"/>
                  <a:pt x="79750" y="109308"/>
                </a:cubicBezTo>
                <a:cubicBezTo>
                  <a:pt x="83444" y="102758"/>
                  <a:pt x="85627" y="93184"/>
                  <a:pt x="85627" y="92513"/>
                </a:cubicBezTo>
                <a:cubicBezTo>
                  <a:pt x="85627" y="90330"/>
                  <a:pt x="83444" y="90330"/>
                  <a:pt x="82939" y="90330"/>
                </a:cubicBezTo>
                <a:cubicBezTo>
                  <a:pt x="80590" y="90330"/>
                  <a:pt x="80421" y="91001"/>
                  <a:pt x="79245" y="95536"/>
                </a:cubicBezTo>
                <a:cubicBezTo>
                  <a:pt x="77232" y="103598"/>
                  <a:pt x="74042" y="113507"/>
                  <a:pt x="66989" y="113507"/>
                </a:cubicBezTo>
                <a:cubicBezTo>
                  <a:pt x="62624" y="113507"/>
                  <a:pt x="61448" y="109813"/>
                  <a:pt x="61448" y="105279"/>
                </a:cubicBezTo>
                <a:cubicBezTo>
                  <a:pt x="61448" y="102086"/>
                  <a:pt x="61786" y="100575"/>
                  <a:pt x="62288" y="98392"/>
                </a:cubicBezTo>
                <a:lnTo>
                  <a:pt x="85627" y="5037"/>
                </a:lnTo>
                <a:moveTo>
                  <a:pt x="49864" y="95536"/>
                </a:moveTo>
                <a:cubicBezTo>
                  <a:pt x="48690" y="100239"/>
                  <a:pt x="44996" y="103598"/>
                  <a:pt x="41302" y="106790"/>
                </a:cubicBezTo>
                <a:cubicBezTo>
                  <a:pt x="39790" y="108132"/>
                  <a:pt x="33076" y="113507"/>
                  <a:pt x="25857" y="113507"/>
                </a:cubicBezTo>
                <a:cubicBezTo>
                  <a:pt x="19644" y="113507"/>
                  <a:pt x="13601" y="109142"/>
                  <a:pt x="13601" y="97216"/>
                </a:cubicBezTo>
                <a:cubicBezTo>
                  <a:pt x="13601" y="88314"/>
                  <a:pt x="18468" y="69838"/>
                  <a:pt x="22332" y="63118"/>
                </a:cubicBezTo>
                <a:cubicBezTo>
                  <a:pt x="30053" y="49682"/>
                  <a:pt x="38617" y="47163"/>
                  <a:pt x="43318" y="47163"/>
                </a:cubicBezTo>
                <a:cubicBezTo>
                  <a:pt x="55069" y="47163"/>
                  <a:pt x="58259" y="59926"/>
                  <a:pt x="58259" y="61776"/>
                </a:cubicBezTo>
                <a:cubicBezTo>
                  <a:pt x="58259" y="62447"/>
                  <a:pt x="57923" y="63623"/>
                  <a:pt x="57757" y="64128"/>
                </a:cubicBezTo>
                <a:lnTo>
                  <a:pt x="49864" y="95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˜">
            <a:extLst xmlns:a="http://schemas.openxmlformats.org/drawingml/2006/main">
              <a:ext uri="{FF2B5EF4-FFF2-40B4-BE49-F238E27FC236}">
                <a16:creationId xmlns:a16="http://schemas.microsoft.com/office/drawing/2014/main" id="{16B28153-B8A8-4B46-98DB-753A4A35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673" y="2208925"/>
            <a:ext cx="79871" cy="22306"/>
          </a:xfrm>
          <a:custGeom xmlns:a="http://schemas.openxmlformats.org/drawingml/2006/main">
            <a:pathLst>
              <a:path w="79871" h="22306">
                <a:moveTo>
                  <a:pt x="79871" y="3601"/>
                </a:moveTo>
                <a:lnTo>
                  <a:pt x="76032" y="0"/>
                </a:lnTo>
                <a:cubicBezTo>
                  <a:pt x="76032" y="242"/>
                  <a:pt x="66919" y="11514"/>
                  <a:pt x="56364" y="11514"/>
                </a:cubicBezTo>
                <a:cubicBezTo>
                  <a:pt x="50849" y="11514"/>
                  <a:pt x="44851" y="7916"/>
                  <a:pt x="40774" y="5519"/>
                </a:cubicBezTo>
                <a:cubicBezTo>
                  <a:pt x="34299" y="1680"/>
                  <a:pt x="29981" y="0"/>
                  <a:pt x="25904" y="0"/>
                </a:cubicBezTo>
                <a:cubicBezTo>
                  <a:pt x="16791" y="0"/>
                  <a:pt x="12231" y="5277"/>
                  <a:pt x="0" y="18709"/>
                </a:cubicBezTo>
                <a:lnTo>
                  <a:pt x="3839" y="22306"/>
                </a:lnTo>
                <a:cubicBezTo>
                  <a:pt x="3839" y="22068"/>
                  <a:pt x="12952" y="10796"/>
                  <a:pt x="23507" y="10796"/>
                </a:cubicBezTo>
                <a:cubicBezTo>
                  <a:pt x="29022" y="10796"/>
                  <a:pt x="35017" y="14394"/>
                  <a:pt x="39094" y="16791"/>
                </a:cubicBezTo>
                <a:cubicBezTo>
                  <a:pt x="45571" y="20630"/>
                  <a:pt x="49890" y="22306"/>
                  <a:pt x="53967" y="22306"/>
                </a:cubicBezTo>
                <a:cubicBezTo>
                  <a:pt x="63080" y="22306"/>
                  <a:pt x="67636" y="17033"/>
                  <a:pt x="79871" y="36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v">
            <a:extLst xmlns:a="http://schemas.openxmlformats.org/drawingml/2006/main">
              <a:ext uri="{FF2B5EF4-FFF2-40B4-BE49-F238E27FC236}">
                <a16:creationId xmlns:a16="http://schemas.microsoft.com/office/drawing/2014/main" id="{43EC5D8E-6342-45AA-AA55-9745B4A1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97" y="2263031"/>
            <a:ext cx="105292" cy="108681"/>
          </a:xfrm>
          <a:custGeom xmlns:a="http://schemas.openxmlformats.org/drawingml/2006/main">
            <a:pathLst>
              <a:path w="105292" h="108681">
                <a:moveTo>
                  <a:pt x="105292" y="16795"/>
                </a:moveTo>
                <a:cubicBezTo>
                  <a:pt x="105292" y="3839"/>
                  <a:pt x="99055" y="0"/>
                  <a:pt x="94741" y="0"/>
                </a:cubicBezTo>
                <a:cubicBezTo>
                  <a:pt x="88742" y="0"/>
                  <a:pt x="82989" y="6240"/>
                  <a:pt x="82989" y="11517"/>
                </a:cubicBezTo>
                <a:cubicBezTo>
                  <a:pt x="82989" y="14635"/>
                  <a:pt x="84186" y="16074"/>
                  <a:pt x="86824" y="18716"/>
                </a:cubicBezTo>
                <a:cubicBezTo>
                  <a:pt x="91860" y="23514"/>
                  <a:pt x="94978" y="29750"/>
                  <a:pt x="94978" y="38387"/>
                </a:cubicBezTo>
                <a:cubicBezTo>
                  <a:pt x="94978" y="48463"/>
                  <a:pt x="80350" y="103407"/>
                  <a:pt x="52287" y="103407"/>
                </a:cubicBezTo>
                <a:cubicBezTo>
                  <a:pt x="40056" y="103407"/>
                  <a:pt x="34537" y="95008"/>
                  <a:pt x="34537" y="82532"/>
                </a:cubicBezTo>
                <a:cubicBezTo>
                  <a:pt x="34537" y="69096"/>
                  <a:pt x="41015" y="51584"/>
                  <a:pt x="48448" y="31672"/>
                </a:cubicBezTo>
                <a:cubicBezTo>
                  <a:pt x="50128" y="27591"/>
                  <a:pt x="51328" y="24231"/>
                  <a:pt x="51328" y="19675"/>
                </a:cubicBezTo>
                <a:cubicBezTo>
                  <a:pt x="51328" y="8879"/>
                  <a:pt x="43654" y="0"/>
                  <a:pt x="31661" y="0"/>
                </a:cubicBezTo>
                <a:cubicBezTo>
                  <a:pt x="9113" y="0"/>
                  <a:pt x="0" y="34790"/>
                  <a:pt x="0" y="36949"/>
                </a:cubicBezTo>
                <a:cubicBezTo>
                  <a:pt x="0" y="39346"/>
                  <a:pt x="2397" y="39346"/>
                  <a:pt x="2877" y="39346"/>
                </a:cubicBezTo>
                <a:cubicBezTo>
                  <a:pt x="5277" y="39346"/>
                  <a:pt x="5515" y="38867"/>
                  <a:pt x="6716" y="35028"/>
                </a:cubicBezTo>
                <a:cubicBezTo>
                  <a:pt x="13673" y="10796"/>
                  <a:pt x="23986" y="5277"/>
                  <a:pt x="30940" y="5277"/>
                </a:cubicBezTo>
                <a:cubicBezTo>
                  <a:pt x="32857" y="5277"/>
                  <a:pt x="36938" y="5277"/>
                  <a:pt x="36938" y="12956"/>
                </a:cubicBezTo>
                <a:cubicBezTo>
                  <a:pt x="36938" y="18954"/>
                  <a:pt x="34537" y="25432"/>
                  <a:pt x="32857" y="29750"/>
                </a:cubicBezTo>
                <a:cubicBezTo>
                  <a:pt x="22306" y="57583"/>
                  <a:pt x="19188" y="68617"/>
                  <a:pt x="19188" y="78934"/>
                </a:cubicBezTo>
                <a:cubicBezTo>
                  <a:pt x="19188" y="104845"/>
                  <a:pt x="40294" y="108681"/>
                  <a:pt x="51328" y="108681"/>
                </a:cubicBezTo>
                <a:cubicBezTo>
                  <a:pt x="91622" y="108681"/>
                  <a:pt x="105292" y="29271"/>
                  <a:pt x="105292" y="167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j">
            <a:extLst xmlns:a="http://schemas.openxmlformats.org/drawingml/2006/main">
              <a:ext uri="{FF2B5EF4-FFF2-40B4-BE49-F238E27FC236}">
                <a16:creationId xmlns:a16="http://schemas.microsoft.com/office/drawing/2014/main" id="{6061B071-CF01-44D5-B20C-CCB92E74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00" y="2293740"/>
            <a:ext cx="73704" cy="145630"/>
          </a:xfrm>
          <a:custGeom xmlns:a="http://schemas.openxmlformats.org/drawingml/2006/main">
            <a:pathLst>
              <a:path w="73704" h="145630">
                <a:moveTo>
                  <a:pt x="73704" y="6379"/>
                </a:moveTo>
                <a:cubicBezTo>
                  <a:pt x="73704" y="3525"/>
                  <a:pt x="71521" y="0"/>
                  <a:pt x="66987" y="0"/>
                </a:cubicBezTo>
                <a:cubicBezTo>
                  <a:pt x="62119" y="0"/>
                  <a:pt x="57585" y="4701"/>
                  <a:pt x="57585" y="9233"/>
                </a:cubicBezTo>
                <a:cubicBezTo>
                  <a:pt x="57585" y="11920"/>
                  <a:pt x="59601" y="15612"/>
                  <a:pt x="64302" y="15612"/>
                </a:cubicBezTo>
                <a:cubicBezTo>
                  <a:pt x="68834" y="15612"/>
                  <a:pt x="73704" y="11249"/>
                  <a:pt x="73704" y="6379"/>
                </a:cubicBezTo>
                <a:moveTo>
                  <a:pt x="38110" y="119592"/>
                </a:moveTo>
                <a:cubicBezTo>
                  <a:pt x="35256" y="131181"/>
                  <a:pt x="26359" y="140929"/>
                  <a:pt x="16452" y="140929"/>
                </a:cubicBezTo>
                <a:cubicBezTo>
                  <a:pt x="14269" y="140929"/>
                  <a:pt x="12256" y="140591"/>
                  <a:pt x="10409" y="139912"/>
                </a:cubicBezTo>
                <a:cubicBezTo>
                  <a:pt x="14774" y="137896"/>
                  <a:pt x="16116" y="133866"/>
                  <a:pt x="16116" y="131348"/>
                </a:cubicBezTo>
                <a:cubicBezTo>
                  <a:pt x="16116" y="127318"/>
                  <a:pt x="12927" y="125135"/>
                  <a:pt x="9568" y="125135"/>
                </a:cubicBezTo>
                <a:cubicBezTo>
                  <a:pt x="4363" y="125135"/>
                  <a:pt x="0" y="129670"/>
                  <a:pt x="0" y="135042"/>
                </a:cubicBezTo>
                <a:cubicBezTo>
                  <a:pt x="0" y="141434"/>
                  <a:pt x="6545" y="145630"/>
                  <a:pt x="16621" y="145630"/>
                </a:cubicBezTo>
                <a:cubicBezTo>
                  <a:pt x="26694" y="145630"/>
                  <a:pt x="46336" y="139576"/>
                  <a:pt x="51542" y="119087"/>
                </a:cubicBezTo>
                <a:lnTo>
                  <a:pt x="66651" y="58930"/>
                </a:lnTo>
                <a:cubicBezTo>
                  <a:pt x="67156" y="57080"/>
                  <a:pt x="67492" y="55569"/>
                  <a:pt x="67492" y="53048"/>
                </a:cubicBezTo>
                <a:cubicBezTo>
                  <a:pt x="67492" y="43805"/>
                  <a:pt x="59601" y="37254"/>
                  <a:pt x="49528" y="37254"/>
                </a:cubicBezTo>
                <a:cubicBezTo>
                  <a:pt x="30891" y="37254"/>
                  <a:pt x="20146" y="60608"/>
                  <a:pt x="20146" y="62962"/>
                </a:cubicBezTo>
                <a:cubicBezTo>
                  <a:pt x="20146" y="65147"/>
                  <a:pt x="22495" y="65147"/>
                  <a:pt x="23000" y="65147"/>
                </a:cubicBezTo>
                <a:cubicBezTo>
                  <a:pt x="25014" y="65147"/>
                  <a:pt x="25183" y="64643"/>
                  <a:pt x="26359" y="62122"/>
                </a:cubicBezTo>
                <a:cubicBezTo>
                  <a:pt x="30555" y="52374"/>
                  <a:pt x="39286" y="41958"/>
                  <a:pt x="49023" y="41958"/>
                </a:cubicBezTo>
                <a:cubicBezTo>
                  <a:pt x="53220" y="41958"/>
                  <a:pt x="54731" y="44814"/>
                  <a:pt x="54731" y="50191"/>
                </a:cubicBezTo>
                <a:cubicBezTo>
                  <a:pt x="54731" y="52039"/>
                  <a:pt x="54395" y="54393"/>
                  <a:pt x="54229" y="55231"/>
                </a:cubicBezTo>
                <a:lnTo>
                  <a:pt x="38110" y="1195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B3B5D-4EF0-4137-89AD-BFBBF26C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37" y="1500421"/>
            <a:ext cx="10" cy="510871"/>
          </a:xfrm>
          <a:custGeom xmlns:a="http://schemas.openxmlformats.org/drawingml/2006/main">
            <a:pathLst>
              <a:path w="1" h="510871" fill="none">
                <a:moveTo>
                  <a:pt x="0" y="0"/>
                </a:moveTo>
                <a:lnTo>
                  <a:pt x="0" y="510871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A8EDB-FC41-4AFE-A8B5-F43F66DC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39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C5077-C800-4983-950E-1F990EA5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39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DA7DE-BE61-4306-A7EA-90DC8815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920" y="1465953"/>
            <a:ext cx="10" cy="545339"/>
          </a:xfrm>
          <a:custGeom xmlns:a="http://schemas.openxmlformats.org/drawingml/2006/main">
            <a:pathLst>
              <a:path w="1" h="545339" fill="none">
                <a:moveTo>
                  <a:pt x="0" y="0"/>
                </a:moveTo>
                <a:lnTo>
                  <a:pt x="0" y="545339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E09A5E-9C4C-4B53-A401-A7F0414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23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CB801-2A71-43D1-A5EA-DE5555E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23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1885C-37B1-4DBF-B252-05B8DD5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804" y="1465953"/>
            <a:ext cx="10" cy="545339"/>
          </a:xfrm>
          <a:custGeom xmlns:a="http://schemas.openxmlformats.org/drawingml/2006/main">
            <a:pathLst>
              <a:path w="1" h="545339" fill="none">
                <a:moveTo>
                  <a:pt x="0" y="0"/>
                </a:moveTo>
                <a:lnTo>
                  <a:pt x="0" y="545339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FB89E-E17A-4829-A8F1-C717EAA4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07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5F6C4-6521-46FF-A4F1-1EEBD44A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07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67502-B3B2-47B9-9F94-DBE4FA7A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687" y="1506869"/>
            <a:ext cx="10" cy="504423"/>
          </a:xfrm>
          <a:custGeom xmlns:a="http://schemas.openxmlformats.org/drawingml/2006/main">
            <a:pathLst>
              <a:path w="1" h="504423" fill="none">
                <a:moveTo>
                  <a:pt x="0" y="0"/>
                </a:moveTo>
                <a:lnTo>
                  <a:pt x="0" y="504423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18519-DC1F-413B-BB35-90CFABA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90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287D0-2C18-4CC2-94E0-9BC6E1A2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90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B8241-62AA-4207-9AFB-F00B3061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0571" y="1506869"/>
            <a:ext cx="10" cy="504423"/>
          </a:xfrm>
          <a:custGeom xmlns:a="http://schemas.openxmlformats.org/drawingml/2006/main">
            <a:pathLst>
              <a:path w="1" h="504423" fill="none">
                <a:moveTo>
                  <a:pt x="0" y="0"/>
                </a:moveTo>
                <a:lnTo>
                  <a:pt x="0" y="504423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C7992-A689-49A7-876F-907B981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374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93F3B-BD82-4665-A010-FED2BAF0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374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B313F-760B-4743-A2B4-1FCD8665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454" y="1506869"/>
            <a:ext cx="10" cy="504423"/>
          </a:xfrm>
          <a:custGeom xmlns:a="http://schemas.openxmlformats.org/drawingml/2006/main">
            <a:pathLst>
              <a:path w="1" h="504423" fill="none">
                <a:moveTo>
                  <a:pt x="0" y="0"/>
                </a:moveTo>
                <a:lnTo>
                  <a:pt x="0" y="504423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217B9-C383-4593-8A5C-112FA8CF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258" y="1983858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81DEB-61C7-46B2-8830-D08423C5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1258" y="1983858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021067-C234-4C82-954D-9528C05B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70" y="2309412"/>
            <a:ext cx="402773" cy="10"/>
          </a:xfrm>
          <a:custGeom xmlns:a="http://schemas.openxmlformats.org/drawingml/2006/main">
            <a:pathLst>
              <a:path w="402773" h="1" fill="none">
                <a:moveTo>
                  <a:pt x="4027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46429-BC4F-4DFC-B311-8CDA1DD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931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08CDC6-9D46-4163-A2FF-39ADE402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931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AA10B-126E-4D9B-ADB4-294E76D2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387" y="2309412"/>
            <a:ext cx="586253" cy="10"/>
          </a:xfrm>
          <a:custGeom xmlns:a="http://schemas.openxmlformats.org/drawingml/2006/main">
            <a:pathLst>
              <a:path w="586253" h="1" fill="none">
                <a:moveTo>
                  <a:pt x="58625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8A535-4864-4ACA-8CA7-A9902416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46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35622-C17D-45B8-AA00-BA227B8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46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29290-8D85-4352-AAD3-31D7553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503" y="2309412"/>
            <a:ext cx="586254" cy="10"/>
          </a:xfrm>
          <a:custGeom xmlns:a="http://schemas.openxmlformats.org/drawingml/2006/main">
            <a:pathLst>
              <a:path w="586254" h="1" fill="none">
                <a:moveTo>
                  <a:pt x="5862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7D75D-79FB-43F2-BC63-17A08E6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164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056FF-9115-487B-8041-A498A31B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164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D87966-5F2F-4D32-BBB1-9BAAF46C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620" y="2309412"/>
            <a:ext cx="586253" cy="10"/>
          </a:xfrm>
          <a:custGeom xmlns:a="http://schemas.openxmlformats.org/drawingml/2006/main">
            <a:pathLst>
              <a:path w="586253" h="1" fill="none">
                <a:moveTo>
                  <a:pt x="58625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7202A-C8B3-4EE5-AE53-60DF6EC0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280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0ACCA-D3A6-4821-92F8-387B5AF6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280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368A6-7072-43E9-A291-B85B217C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736" y="2309412"/>
            <a:ext cx="586254" cy="10"/>
          </a:xfrm>
          <a:custGeom xmlns:a="http://schemas.openxmlformats.org/drawingml/2006/main">
            <a:pathLst>
              <a:path w="586254" h="1" fill="none">
                <a:moveTo>
                  <a:pt x="5862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C3D75-D0D7-40EE-BCED-03E4085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396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E1F5BD-4D79-438C-A6C9-1B1B08C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396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35656-D4C7-4D46-9638-00907207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52" y="2309412"/>
            <a:ext cx="586253" cy="10"/>
          </a:xfrm>
          <a:custGeom xmlns:a="http://schemas.openxmlformats.org/drawingml/2006/main">
            <a:pathLst>
              <a:path w="586253" h="1" fill="none">
                <a:moveTo>
                  <a:pt x="58625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46958-2411-4CA4-9B17-F66FD18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513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78200-3AD1-44A0-B444-64DE748B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513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CF976-571E-4ECE-BC0C-A511D8D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497" y="2309412"/>
            <a:ext cx="291724" cy="10"/>
          </a:xfrm>
          <a:custGeom xmlns:a="http://schemas.openxmlformats.org/drawingml/2006/main">
            <a:pathLst>
              <a:path w="291724" h="1" fill="none">
                <a:moveTo>
                  <a:pt x="29172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BF760-9CCE-4641-967C-DEE5213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158" y="2275215"/>
            <a:ext cx="90773" cy="68394"/>
          </a:xfrm>
          <a:custGeom xmlns:a="http://schemas.openxmlformats.org/drawingml/2006/main">
            <a:pathLst>
              <a:path w="90773" h="68394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8DA76-9189-44F9-BD32-B553DDB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158" y="2275215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0" y="34197"/>
                </a:moveTo>
                <a:lnTo>
                  <a:pt x="90773" y="68394"/>
                </a:lnTo>
                <a:lnTo>
                  <a:pt x="60941" y="34197"/>
                </a:lnTo>
                <a:lnTo>
                  <a:pt x="90773" y="0"/>
                </a:lnTo>
                <a:lnTo>
                  <a:pt x="0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1E18C-78CC-4451-AA29-01456AE3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83" y="1285750"/>
            <a:ext cx="318471" cy="10"/>
          </a:xfrm>
          <a:custGeom xmlns:a="http://schemas.openxmlformats.org/drawingml/2006/main">
            <a:pathLst>
              <a:path w="318471" h="1" fill="none">
                <a:moveTo>
                  <a:pt x="0" y="0"/>
                </a:moveTo>
                <a:lnTo>
                  <a:pt x="3184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7FBA5-C6A9-471D-B6B5-BD5CC51C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620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4E615-CCDF-45CC-9C8A-A0A71DBA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620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53369-0426-4C8B-9A6F-AB8AE15B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18" y="1285750"/>
            <a:ext cx="419086" cy="10"/>
          </a:xfrm>
          <a:custGeom xmlns:a="http://schemas.openxmlformats.org/drawingml/2006/main">
            <a:pathLst>
              <a:path w="419086" h="1" fill="none">
                <a:moveTo>
                  <a:pt x="0" y="0"/>
                </a:moveTo>
                <a:lnTo>
                  <a:pt x="4190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60675-3644-45A1-9666-5DDDE3C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670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D6912-8E85-4CDA-B41F-74235E8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670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F91D2-9109-4A19-BC34-9CA8E51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35" y="1285750"/>
            <a:ext cx="586253" cy="10"/>
          </a:xfrm>
          <a:custGeom xmlns:a="http://schemas.openxmlformats.org/drawingml/2006/main">
            <a:pathLst>
              <a:path w="586253" h="1" fill="none">
                <a:moveTo>
                  <a:pt x="0" y="0"/>
                </a:moveTo>
                <a:lnTo>
                  <a:pt x="5862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FCC72-B5A0-43E0-BE6D-B8ABB08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554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11582-AF24-4FF1-8D03-2E689C01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554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257A0-634A-4735-A3DE-7CB3BE60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18" y="385421"/>
            <a:ext cx="4449067" cy="834610"/>
          </a:xfrm>
          <a:custGeom xmlns:a="http://schemas.openxmlformats.org/drawingml/2006/main">
            <a:pathLst>
              <a:path w="4449067" h="834610" fill="none">
                <a:moveTo>
                  <a:pt x="0" y="834610"/>
                </a:moveTo>
                <a:lnTo>
                  <a:pt x="4449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BF2C2-BFAF-4500-B30B-EC1FC400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418" y="356869"/>
            <a:ext cx="95516" cy="67218"/>
          </a:xfrm>
          <a:custGeom xmlns:a="http://schemas.openxmlformats.org/drawingml/2006/main">
            <a:pathLst>
              <a:path w="95516" h="67218">
                <a:moveTo>
                  <a:pt x="95516" y="16876"/>
                </a:moveTo>
                <a:lnTo>
                  <a:pt x="0" y="0"/>
                </a:lnTo>
                <a:lnTo>
                  <a:pt x="35623" y="28110"/>
                </a:lnTo>
                <a:lnTo>
                  <a:pt x="12608" y="67218"/>
                </a:lnTo>
                <a:lnTo>
                  <a:pt x="95516" y="168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EEF21-AFAE-42C6-9741-4189C562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7418" y="356869"/>
            <a:ext cx="95516" cy="67218"/>
          </a:xfrm>
          <a:custGeom xmlns:a="http://schemas.openxmlformats.org/drawingml/2006/main">
            <a:pathLst>
              <a:path w="95516" h="67218" fill="none">
                <a:moveTo>
                  <a:pt x="95516" y="16876"/>
                </a:moveTo>
                <a:lnTo>
                  <a:pt x="0" y="0"/>
                </a:lnTo>
                <a:lnTo>
                  <a:pt x="35623" y="28110"/>
                </a:lnTo>
                <a:lnTo>
                  <a:pt x="12608" y="67218"/>
                </a:lnTo>
                <a:lnTo>
                  <a:pt x="95516" y="168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E00EA-ADEB-43A9-849D-32C93353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887" y="368203"/>
            <a:ext cx="4276604" cy="802335"/>
          </a:xfrm>
          <a:custGeom xmlns:a="http://schemas.openxmlformats.org/drawingml/2006/main">
            <a:pathLst>
              <a:path w="4276604" h="802335" fill="none">
                <a:moveTo>
                  <a:pt x="0" y="0"/>
                </a:moveTo>
                <a:lnTo>
                  <a:pt x="4276604" y="802335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06A09-FE0E-4A42-A6B0-169924D3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224" y="1131870"/>
            <a:ext cx="95518" cy="67219"/>
          </a:xfrm>
          <a:custGeom xmlns:a="http://schemas.openxmlformats.org/drawingml/2006/main">
            <a:pathLst>
              <a:path w="95518" h="67219">
                <a:moveTo>
                  <a:pt x="95518" y="50345"/>
                </a:moveTo>
                <a:lnTo>
                  <a:pt x="12609" y="0"/>
                </a:lnTo>
                <a:lnTo>
                  <a:pt x="35624" y="39109"/>
                </a:lnTo>
                <a:lnTo>
                  <a:pt x="0" y="67219"/>
                </a:lnTo>
                <a:lnTo>
                  <a:pt x="95518" y="50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8A661A-CC87-42D7-9983-8E5EA9FE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224" y="1131870"/>
            <a:ext cx="95518" cy="67219"/>
          </a:xfrm>
          <a:custGeom xmlns:a="http://schemas.openxmlformats.org/drawingml/2006/main">
            <a:pathLst>
              <a:path w="95518" h="67219" fill="none">
                <a:moveTo>
                  <a:pt x="95518" y="50345"/>
                </a:moveTo>
                <a:lnTo>
                  <a:pt x="12609" y="0"/>
                </a:lnTo>
                <a:lnTo>
                  <a:pt x="35624" y="39109"/>
                </a:lnTo>
                <a:lnTo>
                  <a:pt x="0" y="67219"/>
                </a:lnTo>
                <a:lnTo>
                  <a:pt x="95518" y="503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6207E-593D-4A90-8F7A-298830B6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880" y="1465953"/>
            <a:ext cx="600970" cy="157945"/>
          </a:xfrm>
          <a:custGeom xmlns:a="http://schemas.openxmlformats.org/drawingml/2006/main">
            <a:pathLst>
              <a:path w="600970" h="157945" fill="none">
                <a:moveTo>
                  <a:pt x="0" y="0"/>
                </a:moveTo>
                <a:cubicBezTo>
                  <a:pt x="218687" y="144718"/>
                  <a:pt x="435201" y="157945"/>
                  <a:pt x="600970" y="75277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B8D03-C3D6-465E-8B8F-BE453E56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42" y="1512966"/>
            <a:ext cx="96488" cy="71108"/>
          </a:xfrm>
          <a:custGeom xmlns:a="http://schemas.openxmlformats.org/drawingml/2006/main">
            <a:pathLst>
              <a:path w="96488" h="71108">
                <a:moveTo>
                  <a:pt x="96488" y="0"/>
                </a:moveTo>
                <a:lnTo>
                  <a:pt x="0" y="9906"/>
                </a:lnTo>
                <a:lnTo>
                  <a:pt x="41955" y="27194"/>
                </a:lnTo>
                <a:lnTo>
                  <a:pt x="30520" y="71108"/>
                </a:lnTo>
                <a:lnTo>
                  <a:pt x="964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76F63-BDA6-4E67-930D-BAED4B1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042" y="1512966"/>
            <a:ext cx="96488" cy="71108"/>
          </a:xfrm>
          <a:custGeom xmlns:a="http://schemas.openxmlformats.org/drawingml/2006/main">
            <a:pathLst>
              <a:path w="96488" h="71108" fill="none">
                <a:moveTo>
                  <a:pt x="96488" y="0"/>
                </a:moveTo>
                <a:lnTo>
                  <a:pt x="0" y="9906"/>
                </a:lnTo>
                <a:lnTo>
                  <a:pt x="41955" y="27194"/>
                </a:lnTo>
                <a:lnTo>
                  <a:pt x="30520" y="71108"/>
                </a:lnTo>
                <a:lnTo>
                  <a:pt x="9648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BDA68B-99D0-49A5-A3D7-4C4C29F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05" y="1285750"/>
            <a:ext cx="396550" cy="10"/>
          </a:xfrm>
          <a:custGeom xmlns:a="http://schemas.openxmlformats.org/drawingml/2006/main">
            <a:pathLst>
              <a:path w="396550" h="1" fill="none">
                <a:moveTo>
                  <a:pt x="0" y="0"/>
                </a:moveTo>
                <a:lnTo>
                  <a:pt x="396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C4D027-F3E7-45D9-850F-36384DEB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321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3202D-180E-4110-A4A5-A179175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321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7642E-1BFC-4B80-B122-F9D70C0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35" y="1406545"/>
            <a:ext cx="3320217" cy="430797"/>
          </a:xfrm>
          <a:custGeom xmlns:a="http://schemas.openxmlformats.org/drawingml/2006/main">
            <a:pathLst>
              <a:path w="3320217" h="430797" fill="none">
                <a:moveTo>
                  <a:pt x="0" y="0"/>
                </a:moveTo>
                <a:cubicBezTo>
                  <a:pt x="1251102" y="430797"/>
                  <a:pt x="2141919" y="430797"/>
                  <a:pt x="3320217" y="25068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6567C-0BB0-475C-BCE8-DC13619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879" y="1408212"/>
            <a:ext cx="96960" cy="64668"/>
          </a:xfrm>
          <a:custGeom xmlns:a="http://schemas.openxmlformats.org/drawingml/2006/main">
            <a:pathLst>
              <a:path w="96960" h="64668">
                <a:moveTo>
                  <a:pt x="96960" y="2782"/>
                </a:moveTo>
                <a:lnTo>
                  <a:pt x="0" y="0"/>
                </a:lnTo>
                <a:lnTo>
                  <a:pt x="39340" y="22622"/>
                </a:lnTo>
                <a:lnTo>
                  <a:pt x="22266" y="64668"/>
                </a:lnTo>
                <a:lnTo>
                  <a:pt x="96960" y="27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32D56-6E33-4D86-BD27-E7E08502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879" y="1408212"/>
            <a:ext cx="96960" cy="64668"/>
          </a:xfrm>
          <a:custGeom xmlns:a="http://schemas.openxmlformats.org/drawingml/2006/main">
            <a:pathLst>
              <a:path w="96960" h="64668" fill="none">
                <a:moveTo>
                  <a:pt x="96960" y="2782"/>
                </a:moveTo>
                <a:lnTo>
                  <a:pt x="0" y="0"/>
                </a:lnTo>
                <a:lnTo>
                  <a:pt x="39340" y="22622"/>
                </a:lnTo>
                <a:lnTo>
                  <a:pt x="22266" y="64668"/>
                </a:lnTo>
                <a:lnTo>
                  <a:pt x="96960" y="27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6EBBF-FEC8-419F-A20C-13A5BAC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386" y="1285750"/>
            <a:ext cx="586253" cy="10"/>
          </a:xfrm>
          <a:custGeom xmlns:a="http://schemas.openxmlformats.org/drawingml/2006/main">
            <a:pathLst>
              <a:path w="586253" h="1" fill="none">
                <a:moveTo>
                  <a:pt x="0" y="0"/>
                </a:moveTo>
                <a:lnTo>
                  <a:pt x="5862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E9BB8-247C-4BE5-93EA-85AAE43D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205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648ED0-0501-4B61-82DC-7F6C6D83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205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3F1F3-E70D-41B6-B378-23720D65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18" y="1424105"/>
            <a:ext cx="5882613" cy="730057"/>
          </a:xfrm>
          <a:custGeom xmlns:a="http://schemas.openxmlformats.org/drawingml/2006/main">
            <a:pathLst>
              <a:path w="5882613" h="730057" fill="none">
                <a:moveTo>
                  <a:pt x="0" y="29813"/>
                </a:moveTo>
                <a:cubicBezTo>
                  <a:pt x="2223856" y="730057"/>
                  <a:pt x="3744892" y="716185"/>
                  <a:pt x="58826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9D4707-42DC-4F80-BBC5-282FC681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756" y="1400396"/>
            <a:ext cx="96930" cy="64848"/>
          </a:xfrm>
          <a:custGeom xmlns:a="http://schemas.openxmlformats.org/drawingml/2006/main">
            <a:pathLst>
              <a:path w="96930" h="64848">
                <a:moveTo>
                  <a:pt x="96930" y="3589"/>
                </a:moveTo>
                <a:lnTo>
                  <a:pt x="0" y="0"/>
                </a:lnTo>
                <a:lnTo>
                  <a:pt x="39148" y="22948"/>
                </a:lnTo>
                <a:lnTo>
                  <a:pt x="21726" y="64848"/>
                </a:lnTo>
                <a:lnTo>
                  <a:pt x="96930" y="35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6C26E-0F9F-4CEB-83BA-E48FCEDC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756" y="1400396"/>
            <a:ext cx="96930" cy="64848"/>
          </a:xfrm>
          <a:custGeom xmlns:a="http://schemas.openxmlformats.org/drawingml/2006/main">
            <a:pathLst>
              <a:path w="96930" h="64848" fill="none">
                <a:moveTo>
                  <a:pt x="96930" y="3589"/>
                </a:moveTo>
                <a:lnTo>
                  <a:pt x="0" y="0"/>
                </a:lnTo>
                <a:lnTo>
                  <a:pt x="39148" y="22948"/>
                </a:lnTo>
                <a:lnTo>
                  <a:pt x="21726" y="64848"/>
                </a:lnTo>
                <a:lnTo>
                  <a:pt x="96930" y="35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C9DB6-EB1E-4BC2-84A9-B709F8B8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269" y="1285750"/>
            <a:ext cx="532990" cy="10"/>
          </a:xfrm>
          <a:custGeom xmlns:a="http://schemas.openxmlformats.org/drawingml/2006/main">
            <a:pathLst>
              <a:path w="532990" h="1" fill="none">
                <a:moveTo>
                  <a:pt x="0" y="0"/>
                </a:moveTo>
                <a:lnTo>
                  <a:pt x="532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C67E6-67B2-47DC-8F9E-F67E78D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26" y="1251553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41600-E3C1-495B-A69A-2F445C2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26" y="1251553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9D8AE-5E96-4B92-89D2-42E600A9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583" y="1423728"/>
            <a:ext cx="8625080" cy="986439"/>
          </a:xfrm>
          <a:custGeom xmlns:a="http://schemas.openxmlformats.org/drawingml/2006/main">
            <a:pathLst>
              <a:path w="8625080" h="986439" fill="none">
                <a:moveTo>
                  <a:pt x="0" y="0"/>
                </a:moveTo>
                <a:cubicBezTo>
                  <a:pt x="3245575" y="986439"/>
                  <a:pt x="5456371" y="982657"/>
                  <a:pt x="8625080" y="816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9CFB2-3568-41B2-B243-40A7D83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390" y="1407266"/>
            <a:ext cx="96813" cy="65371"/>
          </a:xfrm>
          <a:custGeom xmlns:a="http://schemas.openxmlformats.org/drawingml/2006/main">
            <a:pathLst>
              <a:path w="96813" h="65371">
                <a:moveTo>
                  <a:pt x="96813" y="6005"/>
                </a:moveTo>
                <a:lnTo>
                  <a:pt x="0" y="0"/>
                </a:lnTo>
                <a:lnTo>
                  <a:pt x="38565" y="23917"/>
                </a:lnTo>
                <a:lnTo>
                  <a:pt x="20103" y="65371"/>
                </a:lnTo>
                <a:lnTo>
                  <a:pt x="96813" y="60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B8641-180B-48C7-AFEA-77423AA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6390" y="1407266"/>
            <a:ext cx="96813" cy="65371"/>
          </a:xfrm>
          <a:custGeom xmlns:a="http://schemas.openxmlformats.org/drawingml/2006/main">
            <a:pathLst>
              <a:path w="96813" h="65371" fill="none">
                <a:moveTo>
                  <a:pt x="96813" y="6005"/>
                </a:moveTo>
                <a:lnTo>
                  <a:pt x="0" y="0"/>
                </a:lnTo>
                <a:lnTo>
                  <a:pt x="38565" y="23917"/>
                </a:lnTo>
                <a:lnTo>
                  <a:pt x="20103" y="65371"/>
                </a:lnTo>
                <a:lnTo>
                  <a:pt x="96813" y="60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36B95-5366-4FC4-9C8A-6471CA24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37" y="452893"/>
            <a:ext cx="10" cy="541185"/>
          </a:xfrm>
          <a:custGeom xmlns:a="http://schemas.openxmlformats.org/drawingml/2006/main">
            <a:pathLst>
              <a:path w="1" h="541185" fill="none">
                <a:moveTo>
                  <a:pt x="0" y="0"/>
                </a:moveTo>
                <a:lnTo>
                  <a:pt x="0" y="541185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639CE-D471-41DC-B572-7A579AE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39" y="966644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1D537-1425-4B96-AA38-56B8752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39" y="966644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1BF8B-0071-407F-A5E4-13ABA1F0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851" y="305752"/>
            <a:ext cx="7358005" cy="920187"/>
          </a:xfrm>
          <a:custGeom xmlns:a="http://schemas.openxmlformats.org/drawingml/2006/main">
            <a:pathLst>
              <a:path w="7358005" h="920187" fill="none">
                <a:moveTo>
                  <a:pt x="0" y="0"/>
                </a:moveTo>
                <a:lnTo>
                  <a:pt x="7358005" y="920187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F8E00-7D15-456E-B6D5-0D93922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391" y="1188602"/>
            <a:ext cx="94313" cy="67864"/>
          </a:xfrm>
          <a:custGeom xmlns:a="http://schemas.openxmlformats.org/drawingml/2006/main">
            <a:pathLst>
              <a:path w="94313" h="67864">
                <a:moveTo>
                  <a:pt x="94313" y="45195"/>
                </a:moveTo>
                <a:lnTo>
                  <a:pt x="8486" y="0"/>
                </a:lnTo>
                <a:lnTo>
                  <a:pt x="33844" y="37634"/>
                </a:lnTo>
                <a:lnTo>
                  <a:pt x="0" y="67864"/>
                </a:lnTo>
                <a:lnTo>
                  <a:pt x="94313" y="45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13EEFE-3A39-498C-8D18-3FA3E9EA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391" y="1188602"/>
            <a:ext cx="94313" cy="67864"/>
          </a:xfrm>
          <a:custGeom xmlns:a="http://schemas.openxmlformats.org/drawingml/2006/main">
            <a:pathLst>
              <a:path w="94313" h="67864" fill="none">
                <a:moveTo>
                  <a:pt x="94313" y="45195"/>
                </a:moveTo>
                <a:lnTo>
                  <a:pt x="8486" y="0"/>
                </a:lnTo>
                <a:lnTo>
                  <a:pt x="33844" y="37634"/>
                </a:lnTo>
                <a:lnTo>
                  <a:pt x="0" y="67864"/>
                </a:lnTo>
                <a:lnTo>
                  <a:pt x="94313" y="451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7D72D-D092-4B84-BD9E-75E7AC3D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920" y="452893"/>
            <a:ext cx="10" cy="575652"/>
          </a:xfrm>
          <a:custGeom xmlns:a="http://schemas.openxmlformats.org/drawingml/2006/main">
            <a:pathLst>
              <a:path w="1" h="575652" fill="none">
                <a:moveTo>
                  <a:pt x="0" y="0"/>
                </a:moveTo>
                <a:lnTo>
                  <a:pt x="0" y="575652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66C4A-8561-47DD-89D0-7F90453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23" y="1001111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790DE-9914-4914-8C70-3FAC7EB0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723" y="1001111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5EF0E-BF22-45BC-9006-BD67BFDD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35" y="327731"/>
            <a:ext cx="4682229" cy="878261"/>
          </a:xfrm>
          <a:custGeom xmlns:a="http://schemas.openxmlformats.org/drawingml/2006/main">
            <a:pathLst>
              <a:path w="4682229" h="878261" fill="none">
                <a:moveTo>
                  <a:pt x="0" y="0"/>
                </a:moveTo>
                <a:lnTo>
                  <a:pt x="4682229" y="878261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92F31-079E-4C1F-B653-E0ECA9FD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697" y="1167326"/>
            <a:ext cx="95516" cy="67218"/>
          </a:xfrm>
          <a:custGeom xmlns:a="http://schemas.openxmlformats.org/drawingml/2006/main">
            <a:pathLst>
              <a:path w="95516" h="67218">
                <a:moveTo>
                  <a:pt x="95516" y="50342"/>
                </a:moveTo>
                <a:lnTo>
                  <a:pt x="12608" y="0"/>
                </a:lnTo>
                <a:lnTo>
                  <a:pt x="35623" y="39108"/>
                </a:lnTo>
                <a:lnTo>
                  <a:pt x="0" y="67218"/>
                </a:lnTo>
                <a:lnTo>
                  <a:pt x="95516" y="50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7F29-FED9-4D37-A643-9059E34D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697" y="1167326"/>
            <a:ext cx="95516" cy="67218"/>
          </a:xfrm>
          <a:custGeom xmlns:a="http://schemas.openxmlformats.org/drawingml/2006/main">
            <a:pathLst>
              <a:path w="95516" h="67218" fill="none">
                <a:moveTo>
                  <a:pt x="95516" y="50342"/>
                </a:moveTo>
                <a:lnTo>
                  <a:pt x="12608" y="0"/>
                </a:lnTo>
                <a:lnTo>
                  <a:pt x="35623" y="39108"/>
                </a:lnTo>
                <a:lnTo>
                  <a:pt x="0" y="67218"/>
                </a:lnTo>
                <a:lnTo>
                  <a:pt x="95516" y="50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6085A-F101-4D08-95FF-6F56C2A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804" y="452893"/>
            <a:ext cx="10" cy="575652"/>
          </a:xfrm>
          <a:custGeom xmlns:a="http://schemas.openxmlformats.org/drawingml/2006/main">
            <a:pathLst>
              <a:path w="1" h="575652" fill="none">
                <a:moveTo>
                  <a:pt x="0" y="0"/>
                </a:moveTo>
                <a:lnTo>
                  <a:pt x="0" y="575652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A53BF-1DB9-49F1-80D2-8DC00B1D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07" y="1001111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2F2538-E0E8-49EF-B26C-2F798A0B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607" y="1001111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3E379-3ED8-482F-BB03-10B6DDE7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618" y="393519"/>
            <a:ext cx="1956048" cy="733825"/>
          </a:xfrm>
          <a:custGeom xmlns:a="http://schemas.openxmlformats.org/drawingml/2006/main">
            <a:pathLst>
              <a:path w="1956048" h="733825" fill="none">
                <a:moveTo>
                  <a:pt x="0" y="0"/>
                </a:moveTo>
                <a:lnTo>
                  <a:pt x="1956048" y="733825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FC11E-B549-450B-81D8-3276E1BC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971" y="1085692"/>
            <a:ext cx="96995" cy="64033"/>
          </a:xfrm>
          <a:custGeom xmlns:a="http://schemas.openxmlformats.org/drawingml/2006/main">
            <a:pathLst>
              <a:path w="96995" h="64033">
                <a:moveTo>
                  <a:pt x="96995" y="63897"/>
                </a:moveTo>
                <a:lnTo>
                  <a:pt x="24021" y="0"/>
                </a:lnTo>
                <a:lnTo>
                  <a:pt x="39940" y="42494"/>
                </a:lnTo>
                <a:lnTo>
                  <a:pt x="0" y="64033"/>
                </a:lnTo>
                <a:lnTo>
                  <a:pt x="96995" y="638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8DAF5-9823-4A98-B9AC-50013CE6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971" y="1085692"/>
            <a:ext cx="96995" cy="64033"/>
          </a:xfrm>
          <a:custGeom xmlns:a="http://schemas.openxmlformats.org/drawingml/2006/main">
            <a:pathLst>
              <a:path w="96995" h="64033" fill="none">
                <a:moveTo>
                  <a:pt x="96995" y="63897"/>
                </a:moveTo>
                <a:lnTo>
                  <a:pt x="24021" y="0"/>
                </a:lnTo>
                <a:lnTo>
                  <a:pt x="39940" y="42494"/>
                </a:lnTo>
                <a:lnTo>
                  <a:pt x="0" y="64033"/>
                </a:lnTo>
                <a:lnTo>
                  <a:pt x="96995" y="638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3" cap="flat">
            <a:solidFill>
              <a:srgbClr val="00000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70DD4C-1380-429D-B2F5-D453EF2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02" y="262087"/>
            <a:ext cx="3082859" cy="10"/>
          </a:xfrm>
          <a:custGeom xmlns:a="http://schemas.openxmlformats.org/drawingml/2006/main">
            <a:pathLst>
              <a:path w="3082859" h="1" fill="none">
                <a:moveTo>
                  <a:pt x="0" y="0"/>
                </a:moveTo>
                <a:lnTo>
                  <a:pt x="3082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BADA0-F36D-4D38-B659-2191657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927" y="227890"/>
            <a:ext cx="90773" cy="68394"/>
          </a:xfrm>
          <a:custGeom xmlns:a="http://schemas.openxmlformats.org/drawingml/2006/main">
            <a:pathLst>
              <a:path w="90773" h="68394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0F56C-6617-45A3-9116-67BAC2C9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927" y="227890"/>
            <a:ext cx="90773" cy="68394"/>
          </a:xfrm>
          <a:custGeom xmlns:a="http://schemas.openxmlformats.org/drawingml/2006/main">
            <a:pathLst>
              <a:path w="90773" h="68394" fill="none">
                <a:moveTo>
                  <a:pt x="90773" y="34197"/>
                </a:moveTo>
                <a:lnTo>
                  <a:pt x="0" y="0"/>
                </a:lnTo>
                <a:lnTo>
                  <a:pt x="29832" y="34197"/>
                </a:lnTo>
                <a:lnTo>
                  <a:pt x="0" y="68394"/>
                </a:lnTo>
                <a:lnTo>
                  <a:pt x="90773" y="341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F9280-DFFA-4CB7-985D-587BB719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687" y="452893"/>
            <a:ext cx="10" cy="534736"/>
          </a:xfrm>
          <a:custGeom xmlns:a="http://schemas.openxmlformats.org/drawingml/2006/main">
            <a:pathLst>
              <a:path w="1" h="534736" fill="none">
                <a:moveTo>
                  <a:pt x="0" y="0"/>
                </a:moveTo>
                <a:lnTo>
                  <a:pt x="0" y="534736"/>
                </a:lnTo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DD3734-485D-4735-9B72-032D6F3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90" y="960196"/>
            <a:ext cx="68394" cy="90773"/>
          </a:xfrm>
          <a:custGeom xmlns:a="http://schemas.openxmlformats.org/drawingml/2006/main">
            <a:pathLst>
              <a:path w="68394" h="90773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3757B-7EE1-4526-AB5E-5DFC4950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1490" y="960196"/>
            <a:ext cx="68394" cy="90773"/>
          </a:xfrm>
          <a:custGeom xmlns:a="http://schemas.openxmlformats.org/drawingml/2006/main">
            <a:pathLst>
              <a:path w="68394" h="90773" fill="none">
                <a:moveTo>
                  <a:pt x="34197" y="90773"/>
                </a:moveTo>
                <a:lnTo>
                  <a:pt x="68394" y="0"/>
                </a:lnTo>
                <a:lnTo>
                  <a:pt x="34197" y="29832"/>
                </a:lnTo>
                <a:lnTo>
                  <a:pt x="0" y="0"/>
                </a:lnTo>
                <a:lnTo>
                  <a:pt x="34197" y="907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94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717044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2026-09-05T18:01:56.6730000Z</dcterms:created>
  <dcterms:modified xsi:type="dcterms:W3CDTF">2026-09-05T18:01:56.6730000Z</dcterms:modified>
</coreProperties>
</file>